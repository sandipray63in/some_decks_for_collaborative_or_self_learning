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4.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5.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7.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8.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9.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0.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1.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2.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3.xml" ContentType="application/vnd.openxmlformats-officedocument.presentationml.notesSlide+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notesSlides/notesSlide14.xml" ContentType="application/vnd.openxmlformats-officedocument.presentationml.notesSlide+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notesSlides/notesSlide15.xml" ContentType="application/vnd.openxmlformats-officedocument.presentationml.notesSlide+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notesSlides/notesSlide16.xml" ContentType="application/vnd.openxmlformats-officedocument.presentationml.notesSlide+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notesSlides/notesSlide17.xml" ContentType="application/vnd.openxmlformats-officedocument.presentationml.notesSlide+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notesSlides/notesSlide18.xml" ContentType="application/vnd.openxmlformats-officedocument.presentationml.notesSlide+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notesSlides/notesSlide19.xml" ContentType="application/vnd.openxmlformats-officedocument.presentationml.notesSlide+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notesSlides/notesSlide20.xml" ContentType="application/vnd.openxmlformats-officedocument.presentationml.notesSlide+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notesSlides/notesSlide21.xml" ContentType="application/vnd.openxmlformats-officedocument.presentationml.notesSlide+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notesSlides/notesSlide22.xml" ContentType="application/vnd.openxmlformats-officedocument.presentationml.notesSlide+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notesSlides/notesSlide23.xml" ContentType="application/vnd.openxmlformats-officedocument.presentationml.notesSlide+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notesSlides/notesSlide24.xml" ContentType="application/vnd.openxmlformats-officedocument.presentationml.notesSlide+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notesSlides/notesSlide25.xml" ContentType="application/vnd.openxmlformats-officedocument.presentationml.notesSlide+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notesSlides/notesSlide26.xml" ContentType="application/vnd.openxmlformats-officedocument.presentationml.notesSlide+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notesSlides/notesSlide27.xml" ContentType="application/vnd.openxmlformats-officedocument.presentationml.notesSlide+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notesSlides/notesSlide28.xml" ContentType="application/vnd.openxmlformats-officedocument.presentationml.notesSlide+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notesSlides/notesSlide29.xml" ContentType="application/vnd.openxmlformats-officedocument.presentationml.notesSlide+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notesSlides/notesSlide30.xml" ContentType="application/vnd.openxmlformats-officedocument.presentationml.notesSlide+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notesSlides/notesSlide31.xml" ContentType="application/vnd.openxmlformats-officedocument.presentationml.notesSlide+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notesSlides/notesSlide32.xml" ContentType="application/vnd.openxmlformats-officedocument.presentationml.notesSlide+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notesSlides/notesSlide33.xml" ContentType="application/vnd.openxmlformats-officedocument.presentationml.notesSlide+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notesSlides/notesSlide34.xml" ContentType="application/vnd.openxmlformats-officedocument.presentationml.notesSlide+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notesSlides/notesSlide35.xml" ContentType="application/vnd.openxmlformats-officedocument.presentationml.notesSlide+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notesSlides/notesSlide36.xml" ContentType="application/vnd.openxmlformats-officedocument.presentationml.notesSlide+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notesSlides/notesSlide37.xml" ContentType="application/vnd.openxmlformats-officedocument.presentationml.notesSlide+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notesSlides/notesSlide38.xml" ContentType="application/vnd.openxmlformats-officedocument.presentationml.notesSlide+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notesSlides/notesSlide39.xml" ContentType="application/vnd.openxmlformats-officedocument.presentationml.notesSlide+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notesSlides/notesSlide40.xml" ContentType="application/vnd.openxmlformats-officedocument.presentationml.notesSlide+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notesSlides/notesSlide41.xml" ContentType="application/vnd.openxmlformats-officedocument.presentationml.notesSlide+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notesSlides/notesSlide42.xml" ContentType="application/vnd.openxmlformats-officedocument.presentationml.notesSlide+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notesSlides/notesSlide43.xml" ContentType="application/vnd.openxmlformats-officedocument.presentationml.notesSlide+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notesSlides/notesSlide44.xml" ContentType="application/vnd.openxmlformats-officedocument.presentationml.notesSlide+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notesSlides/notesSlide45.xml" ContentType="application/vnd.openxmlformats-officedocument.presentationml.notesSlide+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notesSlides/notesSlide46.xml" ContentType="application/vnd.openxmlformats-officedocument.presentationml.notesSlide+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notesSlides/notesSlide47.xml" ContentType="application/vnd.openxmlformats-officedocument.presentationml.notesSlide+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notesSlides/notesSlide48.xml" ContentType="application/vnd.openxmlformats-officedocument.presentationml.notesSlide+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notesSlides/notesSlide49.xml" ContentType="application/vnd.openxmlformats-officedocument.presentationml.notesSlide+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notesSlides/notesSlide50.xml" ContentType="application/vnd.openxmlformats-officedocument.presentationml.notesSlide+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notesSlides/notesSlide51.xml" ContentType="application/vnd.openxmlformats-officedocument.presentationml.notesSlide+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notesSlides/notesSlide52.xml" ContentType="application/vnd.openxmlformats-officedocument.presentationml.notesSlide+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notesSlides/notesSlide53.xml" ContentType="application/vnd.openxmlformats-officedocument.presentationml.notesSlide+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notesSlides/notesSlide54.xml" ContentType="application/vnd.openxmlformats-officedocument.presentationml.notesSlide+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notesSlides/notesSlide55.xml" ContentType="application/vnd.openxmlformats-officedocument.presentationml.notesSlide+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notesSlides/notesSlide56.xml" ContentType="application/vnd.openxmlformats-officedocument.presentationml.notesSlide+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notesSlides/notesSlide57.xml" ContentType="application/vnd.openxmlformats-officedocument.presentationml.notesSlide+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notesSlides/notesSlide58.xml" ContentType="application/vnd.openxmlformats-officedocument.presentationml.notesSlide+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notesSlides/notesSlide59.xml" ContentType="application/vnd.openxmlformats-officedocument.presentationml.notesSlide+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notesSlides/notesSlide60.xml" ContentType="application/vnd.openxmlformats-officedocument.presentationml.notesSlide+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notesSlides/notesSlide61.xml" ContentType="application/vnd.openxmlformats-officedocument.presentationml.notesSlide+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notesSlides/notesSlide62.xml" ContentType="application/vnd.openxmlformats-officedocument.presentationml.notesSlide+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notesSlides/notesSlide63.xml" ContentType="application/vnd.openxmlformats-officedocument.presentationml.notesSlide+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notesSlides/notesSlide64.xml" ContentType="application/vnd.openxmlformats-officedocument.presentationml.notesSlide+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notesSlides/notesSlide65.xml" ContentType="application/vnd.openxmlformats-officedocument.presentationml.notesSlide+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notesSlides/notesSlide66.xml" ContentType="application/vnd.openxmlformats-officedocument.presentationml.notesSlide+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notesSlides/notesSlide67.xml" ContentType="application/vnd.openxmlformats-officedocument.presentationml.notesSlide+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notesSlides/notesSlide68.xml" ContentType="application/vnd.openxmlformats-officedocument.presentationml.notesSlide+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notesSlides/notesSlide69.xml" ContentType="application/vnd.openxmlformats-officedocument.presentationml.notesSlide+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notesSlides/notesSlide70.xml" ContentType="application/vnd.openxmlformats-officedocument.presentationml.notesSlide+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notesSlides/notesSlide71.xml" ContentType="application/vnd.openxmlformats-officedocument.presentationml.notesSlide+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notesSlides/notesSlide72.xml" ContentType="application/vnd.openxmlformats-officedocument.presentationml.notesSlide+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notesSlides/notesSlide73.xml" ContentType="application/vnd.openxmlformats-officedocument.presentationml.notesSlide+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notesSlides/notesSlide74.xml" ContentType="application/vnd.openxmlformats-officedocument.presentationml.notesSlide+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notesSlides/notesSlide75.xml" ContentType="application/vnd.openxmlformats-officedocument.presentationml.notesSlide+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notesSlides/notesSlide76.xml" ContentType="application/vnd.openxmlformats-officedocument.presentationml.notesSlide+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notesSlides/notesSlide77.xml" ContentType="application/vnd.openxmlformats-officedocument.presentationml.notesSlide+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notesSlides/notesSlide78.xml" ContentType="application/vnd.openxmlformats-officedocument.presentationml.notesSlide+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notesSlides/notesSlide79.xml" ContentType="application/vnd.openxmlformats-officedocument.presentationml.notesSlide+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notesSlides/notesSlide80.xml" ContentType="application/vnd.openxmlformats-officedocument.presentationml.notesSlide+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notesSlides/notesSlide81.xml" ContentType="application/vnd.openxmlformats-officedocument.presentationml.notesSlide+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notesSlides/notesSlide82.xml" ContentType="application/vnd.openxmlformats-officedocument.presentationml.notesSlide+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notesSlides/notesSlide83.xml" ContentType="application/vnd.openxmlformats-officedocument.presentationml.notesSlide+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notesSlides/notesSlide84.xml" ContentType="application/vnd.openxmlformats-officedocument.presentationml.notesSlide+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notesSlides/notesSlide85.xml" ContentType="application/vnd.openxmlformats-officedocument.presentationml.notesSlide+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notesSlides/notesSlide86.xml" ContentType="application/vnd.openxmlformats-officedocument.presentationml.notesSlide+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notesSlides/notesSlide87.xml" ContentType="application/vnd.openxmlformats-officedocument.presentationml.notesSlide+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notesSlides/notesSlide88.xml" ContentType="application/vnd.openxmlformats-officedocument.presentationml.notesSlide+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notesSlides/notesSlide89.xml" ContentType="application/vnd.openxmlformats-officedocument.presentationml.notesSlide+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notesSlides/notesSlide90.xml" ContentType="application/vnd.openxmlformats-officedocument.presentationml.notesSlide+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notesSlides/notesSlide91.xml" ContentType="application/vnd.openxmlformats-officedocument.presentationml.notesSlide+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notesSlides/notesSlide92.xml" ContentType="application/vnd.openxmlformats-officedocument.presentationml.notesSlide+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notesSlides/notesSlide93.xml" ContentType="application/vnd.openxmlformats-officedocument.presentationml.notesSlide+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notesSlides/notesSlide94.xml" ContentType="application/vnd.openxmlformats-officedocument.presentationml.notesSlide+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notesSlides/notesSlide95.xml" ContentType="application/vnd.openxmlformats-officedocument.presentationml.notesSlide+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notesSlides/notesSlide96.xml" ContentType="application/vnd.openxmlformats-officedocument.presentationml.notesSlide+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ppt/notesSlides/notesSlide97.xml" ContentType="application/vnd.openxmlformats-officedocument.presentationml.notesSlide+xml"/>
  <Override PartName="/ppt/diagrams/data98.xml" ContentType="application/vnd.openxmlformats-officedocument.drawingml.diagramData+xml"/>
  <Override PartName="/ppt/diagrams/layout98.xml" ContentType="application/vnd.openxmlformats-officedocument.drawingml.diagramLayout+xml"/>
  <Override PartName="/ppt/diagrams/quickStyle98.xml" ContentType="application/vnd.openxmlformats-officedocument.drawingml.diagramStyle+xml"/>
  <Override PartName="/ppt/diagrams/colors98.xml" ContentType="application/vnd.openxmlformats-officedocument.drawingml.diagramColors+xml"/>
  <Override PartName="/ppt/diagrams/drawing98.xml" ContentType="application/vnd.ms-office.drawingml.diagramDrawing+xml"/>
  <Override PartName="/ppt/notesSlides/notesSlide98.xml" ContentType="application/vnd.openxmlformats-officedocument.presentationml.notesSlide+xml"/>
  <Override PartName="/ppt/diagrams/data99.xml" ContentType="application/vnd.openxmlformats-officedocument.drawingml.diagramData+xml"/>
  <Override PartName="/ppt/diagrams/layout99.xml" ContentType="application/vnd.openxmlformats-officedocument.drawingml.diagramLayout+xml"/>
  <Override PartName="/ppt/diagrams/quickStyle99.xml" ContentType="application/vnd.openxmlformats-officedocument.drawingml.diagramStyle+xml"/>
  <Override PartName="/ppt/diagrams/colors99.xml" ContentType="application/vnd.openxmlformats-officedocument.drawingml.diagramColors+xml"/>
  <Override PartName="/ppt/diagrams/drawing99.xml" ContentType="application/vnd.ms-office.drawingml.diagramDrawing+xml"/>
  <Override PartName="/ppt/notesSlides/notesSlide99.xml" ContentType="application/vnd.openxmlformats-officedocument.presentationml.notesSlide+xml"/>
  <Override PartName="/ppt/diagrams/data100.xml" ContentType="application/vnd.openxmlformats-officedocument.drawingml.diagramData+xml"/>
  <Override PartName="/ppt/diagrams/layout100.xml" ContentType="application/vnd.openxmlformats-officedocument.drawingml.diagramLayout+xml"/>
  <Override PartName="/ppt/diagrams/quickStyle100.xml" ContentType="application/vnd.openxmlformats-officedocument.drawingml.diagramStyle+xml"/>
  <Override PartName="/ppt/diagrams/colors100.xml" ContentType="application/vnd.openxmlformats-officedocument.drawingml.diagramColors+xml"/>
  <Override PartName="/ppt/diagrams/drawing100.xml" ContentType="application/vnd.ms-office.drawingml.diagramDrawing+xml"/>
  <Override PartName="/ppt/notesSlides/notesSlide100.xml" ContentType="application/vnd.openxmlformats-officedocument.presentationml.notesSlide+xml"/>
  <Override PartName="/ppt/diagrams/data101.xml" ContentType="application/vnd.openxmlformats-officedocument.drawingml.diagramData+xml"/>
  <Override PartName="/ppt/diagrams/layout101.xml" ContentType="application/vnd.openxmlformats-officedocument.drawingml.diagramLayout+xml"/>
  <Override PartName="/ppt/diagrams/quickStyle101.xml" ContentType="application/vnd.openxmlformats-officedocument.drawingml.diagramStyle+xml"/>
  <Override PartName="/ppt/diagrams/colors101.xml" ContentType="application/vnd.openxmlformats-officedocument.drawingml.diagramColors+xml"/>
  <Override PartName="/ppt/diagrams/drawing101.xml" ContentType="application/vnd.ms-office.drawingml.diagramDrawing+xml"/>
  <Override PartName="/ppt/notesSlides/notesSlide101.xml" ContentType="application/vnd.openxmlformats-officedocument.presentationml.notesSlide+xml"/>
  <Override PartName="/ppt/diagrams/data102.xml" ContentType="application/vnd.openxmlformats-officedocument.drawingml.diagramData+xml"/>
  <Override PartName="/ppt/diagrams/layout102.xml" ContentType="application/vnd.openxmlformats-officedocument.drawingml.diagramLayout+xml"/>
  <Override PartName="/ppt/diagrams/quickStyle102.xml" ContentType="application/vnd.openxmlformats-officedocument.drawingml.diagramStyle+xml"/>
  <Override PartName="/ppt/diagrams/colors102.xml" ContentType="application/vnd.openxmlformats-officedocument.drawingml.diagramColors+xml"/>
  <Override PartName="/ppt/diagrams/drawing102.xml" ContentType="application/vnd.ms-office.drawingml.diagramDrawing+xml"/>
  <Override PartName="/ppt/notesSlides/notesSlide102.xml" ContentType="application/vnd.openxmlformats-officedocument.presentationml.notesSlide+xml"/>
  <Override PartName="/ppt/diagrams/data103.xml" ContentType="application/vnd.openxmlformats-officedocument.drawingml.diagramData+xml"/>
  <Override PartName="/ppt/diagrams/layout103.xml" ContentType="application/vnd.openxmlformats-officedocument.drawingml.diagramLayout+xml"/>
  <Override PartName="/ppt/diagrams/quickStyle103.xml" ContentType="application/vnd.openxmlformats-officedocument.drawingml.diagramStyle+xml"/>
  <Override PartName="/ppt/diagrams/colors103.xml" ContentType="application/vnd.openxmlformats-officedocument.drawingml.diagramColors+xml"/>
  <Override PartName="/ppt/diagrams/drawing103.xml" ContentType="application/vnd.ms-office.drawingml.diagramDrawing+xml"/>
  <Override PartName="/ppt/notesSlides/notesSlide103.xml" ContentType="application/vnd.openxmlformats-officedocument.presentationml.notesSlide+xml"/>
  <Override PartName="/ppt/diagrams/data104.xml" ContentType="application/vnd.openxmlformats-officedocument.drawingml.diagramData+xml"/>
  <Override PartName="/ppt/diagrams/layout104.xml" ContentType="application/vnd.openxmlformats-officedocument.drawingml.diagramLayout+xml"/>
  <Override PartName="/ppt/diagrams/quickStyle104.xml" ContentType="application/vnd.openxmlformats-officedocument.drawingml.diagramStyle+xml"/>
  <Override PartName="/ppt/diagrams/colors104.xml" ContentType="application/vnd.openxmlformats-officedocument.drawingml.diagramColors+xml"/>
  <Override PartName="/ppt/diagrams/drawing104.xml" ContentType="application/vnd.ms-office.drawingml.diagramDrawing+xml"/>
  <Override PartName="/ppt/notesSlides/notesSlide104.xml" ContentType="application/vnd.openxmlformats-officedocument.presentationml.notesSlide+xml"/>
  <Override PartName="/ppt/diagrams/data105.xml" ContentType="application/vnd.openxmlformats-officedocument.drawingml.diagramData+xml"/>
  <Override PartName="/ppt/diagrams/layout105.xml" ContentType="application/vnd.openxmlformats-officedocument.drawingml.diagramLayout+xml"/>
  <Override PartName="/ppt/diagrams/quickStyle105.xml" ContentType="application/vnd.openxmlformats-officedocument.drawingml.diagramStyle+xml"/>
  <Override PartName="/ppt/diagrams/colors105.xml" ContentType="application/vnd.openxmlformats-officedocument.drawingml.diagramColors+xml"/>
  <Override PartName="/ppt/diagrams/drawing105.xml" ContentType="application/vnd.ms-office.drawingml.diagramDrawing+xml"/>
  <Override PartName="/ppt/notesSlides/notesSlide105.xml" ContentType="application/vnd.openxmlformats-officedocument.presentationml.notesSlide+xml"/>
  <Override PartName="/ppt/diagrams/data106.xml" ContentType="application/vnd.openxmlformats-officedocument.drawingml.diagramData+xml"/>
  <Override PartName="/ppt/diagrams/layout106.xml" ContentType="application/vnd.openxmlformats-officedocument.drawingml.diagramLayout+xml"/>
  <Override PartName="/ppt/diagrams/quickStyle106.xml" ContentType="application/vnd.openxmlformats-officedocument.drawingml.diagramStyle+xml"/>
  <Override PartName="/ppt/diagrams/colors106.xml" ContentType="application/vnd.openxmlformats-officedocument.drawingml.diagramColors+xml"/>
  <Override PartName="/ppt/diagrams/drawing106.xml" ContentType="application/vnd.ms-office.drawingml.diagramDrawing+xml"/>
  <Override PartName="/ppt/notesSlides/notesSlide106.xml" ContentType="application/vnd.openxmlformats-officedocument.presentationml.notesSlide+xml"/>
  <Override PartName="/ppt/diagrams/data107.xml" ContentType="application/vnd.openxmlformats-officedocument.drawingml.diagramData+xml"/>
  <Override PartName="/ppt/diagrams/layout107.xml" ContentType="application/vnd.openxmlformats-officedocument.drawingml.diagramLayout+xml"/>
  <Override PartName="/ppt/diagrams/quickStyle107.xml" ContentType="application/vnd.openxmlformats-officedocument.drawingml.diagramStyle+xml"/>
  <Override PartName="/ppt/diagrams/colors107.xml" ContentType="application/vnd.openxmlformats-officedocument.drawingml.diagramColors+xml"/>
  <Override PartName="/ppt/diagrams/drawing107.xml" ContentType="application/vnd.ms-office.drawingml.diagramDrawing+xml"/>
  <Override PartName="/ppt/notesSlides/notesSlide107.xml" ContentType="application/vnd.openxmlformats-officedocument.presentationml.notesSlide+xml"/>
  <Override PartName="/ppt/diagrams/data108.xml" ContentType="application/vnd.openxmlformats-officedocument.drawingml.diagramData+xml"/>
  <Override PartName="/ppt/diagrams/layout108.xml" ContentType="application/vnd.openxmlformats-officedocument.drawingml.diagramLayout+xml"/>
  <Override PartName="/ppt/diagrams/quickStyle108.xml" ContentType="application/vnd.openxmlformats-officedocument.drawingml.diagramStyle+xml"/>
  <Override PartName="/ppt/diagrams/colors108.xml" ContentType="application/vnd.openxmlformats-officedocument.drawingml.diagramColors+xml"/>
  <Override PartName="/ppt/diagrams/drawing108.xml" ContentType="application/vnd.ms-office.drawingml.diagramDrawing+xml"/>
  <Override PartName="/ppt/notesSlides/notesSlide108.xml" ContentType="application/vnd.openxmlformats-officedocument.presentationml.notesSlide+xml"/>
  <Override PartName="/ppt/diagrams/data109.xml" ContentType="application/vnd.openxmlformats-officedocument.drawingml.diagramData+xml"/>
  <Override PartName="/ppt/diagrams/layout109.xml" ContentType="application/vnd.openxmlformats-officedocument.drawingml.diagramLayout+xml"/>
  <Override PartName="/ppt/diagrams/quickStyle109.xml" ContentType="application/vnd.openxmlformats-officedocument.drawingml.diagramStyle+xml"/>
  <Override PartName="/ppt/diagrams/colors109.xml" ContentType="application/vnd.openxmlformats-officedocument.drawingml.diagramColors+xml"/>
  <Override PartName="/ppt/diagrams/drawing109.xml" ContentType="application/vnd.ms-office.drawingml.diagramDrawing+xml"/>
  <Override PartName="/ppt/notesSlides/notesSlide109.xml" ContentType="application/vnd.openxmlformats-officedocument.presentationml.notesSlide+xml"/>
  <Override PartName="/ppt/diagrams/data110.xml" ContentType="application/vnd.openxmlformats-officedocument.drawingml.diagramData+xml"/>
  <Override PartName="/ppt/diagrams/layout110.xml" ContentType="application/vnd.openxmlformats-officedocument.drawingml.diagramLayout+xml"/>
  <Override PartName="/ppt/diagrams/quickStyle110.xml" ContentType="application/vnd.openxmlformats-officedocument.drawingml.diagramStyle+xml"/>
  <Override PartName="/ppt/diagrams/colors110.xml" ContentType="application/vnd.openxmlformats-officedocument.drawingml.diagramColors+xml"/>
  <Override PartName="/ppt/diagrams/drawing110.xml" ContentType="application/vnd.ms-office.drawingml.diagramDrawing+xml"/>
  <Override PartName="/ppt/notesSlides/notesSlide110.xml" ContentType="application/vnd.openxmlformats-officedocument.presentationml.notesSlide+xml"/>
  <Override PartName="/ppt/diagrams/data111.xml" ContentType="application/vnd.openxmlformats-officedocument.drawingml.diagramData+xml"/>
  <Override PartName="/ppt/diagrams/layout111.xml" ContentType="application/vnd.openxmlformats-officedocument.drawingml.diagramLayout+xml"/>
  <Override PartName="/ppt/diagrams/quickStyle111.xml" ContentType="application/vnd.openxmlformats-officedocument.drawingml.diagramStyle+xml"/>
  <Override PartName="/ppt/diagrams/colors111.xml" ContentType="application/vnd.openxmlformats-officedocument.drawingml.diagramColors+xml"/>
  <Override PartName="/ppt/diagrams/drawing111.xml" ContentType="application/vnd.ms-office.drawingml.diagramDrawing+xml"/>
  <Override PartName="/ppt/notesSlides/notesSlide111.xml" ContentType="application/vnd.openxmlformats-officedocument.presentationml.notesSlide+xml"/>
  <Override PartName="/ppt/diagrams/data112.xml" ContentType="application/vnd.openxmlformats-officedocument.drawingml.diagramData+xml"/>
  <Override PartName="/ppt/diagrams/layout112.xml" ContentType="application/vnd.openxmlformats-officedocument.drawingml.diagramLayout+xml"/>
  <Override PartName="/ppt/diagrams/quickStyle112.xml" ContentType="application/vnd.openxmlformats-officedocument.drawingml.diagramStyle+xml"/>
  <Override PartName="/ppt/diagrams/colors112.xml" ContentType="application/vnd.openxmlformats-officedocument.drawingml.diagramColors+xml"/>
  <Override PartName="/ppt/diagrams/drawing112.xml" ContentType="application/vnd.ms-office.drawingml.diagramDrawing+xml"/>
  <Override PartName="/ppt/notesSlides/notesSlide112.xml" ContentType="application/vnd.openxmlformats-officedocument.presentationml.notesSlide+xml"/>
  <Override PartName="/ppt/diagrams/data113.xml" ContentType="application/vnd.openxmlformats-officedocument.drawingml.diagramData+xml"/>
  <Override PartName="/ppt/diagrams/layout113.xml" ContentType="application/vnd.openxmlformats-officedocument.drawingml.diagramLayout+xml"/>
  <Override PartName="/ppt/diagrams/quickStyle113.xml" ContentType="application/vnd.openxmlformats-officedocument.drawingml.diagramStyle+xml"/>
  <Override PartName="/ppt/diagrams/colors113.xml" ContentType="application/vnd.openxmlformats-officedocument.drawingml.diagramColors+xml"/>
  <Override PartName="/ppt/diagrams/drawing113.xml" ContentType="application/vnd.ms-office.drawingml.diagramDrawing+xml"/>
  <Override PartName="/ppt/notesSlides/notesSlide113.xml" ContentType="application/vnd.openxmlformats-officedocument.presentationml.notesSlide+xml"/>
  <Override PartName="/ppt/diagrams/data114.xml" ContentType="application/vnd.openxmlformats-officedocument.drawingml.diagramData+xml"/>
  <Override PartName="/ppt/diagrams/layout114.xml" ContentType="application/vnd.openxmlformats-officedocument.drawingml.diagramLayout+xml"/>
  <Override PartName="/ppt/diagrams/quickStyle114.xml" ContentType="application/vnd.openxmlformats-officedocument.drawingml.diagramStyle+xml"/>
  <Override PartName="/ppt/diagrams/colors114.xml" ContentType="application/vnd.openxmlformats-officedocument.drawingml.diagramColors+xml"/>
  <Override PartName="/ppt/diagrams/drawing114.xml" ContentType="application/vnd.ms-office.drawingml.diagramDrawing+xml"/>
  <Override PartName="/ppt/notesSlides/notesSlide114.xml" ContentType="application/vnd.openxmlformats-officedocument.presentationml.notesSlide+xml"/>
  <Override PartName="/ppt/diagrams/data115.xml" ContentType="application/vnd.openxmlformats-officedocument.drawingml.diagramData+xml"/>
  <Override PartName="/ppt/diagrams/layout115.xml" ContentType="application/vnd.openxmlformats-officedocument.drawingml.diagramLayout+xml"/>
  <Override PartName="/ppt/diagrams/quickStyle115.xml" ContentType="application/vnd.openxmlformats-officedocument.drawingml.diagramStyle+xml"/>
  <Override PartName="/ppt/diagrams/colors115.xml" ContentType="application/vnd.openxmlformats-officedocument.drawingml.diagramColors+xml"/>
  <Override PartName="/ppt/diagrams/drawing115.xml" ContentType="application/vnd.ms-office.drawingml.diagramDrawing+xml"/>
  <Override PartName="/ppt/notesSlides/notesSlide115.xml" ContentType="application/vnd.openxmlformats-officedocument.presentationml.notesSlide+xml"/>
  <Override PartName="/ppt/diagrams/data116.xml" ContentType="application/vnd.openxmlformats-officedocument.drawingml.diagramData+xml"/>
  <Override PartName="/ppt/diagrams/layout116.xml" ContentType="application/vnd.openxmlformats-officedocument.drawingml.diagramLayout+xml"/>
  <Override PartName="/ppt/diagrams/quickStyle116.xml" ContentType="application/vnd.openxmlformats-officedocument.drawingml.diagramStyle+xml"/>
  <Override PartName="/ppt/diagrams/colors116.xml" ContentType="application/vnd.openxmlformats-officedocument.drawingml.diagramColors+xml"/>
  <Override PartName="/ppt/diagrams/drawing116.xml" ContentType="application/vnd.ms-office.drawingml.diagramDrawing+xml"/>
  <Override PartName="/ppt/notesSlides/notesSlide116.xml" ContentType="application/vnd.openxmlformats-officedocument.presentationml.notesSlide+xml"/>
  <Override PartName="/ppt/diagrams/data117.xml" ContentType="application/vnd.openxmlformats-officedocument.drawingml.diagramData+xml"/>
  <Override PartName="/ppt/diagrams/layout117.xml" ContentType="application/vnd.openxmlformats-officedocument.drawingml.diagramLayout+xml"/>
  <Override PartName="/ppt/diagrams/quickStyle117.xml" ContentType="application/vnd.openxmlformats-officedocument.drawingml.diagramStyle+xml"/>
  <Override PartName="/ppt/diagrams/colors117.xml" ContentType="application/vnd.openxmlformats-officedocument.drawingml.diagramColors+xml"/>
  <Override PartName="/ppt/diagrams/drawing117.xml" ContentType="application/vnd.ms-office.drawingml.diagramDrawing+xml"/>
  <Override PartName="/ppt/notesSlides/notesSlide117.xml" ContentType="application/vnd.openxmlformats-officedocument.presentationml.notesSlide+xml"/>
  <Override PartName="/ppt/diagrams/data118.xml" ContentType="application/vnd.openxmlformats-officedocument.drawingml.diagramData+xml"/>
  <Override PartName="/ppt/diagrams/layout118.xml" ContentType="application/vnd.openxmlformats-officedocument.drawingml.diagramLayout+xml"/>
  <Override PartName="/ppt/diagrams/quickStyle118.xml" ContentType="application/vnd.openxmlformats-officedocument.drawingml.diagramStyle+xml"/>
  <Override PartName="/ppt/diagrams/colors118.xml" ContentType="application/vnd.openxmlformats-officedocument.drawingml.diagramColors+xml"/>
  <Override PartName="/ppt/diagrams/drawing118.xml" ContentType="application/vnd.ms-office.drawingml.diagramDrawing+xml"/>
  <Override PartName="/ppt/notesSlides/notesSlide118.xml" ContentType="application/vnd.openxmlformats-officedocument.presentationml.notesSlide+xml"/>
  <Override PartName="/ppt/diagrams/data119.xml" ContentType="application/vnd.openxmlformats-officedocument.drawingml.diagramData+xml"/>
  <Override PartName="/ppt/diagrams/layout119.xml" ContentType="application/vnd.openxmlformats-officedocument.drawingml.diagramLayout+xml"/>
  <Override PartName="/ppt/diagrams/quickStyle119.xml" ContentType="application/vnd.openxmlformats-officedocument.drawingml.diagramStyle+xml"/>
  <Override PartName="/ppt/diagrams/colors119.xml" ContentType="application/vnd.openxmlformats-officedocument.drawingml.diagramColors+xml"/>
  <Override PartName="/ppt/diagrams/drawing119.xml" ContentType="application/vnd.ms-office.drawingml.diagramDrawing+xml"/>
  <Override PartName="/ppt/notesSlides/notesSlide119.xml" ContentType="application/vnd.openxmlformats-officedocument.presentationml.notesSlide+xml"/>
  <Override PartName="/ppt/diagrams/data120.xml" ContentType="application/vnd.openxmlformats-officedocument.drawingml.diagramData+xml"/>
  <Override PartName="/ppt/diagrams/layout120.xml" ContentType="application/vnd.openxmlformats-officedocument.drawingml.diagramLayout+xml"/>
  <Override PartName="/ppt/diagrams/quickStyle120.xml" ContentType="application/vnd.openxmlformats-officedocument.drawingml.diagramStyle+xml"/>
  <Override PartName="/ppt/diagrams/colors120.xml" ContentType="application/vnd.openxmlformats-officedocument.drawingml.diagramColors+xml"/>
  <Override PartName="/ppt/diagrams/drawing120.xml" ContentType="application/vnd.ms-office.drawingml.diagramDrawing+xml"/>
  <Override PartName="/ppt/notesSlides/notesSlide120.xml" ContentType="application/vnd.openxmlformats-officedocument.presentationml.notesSlide+xml"/>
  <Override PartName="/ppt/diagrams/data121.xml" ContentType="application/vnd.openxmlformats-officedocument.drawingml.diagramData+xml"/>
  <Override PartName="/ppt/diagrams/layout121.xml" ContentType="application/vnd.openxmlformats-officedocument.drawingml.diagramLayout+xml"/>
  <Override PartName="/ppt/diagrams/quickStyle121.xml" ContentType="application/vnd.openxmlformats-officedocument.drawingml.diagramStyle+xml"/>
  <Override PartName="/ppt/diagrams/colors121.xml" ContentType="application/vnd.openxmlformats-officedocument.drawingml.diagramColors+xml"/>
  <Override PartName="/ppt/diagrams/drawing121.xml" ContentType="application/vnd.ms-office.drawingml.diagramDrawing+xml"/>
  <Override PartName="/ppt/notesSlides/notesSlide121.xml" ContentType="application/vnd.openxmlformats-officedocument.presentationml.notesSlide+xml"/>
  <Override PartName="/ppt/diagrams/data122.xml" ContentType="application/vnd.openxmlformats-officedocument.drawingml.diagramData+xml"/>
  <Override PartName="/ppt/diagrams/layout122.xml" ContentType="application/vnd.openxmlformats-officedocument.drawingml.diagramLayout+xml"/>
  <Override PartName="/ppt/diagrams/quickStyle122.xml" ContentType="application/vnd.openxmlformats-officedocument.drawingml.diagramStyle+xml"/>
  <Override PartName="/ppt/diagrams/colors122.xml" ContentType="application/vnd.openxmlformats-officedocument.drawingml.diagramColors+xml"/>
  <Override PartName="/ppt/diagrams/drawing122.xml" ContentType="application/vnd.ms-office.drawingml.diagramDrawing+xml"/>
  <Override PartName="/ppt/notesSlides/notesSlide122.xml" ContentType="application/vnd.openxmlformats-officedocument.presentationml.notesSlide+xml"/>
  <Override PartName="/ppt/diagrams/data123.xml" ContentType="application/vnd.openxmlformats-officedocument.drawingml.diagramData+xml"/>
  <Override PartName="/ppt/diagrams/layout123.xml" ContentType="application/vnd.openxmlformats-officedocument.drawingml.diagramLayout+xml"/>
  <Override PartName="/ppt/diagrams/quickStyle123.xml" ContentType="application/vnd.openxmlformats-officedocument.drawingml.diagramStyle+xml"/>
  <Override PartName="/ppt/diagrams/colors123.xml" ContentType="application/vnd.openxmlformats-officedocument.drawingml.diagramColors+xml"/>
  <Override PartName="/ppt/diagrams/drawing123.xml" ContentType="application/vnd.ms-office.drawingml.diagramDrawing+xml"/>
  <Override PartName="/ppt/notesSlides/notesSlide123.xml" ContentType="application/vnd.openxmlformats-officedocument.presentationml.notesSlide+xml"/>
  <Override PartName="/ppt/diagrams/data124.xml" ContentType="application/vnd.openxmlformats-officedocument.drawingml.diagramData+xml"/>
  <Override PartName="/ppt/diagrams/layout124.xml" ContentType="application/vnd.openxmlformats-officedocument.drawingml.diagramLayout+xml"/>
  <Override PartName="/ppt/diagrams/quickStyle124.xml" ContentType="application/vnd.openxmlformats-officedocument.drawingml.diagramStyle+xml"/>
  <Override PartName="/ppt/diagrams/colors124.xml" ContentType="application/vnd.openxmlformats-officedocument.drawingml.diagramColors+xml"/>
  <Override PartName="/ppt/diagrams/drawing124.xml" ContentType="application/vnd.ms-office.drawingml.diagramDrawing+xml"/>
  <Override PartName="/ppt/notesSlides/notesSlide124.xml" ContentType="application/vnd.openxmlformats-officedocument.presentationml.notesSlide+xml"/>
  <Override PartName="/ppt/diagrams/data125.xml" ContentType="application/vnd.openxmlformats-officedocument.drawingml.diagramData+xml"/>
  <Override PartName="/ppt/diagrams/layout125.xml" ContentType="application/vnd.openxmlformats-officedocument.drawingml.diagramLayout+xml"/>
  <Override PartName="/ppt/diagrams/quickStyle125.xml" ContentType="application/vnd.openxmlformats-officedocument.drawingml.diagramStyle+xml"/>
  <Override PartName="/ppt/diagrams/colors125.xml" ContentType="application/vnd.openxmlformats-officedocument.drawingml.diagramColors+xml"/>
  <Override PartName="/ppt/diagrams/drawing125.xml" ContentType="application/vnd.ms-office.drawingml.diagramDrawing+xml"/>
  <Override PartName="/ppt/notesSlides/notesSlide125.xml" ContentType="application/vnd.openxmlformats-officedocument.presentationml.notesSlide+xml"/>
  <Override PartName="/ppt/diagrams/data126.xml" ContentType="application/vnd.openxmlformats-officedocument.drawingml.diagramData+xml"/>
  <Override PartName="/ppt/diagrams/layout126.xml" ContentType="application/vnd.openxmlformats-officedocument.drawingml.diagramLayout+xml"/>
  <Override PartName="/ppt/diagrams/quickStyle126.xml" ContentType="application/vnd.openxmlformats-officedocument.drawingml.diagramStyle+xml"/>
  <Override PartName="/ppt/diagrams/colors126.xml" ContentType="application/vnd.openxmlformats-officedocument.drawingml.diagramColors+xml"/>
  <Override PartName="/ppt/diagrams/drawing126.xml" ContentType="application/vnd.ms-office.drawingml.diagramDrawing+xml"/>
  <Override PartName="/ppt/notesSlides/notesSlide126.xml" ContentType="application/vnd.openxmlformats-officedocument.presentationml.notesSlide+xml"/>
  <Override PartName="/ppt/diagrams/data127.xml" ContentType="application/vnd.openxmlformats-officedocument.drawingml.diagramData+xml"/>
  <Override PartName="/ppt/diagrams/layout127.xml" ContentType="application/vnd.openxmlformats-officedocument.drawingml.diagramLayout+xml"/>
  <Override PartName="/ppt/diagrams/quickStyle127.xml" ContentType="application/vnd.openxmlformats-officedocument.drawingml.diagramStyle+xml"/>
  <Override PartName="/ppt/diagrams/colors127.xml" ContentType="application/vnd.openxmlformats-officedocument.drawingml.diagramColors+xml"/>
  <Override PartName="/ppt/diagrams/drawing127.xml" ContentType="application/vnd.ms-office.drawingml.diagramDrawing+xml"/>
  <Override PartName="/ppt/notesSlides/notesSlide127.xml" ContentType="application/vnd.openxmlformats-officedocument.presentationml.notesSlide+xml"/>
  <Override PartName="/ppt/diagrams/data128.xml" ContentType="application/vnd.openxmlformats-officedocument.drawingml.diagramData+xml"/>
  <Override PartName="/ppt/diagrams/layout128.xml" ContentType="application/vnd.openxmlformats-officedocument.drawingml.diagramLayout+xml"/>
  <Override PartName="/ppt/diagrams/quickStyle128.xml" ContentType="application/vnd.openxmlformats-officedocument.drawingml.diagramStyle+xml"/>
  <Override PartName="/ppt/diagrams/colors128.xml" ContentType="application/vnd.openxmlformats-officedocument.drawingml.diagramColors+xml"/>
  <Override PartName="/ppt/diagrams/drawing128.xml" ContentType="application/vnd.ms-office.drawingml.diagramDrawing+xml"/>
  <Override PartName="/ppt/notesSlides/notesSlide128.xml" ContentType="application/vnd.openxmlformats-officedocument.presentationml.notesSlide+xml"/>
  <Override PartName="/ppt/diagrams/data129.xml" ContentType="application/vnd.openxmlformats-officedocument.drawingml.diagramData+xml"/>
  <Override PartName="/ppt/diagrams/layout129.xml" ContentType="application/vnd.openxmlformats-officedocument.drawingml.diagramLayout+xml"/>
  <Override PartName="/ppt/diagrams/quickStyle129.xml" ContentType="application/vnd.openxmlformats-officedocument.drawingml.diagramStyle+xml"/>
  <Override PartName="/ppt/diagrams/colors129.xml" ContentType="application/vnd.openxmlformats-officedocument.drawingml.diagramColors+xml"/>
  <Override PartName="/ppt/diagrams/drawing129.xml" ContentType="application/vnd.ms-office.drawingml.diagramDrawing+xml"/>
  <Override PartName="/ppt/notesSlides/notesSlide129.xml" ContentType="application/vnd.openxmlformats-officedocument.presentationml.notesSlide+xml"/>
  <Override PartName="/ppt/diagrams/data130.xml" ContentType="application/vnd.openxmlformats-officedocument.drawingml.diagramData+xml"/>
  <Override PartName="/ppt/diagrams/layout130.xml" ContentType="application/vnd.openxmlformats-officedocument.drawingml.diagramLayout+xml"/>
  <Override PartName="/ppt/diagrams/quickStyle130.xml" ContentType="application/vnd.openxmlformats-officedocument.drawingml.diagramStyle+xml"/>
  <Override PartName="/ppt/diagrams/colors130.xml" ContentType="application/vnd.openxmlformats-officedocument.drawingml.diagramColors+xml"/>
  <Override PartName="/ppt/diagrams/drawing130.xml" ContentType="application/vnd.ms-office.drawingml.diagramDrawing+xml"/>
  <Override PartName="/ppt/notesSlides/notesSlide130.xml" ContentType="application/vnd.openxmlformats-officedocument.presentationml.notesSlide+xml"/>
  <Override PartName="/ppt/diagrams/data131.xml" ContentType="application/vnd.openxmlformats-officedocument.drawingml.diagramData+xml"/>
  <Override PartName="/ppt/diagrams/layout131.xml" ContentType="application/vnd.openxmlformats-officedocument.drawingml.diagramLayout+xml"/>
  <Override PartName="/ppt/diagrams/quickStyle131.xml" ContentType="application/vnd.openxmlformats-officedocument.drawingml.diagramStyle+xml"/>
  <Override PartName="/ppt/diagrams/colors131.xml" ContentType="application/vnd.openxmlformats-officedocument.drawingml.diagramColors+xml"/>
  <Override PartName="/ppt/diagrams/drawing131.xml" ContentType="application/vnd.ms-office.drawingml.diagramDrawing+xml"/>
  <Override PartName="/ppt/notesSlides/notesSlide131.xml" ContentType="application/vnd.openxmlformats-officedocument.presentationml.notesSlide+xml"/>
  <Override PartName="/ppt/diagrams/data132.xml" ContentType="application/vnd.openxmlformats-officedocument.drawingml.diagramData+xml"/>
  <Override PartName="/ppt/diagrams/layout132.xml" ContentType="application/vnd.openxmlformats-officedocument.drawingml.diagramLayout+xml"/>
  <Override PartName="/ppt/diagrams/quickStyle132.xml" ContentType="application/vnd.openxmlformats-officedocument.drawingml.diagramStyle+xml"/>
  <Override PartName="/ppt/diagrams/colors132.xml" ContentType="application/vnd.openxmlformats-officedocument.drawingml.diagramColors+xml"/>
  <Override PartName="/ppt/diagrams/drawing132.xml" ContentType="application/vnd.ms-office.drawingml.diagramDrawing+xml"/>
  <Override PartName="/ppt/notesSlides/notesSlide132.xml" ContentType="application/vnd.openxmlformats-officedocument.presentationml.notesSlide+xml"/>
  <Override PartName="/ppt/diagrams/data133.xml" ContentType="application/vnd.openxmlformats-officedocument.drawingml.diagramData+xml"/>
  <Override PartName="/ppt/diagrams/layout133.xml" ContentType="application/vnd.openxmlformats-officedocument.drawingml.diagramLayout+xml"/>
  <Override PartName="/ppt/diagrams/quickStyle133.xml" ContentType="application/vnd.openxmlformats-officedocument.drawingml.diagramStyle+xml"/>
  <Override PartName="/ppt/diagrams/colors133.xml" ContentType="application/vnd.openxmlformats-officedocument.drawingml.diagramColors+xml"/>
  <Override PartName="/ppt/diagrams/drawing133.xml" ContentType="application/vnd.ms-office.drawingml.diagramDrawing+xml"/>
  <Override PartName="/ppt/notesSlides/notesSlide133.xml" ContentType="application/vnd.openxmlformats-officedocument.presentationml.notesSlide+xml"/>
  <Override PartName="/ppt/diagrams/data134.xml" ContentType="application/vnd.openxmlformats-officedocument.drawingml.diagramData+xml"/>
  <Override PartName="/ppt/diagrams/layout134.xml" ContentType="application/vnd.openxmlformats-officedocument.drawingml.diagramLayout+xml"/>
  <Override PartName="/ppt/diagrams/quickStyle134.xml" ContentType="application/vnd.openxmlformats-officedocument.drawingml.diagramStyle+xml"/>
  <Override PartName="/ppt/diagrams/colors134.xml" ContentType="application/vnd.openxmlformats-officedocument.drawingml.diagramColors+xml"/>
  <Override PartName="/ppt/diagrams/drawing134.xml" ContentType="application/vnd.ms-office.drawingml.diagramDrawing+xml"/>
  <Override PartName="/ppt/notesSlides/notesSlide134.xml" ContentType="application/vnd.openxmlformats-officedocument.presentationml.notesSlide+xml"/>
  <Override PartName="/ppt/diagrams/data135.xml" ContentType="application/vnd.openxmlformats-officedocument.drawingml.diagramData+xml"/>
  <Override PartName="/ppt/diagrams/layout135.xml" ContentType="application/vnd.openxmlformats-officedocument.drawingml.diagramLayout+xml"/>
  <Override PartName="/ppt/diagrams/quickStyle135.xml" ContentType="application/vnd.openxmlformats-officedocument.drawingml.diagramStyle+xml"/>
  <Override PartName="/ppt/diagrams/colors135.xml" ContentType="application/vnd.openxmlformats-officedocument.drawingml.diagramColors+xml"/>
  <Override PartName="/ppt/diagrams/drawing135.xml" ContentType="application/vnd.ms-office.drawingml.diagramDrawing+xml"/>
  <Override PartName="/ppt/notesSlides/notesSlide135.xml" ContentType="application/vnd.openxmlformats-officedocument.presentationml.notesSlide+xml"/>
  <Override PartName="/ppt/diagrams/data136.xml" ContentType="application/vnd.openxmlformats-officedocument.drawingml.diagramData+xml"/>
  <Override PartName="/ppt/diagrams/layout136.xml" ContentType="application/vnd.openxmlformats-officedocument.drawingml.diagramLayout+xml"/>
  <Override PartName="/ppt/diagrams/quickStyle136.xml" ContentType="application/vnd.openxmlformats-officedocument.drawingml.diagramStyle+xml"/>
  <Override PartName="/ppt/diagrams/colors136.xml" ContentType="application/vnd.openxmlformats-officedocument.drawingml.diagramColors+xml"/>
  <Override PartName="/ppt/diagrams/drawing136.xml" ContentType="application/vnd.ms-office.drawingml.diagramDrawing+xml"/>
  <Override PartName="/ppt/notesSlides/notesSlide136.xml" ContentType="application/vnd.openxmlformats-officedocument.presentationml.notesSlide+xml"/>
  <Override PartName="/ppt/diagrams/data137.xml" ContentType="application/vnd.openxmlformats-officedocument.drawingml.diagramData+xml"/>
  <Override PartName="/ppt/diagrams/layout137.xml" ContentType="application/vnd.openxmlformats-officedocument.drawingml.diagramLayout+xml"/>
  <Override PartName="/ppt/diagrams/quickStyle137.xml" ContentType="application/vnd.openxmlformats-officedocument.drawingml.diagramStyle+xml"/>
  <Override PartName="/ppt/diagrams/colors137.xml" ContentType="application/vnd.openxmlformats-officedocument.drawingml.diagramColors+xml"/>
  <Override PartName="/ppt/diagrams/drawing137.xml" ContentType="application/vnd.ms-office.drawingml.diagramDrawing+xml"/>
  <Override PartName="/ppt/notesSlides/notesSlide137.xml" ContentType="application/vnd.openxmlformats-officedocument.presentationml.notesSlide+xml"/>
  <Override PartName="/ppt/diagrams/data138.xml" ContentType="application/vnd.openxmlformats-officedocument.drawingml.diagramData+xml"/>
  <Override PartName="/ppt/diagrams/layout138.xml" ContentType="application/vnd.openxmlformats-officedocument.drawingml.diagramLayout+xml"/>
  <Override PartName="/ppt/diagrams/quickStyle138.xml" ContentType="application/vnd.openxmlformats-officedocument.drawingml.diagramStyle+xml"/>
  <Override PartName="/ppt/diagrams/colors138.xml" ContentType="application/vnd.openxmlformats-officedocument.drawingml.diagramColors+xml"/>
  <Override PartName="/ppt/diagrams/drawing138.xml" ContentType="application/vnd.ms-office.drawingml.diagramDrawing+xml"/>
  <Override PartName="/ppt/notesSlides/notesSlide138.xml" ContentType="application/vnd.openxmlformats-officedocument.presentationml.notesSlide+xml"/>
  <Override PartName="/ppt/diagrams/data139.xml" ContentType="application/vnd.openxmlformats-officedocument.drawingml.diagramData+xml"/>
  <Override PartName="/ppt/diagrams/layout139.xml" ContentType="application/vnd.openxmlformats-officedocument.drawingml.diagramLayout+xml"/>
  <Override PartName="/ppt/diagrams/quickStyle139.xml" ContentType="application/vnd.openxmlformats-officedocument.drawingml.diagramStyle+xml"/>
  <Override PartName="/ppt/diagrams/colors139.xml" ContentType="application/vnd.openxmlformats-officedocument.drawingml.diagramColors+xml"/>
  <Override PartName="/ppt/diagrams/drawing139.xml" ContentType="application/vnd.ms-office.drawingml.diagramDrawing+xml"/>
  <Override PartName="/ppt/notesSlides/notesSlide139.xml" ContentType="application/vnd.openxmlformats-officedocument.presentationml.notesSlide+xml"/>
  <Override PartName="/ppt/diagrams/data140.xml" ContentType="application/vnd.openxmlformats-officedocument.drawingml.diagramData+xml"/>
  <Override PartName="/ppt/diagrams/layout140.xml" ContentType="application/vnd.openxmlformats-officedocument.drawingml.diagramLayout+xml"/>
  <Override PartName="/ppt/diagrams/quickStyle140.xml" ContentType="application/vnd.openxmlformats-officedocument.drawingml.diagramStyle+xml"/>
  <Override PartName="/ppt/diagrams/colors140.xml" ContentType="application/vnd.openxmlformats-officedocument.drawingml.diagramColors+xml"/>
  <Override PartName="/ppt/diagrams/drawing140.xml" ContentType="application/vnd.ms-office.drawingml.diagramDrawing+xml"/>
  <Override PartName="/ppt/notesSlides/notesSlide140.xml" ContentType="application/vnd.openxmlformats-officedocument.presentationml.notesSlide+xml"/>
  <Override PartName="/ppt/diagrams/data141.xml" ContentType="application/vnd.openxmlformats-officedocument.drawingml.diagramData+xml"/>
  <Override PartName="/ppt/diagrams/layout141.xml" ContentType="application/vnd.openxmlformats-officedocument.drawingml.diagramLayout+xml"/>
  <Override PartName="/ppt/diagrams/quickStyle141.xml" ContentType="application/vnd.openxmlformats-officedocument.drawingml.diagramStyle+xml"/>
  <Override PartName="/ppt/diagrams/colors141.xml" ContentType="application/vnd.openxmlformats-officedocument.drawingml.diagramColors+xml"/>
  <Override PartName="/ppt/diagrams/drawing141.xml" ContentType="application/vnd.ms-office.drawingml.diagramDrawing+xml"/>
  <Override PartName="/ppt/notesSlides/notesSlide141.xml" ContentType="application/vnd.openxmlformats-officedocument.presentationml.notesSlide+xml"/>
  <Override PartName="/ppt/diagrams/data142.xml" ContentType="application/vnd.openxmlformats-officedocument.drawingml.diagramData+xml"/>
  <Override PartName="/ppt/diagrams/layout142.xml" ContentType="application/vnd.openxmlformats-officedocument.drawingml.diagramLayout+xml"/>
  <Override PartName="/ppt/diagrams/quickStyle142.xml" ContentType="application/vnd.openxmlformats-officedocument.drawingml.diagramStyle+xml"/>
  <Override PartName="/ppt/diagrams/colors142.xml" ContentType="application/vnd.openxmlformats-officedocument.drawingml.diagramColors+xml"/>
  <Override PartName="/ppt/diagrams/drawing142.xml" ContentType="application/vnd.ms-office.drawingml.diagramDrawing+xml"/>
  <Override PartName="/ppt/notesSlides/notesSlide142.xml" ContentType="application/vnd.openxmlformats-officedocument.presentationml.notesSlide+xml"/>
  <Override PartName="/ppt/diagrams/data143.xml" ContentType="application/vnd.openxmlformats-officedocument.drawingml.diagramData+xml"/>
  <Override PartName="/ppt/diagrams/layout143.xml" ContentType="application/vnd.openxmlformats-officedocument.drawingml.diagramLayout+xml"/>
  <Override PartName="/ppt/diagrams/quickStyle143.xml" ContentType="application/vnd.openxmlformats-officedocument.drawingml.diagramStyle+xml"/>
  <Override PartName="/ppt/diagrams/colors143.xml" ContentType="application/vnd.openxmlformats-officedocument.drawingml.diagramColors+xml"/>
  <Override PartName="/ppt/diagrams/drawing143.xml" ContentType="application/vnd.ms-office.drawingml.diagramDrawing+xml"/>
  <Override PartName="/ppt/notesSlides/notesSlide143.xml" ContentType="application/vnd.openxmlformats-officedocument.presentationml.notesSlide+xml"/>
  <Override PartName="/ppt/diagrams/data144.xml" ContentType="application/vnd.openxmlformats-officedocument.drawingml.diagramData+xml"/>
  <Override PartName="/ppt/diagrams/layout144.xml" ContentType="application/vnd.openxmlformats-officedocument.drawingml.diagramLayout+xml"/>
  <Override PartName="/ppt/diagrams/quickStyle144.xml" ContentType="application/vnd.openxmlformats-officedocument.drawingml.diagramStyle+xml"/>
  <Override PartName="/ppt/diagrams/colors144.xml" ContentType="application/vnd.openxmlformats-officedocument.drawingml.diagramColors+xml"/>
  <Override PartName="/ppt/diagrams/drawing144.xml" ContentType="application/vnd.ms-office.drawingml.diagramDrawing+xml"/>
  <Override PartName="/ppt/notesSlides/notesSlide144.xml" ContentType="application/vnd.openxmlformats-officedocument.presentationml.notesSlide+xml"/>
  <Override PartName="/ppt/diagrams/data145.xml" ContentType="application/vnd.openxmlformats-officedocument.drawingml.diagramData+xml"/>
  <Override PartName="/ppt/diagrams/layout145.xml" ContentType="application/vnd.openxmlformats-officedocument.drawingml.diagramLayout+xml"/>
  <Override PartName="/ppt/diagrams/quickStyle145.xml" ContentType="application/vnd.openxmlformats-officedocument.drawingml.diagramStyle+xml"/>
  <Override PartName="/ppt/diagrams/colors145.xml" ContentType="application/vnd.openxmlformats-officedocument.drawingml.diagramColors+xml"/>
  <Override PartName="/ppt/diagrams/drawing145.xml" ContentType="application/vnd.ms-office.drawingml.diagramDrawing+xml"/>
  <Override PartName="/ppt/notesSlides/notesSlide145.xml" ContentType="application/vnd.openxmlformats-officedocument.presentationml.notesSlide+xml"/>
  <Override PartName="/ppt/diagrams/data146.xml" ContentType="application/vnd.openxmlformats-officedocument.drawingml.diagramData+xml"/>
  <Override PartName="/ppt/diagrams/layout146.xml" ContentType="application/vnd.openxmlformats-officedocument.drawingml.diagramLayout+xml"/>
  <Override PartName="/ppt/diagrams/quickStyle146.xml" ContentType="application/vnd.openxmlformats-officedocument.drawingml.diagramStyle+xml"/>
  <Override PartName="/ppt/diagrams/colors146.xml" ContentType="application/vnd.openxmlformats-officedocument.drawingml.diagramColors+xml"/>
  <Override PartName="/ppt/diagrams/drawing146.xml" ContentType="application/vnd.ms-office.drawingml.diagramDrawing+xml"/>
  <Override PartName="/ppt/notesSlides/notesSlide146.xml" ContentType="application/vnd.openxmlformats-officedocument.presentationml.notesSlide+xml"/>
  <Override PartName="/ppt/diagrams/data147.xml" ContentType="application/vnd.openxmlformats-officedocument.drawingml.diagramData+xml"/>
  <Override PartName="/ppt/diagrams/layout147.xml" ContentType="application/vnd.openxmlformats-officedocument.drawingml.diagramLayout+xml"/>
  <Override PartName="/ppt/diagrams/quickStyle147.xml" ContentType="application/vnd.openxmlformats-officedocument.drawingml.diagramStyle+xml"/>
  <Override PartName="/ppt/diagrams/colors147.xml" ContentType="application/vnd.openxmlformats-officedocument.drawingml.diagramColors+xml"/>
  <Override PartName="/ppt/diagrams/drawing147.xml" ContentType="application/vnd.ms-office.drawingml.diagramDrawing+xml"/>
  <Override PartName="/ppt/notesSlides/notesSlide147.xml" ContentType="application/vnd.openxmlformats-officedocument.presentationml.notesSlide+xml"/>
  <Override PartName="/ppt/diagrams/data148.xml" ContentType="application/vnd.openxmlformats-officedocument.drawingml.diagramData+xml"/>
  <Override PartName="/ppt/diagrams/layout148.xml" ContentType="application/vnd.openxmlformats-officedocument.drawingml.diagramLayout+xml"/>
  <Override PartName="/ppt/diagrams/quickStyle148.xml" ContentType="application/vnd.openxmlformats-officedocument.drawingml.diagramStyle+xml"/>
  <Override PartName="/ppt/diagrams/colors148.xml" ContentType="application/vnd.openxmlformats-officedocument.drawingml.diagramColors+xml"/>
  <Override PartName="/ppt/diagrams/drawing148.xml" ContentType="application/vnd.ms-office.drawingml.diagramDrawing+xml"/>
  <Override PartName="/ppt/notesSlides/notesSlide148.xml" ContentType="application/vnd.openxmlformats-officedocument.presentationml.notesSlide+xml"/>
  <Override PartName="/ppt/diagrams/data149.xml" ContentType="application/vnd.openxmlformats-officedocument.drawingml.diagramData+xml"/>
  <Override PartName="/ppt/diagrams/layout149.xml" ContentType="application/vnd.openxmlformats-officedocument.drawingml.diagramLayout+xml"/>
  <Override PartName="/ppt/diagrams/quickStyle149.xml" ContentType="application/vnd.openxmlformats-officedocument.drawingml.diagramStyle+xml"/>
  <Override PartName="/ppt/diagrams/colors149.xml" ContentType="application/vnd.openxmlformats-officedocument.drawingml.diagramColors+xml"/>
  <Override PartName="/ppt/diagrams/drawing149.xml" ContentType="application/vnd.ms-office.drawingml.diagramDrawing+xml"/>
  <Override PartName="/ppt/notesSlides/notesSlide149.xml" ContentType="application/vnd.openxmlformats-officedocument.presentationml.notesSlide+xml"/>
  <Override PartName="/ppt/diagrams/data150.xml" ContentType="application/vnd.openxmlformats-officedocument.drawingml.diagramData+xml"/>
  <Override PartName="/ppt/diagrams/layout150.xml" ContentType="application/vnd.openxmlformats-officedocument.drawingml.diagramLayout+xml"/>
  <Override PartName="/ppt/diagrams/quickStyle150.xml" ContentType="application/vnd.openxmlformats-officedocument.drawingml.diagramStyle+xml"/>
  <Override PartName="/ppt/diagrams/colors150.xml" ContentType="application/vnd.openxmlformats-officedocument.drawingml.diagramColors+xml"/>
  <Override PartName="/ppt/diagrams/drawing150.xml" ContentType="application/vnd.ms-office.drawingml.diagramDrawing+xml"/>
  <Override PartName="/ppt/notesSlides/notesSlide150.xml" ContentType="application/vnd.openxmlformats-officedocument.presentationml.notesSlide+xml"/>
  <Override PartName="/ppt/diagrams/data151.xml" ContentType="application/vnd.openxmlformats-officedocument.drawingml.diagramData+xml"/>
  <Override PartName="/ppt/diagrams/layout151.xml" ContentType="application/vnd.openxmlformats-officedocument.drawingml.diagramLayout+xml"/>
  <Override PartName="/ppt/diagrams/quickStyle151.xml" ContentType="application/vnd.openxmlformats-officedocument.drawingml.diagramStyle+xml"/>
  <Override PartName="/ppt/diagrams/colors151.xml" ContentType="application/vnd.openxmlformats-officedocument.drawingml.diagramColors+xml"/>
  <Override PartName="/ppt/diagrams/drawing151.xml" ContentType="application/vnd.ms-office.drawingml.diagramDrawing+xml"/>
  <Override PartName="/ppt/notesSlides/notesSlide151.xml" ContentType="application/vnd.openxmlformats-officedocument.presentationml.notesSlide+xml"/>
  <Override PartName="/ppt/diagrams/data152.xml" ContentType="application/vnd.openxmlformats-officedocument.drawingml.diagramData+xml"/>
  <Override PartName="/ppt/diagrams/layout152.xml" ContentType="application/vnd.openxmlformats-officedocument.drawingml.diagramLayout+xml"/>
  <Override PartName="/ppt/diagrams/quickStyle152.xml" ContentType="application/vnd.openxmlformats-officedocument.drawingml.diagramStyle+xml"/>
  <Override PartName="/ppt/diagrams/colors152.xml" ContentType="application/vnd.openxmlformats-officedocument.drawingml.diagramColors+xml"/>
  <Override PartName="/ppt/diagrams/drawing152.xml" ContentType="application/vnd.ms-office.drawingml.diagramDrawing+xml"/>
  <Override PartName="/ppt/notesSlides/notesSlide152.xml" ContentType="application/vnd.openxmlformats-officedocument.presentationml.notesSlide+xml"/>
  <Override PartName="/ppt/diagrams/data153.xml" ContentType="application/vnd.openxmlformats-officedocument.drawingml.diagramData+xml"/>
  <Override PartName="/ppt/diagrams/layout153.xml" ContentType="application/vnd.openxmlformats-officedocument.drawingml.diagramLayout+xml"/>
  <Override PartName="/ppt/diagrams/quickStyle153.xml" ContentType="application/vnd.openxmlformats-officedocument.drawingml.diagramStyle+xml"/>
  <Override PartName="/ppt/diagrams/colors153.xml" ContentType="application/vnd.openxmlformats-officedocument.drawingml.diagramColors+xml"/>
  <Override PartName="/ppt/diagrams/drawing153.xml" ContentType="application/vnd.ms-office.drawingml.diagramDrawing+xml"/>
  <Override PartName="/ppt/notesSlides/notesSlide153.xml" ContentType="application/vnd.openxmlformats-officedocument.presentationml.notesSlide+xml"/>
  <Override PartName="/ppt/diagrams/data154.xml" ContentType="application/vnd.openxmlformats-officedocument.drawingml.diagramData+xml"/>
  <Override PartName="/ppt/diagrams/layout154.xml" ContentType="application/vnd.openxmlformats-officedocument.drawingml.diagramLayout+xml"/>
  <Override PartName="/ppt/diagrams/quickStyle154.xml" ContentType="application/vnd.openxmlformats-officedocument.drawingml.diagramStyle+xml"/>
  <Override PartName="/ppt/diagrams/colors154.xml" ContentType="application/vnd.openxmlformats-officedocument.drawingml.diagramColors+xml"/>
  <Override PartName="/ppt/diagrams/drawing154.xml" ContentType="application/vnd.ms-office.drawingml.diagramDrawing+xml"/>
  <Override PartName="/ppt/notesSlides/notesSlide154.xml" ContentType="application/vnd.openxmlformats-officedocument.presentationml.notesSlide+xml"/>
  <Override PartName="/ppt/diagrams/data155.xml" ContentType="application/vnd.openxmlformats-officedocument.drawingml.diagramData+xml"/>
  <Override PartName="/ppt/diagrams/layout155.xml" ContentType="application/vnd.openxmlformats-officedocument.drawingml.diagramLayout+xml"/>
  <Override PartName="/ppt/diagrams/quickStyle155.xml" ContentType="application/vnd.openxmlformats-officedocument.drawingml.diagramStyle+xml"/>
  <Override PartName="/ppt/diagrams/colors155.xml" ContentType="application/vnd.openxmlformats-officedocument.drawingml.diagramColors+xml"/>
  <Override PartName="/ppt/diagrams/drawing155.xml" ContentType="application/vnd.ms-office.drawingml.diagramDrawing+xml"/>
  <Override PartName="/ppt/notesSlides/notesSlide155.xml" ContentType="application/vnd.openxmlformats-officedocument.presentationml.notesSlide+xml"/>
  <Override PartName="/ppt/diagrams/data156.xml" ContentType="application/vnd.openxmlformats-officedocument.drawingml.diagramData+xml"/>
  <Override PartName="/ppt/diagrams/layout156.xml" ContentType="application/vnd.openxmlformats-officedocument.drawingml.diagramLayout+xml"/>
  <Override PartName="/ppt/diagrams/quickStyle156.xml" ContentType="application/vnd.openxmlformats-officedocument.drawingml.diagramStyle+xml"/>
  <Override PartName="/ppt/diagrams/colors156.xml" ContentType="application/vnd.openxmlformats-officedocument.drawingml.diagramColors+xml"/>
  <Override PartName="/ppt/diagrams/drawing156.xml" ContentType="application/vnd.ms-office.drawingml.diagramDrawing+xml"/>
  <Override PartName="/ppt/notesSlides/notesSlide156.xml" ContentType="application/vnd.openxmlformats-officedocument.presentationml.notesSlide+xml"/>
  <Override PartName="/ppt/diagrams/data157.xml" ContentType="application/vnd.openxmlformats-officedocument.drawingml.diagramData+xml"/>
  <Override PartName="/ppt/diagrams/layout157.xml" ContentType="application/vnd.openxmlformats-officedocument.drawingml.diagramLayout+xml"/>
  <Override PartName="/ppt/diagrams/quickStyle157.xml" ContentType="application/vnd.openxmlformats-officedocument.drawingml.diagramStyle+xml"/>
  <Override PartName="/ppt/diagrams/colors157.xml" ContentType="application/vnd.openxmlformats-officedocument.drawingml.diagramColors+xml"/>
  <Override PartName="/ppt/diagrams/drawing157.xml" ContentType="application/vnd.ms-office.drawingml.diagramDrawing+xml"/>
  <Override PartName="/ppt/notesSlides/notesSlide157.xml" ContentType="application/vnd.openxmlformats-officedocument.presentationml.notesSlide+xml"/>
  <Override PartName="/ppt/diagrams/data158.xml" ContentType="application/vnd.openxmlformats-officedocument.drawingml.diagramData+xml"/>
  <Override PartName="/ppt/diagrams/layout158.xml" ContentType="application/vnd.openxmlformats-officedocument.drawingml.diagramLayout+xml"/>
  <Override PartName="/ppt/diagrams/quickStyle158.xml" ContentType="application/vnd.openxmlformats-officedocument.drawingml.diagramStyle+xml"/>
  <Override PartName="/ppt/diagrams/colors158.xml" ContentType="application/vnd.openxmlformats-officedocument.drawingml.diagramColors+xml"/>
  <Override PartName="/ppt/diagrams/drawing158.xml" ContentType="application/vnd.ms-office.drawingml.diagramDrawing+xml"/>
  <Override PartName="/ppt/notesSlides/notesSlide158.xml" ContentType="application/vnd.openxmlformats-officedocument.presentationml.notesSlide+xml"/>
  <Override PartName="/ppt/diagrams/data159.xml" ContentType="application/vnd.openxmlformats-officedocument.drawingml.diagramData+xml"/>
  <Override PartName="/ppt/diagrams/layout159.xml" ContentType="application/vnd.openxmlformats-officedocument.drawingml.diagramLayout+xml"/>
  <Override PartName="/ppt/diagrams/quickStyle159.xml" ContentType="application/vnd.openxmlformats-officedocument.drawingml.diagramStyle+xml"/>
  <Override PartName="/ppt/diagrams/colors159.xml" ContentType="application/vnd.openxmlformats-officedocument.drawingml.diagramColors+xml"/>
  <Override PartName="/ppt/diagrams/drawing159.xml" ContentType="application/vnd.ms-office.drawingml.diagramDrawing+xml"/>
  <Override PartName="/ppt/notesSlides/notesSlide159.xml" ContentType="application/vnd.openxmlformats-officedocument.presentationml.notesSlide+xml"/>
  <Override PartName="/ppt/diagrams/data160.xml" ContentType="application/vnd.openxmlformats-officedocument.drawingml.diagramData+xml"/>
  <Override PartName="/ppt/diagrams/layout160.xml" ContentType="application/vnd.openxmlformats-officedocument.drawingml.diagramLayout+xml"/>
  <Override PartName="/ppt/diagrams/quickStyle160.xml" ContentType="application/vnd.openxmlformats-officedocument.drawingml.diagramStyle+xml"/>
  <Override PartName="/ppt/diagrams/colors160.xml" ContentType="application/vnd.openxmlformats-officedocument.drawingml.diagramColors+xml"/>
  <Override PartName="/ppt/diagrams/drawing160.xml" ContentType="application/vnd.ms-office.drawingml.diagramDrawing+xml"/>
  <Override PartName="/ppt/notesSlides/notesSlide160.xml" ContentType="application/vnd.openxmlformats-officedocument.presentationml.notesSlide+xml"/>
  <Override PartName="/ppt/diagrams/data161.xml" ContentType="application/vnd.openxmlformats-officedocument.drawingml.diagramData+xml"/>
  <Override PartName="/ppt/diagrams/layout161.xml" ContentType="application/vnd.openxmlformats-officedocument.drawingml.diagramLayout+xml"/>
  <Override PartName="/ppt/diagrams/quickStyle161.xml" ContentType="application/vnd.openxmlformats-officedocument.drawingml.diagramStyle+xml"/>
  <Override PartName="/ppt/diagrams/colors161.xml" ContentType="application/vnd.openxmlformats-officedocument.drawingml.diagramColors+xml"/>
  <Override PartName="/ppt/diagrams/drawing161.xml" ContentType="application/vnd.ms-office.drawingml.diagramDrawing+xml"/>
  <Override PartName="/ppt/notesSlides/notesSlide161.xml" ContentType="application/vnd.openxmlformats-officedocument.presentationml.notesSlide+xml"/>
  <Override PartName="/ppt/diagrams/data162.xml" ContentType="application/vnd.openxmlformats-officedocument.drawingml.diagramData+xml"/>
  <Override PartName="/ppt/diagrams/layout162.xml" ContentType="application/vnd.openxmlformats-officedocument.drawingml.diagramLayout+xml"/>
  <Override PartName="/ppt/diagrams/quickStyle162.xml" ContentType="application/vnd.openxmlformats-officedocument.drawingml.diagramStyle+xml"/>
  <Override PartName="/ppt/diagrams/colors162.xml" ContentType="application/vnd.openxmlformats-officedocument.drawingml.diagramColors+xml"/>
  <Override PartName="/ppt/diagrams/drawing162.xml" ContentType="application/vnd.ms-office.drawingml.diagramDrawing+xml"/>
  <Override PartName="/ppt/notesSlides/notesSlide162.xml" ContentType="application/vnd.openxmlformats-officedocument.presentationml.notesSlide+xml"/>
  <Override PartName="/ppt/diagrams/data163.xml" ContentType="application/vnd.openxmlformats-officedocument.drawingml.diagramData+xml"/>
  <Override PartName="/ppt/diagrams/layout163.xml" ContentType="application/vnd.openxmlformats-officedocument.drawingml.diagramLayout+xml"/>
  <Override PartName="/ppt/diagrams/quickStyle163.xml" ContentType="application/vnd.openxmlformats-officedocument.drawingml.diagramStyle+xml"/>
  <Override PartName="/ppt/diagrams/colors163.xml" ContentType="application/vnd.openxmlformats-officedocument.drawingml.diagramColors+xml"/>
  <Override PartName="/ppt/diagrams/drawing163.xml" ContentType="application/vnd.ms-office.drawingml.diagramDrawing+xml"/>
  <Override PartName="/ppt/notesSlides/notesSlide163.xml" ContentType="application/vnd.openxmlformats-officedocument.presentationml.notesSlide+xml"/>
  <Override PartName="/ppt/diagrams/data164.xml" ContentType="application/vnd.openxmlformats-officedocument.drawingml.diagramData+xml"/>
  <Override PartName="/ppt/diagrams/layout164.xml" ContentType="application/vnd.openxmlformats-officedocument.drawingml.diagramLayout+xml"/>
  <Override PartName="/ppt/diagrams/quickStyle164.xml" ContentType="application/vnd.openxmlformats-officedocument.drawingml.diagramStyle+xml"/>
  <Override PartName="/ppt/diagrams/colors164.xml" ContentType="application/vnd.openxmlformats-officedocument.drawingml.diagramColors+xml"/>
  <Override PartName="/ppt/diagrams/drawing164.xml" ContentType="application/vnd.ms-office.drawingml.diagramDrawing+xml"/>
  <Override PartName="/ppt/notesSlides/notesSlide164.xml" ContentType="application/vnd.openxmlformats-officedocument.presentationml.notesSlide+xml"/>
  <Override PartName="/ppt/diagrams/data165.xml" ContentType="application/vnd.openxmlformats-officedocument.drawingml.diagramData+xml"/>
  <Override PartName="/ppt/diagrams/layout165.xml" ContentType="application/vnd.openxmlformats-officedocument.drawingml.diagramLayout+xml"/>
  <Override PartName="/ppt/diagrams/quickStyle165.xml" ContentType="application/vnd.openxmlformats-officedocument.drawingml.diagramStyle+xml"/>
  <Override PartName="/ppt/diagrams/colors165.xml" ContentType="application/vnd.openxmlformats-officedocument.drawingml.diagramColors+xml"/>
  <Override PartName="/ppt/diagrams/drawing165.xml" ContentType="application/vnd.ms-office.drawingml.diagramDrawing+xml"/>
  <Override PartName="/ppt/notesSlides/notesSlide165.xml" ContentType="application/vnd.openxmlformats-officedocument.presentationml.notesSlide+xml"/>
  <Override PartName="/ppt/diagrams/data166.xml" ContentType="application/vnd.openxmlformats-officedocument.drawingml.diagramData+xml"/>
  <Override PartName="/ppt/diagrams/layout166.xml" ContentType="application/vnd.openxmlformats-officedocument.drawingml.diagramLayout+xml"/>
  <Override PartName="/ppt/diagrams/quickStyle166.xml" ContentType="application/vnd.openxmlformats-officedocument.drawingml.diagramStyle+xml"/>
  <Override PartName="/ppt/diagrams/colors166.xml" ContentType="application/vnd.openxmlformats-officedocument.drawingml.diagramColors+xml"/>
  <Override PartName="/ppt/diagrams/drawing166.xml" ContentType="application/vnd.ms-office.drawingml.diagramDrawing+xml"/>
  <Override PartName="/ppt/notesSlides/notesSlide166.xml" ContentType="application/vnd.openxmlformats-officedocument.presentationml.notesSlide+xml"/>
  <Override PartName="/ppt/diagrams/data167.xml" ContentType="application/vnd.openxmlformats-officedocument.drawingml.diagramData+xml"/>
  <Override PartName="/ppt/diagrams/layout167.xml" ContentType="application/vnd.openxmlformats-officedocument.drawingml.diagramLayout+xml"/>
  <Override PartName="/ppt/diagrams/quickStyle167.xml" ContentType="application/vnd.openxmlformats-officedocument.drawingml.diagramStyle+xml"/>
  <Override PartName="/ppt/diagrams/colors167.xml" ContentType="application/vnd.openxmlformats-officedocument.drawingml.diagramColors+xml"/>
  <Override PartName="/ppt/diagrams/drawing167.xml" ContentType="application/vnd.ms-office.drawingml.diagramDrawing+xml"/>
  <Override PartName="/ppt/notesSlides/notesSlide167.xml" ContentType="application/vnd.openxmlformats-officedocument.presentationml.notesSlide+xml"/>
  <Override PartName="/ppt/diagrams/data168.xml" ContentType="application/vnd.openxmlformats-officedocument.drawingml.diagramData+xml"/>
  <Override PartName="/ppt/diagrams/layout168.xml" ContentType="application/vnd.openxmlformats-officedocument.drawingml.diagramLayout+xml"/>
  <Override PartName="/ppt/diagrams/quickStyle168.xml" ContentType="application/vnd.openxmlformats-officedocument.drawingml.diagramStyle+xml"/>
  <Override PartName="/ppt/diagrams/colors168.xml" ContentType="application/vnd.openxmlformats-officedocument.drawingml.diagramColors+xml"/>
  <Override PartName="/ppt/diagrams/drawing168.xml" ContentType="application/vnd.ms-office.drawingml.diagramDrawing+xml"/>
  <Override PartName="/ppt/notesSlides/notesSlide168.xml" ContentType="application/vnd.openxmlformats-officedocument.presentationml.notesSlide+xml"/>
  <Override PartName="/ppt/diagrams/data169.xml" ContentType="application/vnd.openxmlformats-officedocument.drawingml.diagramData+xml"/>
  <Override PartName="/ppt/diagrams/layout169.xml" ContentType="application/vnd.openxmlformats-officedocument.drawingml.diagramLayout+xml"/>
  <Override PartName="/ppt/diagrams/quickStyle169.xml" ContentType="application/vnd.openxmlformats-officedocument.drawingml.diagramStyle+xml"/>
  <Override PartName="/ppt/diagrams/colors169.xml" ContentType="application/vnd.openxmlformats-officedocument.drawingml.diagramColors+xml"/>
  <Override PartName="/ppt/diagrams/drawing169.xml" ContentType="application/vnd.ms-office.drawingml.diagramDrawing+xml"/>
  <Override PartName="/ppt/notesSlides/notesSlide169.xml" ContentType="application/vnd.openxmlformats-officedocument.presentationml.notesSlide+xml"/>
  <Override PartName="/ppt/diagrams/data170.xml" ContentType="application/vnd.openxmlformats-officedocument.drawingml.diagramData+xml"/>
  <Override PartName="/ppt/diagrams/layout170.xml" ContentType="application/vnd.openxmlformats-officedocument.drawingml.diagramLayout+xml"/>
  <Override PartName="/ppt/diagrams/quickStyle170.xml" ContentType="application/vnd.openxmlformats-officedocument.drawingml.diagramStyle+xml"/>
  <Override PartName="/ppt/diagrams/colors170.xml" ContentType="application/vnd.openxmlformats-officedocument.drawingml.diagramColors+xml"/>
  <Override PartName="/ppt/diagrams/drawing170.xml" ContentType="application/vnd.ms-office.drawingml.diagramDrawing+xml"/>
  <Override PartName="/ppt/notesSlides/notesSlide170.xml" ContentType="application/vnd.openxmlformats-officedocument.presentationml.notesSlide+xml"/>
  <Override PartName="/ppt/diagrams/data171.xml" ContentType="application/vnd.openxmlformats-officedocument.drawingml.diagramData+xml"/>
  <Override PartName="/ppt/diagrams/layout171.xml" ContentType="application/vnd.openxmlformats-officedocument.drawingml.diagramLayout+xml"/>
  <Override PartName="/ppt/diagrams/quickStyle171.xml" ContentType="application/vnd.openxmlformats-officedocument.drawingml.diagramStyle+xml"/>
  <Override PartName="/ppt/diagrams/colors171.xml" ContentType="application/vnd.openxmlformats-officedocument.drawingml.diagramColors+xml"/>
  <Override PartName="/ppt/diagrams/drawing171.xml" ContentType="application/vnd.ms-office.drawingml.diagramDrawing+xml"/>
  <Override PartName="/ppt/notesSlides/notesSlide171.xml" ContentType="application/vnd.openxmlformats-officedocument.presentationml.notesSlide+xml"/>
  <Override PartName="/ppt/diagrams/data172.xml" ContentType="application/vnd.openxmlformats-officedocument.drawingml.diagramData+xml"/>
  <Override PartName="/ppt/diagrams/layout172.xml" ContentType="application/vnd.openxmlformats-officedocument.drawingml.diagramLayout+xml"/>
  <Override PartName="/ppt/diagrams/quickStyle172.xml" ContentType="application/vnd.openxmlformats-officedocument.drawingml.diagramStyle+xml"/>
  <Override PartName="/ppt/diagrams/colors172.xml" ContentType="application/vnd.openxmlformats-officedocument.drawingml.diagramColors+xml"/>
  <Override PartName="/ppt/diagrams/drawing172.xml" ContentType="application/vnd.ms-office.drawingml.diagramDrawing+xml"/>
  <Override PartName="/ppt/notesSlides/notesSlide172.xml" ContentType="application/vnd.openxmlformats-officedocument.presentationml.notesSlide+xml"/>
  <Override PartName="/ppt/diagrams/data173.xml" ContentType="application/vnd.openxmlformats-officedocument.drawingml.diagramData+xml"/>
  <Override PartName="/ppt/diagrams/layout173.xml" ContentType="application/vnd.openxmlformats-officedocument.drawingml.diagramLayout+xml"/>
  <Override PartName="/ppt/diagrams/quickStyle173.xml" ContentType="application/vnd.openxmlformats-officedocument.drawingml.diagramStyle+xml"/>
  <Override PartName="/ppt/diagrams/colors173.xml" ContentType="application/vnd.openxmlformats-officedocument.drawingml.diagramColors+xml"/>
  <Override PartName="/ppt/diagrams/drawing173.xml" ContentType="application/vnd.ms-office.drawingml.diagramDrawing+xml"/>
  <Override PartName="/ppt/notesSlides/notesSlide173.xml" ContentType="application/vnd.openxmlformats-officedocument.presentationml.notesSlide+xml"/>
  <Override PartName="/ppt/diagrams/data174.xml" ContentType="application/vnd.openxmlformats-officedocument.drawingml.diagramData+xml"/>
  <Override PartName="/ppt/diagrams/layout174.xml" ContentType="application/vnd.openxmlformats-officedocument.drawingml.diagramLayout+xml"/>
  <Override PartName="/ppt/diagrams/quickStyle174.xml" ContentType="application/vnd.openxmlformats-officedocument.drawingml.diagramStyle+xml"/>
  <Override PartName="/ppt/diagrams/colors174.xml" ContentType="application/vnd.openxmlformats-officedocument.drawingml.diagramColors+xml"/>
  <Override PartName="/ppt/diagrams/drawing174.xml" ContentType="application/vnd.ms-office.drawingml.diagramDrawing+xml"/>
  <Override PartName="/ppt/notesSlides/notesSlide174.xml" ContentType="application/vnd.openxmlformats-officedocument.presentationml.notesSlide+xml"/>
  <Override PartName="/ppt/diagrams/data175.xml" ContentType="application/vnd.openxmlformats-officedocument.drawingml.diagramData+xml"/>
  <Override PartName="/ppt/diagrams/layout175.xml" ContentType="application/vnd.openxmlformats-officedocument.drawingml.diagramLayout+xml"/>
  <Override PartName="/ppt/diagrams/quickStyle175.xml" ContentType="application/vnd.openxmlformats-officedocument.drawingml.diagramStyle+xml"/>
  <Override PartName="/ppt/diagrams/colors175.xml" ContentType="application/vnd.openxmlformats-officedocument.drawingml.diagramColors+xml"/>
  <Override PartName="/ppt/diagrams/drawing175.xml" ContentType="application/vnd.ms-office.drawingml.diagramDrawing+xml"/>
  <Override PartName="/ppt/notesSlides/notesSlide175.xml" ContentType="application/vnd.openxmlformats-officedocument.presentationml.notesSlide+xml"/>
  <Override PartName="/ppt/diagrams/data176.xml" ContentType="application/vnd.openxmlformats-officedocument.drawingml.diagramData+xml"/>
  <Override PartName="/ppt/diagrams/layout176.xml" ContentType="application/vnd.openxmlformats-officedocument.drawingml.diagramLayout+xml"/>
  <Override PartName="/ppt/diagrams/quickStyle176.xml" ContentType="application/vnd.openxmlformats-officedocument.drawingml.diagramStyle+xml"/>
  <Override PartName="/ppt/diagrams/colors176.xml" ContentType="application/vnd.openxmlformats-officedocument.drawingml.diagramColors+xml"/>
  <Override PartName="/ppt/diagrams/drawing176.xml" ContentType="application/vnd.ms-office.drawingml.diagramDrawing+xml"/>
  <Override PartName="/ppt/notesSlides/notesSlide176.xml" ContentType="application/vnd.openxmlformats-officedocument.presentationml.notesSlide+xml"/>
  <Override PartName="/ppt/diagrams/data177.xml" ContentType="application/vnd.openxmlformats-officedocument.drawingml.diagramData+xml"/>
  <Override PartName="/ppt/diagrams/layout177.xml" ContentType="application/vnd.openxmlformats-officedocument.drawingml.diagramLayout+xml"/>
  <Override PartName="/ppt/diagrams/quickStyle177.xml" ContentType="application/vnd.openxmlformats-officedocument.drawingml.diagramStyle+xml"/>
  <Override PartName="/ppt/diagrams/colors177.xml" ContentType="application/vnd.openxmlformats-officedocument.drawingml.diagramColors+xml"/>
  <Override PartName="/ppt/diagrams/drawing177.xml" ContentType="application/vnd.ms-office.drawingml.diagramDrawing+xml"/>
  <Override PartName="/ppt/notesSlides/notesSlide177.xml" ContentType="application/vnd.openxmlformats-officedocument.presentationml.notesSlide+xml"/>
  <Override PartName="/ppt/diagrams/data178.xml" ContentType="application/vnd.openxmlformats-officedocument.drawingml.diagramData+xml"/>
  <Override PartName="/ppt/diagrams/layout178.xml" ContentType="application/vnd.openxmlformats-officedocument.drawingml.diagramLayout+xml"/>
  <Override PartName="/ppt/diagrams/quickStyle178.xml" ContentType="application/vnd.openxmlformats-officedocument.drawingml.diagramStyle+xml"/>
  <Override PartName="/ppt/diagrams/colors178.xml" ContentType="application/vnd.openxmlformats-officedocument.drawingml.diagramColors+xml"/>
  <Override PartName="/ppt/diagrams/drawing178.xml" ContentType="application/vnd.ms-office.drawingml.diagramDrawing+xml"/>
  <Override PartName="/ppt/notesSlides/notesSlide178.xml" ContentType="application/vnd.openxmlformats-officedocument.presentationml.notesSlide+xml"/>
  <Override PartName="/ppt/diagrams/data179.xml" ContentType="application/vnd.openxmlformats-officedocument.drawingml.diagramData+xml"/>
  <Override PartName="/ppt/diagrams/layout179.xml" ContentType="application/vnd.openxmlformats-officedocument.drawingml.diagramLayout+xml"/>
  <Override PartName="/ppt/diagrams/quickStyle179.xml" ContentType="application/vnd.openxmlformats-officedocument.drawingml.diagramStyle+xml"/>
  <Override PartName="/ppt/diagrams/colors179.xml" ContentType="application/vnd.openxmlformats-officedocument.drawingml.diagramColors+xml"/>
  <Override PartName="/ppt/diagrams/drawing179.xml" ContentType="application/vnd.ms-office.drawingml.diagramDrawing+xml"/>
  <Override PartName="/ppt/notesSlides/notesSlide179.xml" ContentType="application/vnd.openxmlformats-officedocument.presentationml.notesSlide+xml"/>
  <Override PartName="/ppt/diagrams/data180.xml" ContentType="application/vnd.openxmlformats-officedocument.drawingml.diagramData+xml"/>
  <Override PartName="/ppt/diagrams/layout180.xml" ContentType="application/vnd.openxmlformats-officedocument.drawingml.diagramLayout+xml"/>
  <Override PartName="/ppt/diagrams/quickStyle180.xml" ContentType="application/vnd.openxmlformats-officedocument.drawingml.diagramStyle+xml"/>
  <Override PartName="/ppt/diagrams/colors180.xml" ContentType="application/vnd.openxmlformats-officedocument.drawingml.diagramColors+xml"/>
  <Override PartName="/ppt/diagrams/drawing180.xml" ContentType="application/vnd.ms-office.drawingml.diagramDrawing+xml"/>
  <Override PartName="/ppt/notesSlides/notesSlide180.xml" ContentType="application/vnd.openxmlformats-officedocument.presentationml.notesSlide+xml"/>
  <Override PartName="/ppt/diagrams/data181.xml" ContentType="application/vnd.openxmlformats-officedocument.drawingml.diagramData+xml"/>
  <Override PartName="/ppt/diagrams/layout181.xml" ContentType="application/vnd.openxmlformats-officedocument.drawingml.diagramLayout+xml"/>
  <Override PartName="/ppt/diagrams/quickStyle181.xml" ContentType="application/vnd.openxmlformats-officedocument.drawingml.diagramStyle+xml"/>
  <Override PartName="/ppt/diagrams/colors181.xml" ContentType="application/vnd.openxmlformats-officedocument.drawingml.diagramColors+xml"/>
  <Override PartName="/ppt/diagrams/drawing181.xml" ContentType="application/vnd.ms-office.drawingml.diagramDrawing+xml"/>
  <Override PartName="/ppt/notesSlides/notesSlide181.xml" ContentType="application/vnd.openxmlformats-officedocument.presentationml.notesSlide+xml"/>
  <Override PartName="/ppt/diagrams/data182.xml" ContentType="application/vnd.openxmlformats-officedocument.drawingml.diagramData+xml"/>
  <Override PartName="/ppt/diagrams/layout182.xml" ContentType="application/vnd.openxmlformats-officedocument.drawingml.diagramLayout+xml"/>
  <Override PartName="/ppt/diagrams/quickStyle182.xml" ContentType="application/vnd.openxmlformats-officedocument.drawingml.diagramStyle+xml"/>
  <Override PartName="/ppt/diagrams/colors182.xml" ContentType="application/vnd.openxmlformats-officedocument.drawingml.diagramColors+xml"/>
  <Override PartName="/ppt/diagrams/drawing182.xml" ContentType="application/vnd.ms-office.drawingml.diagramDrawing+xml"/>
  <Override PartName="/ppt/notesSlides/notesSlide182.xml" ContentType="application/vnd.openxmlformats-officedocument.presentationml.notesSlide+xml"/>
  <Override PartName="/ppt/diagrams/data183.xml" ContentType="application/vnd.openxmlformats-officedocument.drawingml.diagramData+xml"/>
  <Override PartName="/ppt/diagrams/layout183.xml" ContentType="application/vnd.openxmlformats-officedocument.drawingml.diagramLayout+xml"/>
  <Override PartName="/ppt/diagrams/quickStyle183.xml" ContentType="application/vnd.openxmlformats-officedocument.drawingml.diagramStyle+xml"/>
  <Override PartName="/ppt/diagrams/colors183.xml" ContentType="application/vnd.openxmlformats-officedocument.drawingml.diagramColors+xml"/>
  <Override PartName="/ppt/diagrams/drawing183.xml" ContentType="application/vnd.ms-office.drawingml.diagramDrawing+xml"/>
  <Override PartName="/ppt/notesSlides/notesSlide183.xml" ContentType="application/vnd.openxmlformats-officedocument.presentationml.notesSlide+xml"/>
  <Override PartName="/ppt/diagrams/data184.xml" ContentType="application/vnd.openxmlformats-officedocument.drawingml.diagramData+xml"/>
  <Override PartName="/ppt/diagrams/layout184.xml" ContentType="application/vnd.openxmlformats-officedocument.drawingml.diagramLayout+xml"/>
  <Override PartName="/ppt/diagrams/quickStyle184.xml" ContentType="application/vnd.openxmlformats-officedocument.drawingml.diagramStyle+xml"/>
  <Override PartName="/ppt/diagrams/colors184.xml" ContentType="application/vnd.openxmlformats-officedocument.drawingml.diagramColors+xml"/>
  <Override PartName="/ppt/diagrams/drawing184.xml" ContentType="application/vnd.ms-office.drawingml.diagramDrawing+xml"/>
  <Override PartName="/ppt/notesSlides/notesSlide184.xml" ContentType="application/vnd.openxmlformats-officedocument.presentationml.notesSlide+xml"/>
  <Override PartName="/ppt/diagrams/data185.xml" ContentType="application/vnd.openxmlformats-officedocument.drawingml.diagramData+xml"/>
  <Override PartName="/ppt/diagrams/layout185.xml" ContentType="application/vnd.openxmlformats-officedocument.drawingml.diagramLayout+xml"/>
  <Override PartName="/ppt/diagrams/quickStyle185.xml" ContentType="application/vnd.openxmlformats-officedocument.drawingml.diagramStyle+xml"/>
  <Override PartName="/ppt/diagrams/colors185.xml" ContentType="application/vnd.openxmlformats-officedocument.drawingml.diagramColors+xml"/>
  <Override PartName="/ppt/diagrams/drawing185.xml" ContentType="application/vnd.ms-office.drawingml.diagramDrawing+xml"/>
  <Override PartName="/ppt/notesSlides/notesSlide185.xml" ContentType="application/vnd.openxmlformats-officedocument.presentationml.notesSlide+xml"/>
  <Override PartName="/ppt/diagrams/data186.xml" ContentType="application/vnd.openxmlformats-officedocument.drawingml.diagramData+xml"/>
  <Override PartName="/ppt/diagrams/layout186.xml" ContentType="application/vnd.openxmlformats-officedocument.drawingml.diagramLayout+xml"/>
  <Override PartName="/ppt/diagrams/quickStyle186.xml" ContentType="application/vnd.openxmlformats-officedocument.drawingml.diagramStyle+xml"/>
  <Override PartName="/ppt/diagrams/colors186.xml" ContentType="application/vnd.openxmlformats-officedocument.drawingml.diagramColors+xml"/>
  <Override PartName="/ppt/diagrams/drawing186.xml" ContentType="application/vnd.ms-office.drawingml.diagramDrawing+xml"/>
  <Override PartName="/ppt/notesSlides/notesSlide186.xml" ContentType="application/vnd.openxmlformats-officedocument.presentationml.notesSlide+xml"/>
  <Override PartName="/ppt/diagrams/data187.xml" ContentType="application/vnd.openxmlformats-officedocument.drawingml.diagramData+xml"/>
  <Override PartName="/ppt/diagrams/layout187.xml" ContentType="application/vnd.openxmlformats-officedocument.drawingml.diagramLayout+xml"/>
  <Override PartName="/ppt/diagrams/quickStyle187.xml" ContentType="application/vnd.openxmlformats-officedocument.drawingml.diagramStyle+xml"/>
  <Override PartName="/ppt/diagrams/colors187.xml" ContentType="application/vnd.openxmlformats-officedocument.drawingml.diagramColors+xml"/>
  <Override PartName="/ppt/diagrams/drawing187.xml" ContentType="application/vnd.ms-office.drawingml.diagramDrawing+xml"/>
  <Override PartName="/ppt/notesSlides/notesSlide187.xml" ContentType="application/vnd.openxmlformats-officedocument.presentationml.notesSlide+xml"/>
  <Override PartName="/ppt/diagrams/data188.xml" ContentType="application/vnd.openxmlformats-officedocument.drawingml.diagramData+xml"/>
  <Override PartName="/ppt/diagrams/layout188.xml" ContentType="application/vnd.openxmlformats-officedocument.drawingml.diagramLayout+xml"/>
  <Override PartName="/ppt/diagrams/quickStyle188.xml" ContentType="application/vnd.openxmlformats-officedocument.drawingml.diagramStyle+xml"/>
  <Override PartName="/ppt/diagrams/colors188.xml" ContentType="application/vnd.openxmlformats-officedocument.drawingml.diagramColors+xml"/>
  <Override PartName="/ppt/diagrams/drawing188.xml" ContentType="application/vnd.ms-office.drawingml.diagramDrawing+xml"/>
  <Override PartName="/ppt/notesSlides/notesSlide188.xml" ContentType="application/vnd.openxmlformats-officedocument.presentationml.notesSlide+xml"/>
  <Override PartName="/ppt/diagrams/data189.xml" ContentType="application/vnd.openxmlformats-officedocument.drawingml.diagramData+xml"/>
  <Override PartName="/ppt/diagrams/layout189.xml" ContentType="application/vnd.openxmlformats-officedocument.drawingml.diagramLayout+xml"/>
  <Override PartName="/ppt/diagrams/quickStyle189.xml" ContentType="application/vnd.openxmlformats-officedocument.drawingml.diagramStyle+xml"/>
  <Override PartName="/ppt/diagrams/colors189.xml" ContentType="application/vnd.openxmlformats-officedocument.drawingml.diagramColors+xml"/>
  <Override PartName="/ppt/diagrams/drawing189.xml" ContentType="application/vnd.ms-office.drawingml.diagramDrawing+xml"/>
  <Override PartName="/ppt/notesSlides/notesSlide189.xml" ContentType="application/vnd.openxmlformats-officedocument.presentationml.notesSlide+xml"/>
  <Override PartName="/ppt/diagrams/data190.xml" ContentType="application/vnd.openxmlformats-officedocument.drawingml.diagramData+xml"/>
  <Override PartName="/ppt/diagrams/layout190.xml" ContentType="application/vnd.openxmlformats-officedocument.drawingml.diagramLayout+xml"/>
  <Override PartName="/ppt/diagrams/quickStyle190.xml" ContentType="application/vnd.openxmlformats-officedocument.drawingml.diagramStyle+xml"/>
  <Override PartName="/ppt/diagrams/colors190.xml" ContentType="application/vnd.openxmlformats-officedocument.drawingml.diagramColors+xml"/>
  <Override PartName="/ppt/diagrams/drawing190.xml" ContentType="application/vnd.ms-office.drawingml.diagramDrawing+xml"/>
  <Override PartName="/ppt/notesSlides/notesSlide190.xml" ContentType="application/vnd.openxmlformats-officedocument.presentationml.notesSlide+xml"/>
  <Override PartName="/ppt/diagrams/data191.xml" ContentType="application/vnd.openxmlformats-officedocument.drawingml.diagramData+xml"/>
  <Override PartName="/ppt/diagrams/layout191.xml" ContentType="application/vnd.openxmlformats-officedocument.drawingml.diagramLayout+xml"/>
  <Override PartName="/ppt/diagrams/quickStyle191.xml" ContentType="application/vnd.openxmlformats-officedocument.drawingml.diagramStyle+xml"/>
  <Override PartName="/ppt/diagrams/colors191.xml" ContentType="application/vnd.openxmlformats-officedocument.drawingml.diagramColors+xml"/>
  <Override PartName="/ppt/diagrams/drawing191.xml" ContentType="application/vnd.ms-office.drawingml.diagramDrawing+xml"/>
  <Override PartName="/ppt/notesSlides/notesSlide191.xml" ContentType="application/vnd.openxmlformats-officedocument.presentationml.notesSlide+xml"/>
  <Override PartName="/ppt/diagrams/data192.xml" ContentType="application/vnd.openxmlformats-officedocument.drawingml.diagramData+xml"/>
  <Override PartName="/ppt/diagrams/layout192.xml" ContentType="application/vnd.openxmlformats-officedocument.drawingml.diagramLayout+xml"/>
  <Override PartName="/ppt/diagrams/quickStyle192.xml" ContentType="application/vnd.openxmlformats-officedocument.drawingml.diagramStyle+xml"/>
  <Override PartName="/ppt/diagrams/colors192.xml" ContentType="application/vnd.openxmlformats-officedocument.drawingml.diagramColors+xml"/>
  <Override PartName="/ppt/diagrams/drawing192.xml" ContentType="application/vnd.ms-office.drawingml.diagramDrawing+xml"/>
  <Override PartName="/ppt/notesSlides/notesSlide192.xml" ContentType="application/vnd.openxmlformats-officedocument.presentationml.notesSlide+xml"/>
  <Override PartName="/ppt/diagrams/data193.xml" ContentType="application/vnd.openxmlformats-officedocument.drawingml.diagramData+xml"/>
  <Override PartName="/ppt/diagrams/layout193.xml" ContentType="application/vnd.openxmlformats-officedocument.drawingml.diagramLayout+xml"/>
  <Override PartName="/ppt/diagrams/quickStyle193.xml" ContentType="application/vnd.openxmlformats-officedocument.drawingml.diagramStyle+xml"/>
  <Override PartName="/ppt/diagrams/colors193.xml" ContentType="application/vnd.openxmlformats-officedocument.drawingml.diagramColors+xml"/>
  <Override PartName="/ppt/diagrams/drawing193.xml" ContentType="application/vnd.ms-office.drawingml.diagramDrawing+xml"/>
  <Override PartName="/ppt/notesSlides/notesSlide193.xml" ContentType="application/vnd.openxmlformats-officedocument.presentationml.notesSlide+xml"/>
  <Override PartName="/ppt/diagrams/data194.xml" ContentType="application/vnd.openxmlformats-officedocument.drawingml.diagramData+xml"/>
  <Override PartName="/ppt/diagrams/layout194.xml" ContentType="application/vnd.openxmlformats-officedocument.drawingml.diagramLayout+xml"/>
  <Override PartName="/ppt/diagrams/quickStyle194.xml" ContentType="application/vnd.openxmlformats-officedocument.drawingml.diagramStyle+xml"/>
  <Override PartName="/ppt/diagrams/colors194.xml" ContentType="application/vnd.openxmlformats-officedocument.drawingml.diagramColors+xml"/>
  <Override PartName="/ppt/diagrams/drawing194.xml" ContentType="application/vnd.ms-office.drawingml.diagramDrawing+xml"/>
  <Override PartName="/ppt/notesSlides/notesSlide194.xml" ContentType="application/vnd.openxmlformats-officedocument.presentationml.notesSlide+xml"/>
  <Override PartName="/ppt/diagrams/data195.xml" ContentType="application/vnd.openxmlformats-officedocument.drawingml.diagramData+xml"/>
  <Override PartName="/ppt/diagrams/layout195.xml" ContentType="application/vnd.openxmlformats-officedocument.drawingml.diagramLayout+xml"/>
  <Override PartName="/ppt/diagrams/quickStyle195.xml" ContentType="application/vnd.openxmlformats-officedocument.drawingml.diagramStyle+xml"/>
  <Override PartName="/ppt/diagrams/colors195.xml" ContentType="application/vnd.openxmlformats-officedocument.drawingml.diagramColors+xml"/>
  <Override PartName="/ppt/diagrams/drawing195.xml" ContentType="application/vnd.ms-office.drawingml.diagramDrawing+xml"/>
  <Override PartName="/ppt/notesSlides/notesSlide195.xml" ContentType="application/vnd.openxmlformats-officedocument.presentationml.notesSlide+xml"/>
  <Override PartName="/ppt/diagrams/data196.xml" ContentType="application/vnd.openxmlformats-officedocument.drawingml.diagramData+xml"/>
  <Override PartName="/ppt/diagrams/layout196.xml" ContentType="application/vnd.openxmlformats-officedocument.drawingml.diagramLayout+xml"/>
  <Override PartName="/ppt/diagrams/quickStyle196.xml" ContentType="application/vnd.openxmlformats-officedocument.drawingml.diagramStyle+xml"/>
  <Override PartName="/ppt/diagrams/colors196.xml" ContentType="application/vnd.openxmlformats-officedocument.drawingml.diagramColors+xml"/>
  <Override PartName="/ppt/diagrams/drawing196.xml" ContentType="application/vnd.ms-office.drawingml.diagramDrawing+xml"/>
  <Override PartName="/ppt/notesSlides/notesSlide196.xml" ContentType="application/vnd.openxmlformats-officedocument.presentationml.notesSlide+xml"/>
  <Override PartName="/ppt/diagrams/data197.xml" ContentType="application/vnd.openxmlformats-officedocument.drawingml.diagramData+xml"/>
  <Override PartName="/ppt/diagrams/layout197.xml" ContentType="application/vnd.openxmlformats-officedocument.drawingml.diagramLayout+xml"/>
  <Override PartName="/ppt/diagrams/quickStyle197.xml" ContentType="application/vnd.openxmlformats-officedocument.drawingml.diagramStyle+xml"/>
  <Override PartName="/ppt/diagrams/colors197.xml" ContentType="application/vnd.openxmlformats-officedocument.drawingml.diagramColors+xml"/>
  <Override PartName="/ppt/diagrams/drawing197.xml" ContentType="application/vnd.ms-office.drawingml.diagramDrawing+xml"/>
  <Override PartName="/ppt/notesSlides/notesSlide197.xml" ContentType="application/vnd.openxmlformats-officedocument.presentationml.notesSlide+xml"/>
  <Override PartName="/ppt/diagrams/data198.xml" ContentType="application/vnd.openxmlformats-officedocument.drawingml.diagramData+xml"/>
  <Override PartName="/ppt/diagrams/layout198.xml" ContentType="application/vnd.openxmlformats-officedocument.drawingml.diagramLayout+xml"/>
  <Override PartName="/ppt/diagrams/quickStyle198.xml" ContentType="application/vnd.openxmlformats-officedocument.drawingml.diagramStyle+xml"/>
  <Override PartName="/ppt/diagrams/colors198.xml" ContentType="application/vnd.openxmlformats-officedocument.drawingml.diagramColors+xml"/>
  <Override PartName="/ppt/diagrams/drawing198.xml" ContentType="application/vnd.ms-office.drawingml.diagramDrawing+xml"/>
  <Override PartName="/ppt/notesSlides/notesSlide198.xml" ContentType="application/vnd.openxmlformats-officedocument.presentationml.notesSlide+xml"/>
  <Override PartName="/ppt/diagrams/data199.xml" ContentType="application/vnd.openxmlformats-officedocument.drawingml.diagramData+xml"/>
  <Override PartName="/ppt/diagrams/layout199.xml" ContentType="application/vnd.openxmlformats-officedocument.drawingml.diagramLayout+xml"/>
  <Override PartName="/ppt/diagrams/quickStyle199.xml" ContentType="application/vnd.openxmlformats-officedocument.drawingml.diagramStyle+xml"/>
  <Override PartName="/ppt/diagrams/colors199.xml" ContentType="application/vnd.openxmlformats-officedocument.drawingml.diagramColors+xml"/>
  <Override PartName="/ppt/diagrams/drawing199.xml" ContentType="application/vnd.ms-office.drawingml.diagramDrawing+xml"/>
  <Override PartName="/ppt/notesSlides/notesSlide199.xml" ContentType="application/vnd.openxmlformats-officedocument.presentationml.notesSlide+xml"/>
  <Override PartName="/ppt/diagrams/data200.xml" ContentType="application/vnd.openxmlformats-officedocument.drawingml.diagramData+xml"/>
  <Override PartName="/ppt/diagrams/layout200.xml" ContentType="application/vnd.openxmlformats-officedocument.drawingml.diagramLayout+xml"/>
  <Override PartName="/ppt/diagrams/quickStyle200.xml" ContentType="application/vnd.openxmlformats-officedocument.drawingml.diagramStyle+xml"/>
  <Override PartName="/ppt/diagrams/colors200.xml" ContentType="application/vnd.openxmlformats-officedocument.drawingml.diagramColors+xml"/>
  <Override PartName="/ppt/diagrams/drawing200.xml" ContentType="application/vnd.ms-office.drawingml.diagramDrawing+xml"/>
  <Override PartName="/ppt/notesSlides/notesSlide200.xml" ContentType="application/vnd.openxmlformats-officedocument.presentationml.notesSlide+xml"/>
  <Override PartName="/ppt/diagrams/data201.xml" ContentType="application/vnd.openxmlformats-officedocument.drawingml.diagramData+xml"/>
  <Override PartName="/ppt/diagrams/layout201.xml" ContentType="application/vnd.openxmlformats-officedocument.drawingml.diagramLayout+xml"/>
  <Override PartName="/ppt/diagrams/quickStyle201.xml" ContentType="application/vnd.openxmlformats-officedocument.drawingml.diagramStyle+xml"/>
  <Override PartName="/ppt/diagrams/colors201.xml" ContentType="application/vnd.openxmlformats-officedocument.drawingml.diagramColors+xml"/>
  <Override PartName="/ppt/diagrams/drawing201.xml" ContentType="application/vnd.ms-office.drawingml.diagramDrawing+xml"/>
  <Override PartName="/ppt/notesSlides/notesSlide201.xml" ContentType="application/vnd.openxmlformats-officedocument.presentationml.notesSlide+xml"/>
  <Override PartName="/ppt/diagrams/data202.xml" ContentType="application/vnd.openxmlformats-officedocument.drawingml.diagramData+xml"/>
  <Override PartName="/ppt/diagrams/layout202.xml" ContentType="application/vnd.openxmlformats-officedocument.drawingml.diagramLayout+xml"/>
  <Override PartName="/ppt/diagrams/quickStyle202.xml" ContentType="application/vnd.openxmlformats-officedocument.drawingml.diagramStyle+xml"/>
  <Override PartName="/ppt/diagrams/colors202.xml" ContentType="application/vnd.openxmlformats-officedocument.drawingml.diagramColors+xml"/>
  <Override PartName="/ppt/diagrams/drawing202.xml" ContentType="application/vnd.ms-office.drawingml.diagramDrawing+xml"/>
  <Override PartName="/ppt/diagrams/data203.xml" ContentType="application/vnd.openxmlformats-officedocument.drawingml.diagramData+xml"/>
  <Override PartName="/ppt/diagrams/layout203.xml" ContentType="application/vnd.openxmlformats-officedocument.drawingml.diagramLayout+xml"/>
  <Override PartName="/ppt/diagrams/quickStyle203.xml" ContentType="application/vnd.openxmlformats-officedocument.drawingml.diagramStyle+xml"/>
  <Override PartName="/ppt/diagrams/colors203.xml" ContentType="application/vnd.openxmlformats-officedocument.drawingml.diagramColors+xml"/>
  <Override PartName="/ppt/diagrams/drawing203.xml" ContentType="application/vnd.ms-office.drawingml.diagramDrawing+xml"/>
  <Override PartName="/ppt/notesSlides/notesSlide202.xml" ContentType="application/vnd.openxmlformats-officedocument.presentationml.notesSlide+xml"/>
  <Override PartName="/ppt/diagrams/data204.xml" ContentType="application/vnd.openxmlformats-officedocument.drawingml.diagramData+xml"/>
  <Override PartName="/ppt/diagrams/layout204.xml" ContentType="application/vnd.openxmlformats-officedocument.drawingml.diagramLayout+xml"/>
  <Override PartName="/ppt/diagrams/quickStyle204.xml" ContentType="application/vnd.openxmlformats-officedocument.drawingml.diagramStyle+xml"/>
  <Override PartName="/ppt/diagrams/colors204.xml" ContentType="application/vnd.openxmlformats-officedocument.drawingml.diagramColors+xml"/>
  <Override PartName="/ppt/diagrams/drawing204.xml" ContentType="application/vnd.ms-office.drawingml.diagramDrawing+xml"/>
  <Override PartName="/ppt/notesSlides/notesSlide203.xml" ContentType="application/vnd.openxmlformats-officedocument.presentationml.notesSlide+xml"/>
  <Override PartName="/ppt/diagrams/data205.xml" ContentType="application/vnd.openxmlformats-officedocument.drawingml.diagramData+xml"/>
  <Override PartName="/ppt/diagrams/layout205.xml" ContentType="application/vnd.openxmlformats-officedocument.drawingml.diagramLayout+xml"/>
  <Override PartName="/ppt/diagrams/quickStyle205.xml" ContentType="application/vnd.openxmlformats-officedocument.drawingml.diagramStyle+xml"/>
  <Override PartName="/ppt/diagrams/colors205.xml" ContentType="application/vnd.openxmlformats-officedocument.drawingml.diagramColors+xml"/>
  <Override PartName="/ppt/diagrams/drawing205.xml" ContentType="application/vnd.ms-office.drawingml.diagramDrawing+xml"/>
  <Override PartName="/ppt/notesSlides/notesSlide204.xml" ContentType="application/vnd.openxmlformats-officedocument.presentationml.notesSlide+xml"/>
  <Override PartName="/ppt/diagrams/data206.xml" ContentType="application/vnd.openxmlformats-officedocument.drawingml.diagramData+xml"/>
  <Override PartName="/ppt/diagrams/layout206.xml" ContentType="application/vnd.openxmlformats-officedocument.drawingml.diagramLayout+xml"/>
  <Override PartName="/ppt/diagrams/quickStyle206.xml" ContentType="application/vnd.openxmlformats-officedocument.drawingml.diagramStyle+xml"/>
  <Override PartName="/ppt/diagrams/colors206.xml" ContentType="application/vnd.openxmlformats-officedocument.drawingml.diagramColors+xml"/>
  <Override PartName="/ppt/diagrams/drawing206.xml" ContentType="application/vnd.ms-office.drawingml.diagramDrawing+xml"/>
  <Override PartName="/ppt/notesSlides/notesSlide205.xml" ContentType="application/vnd.openxmlformats-officedocument.presentationml.notesSlide+xml"/>
  <Override PartName="/ppt/diagrams/data207.xml" ContentType="application/vnd.openxmlformats-officedocument.drawingml.diagramData+xml"/>
  <Override PartName="/ppt/diagrams/layout207.xml" ContentType="application/vnd.openxmlformats-officedocument.drawingml.diagramLayout+xml"/>
  <Override PartName="/ppt/diagrams/quickStyle207.xml" ContentType="application/vnd.openxmlformats-officedocument.drawingml.diagramStyle+xml"/>
  <Override PartName="/ppt/diagrams/colors207.xml" ContentType="application/vnd.openxmlformats-officedocument.drawingml.diagramColors+xml"/>
  <Override PartName="/ppt/diagrams/drawing207.xml" ContentType="application/vnd.ms-office.drawingml.diagramDrawing+xml"/>
  <Override PartName="/ppt/notesSlides/notesSlide206.xml" ContentType="application/vnd.openxmlformats-officedocument.presentationml.notesSlide+xml"/>
  <Override PartName="/ppt/diagrams/data208.xml" ContentType="application/vnd.openxmlformats-officedocument.drawingml.diagramData+xml"/>
  <Override PartName="/ppt/diagrams/layout208.xml" ContentType="application/vnd.openxmlformats-officedocument.drawingml.diagramLayout+xml"/>
  <Override PartName="/ppt/diagrams/quickStyle208.xml" ContentType="application/vnd.openxmlformats-officedocument.drawingml.diagramStyle+xml"/>
  <Override PartName="/ppt/diagrams/colors208.xml" ContentType="application/vnd.openxmlformats-officedocument.drawingml.diagramColors+xml"/>
  <Override PartName="/ppt/diagrams/drawing208.xml" ContentType="application/vnd.ms-office.drawingml.diagramDrawing+xml"/>
  <Override PartName="/ppt/notesSlides/notesSlide207.xml" ContentType="application/vnd.openxmlformats-officedocument.presentationml.notesSlide+xml"/>
  <Override PartName="/ppt/diagrams/data209.xml" ContentType="application/vnd.openxmlformats-officedocument.drawingml.diagramData+xml"/>
  <Override PartName="/ppt/diagrams/layout209.xml" ContentType="application/vnd.openxmlformats-officedocument.drawingml.diagramLayout+xml"/>
  <Override PartName="/ppt/diagrams/quickStyle209.xml" ContentType="application/vnd.openxmlformats-officedocument.drawingml.diagramStyle+xml"/>
  <Override PartName="/ppt/diagrams/colors209.xml" ContentType="application/vnd.openxmlformats-officedocument.drawingml.diagramColors+xml"/>
  <Override PartName="/ppt/diagrams/drawing209.xml" ContentType="application/vnd.ms-office.drawingml.diagramDrawing+xml"/>
  <Override PartName="/ppt/notesSlides/notesSlide208.xml" ContentType="application/vnd.openxmlformats-officedocument.presentationml.notesSlide+xml"/>
  <Override PartName="/ppt/diagrams/data210.xml" ContentType="application/vnd.openxmlformats-officedocument.drawingml.diagramData+xml"/>
  <Override PartName="/ppt/diagrams/layout210.xml" ContentType="application/vnd.openxmlformats-officedocument.drawingml.diagramLayout+xml"/>
  <Override PartName="/ppt/diagrams/quickStyle210.xml" ContentType="application/vnd.openxmlformats-officedocument.drawingml.diagramStyle+xml"/>
  <Override PartName="/ppt/diagrams/colors210.xml" ContentType="application/vnd.openxmlformats-officedocument.drawingml.diagramColors+xml"/>
  <Override PartName="/ppt/diagrams/drawing210.xml" ContentType="application/vnd.ms-office.drawingml.diagramDrawing+xml"/>
  <Override PartName="/ppt/notesSlides/notesSlide209.xml" ContentType="application/vnd.openxmlformats-officedocument.presentationml.notesSlide+xml"/>
  <Override PartName="/ppt/diagrams/data211.xml" ContentType="application/vnd.openxmlformats-officedocument.drawingml.diagramData+xml"/>
  <Override PartName="/ppt/diagrams/layout211.xml" ContentType="application/vnd.openxmlformats-officedocument.drawingml.diagramLayout+xml"/>
  <Override PartName="/ppt/diagrams/quickStyle211.xml" ContentType="application/vnd.openxmlformats-officedocument.drawingml.diagramStyle+xml"/>
  <Override PartName="/ppt/diagrams/colors211.xml" ContentType="application/vnd.openxmlformats-officedocument.drawingml.diagramColors+xml"/>
  <Override PartName="/ppt/diagrams/drawing211.xml" ContentType="application/vnd.ms-office.drawingml.diagramDrawing+xml"/>
  <Override PartName="/ppt/notesSlides/notesSlide210.xml" ContentType="application/vnd.openxmlformats-officedocument.presentationml.notesSlide+xml"/>
  <Override PartName="/ppt/diagrams/data212.xml" ContentType="application/vnd.openxmlformats-officedocument.drawingml.diagramData+xml"/>
  <Override PartName="/ppt/diagrams/layout212.xml" ContentType="application/vnd.openxmlformats-officedocument.drawingml.diagramLayout+xml"/>
  <Override PartName="/ppt/diagrams/quickStyle212.xml" ContentType="application/vnd.openxmlformats-officedocument.drawingml.diagramStyle+xml"/>
  <Override PartName="/ppt/diagrams/colors212.xml" ContentType="application/vnd.openxmlformats-officedocument.drawingml.diagramColors+xml"/>
  <Override PartName="/ppt/diagrams/drawing212.xml" ContentType="application/vnd.ms-office.drawingml.diagramDrawing+xml"/>
  <Override PartName="/ppt/notesSlides/notesSlide211.xml" ContentType="application/vnd.openxmlformats-officedocument.presentationml.notesSlide+xml"/>
  <Override PartName="/ppt/diagrams/data213.xml" ContentType="application/vnd.openxmlformats-officedocument.drawingml.diagramData+xml"/>
  <Override PartName="/ppt/diagrams/layout213.xml" ContentType="application/vnd.openxmlformats-officedocument.drawingml.diagramLayout+xml"/>
  <Override PartName="/ppt/diagrams/quickStyle213.xml" ContentType="application/vnd.openxmlformats-officedocument.drawingml.diagramStyle+xml"/>
  <Override PartName="/ppt/diagrams/colors213.xml" ContentType="application/vnd.openxmlformats-officedocument.drawingml.diagramColors+xml"/>
  <Override PartName="/ppt/diagrams/drawing213.xml" ContentType="application/vnd.ms-office.drawingml.diagramDrawing+xml"/>
  <Override PartName="/ppt/notesSlides/notesSlide212.xml" ContentType="application/vnd.openxmlformats-officedocument.presentationml.notesSlide+xml"/>
  <Override PartName="/ppt/diagrams/data214.xml" ContentType="application/vnd.openxmlformats-officedocument.drawingml.diagramData+xml"/>
  <Override PartName="/ppt/diagrams/layout214.xml" ContentType="application/vnd.openxmlformats-officedocument.drawingml.diagramLayout+xml"/>
  <Override PartName="/ppt/diagrams/quickStyle214.xml" ContentType="application/vnd.openxmlformats-officedocument.drawingml.diagramStyle+xml"/>
  <Override PartName="/ppt/diagrams/colors214.xml" ContentType="application/vnd.openxmlformats-officedocument.drawingml.diagramColors+xml"/>
  <Override PartName="/ppt/diagrams/drawing214.xml" ContentType="application/vnd.ms-office.drawingml.diagramDrawing+xml"/>
  <Override PartName="/ppt/notesSlides/notesSlide213.xml" ContentType="application/vnd.openxmlformats-officedocument.presentationml.notesSlide+xml"/>
  <Override PartName="/ppt/diagrams/data215.xml" ContentType="application/vnd.openxmlformats-officedocument.drawingml.diagramData+xml"/>
  <Override PartName="/ppt/diagrams/layout215.xml" ContentType="application/vnd.openxmlformats-officedocument.drawingml.diagramLayout+xml"/>
  <Override PartName="/ppt/diagrams/quickStyle215.xml" ContentType="application/vnd.openxmlformats-officedocument.drawingml.diagramStyle+xml"/>
  <Override PartName="/ppt/diagrams/colors215.xml" ContentType="application/vnd.openxmlformats-officedocument.drawingml.diagramColors+xml"/>
  <Override PartName="/ppt/diagrams/drawing215.xml" ContentType="application/vnd.ms-office.drawingml.diagramDrawing+xml"/>
  <Override PartName="/ppt/notesSlides/notesSlide214.xml" ContentType="application/vnd.openxmlformats-officedocument.presentationml.notesSlide+xml"/>
  <Override PartName="/ppt/diagrams/data216.xml" ContentType="application/vnd.openxmlformats-officedocument.drawingml.diagramData+xml"/>
  <Override PartName="/ppt/diagrams/layout216.xml" ContentType="application/vnd.openxmlformats-officedocument.drawingml.diagramLayout+xml"/>
  <Override PartName="/ppt/diagrams/quickStyle216.xml" ContentType="application/vnd.openxmlformats-officedocument.drawingml.diagramStyle+xml"/>
  <Override PartName="/ppt/diagrams/colors216.xml" ContentType="application/vnd.openxmlformats-officedocument.drawingml.diagramColors+xml"/>
  <Override PartName="/ppt/diagrams/drawing216.xml" ContentType="application/vnd.ms-office.drawingml.diagramDrawing+xml"/>
  <Override PartName="/ppt/notesSlides/notesSlide215.xml" ContentType="application/vnd.openxmlformats-officedocument.presentationml.notesSlide+xml"/>
  <Override PartName="/ppt/diagrams/data217.xml" ContentType="application/vnd.openxmlformats-officedocument.drawingml.diagramData+xml"/>
  <Override PartName="/ppt/diagrams/layout217.xml" ContentType="application/vnd.openxmlformats-officedocument.drawingml.diagramLayout+xml"/>
  <Override PartName="/ppt/diagrams/quickStyle217.xml" ContentType="application/vnd.openxmlformats-officedocument.drawingml.diagramStyle+xml"/>
  <Override PartName="/ppt/diagrams/colors217.xml" ContentType="application/vnd.openxmlformats-officedocument.drawingml.diagramColors+xml"/>
  <Override PartName="/ppt/diagrams/drawing217.xml" ContentType="application/vnd.ms-office.drawingml.diagramDrawing+xml"/>
  <Override PartName="/ppt/notesSlides/notesSlide216.xml" ContentType="application/vnd.openxmlformats-officedocument.presentationml.notesSlide+xml"/>
  <Override PartName="/ppt/diagrams/data218.xml" ContentType="application/vnd.openxmlformats-officedocument.drawingml.diagramData+xml"/>
  <Override PartName="/ppt/diagrams/layout218.xml" ContentType="application/vnd.openxmlformats-officedocument.drawingml.diagramLayout+xml"/>
  <Override PartName="/ppt/diagrams/quickStyle218.xml" ContentType="application/vnd.openxmlformats-officedocument.drawingml.diagramStyle+xml"/>
  <Override PartName="/ppt/diagrams/colors218.xml" ContentType="application/vnd.openxmlformats-officedocument.drawingml.diagramColors+xml"/>
  <Override PartName="/ppt/diagrams/drawing218.xml" ContentType="application/vnd.ms-office.drawingml.diagramDrawing+xml"/>
  <Override PartName="/ppt/notesSlides/notesSlide217.xml" ContentType="application/vnd.openxmlformats-officedocument.presentationml.notesSlide+xml"/>
  <Override PartName="/ppt/diagrams/data219.xml" ContentType="application/vnd.openxmlformats-officedocument.drawingml.diagramData+xml"/>
  <Override PartName="/ppt/diagrams/layout219.xml" ContentType="application/vnd.openxmlformats-officedocument.drawingml.diagramLayout+xml"/>
  <Override PartName="/ppt/diagrams/quickStyle219.xml" ContentType="application/vnd.openxmlformats-officedocument.drawingml.diagramStyle+xml"/>
  <Override PartName="/ppt/diagrams/colors219.xml" ContentType="application/vnd.openxmlformats-officedocument.drawingml.diagramColors+xml"/>
  <Override PartName="/ppt/diagrams/drawing219.xml" ContentType="application/vnd.ms-office.drawingml.diagramDrawing+xml"/>
  <Override PartName="/ppt/notesSlides/notesSlide218.xml" ContentType="application/vnd.openxmlformats-officedocument.presentationml.notesSlide+xml"/>
  <Override PartName="/ppt/diagrams/data220.xml" ContentType="application/vnd.openxmlformats-officedocument.drawingml.diagramData+xml"/>
  <Override PartName="/ppt/diagrams/layout220.xml" ContentType="application/vnd.openxmlformats-officedocument.drawingml.diagramLayout+xml"/>
  <Override PartName="/ppt/diagrams/quickStyle220.xml" ContentType="application/vnd.openxmlformats-officedocument.drawingml.diagramStyle+xml"/>
  <Override PartName="/ppt/diagrams/colors220.xml" ContentType="application/vnd.openxmlformats-officedocument.drawingml.diagramColors+xml"/>
  <Override PartName="/ppt/diagrams/drawing220.xml" ContentType="application/vnd.ms-office.drawingml.diagramDrawing+xml"/>
  <Override PartName="/ppt/notesSlides/notesSlide219.xml" ContentType="application/vnd.openxmlformats-officedocument.presentationml.notesSlide+xml"/>
  <Override PartName="/ppt/diagrams/data221.xml" ContentType="application/vnd.openxmlformats-officedocument.drawingml.diagramData+xml"/>
  <Override PartName="/ppt/diagrams/layout221.xml" ContentType="application/vnd.openxmlformats-officedocument.drawingml.diagramLayout+xml"/>
  <Override PartName="/ppt/diagrams/quickStyle221.xml" ContentType="application/vnd.openxmlformats-officedocument.drawingml.diagramStyle+xml"/>
  <Override PartName="/ppt/diagrams/colors221.xml" ContentType="application/vnd.openxmlformats-officedocument.drawingml.diagramColors+xml"/>
  <Override PartName="/ppt/diagrams/drawing221.xml" ContentType="application/vnd.ms-office.drawingml.diagramDrawing+xml"/>
  <Override PartName="/ppt/notesSlides/notesSlide220.xml" ContentType="application/vnd.openxmlformats-officedocument.presentationml.notesSlide+xml"/>
  <Override PartName="/ppt/diagrams/data222.xml" ContentType="application/vnd.openxmlformats-officedocument.drawingml.diagramData+xml"/>
  <Override PartName="/ppt/diagrams/layout222.xml" ContentType="application/vnd.openxmlformats-officedocument.drawingml.diagramLayout+xml"/>
  <Override PartName="/ppt/diagrams/quickStyle222.xml" ContentType="application/vnd.openxmlformats-officedocument.drawingml.diagramStyle+xml"/>
  <Override PartName="/ppt/diagrams/colors222.xml" ContentType="application/vnd.openxmlformats-officedocument.drawingml.diagramColors+xml"/>
  <Override PartName="/ppt/diagrams/drawing222.xml" ContentType="application/vnd.ms-office.drawingml.diagramDrawing+xml"/>
  <Override PartName="/ppt/notesSlides/notesSlide221.xml" ContentType="application/vnd.openxmlformats-officedocument.presentationml.notesSlide+xml"/>
  <Override PartName="/ppt/diagrams/data223.xml" ContentType="application/vnd.openxmlformats-officedocument.drawingml.diagramData+xml"/>
  <Override PartName="/ppt/diagrams/layout223.xml" ContentType="application/vnd.openxmlformats-officedocument.drawingml.diagramLayout+xml"/>
  <Override PartName="/ppt/diagrams/quickStyle223.xml" ContentType="application/vnd.openxmlformats-officedocument.drawingml.diagramStyle+xml"/>
  <Override PartName="/ppt/diagrams/colors223.xml" ContentType="application/vnd.openxmlformats-officedocument.drawingml.diagramColors+xml"/>
  <Override PartName="/ppt/diagrams/drawing223.xml" ContentType="application/vnd.ms-office.drawingml.diagramDrawing+xml"/>
  <Override PartName="/ppt/notesSlides/notesSlide222.xml" ContentType="application/vnd.openxmlformats-officedocument.presentationml.notesSlide+xml"/>
  <Override PartName="/ppt/diagrams/data224.xml" ContentType="application/vnd.openxmlformats-officedocument.drawingml.diagramData+xml"/>
  <Override PartName="/ppt/diagrams/layout224.xml" ContentType="application/vnd.openxmlformats-officedocument.drawingml.diagramLayout+xml"/>
  <Override PartName="/ppt/diagrams/quickStyle224.xml" ContentType="application/vnd.openxmlformats-officedocument.drawingml.diagramStyle+xml"/>
  <Override PartName="/ppt/diagrams/colors224.xml" ContentType="application/vnd.openxmlformats-officedocument.drawingml.diagramColors+xml"/>
  <Override PartName="/ppt/diagrams/drawing224.xml" ContentType="application/vnd.ms-office.drawingml.diagramDrawing+xml"/>
  <Override PartName="/ppt/notesSlides/notesSlide223.xml" ContentType="application/vnd.openxmlformats-officedocument.presentationml.notesSlide+xml"/>
  <Override PartName="/ppt/diagrams/data225.xml" ContentType="application/vnd.openxmlformats-officedocument.drawingml.diagramData+xml"/>
  <Override PartName="/ppt/diagrams/layout225.xml" ContentType="application/vnd.openxmlformats-officedocument.drawingml.diagramLayout+xml"/>
  <Override PartName="/ppt/diagrams/quickStyle225.xml" ContentType="application/vnd.openxmlformats-officedocument.drawingml.diagramStyle+xml"/>
  <Override PartName="/ppt/diagrams/colors225.xml" ContentType="application/vnd.openxmlformats-officedocument.drawingml.diagramColors+xml"/>
  <Override PartName="/ppt/diagrams/drawing225.xml" ContentType="application/vnd.ms-office.drawingml.diagramDrawing+xml"/>
  <Override PartName="/ppt/notesSlides/notesSlide224.xml" ContentType="application/vnd.openxmlformats-officedocument.presentationml.notesSlide+xml"/>
  <Override PartName="/ppt/diagrams/data226.xml" ContentType="application/vnd.openxmlformats-officedocument.drawingml.diagramData+xml"/>
  <Override PartName="/ppt/diagrams/layout226.xml" ContentType="application/vnd.openxmlformats-officedocument.drawingml.diagramLayout+xml"/>
  <Override PartName="/ppt/diagrams/quickStyle226.xml" ContentType="application/vnd.openxmlformats-officedocument.drawingml.diagramStyle+xml"/>
  <Override PartName="/ppt/diagrams/colors226.xml" ContentType="application/vnd.openxmlformats-officedocument.drawingml.diagramColors+xml"/>
  <Override PartName="/ppt/diagrams/drawing226.xml" ContentType="application/vnd.ms-office.drawingml.diagramDrawing+xml"/>
  <Override PartName="/ppt/notesSlides/notesSlide225.xml" ContentType="application/vnd.openxmlformats-officedocument.presentationml.notesSlide+xml"/>
  <Override PartName="/ppt/diagrams/data227.xml" ContentType="application/vnd.openxmlformats-officedocument.drawingml.diagramData+xml"/>
  <Override PartName="/ppt/diagrams/layout227.xml" ContentType="application/vnd.openxmlformats-officedocument.drawingml.diagramLayout+xml"/>
  <Override PartName="/ppt/diagrams/quickStyle227.xml" ContentType="application/vnd.openxmlformats-officedocument.drawingml.diagramStyle+xml"/>
  <Override PartName="/ppt/diagrams/colors227.xml" ContentType="application/vnd.openxmlformats-officedocument.drawingml.diagramColors+xml"/>
  <Override PartName="/ppt/diagrams/drawing227.xml" ContentType="application/vnd.ms-office.drawingml.diagramDrawing+xml"/>
  <Override PartName="/ppt/notesSlides/notesSlide226.xml" ContentType="application/vnd.openxmlformats-officedocument.presentationml.notesSlide+xml"/>
  <Override PartName="/ppt/diagrams/data228.xml" ContentType="application/vnd.openxmlformats-officedocument.drawingml.diagramData+xml"/>
  <Override PartName="/ppt/diagrams/layout228.xml" ContentType="application/vnd.openxmlformats-officedocument.drawingml.diagramLayout+xml"/>
  <Override PartName="/ppt/diagrams/quickStyle228.xml" ContentType="application/vnd.openxmlformats-officedocument.drawingml.diagramStyle+xml"/>
  <Override PartName="/ppt/diagrams/colors228.xml" ContentType="application/vnd.openxmlformats-officedocument.drawingml.diagramColors+xml"/>
  <Override PartName="/ppt/diagrams/drawing228.xml" ContentType="application/vnd.ms-office.drawingml.diagramDrawing+xml"/>
  <Override PartName="/ppt/notesSlides/notesSlide227.xml" ContentType="application/vnd.openxmlformats-officedocument.presentationml.notesSlide+xml"/>
  <Override PartName="/ppt/diagrams/data229.xml" ContentType="application/vnd.openxmlformats-officedocument.drawingml.diagramData+xml"/>
  <Override PartName="/ppt/diagrams/layout229.xml" ContentType="application/vnd.openxmlformats-officedocument.drawingml.diagramLayout+xml"/>
  <Override PartName="/ppt/diagrams/quickStyle229.xml" ContentType="application/vnd.openxmlformats-officedocument.drawingml.diagramStyle+xml"/>
  <Override PartName="/ppt/diagrams/colors229.xml" ContentType="application/vnd.openxmlformats-officedocument.drawingml.diagramColors+xml"/>
  <Override PartName="/ppt/diagrams/drawing229.xml" ContentType="application/vnd.ms-office.drawingml.diagramDrawing+xml"/>
  <Override PartName="/ppt/notesSlides/notesSlide228.xml" ContentType="application/vnd.openxmlformats-officedocument.presentationml.notesSlide+xml"/>
  <Override PartName="/ppt/diagrams/data230.xml" ContentType="application/vnd.openxmlformats-officedocument.drawingml.diagramData+xml"/>
  <Override PartName="/ppt/diagrams/layout230.xml" ContentType="application/vnd.openxmlformats-officedocument.drawingml.diagramLayout+xml"/>
  <Override PartName="/ppt/diagrams/quickStyle230.xml" ContentType="application/vnd.openxmlformats-officedocument.drawingml.diagramStyle+xml"/>
  <Override PartName="/ppt/diagrams/colors230.xml" ContentType="application/vnd.openxmlformats-officedocument.drawingml.diagramColors+xml"/>
  <Override PartName="/ppt/diagrams/drawing230.xml" ContentType="application/vnd.ms-office.drawingml.diagramDrawing+xml"/>
  <Override PartName="/ppt/notesSlides/notesSlide229.xml" ContentType="application/vnd.openxmlformats-officedocument.presentationml.notesSlide+xml"/>
  <Override PartName="/ppt/diagrams/data231.xml" ContentType="application/vnd.openxmlformats-officedocument.drawingml.diagramData+xml"/>
  <Override PartName="/ppt/diagrams/layout231.xml" ContentType="application/vnd.openxmlformats-officedocument.drawingml.diagramLayout+xml"/>
  <Override PartName="/ppt/diagrams/quickStyle231.xml" ContentType="application/vnd.openxmlformats-officedocument.drawingml.diagramStyle+xml"/>
  <Override PartName="/ppt/diagrams/colors231.xml" ContentType="application/vnd.openxmlformats-officedocument.drawingml.diagramColors+xml"/>
  <Override PartName="/ppt/diagrams/drawing231.xml" ContentType="application/vnd.ms-office.drawingml.diagramDrawing+xml"/>
  <Override PartName="/ppt/notesSlides/notesSlide230.xml" ContentType="application/vnd.openxmlformats-officedocument.presentationml.notesSlide+xml"/>
  <Override PartName="/ppt/diagrams/data232.xml" ContentType="application/vnd.openxmlformats-officedocument.drawingml.diagramData+xml"/>
  <Override PartName="/ppt/diagrams/layout232.xml" ContentType="application/vnd.openxmlformats-officedocument.drawingml.diagramLayout+xml"/>
  <Override PartName="/ppt/diagrams/quickStyle232.xml" ContentType="application/vnd.openxmlformats-officedocument.drawingml.diagramStyle+xml"/>
  <Override PartName="/ppt/diagrams/colors232.xml" ContentType="application/vnd.openxmlformats-officedocument.drawingml.diagramColors+xml"/>
  <Override PartName="/ppt/diagrams/drawing232.xml" ContentType="application/vnd.ms-office.drawingml.diagramDrawing+xml"/>
  <Override PartName="/ppt/notesSlides/notesSlide231.xml" ContentType="application/vnd.openxmlformats-officedocument.presentationml.notesSlide+xml"/>
  <Override PartName="/ppt/diagrams/data233.xml" ContentType="application/vnd.openxmlformats-officedocument.drawingml.diagramData+xml"/>
  <Override PartName="/ppt/diagrams/layout233.xml" ContentType="application/vnd.openxmlformats-officedocument.drawingml.diagramLayout+xml"/>
  <Override PartName="/ppt/diagrams/quickStyle233.xml" ContentType="application/vnd.openxmlformats-officedocument.drawingml.diagramStyle+xml"/>
  <Override PartName="/ppt/diagrams/colors233.xml" ContentType="application/vnd.openxmlformats-officedocument.drawingml.diagramColors+xml"/>
  <Override PartName="/ppt/diagrams/drawing233.xml" ContentType="application/vnd.ms-office.drawingml.diagramDrawing+xml"/>
  <Override PartName="/ppt/notesSlides/notesSlide232.xml" ContentType="application/vnd.openxmlformats-officedocument.presentationml.notesSlide+xml"/>
  <Override PartName="/ppt/diagrams/data234.xml" ContentType="application/vnd.openxmlformats-officedocument.drawingml.diagramData+xml"/>
  <Override PartName="/ppt/diagrams/layout234.xml" ContentType="application/vnd.openxmlformats-officedocument.drawingml.diagramLayout+xml"/>
  <Override PartName="/ppt/diagrams/quickStyle234.xml" ContentType="application/vnd.openxmlformats-officedocument.drawingml.diagramStyle+xml"/>
  <Override PartName="/ppt/diagrams/colors234.xml" ContentType="application/vnd.openxmlformats-officedocument.drawingml.diagramColors+xml"/>
  <Override PartName="/ppt/diagrams/drawing234.xml" ContentType="application/vnd.ms-office.drawingml.diagramDrawing+xml"/>
  <Override PartName="/ppt/notesSlides/notesSlide233.xml" ContentType="application/vnd.openxmlformats-officedocument.presentationml.notesSlide+xml"/>
  <Override PartName="/ppt/diagrams/data235.xml" ContentType="application/vnd.openxmlformats-officedocument.drawingml.diagramData+xml"/>
  <Override PartName="/ppt/diagrams/layout235.xml" ContentType="application/vnd.openxmlformats-officedocument.drawingml.diagramLayout+xml"/>
  <Override PartName="/ppt/diagrams/quickStyle235.xml" ContentType="application/vnd.openxmlformats-officedocument.drawingml.diagramStyle+xml"/>
  <Override PartName="/ppt/diagrams/colors235.xml" ContentType="application/vnd.openxmlformats-officedocument.drawingml.diagramColors+xml"/>
  <Override PartName="/ppt/diagrams/drawing235.xml" ContentType="application/vnd.ms-office.drawingml.diagramDrawing+xml"/>
  <Override PartName="/ppt/notesSlides/notesSlide234.xml" ContentType="application/vnd.openxmlformats-officedocument.presentationml.notesSlide+xml"/>
  <Override PartName="/ppt/diagrams/data236.xml" ContentType="application/vnd.openxmlformats-officedocument.drawingml.diagramData+xml"/>
  <Override PartName="/ppt/diagrams/layout236.xml" ContentType="application/vnd.openxmlformats-officedocument.drawingml.diagramLayout+xml"/>
  <Override PartName="/ppt/diagrams/quickStyle236.xml" ContentType="application/vnd.openxmlformats-officedocument.drawingml.diagramStyle+xml"/>
  <Override PartName="/ppt/diagrams/colors236.xml" ContentType="application/vnd.openxmlformats-officedocument.drawingml.diagramColors+xml"/>
  <Override PartName="/ppt/diagrams/drawing236.xml" ContentType="application/vnd.ms-office.drawingml.diagramDrawing+xml"/>
  <Override PartName="/ppt/notesSlides/notesSlide235.xml" ContentType="application/vnd.openxmlformats-officedocument.presentationml.notesSlide+xml"/>
  <Override PartName="/ppt/diagrams/data237.xml" ContentType="application/vnd.openxmlformats-officedocument.drawingml.diagramData+xml"/>
  <Override PartName="/ppt/diagrams/layout237.xml" ContentType="application/vnd.openxmlformats-officedocument.drawingml.diagramLayout+xml"/>
  <Override PartName="/ppt/diagrams/quickStyle237.xml" ContentType="application/vnd.openxmlformats-officedocument.drawingml.diagramStyle+xml"/>
  <Override PartName="/ppt/diagrams/colors237.xml" ContentType="application/vnd.openxmlformats-officedocument.drawingml.diagramColors+xml"/>
  <Override PartName="/ppt/diagrams/drawing237.xml" ContentType="application/vnd.ms-office.drawingml.diagramDrawing+xml"/>
  <Override PartName="/ppt/notesSlides/notesSlide236.xml" ContentType="application/vnd.openxmlformats-officedocument.presentationml.notesSlide+xml"/>
  <Override PartName="/ppt/diagrams/data238.xml" ContentType="application/vnd.openxmlformats-officedocument.drawingml.diagramData+xml"/>
  <Override PartName="/ppt/diagrams/layout238.xml" ContentType="application/vnd.openxmlformats-officedocument.drawingml.diagramLayout+xml"/>
  <Override PartName="/ppt/diagrams/quickStyle238.xml" ContentType="application/vnd.openxmlformats-officedocument.drawingml.diagramStyle+xml"/>
  <Override PartName="/ppt/diagrams/colors238.xml" ContentType="application/vnd.openxmlformats-officedocument.drawingml.diagramColors+xml"/>
  <Override PartName="/ppt/diagrams/drawing238.xml" ContentType="application/vnd.ms-office.drawingml.diagramDrawing+xml"/>
  <Override PartName="/ppt/notesSlides/notesSlide237.xml" ContentType="application/vnd.openxmlformats-officedocument.presentationml.notesSlide+xml"/>
  <Override PartName="/ppt/diagrams/data239.xml" ContentType="application/vnd.openxmlformats-officedocument.drawingml.diagramData+xml"/>
  <Override PartName="/ppt/diagrams/layout239.xml" ContentType="application/vnd.openxmlformats-officedocument.drawingml.diagramLayout+xml"/>
  <Override PartName="/ppt/diagrams/quickStyle239.xml" ContentType="application/vnd.openxmlformats-officedocument.drawingml.diagramStyle+xml"/>
  <Override PartName="/ppt/diagrams/colors239.xml" ContentType="application/vnd.openxmlformats-officedocument.drawingml.diagramColors+xml"/>
  <Override PartName="/ppt/diagrams/drawing239.xml" ContentType="application/vnd.ms-office.drawingml.diagramDrawing+xml"/>
  <Override PartName="/ppt/notesSlides/notesSlide238.xml" ContentType="application/vnd.openxmlformats-officedocument.presentationml.notesSlide+xml"/>
  <Override PartName="/ppt/diagrams/data240.xml" ContentType="application/vnd.openxmlformats-officedocument.drawingml.diagramData+xml"/>
  <Override PartName="/ppt/diagrams/layout240.xml" ContentType="application/vnd.openxmlformats-officedocument.drawingml.diagramLayout+xml"/>
  <Override PartName="/ppt/diagrams/quickStyle240.xml" ContentType="application/vnd.openxmlformats-officedocument.drawingml.diagramStyle+xml"/>
  <Override PartName="/ppt/diagrams/colors240.xml" ContentType="application/vnd.openxmlformats-officedocument.drawingml.diagramColors+xml"/>
  <Override PartName="/ppt/diagrams/drawing240.xml" ContentType="application/vnd.ms-office.drawingml.diagramDrawing+xml"/>
  <Override PartName="/ppt/notesSlides/notesSlide239.xml" ContentType="application/vnd.openxmlformats-officedocument.presentationml.notesSlide+xml"/>
  <Override PartName="/ppt/diagrams/data241.xml" ContentType="application/vnd.openxmlformats-officedocument.drawingml.diagramData+xml"/>
  <Override PartName="/ppt/diagrams/layout241.xml" ContentType="application/vnd.openxmlformats-officedocument.drawingml.diagramLayout+xml"/>
  <Override PartName="/ppt/diagrams/quickStyle241.xml" ContentType="application/vnd.openxmlformats-officedocument.drawingml.diagramStyle+xml"/>
  <Override PartName="/ppt/diagrams/colors241.xml" ContentType="application/vnd.openxmlformats-officedocument.drawingml.diagramColors+xml"/>
  <Override PartName="/ppt/diagrams/drawing241.xml" ContentType="application/vnd.ms-office.drawingml.diagramDrawing+xml"/>
  <Override PartName="/ppt/notesSlides/notesSlide240.xml" ContentType="application/vnd.openxmlformats-officedocument.presentationml.notesSlide+xml"/>
  <Override PartName="/ppt/diagrams/data242.xml" ContentType="application/vnd.openxmlformats-officedocument.drawingml.diagramData+xml"/>
  <Override PartName="/ppt/diagrams/layout242.xml" ContentType="application/vnd.openxmlformats-officedocument.drawingml.diagramLayout+xml"/>
  <Override PartName="/ppt/diagrams/quickStyle242.xml" ContentType="application/vnd.openxmlformats-officedocument.drawingml.diagramStyle+xml"/>
  <Override PartName="/ppt/diagrams/colors242.xml" ContentType="application/vnd.openxmlformats-officedocument.drawingml.diagramColors+xml"/>
  <Override PartName="/ppt/diagrams/drawing242.xml" ContentType="application/vnd.ms-office.drawingml.diagramDrawing+xml"/>
  <Override PartName="/ppt/notesSlides/notesSlide241.xml" ContentType="application/vnd.openxmlformats-officedocument.presentationml.notesSlide+xml"/>
  <Override PartName="/ppt/diagrams/data243.xml" ContentType="application/vnd.openxmlformats-officedocument.drawingml.diagramData+xml"/>
  <Override PartName="/ppt/diagrams/layout243.xml" ContentType="application/vnd.openxmlformats-officedocument.drawingml.diagramLayout+xml"/>
  <Override PartName="/ppt/diagrams/quickStyle243.xml" ContentType="application/vnd.openxmlformats-officedocument.drawingml.diagramStyle+xml"/>
  <Override PartName="/ppt/diagrams/colors243.xml" ContentType="application/vnd.openxmlformats-officedocument.drawingml.diagramColors+xml"/>
  <Override PartName="/ppt/diagrams/drawing243.xml" ContentType="application/vnd.ms-office.drawingml.diagramDrawing+xml"/>
  <Override PartName="/ppt/notesSlides/notesSlide242.xml" ContentType="application/vnd.openxmlformats-officedocument.presentationml.notesSlide+xml"/>
  <Override PartName="/ppt/diagrams/data244.xml" ContentType="application/vnd.openxmlformats-officedocument.drawingml.diagramData+xml"/>
  <Override PartName="/ppt/diagrams/layout244.xml" ContentType="application/vnd.openxmlformats-officedocument.drawingml.diagramLayout+xml"/>
  <Override PartName="/ppt/diagrams/quickStyle244.xml" ContentType="application/vnd.openxmlformats-officedocument.drawingml.diagramStyle+xml"/>
  <Override PartName="/ppt/diagrams/colors244.xml" ContentType="application/vnd.openxmlformats-officedocument.drawingml.diagramColors+xml"/>
  <Override PartName="/ppt/diagrams/drawing244.xml" ContentType="application/vnd.ms-office.drawingml.diagramDrawing+xml"/>
  <Override PartName="/ppt/notesSlides/notesSlide243.xml" ContentType="application/vnd.openxmlformats-officedocument.presentationml.notesSlide+xml"/>
  <Override PartName="/ppt/diagrams/data245.xml" ContentType="application/vnd.openxmlformats-officedocument.drawingml.diagramData+xml"/>
  <Override PartName="/ppt/diagrams/layout245.xml" ContentType="application/vnd.openxmlformats-officedocument.drawingml.diagramLayout+xml"/>
  <Override PartName="/ppt/diagrams/quickStyle245.xml" ContentType="application/vnd.openxmlformats-officedocument.drawingml.diagramStyle+xml"/>
  <Override PartName="/ppt/diagrams/colors245.xml" ContentType="application/vnd.openxmlformats-officedocument.drawingml.diagramColors+xml"/>
  <Override PartName="/ppt/diagrams/drawing245.xml" ContentType="application/vnd.ms-office.drawingml.diagramDrawing+xml"/>
  <Override PartName="/ppt/notesSlides/notesSlide244.xml" ContentType="application/vnd.openxmlformats-officedocument.presentationml.notesSlide+xml"/>
  <Override PartName="/ppt/diagrams/data246.xml" ContentType="application/vnd.openxmlformats-officedocument.drawingml.diagramData+xml"/>
  <Override PartName="/ppt/diagrams/layout246.xml" ContentType="application/vnd.openxmlformats-officedocument.drawingml.diagramLayout+xml"/>
  <Override PartName="/ppt/diagrams/quickStyle246.xml" ContentType="application/vnd.openxmlformats-officedocument.drawingml.diagramStyle+xml"/>
  <Override PartName="/ppt/diagrams/colors246.xml" ContentType="application/vnd.openxmlformats-officedocument.drawingml.diagramColors+xml"/>
  <Override PartName="/ppt/diagrams/drawing246.xml" ContentType="application/vnd.ms-office.drawingml.diagramDrawing+xml"/>
  <Override PartName="/ppt/notesSlides/notesSlide245.xml" ContentType="application/vnd.openxmlformats-officedocument.presentationml.notesSlide+xml"/>
  <Override PartName="/ppt/diagrams/data247.xml" ContentType="application/vnd.openxmlformats-officedocument.drawingml.diagramData+xml"/>
  <Override PartName="/ppt/diagrams/layout247.xml" ContentType="application/vnd.openxmlformats-officedocument.drawingml.diagramLayout+xml"/>
  <Override PartName="/ppt/diagrams/quickStyle247.xml" ContentType="application/vnd.openxmlformats-officedocument.drawingml.diagramStyle+xml"/>
  <Override PartName="/ppt/diagrams/colors247.xml" ContentType="application/vnd.openxmlformats-officedocument.drawingml.diagramColors+xml"/>
  <Override PartName="/ppt/diagrams/drawing247.xml" ContentType="application/vnd.ms-office.drawingml.diagramDrawing+xml"/>
  <Override PartName="/ppt/notesSlides/notesSlide246.xml" ContentType="application/vnd.openxmlformats-officedocument.presentationml.notesSlide+xml"/>
  <Override PartName="/ppt/diagrams/data248.xml" ContentType="application/vnd.openxmlformats-officedocument.drawingml.diagramData+xml"/>
  <Override PartName="/ppt/diagrams/layout248.xml" ContentType="application/vnd.openxmlformats-officedocument.drawingml.diagramLayout+xml"/>
  <Override PartName="/ppt/diagrams/quickStyle248.xml" ContentType="application/vnd.openxmlformats-officedocument.drawingml.diagramStyle+xml"/>
  <Override PartName="/ppt/diagrams/colors248.xml" ContentType="application/vnd.openxmlformats-officedocument.drawingml.diagramColors+xml"/>
  <Override PartName="/ppt/diagrams/drawing248.xml" ContentType="application/vnd.ms-office.drawingml.diagramDrawing+xml"/>
  <Override PartName="/ppt/notesSlides/notesSlide247.xml" ContentType="application/vnd.openxmlformats-officedocument.presentationml.notesSlide+xml"/>
  <Override PartName="/ppt/diagrams/data249.xml" ContentType="application/vnd.openxmlformats-officedocument.drawingml.diagramData+xml"/>
  <Override PartName="/ppt/diagrams/layout249.xml" ContentType="application/vnd.openxmlformats-officedocument.drawingml.diagramLayout+xml"/>
  <Override PartName="/ppt/diagrams/quickStyle249.xml" ContentType="application/vnd.openxmlformats-officedocument.drawingml.diagramStyle+xml"/>
  <Override PartName="/ppt/diagrams/colors249.xml" ContentType="application/vnd.openxmlformats-officedocument.drawingml.diagramColors+xml"/>
  <Override PartName="/ppt/diagrams/drawing249.xml" ContentType="application/vnd.ms-office.drawingml.diagramDrawing+xml"/>
  <Override PartName="/ppt/notesSlides/notesSlide248.xml" ContentType="application/vnd.openxmlformats-officedocument.presentationml.notesSlide+xml"/>
  <Override PartName="/ppt/diagrams/data250.xml" ContentType="application/vnd.openxmlformats-officedocument.drawingml.diagramData+xml"/>
  <Override PartName="/ppt/diagrams/layout250.xml" ContentType="application/vnd.openxmlformats-officedocument.drawingml.diagramLayout+xml"/>
  <Override PartName="/ppt/diagrams/quickStyle250.xml" ContentType="application/vnd.openxmlformats-officedocument.drawingml.diagramStyle+xml"/>
  <Override PartName="/ppt/diagrams/colors250.xml" ContentType="application/vnd.openxmlformats-officedocument.drawingml.diagramColors+xml"/>
  <Override PartName="/ppt/diagrams/drawing250.xml" ContentType="application/vnd.ms-office.drawingml.diagramDrawing+xml"/>
  <Override PartName="/ppt/notesSlides/notesSlide249.xml" ContentType="application/vnd.openxmlformats-officedocument.presentationml.notesSlide+xml"/>
  <Override PartName="/ppt/diagrams/data251.xml" ContentType="application/vnd.openxmlformats-officedocument.drawingml.diagramData+xml"/>
  <Override PartName="/ppt/diagrams/layout251.xml" ContentType="application/vnd.openxmlformats-officedocument.drawingml.diagramLayout+xml"/>
  <Override PartName="/ppt/diagrams/quickStyle251.xml" ContentType="application/vnd.openxmlformats-officedocument.drawingml.diagramStyle+xml"/>
  <Override PartName="/ppt/diagrams/colors251.xml" ContentType="application/vnd.openxmlformats-officedocument.drawingml.diagramColors+xml"/>
  <Override PartName="/ppt/diagrams/drawing251.xml" ContentType="application/vnd.ms-office.drawingml.diagramDrawing+xml"/>
  <Override PartName="/ppt/notesSlides/notesSlide250.xml" ContentType="application/vnd.openxmlformats-officedocument.presentationml.notesSlide+xml"/>
  <Override PartName="/ppt/diagrams/data252.xml" ContentType="application/vnd.openxmlformats-officedocument.drawingml.diagramData+xml"/>
  <Override PartName="/ppt/diagrams/layout252.xml" ContentType="application/vnd.openxmlformats-officedocument.drawingml.diagramLayout+xml"/>
  <Override PartName="/ppt/diagrams/quickStyle252.xml" ContentType="application/vnd.openxmlformats-officedocument.drawingml.diagramStyle+xml"/>
  <Override PartName="/ppt/diagrams/colors252.xml" ContentType="application/vnd.openxmlformats-officedocument.drawingml.diagramColors+xml"/>
  <Override PartName="/ppt/diagrams/drawing252.xml" ContentType="application/vnd.ms-office.drawingml.diagramDrawing+xml"/>
  <Override PartName="/ppt/notesSlides/notesSlide251.xml" ContentType="application/vnd.openxmlformats-officedocument.presentationml.notesSlide+xml"/>
  <Override PartName="/ppt/diagrams/data253.xml" ContentType="application/vnd.openxmlformats-officedocument.drawingml.diagramData+xml"/>
  <Override PartName="/ppt/diagrams/layout253.xml" ContentType="application/vnd.openxmlformats-officedocument.drawingml.diagramLayout+xml"/>
  <Override PartName="/ppt/diagrams/quickStyle253.xml" ContentType="application/vnd.openxmlformats-officedocument.drawingml.diagramStyle+xml"/>
  <Override PartName="/ppt/diagrams/colors253.xml" ContentType="application/vnd.openxmlformats-officedocument.drawingml.diagramColors+xml"/>
  <Override PartName="/ppt/diagrams/drawing253.xml" ContentType="application/vnd.ms-office.drawingml.diagramDrawing+xml"/>
  <Override PartName="/ppt/notesSlides/notesSlide252.xml" ContentType="application/vnd.openxmlformats-officedocument.presentationml.notesSlide+xml"/>
  <Override PartName="/ppt/diagrams/data254.xml" ContentType="application/vnd.openxmlformats-officedocument.drawingml.diagramData+xml"/>
  <Override PartName="/ppt/diagrams/layout254.xml" ContentType="application/vnd.openxmlformats-officedocument.drawingml.diagramLayout+xml"/>
  <Override PartName="/ppt/diagrams/quickStyle254.xml" ContentType="application/vnd.openxmlformats-officedocument.drawingml.diagramStyle+xml"/>
  <Override PartName="/ppt/diagrams/colors254.xml" ContentType="application/vnd.openxmlformats-officedocument.drawingml.diagramColors+xml"/>
  <Override PartName="/ppt/diagrams/drawing254.xml" ContentType="application/vnd.ms-office.drawingml.diagramDrawing+xml"/>
  <Override PartName="/ppt/notesSlides/notesSlide253.xml" ContentType="application/vnd.openxmlformats-officedocument.presentationml.notesSlide+xml"/>
  <Override PartName="/ppt/diagrams/data255.xml" ContentType="application/vnd.openxmlformats-officedocument.drawingml.diagramData+xml"/>
  <Override PartName="/ppt/diagrams/layout255.xml" ContentType="application/vnd.openxmlformats-officedocument.drawingml.diagramLayout+xml"/>
  <Override PartName="/ppt/diagrams/quickStyle255.xml" ContentType="application/vnd.openxmlformats-officedocument.drawingml.diagramStyle+xml"/>
  <Override PartName="/ppt/diagrams/colors255.xml" ContentType="application/vnd.openxmlformats-officedocument.drawingml.diagramColors+xml"/>
  <Override PartName="/ppt/diagrams/drawing255.xml" ContentType="application/vnd.ms-office.drawingml.diagramDrawing+xml"/>
  <Override PartName="/ppt/notesSlides/notesSlide254.xml" ContentType="application/vnd.openxmlformats-officedocument.presentationml.notesSlide+xml"/>
  <Override PartName="/ppt/diagrams/data256.xml" ContentType="application/vnd.openxmlformats-officedocument.drawingml.diagramData+xml"/>
  <Override PartName="/ppt/diagrams/layout256.xml" ContentType="application/vnd.openxmlformats-officedocument.drawingml.diagramLayout+xml"/>
  <Override PartName="/ppt/diagrams/quickStyle256.xml" ContentType="application/vnd.openxmlformats-officedocument.drawingml.diagramStyle+xml"/>
  <Override PartName="/ppt/diagrams/colors256.xml" ContentType="application/vnd.openxmlformats-officedocument.drawingml.diagramColors+xml"/>
  <Override PartName="/ppt/diagrams/drawing256.xml" ContentType="application/vnd.ms-office.drawingml.diagramDrawing+xml"/>
  <Override PartName="/ppt/notesSlides/notesSlide255.xml" ContentType="application/vnd.openxmlformats-officedocument.presentationml.notesSlide+xml"/>
  <Override PartName="/ppt/diagrams/data257.xml" ContentType="application/vnd.openxmlformats-officedocument.drawingml.diagramData+xml"/>
  <Override PartName="/ppt/diagrams/layout257.xml" ContentType="application/vnd.openxmlformats-officedocument.drawingml.diagramLayout+xml"/>
  <Override PartName="/ppt/diagrams/quickStyle257.xml" ContentType="application/vnd.openxmlformats-officedocument.drawingml.diagramStyle+xml"/>
  <Override PartName="/ppt/diagrams/colors257.xml" ContentType="application/vnd.openxmlformats-officedocument.drawingml.diagramColors+xml"/>
  <Override PartName="/ppt/diagrams/drawing257.xml" ContentType="application/vnd.ms-office.drawingml.diagramDrawing+xml"/>
  <Override PartName="/ppt/notesSlides/notesSlide256.xml" ContentType="application/vnd.openxmlformats-officedocument.presentationml.notesSlide+xml"/>
  <Override PartName="/ppt/diagrams/data258.xml" ContentType="application/vnd.openxmlformats-officedocument.drawingml.diagramData+xml"/>
  <Override PartName="/ppt/diagrams/layout258.xml" ContentType="application/vnd.openxmlformats-officedocument.drawingml.diagramLayout+xml"/>
  <Override PartName="/ppt/diagrams/quickStyle258.xml" ContentType="application/vnd.openxmlformats-officedocument.drawingml.diagramStyle+xml"/>
  <Override PartName="/ppt/diagrams/colors258.xml" ContentType="application/vnd.openxmlformats-officedocument.drawingml.diagramColors+xml"/>
  <Override PartName="/ppt/diagrams/drawing258.xml" ContentType="application/vnd.ms-office.drawingml.diagramDrawing+xml"/>
  <Override PartName="/ppt/notesSlides/notesSlide257.xml" ContentType="application/vnd.openxmlformats-officedocument.presentationml.notesSlide+xml"/>
  <Override PartName="/ppt/diagrams/data259.xml" ContentType="application/vnd.openxmlformats-officedocument.drawingml.diagramData+xml"/>
  <Override PartName="/ppt/diagrams/layout259.xml" ContentType="application/vnd.openxmlformats-officedocument.drawingml.diagramLayout+xml"/>
  <Override PartName="/ppt/diagrams/quickStyle259.xml" ContentType="application/vnd.openxmlformats-officedocument.drawingml.diagramStyle+xml"/>
  <Override PartName="/ppt/diagrams/colors259.xml" ContentType="application/vnd.openxmlformats-officedocument.drawingml.diagramColors+xml"/>
  <Override PartName="/ppt/diagrams/drawing259.xml" ContentType="application/vnd.ms-office.drawingml.diagramDrawing+xml"/>
  <Override PartName="/ppt/notesSlides/notesSlide258.xml" ContentType="application/vnd.openxmlformats-officedocument.presentationml.notesSlide+xml"/>
  <Override PartName="/ppt/diagrams/data260.xml" ContentType="application/vnd.openxmlformats-officedocument.drawingml.diagramData+xml"/>
  <Override PartName="/ppt/diagrams/layout260.xml" ContentType="application/vnd.openxmlformats-officedocument.drawingml.diagramLayout+xml"/>
  <Override PartName="/ppt/diagrams/quickStyle260.xml" ContentType="application/vnd.openxmlformats-officedocument.drawingml.diagramStyle+xml"/>
  <Override PartName="/ppt/diagrams/colors260.xml" ContentType="application/vnd.openxmlformats-officedocument.drawingml.diagramColors+xml"/>
  <Override PartName="/ppt/diagrams/drawing260.xml" ContentType="application/vnd.ms-office.drawingml.diagramDrawing+xml"/>
  <Override PartName="/ppt/notesSlides/notesSlide259.xml" ContentType="application/vnd.openxmlformats-officedocument.presentationml.notesSlide+xml"/>
  <Override PartName="/ppt/diagrams/data261.xml" ContentType="application/vnd.openxmlformats-officedocument.drawingml.diagramData+xml"/>
  <Override PartName="/ppt/diagrams/layout261.xml" ContentType="application/vnd.openxmlformats-officedocument.drawingml.diagramLayout+xml"/>
  <Override PartName="/ppt/diagrams/quickStyle261.xml" ContentType="application/vnd.openxmlformats-officedocument.drawingml.diagramStyle+xml"/>
  <Override PartName="/ppt/diagrams/colors261.xml" ContentType="application/vnd.openxmlformats-officedocument.drawingml.diagramColors+xml"/>
  <Override PartName="/ppt/diagrams/drawing261.xml" ContentType="application/vnd.ms-office.drawingml.diagramDrawing+xml"/>
  <Override PartName="/ppt/notesSlides/notesSlide260.xml" ContentType="application/vnd.openxmlformats-officedocument.presentationml.notesSlide+xml"/>
  <Override PartName="/ppt/diagrams/data262.xml" ContentType="application/vnd.openxmlformats-officedocument.drawingml.diagramData+xml"/>
  <Override PartName="/ppt/diagrams/layout262.xml" ContentType="application/vnd.openxmlformats-officedocument.drawingml.diagramLayout+xml"/>
  <Override PartName="/ppt/diagrams/quickStyle262.xml" ContentType="application/vnd.openxmlformats-officedocument.drawingml.diagramStyle+xml"/>
  <Override PartName="/ppt/diagrams/colors262.xml" ContentType="application/vnd.openxmlformats-officedocument.drawingml.diagramColors+xml"/>
  <Override PartName="/ppt/diagrams/drawing262.xml" ContentType="application/vnd.ms-office.drawingml.diagramDrawing+xml"/>
  <Override PartName="/ppt/notesSlides/notesSlide261.xml" ContentType="application/vnd.openxmlformats-officedocument.presentationml.notesSlide+xml"/>
  <Override PartName="/ppt/diagrams/data263.xml" ContentType="application/vnd.openxmlformats-officedocument.drawingml.diagramData+xml"/>
  <Override PartName="/ppt/diagrams/layout263.xml" ContentType="application/vnd.openxmlformats-officedocument.drawingml.diagramLayout+xml"/>
  <Override PartName="/ppt/diagrams/quickStyle263.xml" ContentType="application/vnd.openxmlformats-officedocument.drawingml.diagramStyle+xml"/>
  <Override PartName="/ppt/diagrams/colors263.xml" ContentType="application/vnd.openxmlformats-officedocument.drawingml.diagramColors+xml"/>
  <Override PartName="/ppt/diagrams/drawing263.xml" ContentType="application/vnd.ms-office.drawingml.diagramDrawing+xml"/>
  <Override PartName="/ppt/notesSlides/notesSlide262.xml" ContentType="application/vnd.openxmlformats-officedocument.presentationml.notesSlide+xml"/>
  <Override PartName="/ppt/diagrams/data264.xml" ContentType="application/vnd.openxmlformats-officedocument.drawingml.diagramData+xml"/>
  <Override PartName="/ppt/diagrams/layout264.xml" ContentType="application/vnd.openxmlformats-officedocument.drawingml.diagramLayout+xml"/>
  <Override PartName="/ppt/diagrams/quickStyle264.xml" ContentType="application/vnd.openxmlformats-officedocument.drawingml.diagramStyle+xml"/>
  <Override PartName="/ppt/diagrams/colors264.xml" ContentType="application/vnd.openxmlformats-officedocument.drawingml.diagramColors+xml"/>
  <Override PartName="/ppt/diagrams/drawing264.xml" ContentType="application/vnd.ms-office.drawingml.diagramDrawing+xml"/>
  <Override PartName="/ppt/notesSlides/notesSlide263.xml" ContentType="application/vnd.openxmlformats-officedocument.presentationml.notesSlide+xml"/>
  <Override PartName="/ppt/diagrams/data265.xml" ContentType="application/vnd.openxmlformats-officedocument.drawingml.diagramData+xml"/>
  <Override PartName="/ppt/diagrams/layout265.xml" ContentType="application/vnd.openxmlformats-officedocument.drawingml.diagramLayout+xml"/>
  <Override PartName="/ppt/diagrams/quickStyle265.xml" ContentType="application/vnd.openxmlformats-officedocument.drawingml.diagramStyle+xml"/>
  <Override PartName="/ppt/diagrams/colors265.xml" ContentType="application/vnd.openxmlformats-officedocument.drawingml.diagramColors+xml"/>
  <Override PartName="/ppt/diagrams/drawing265.xml" ContentType="application/vnd.ms-office.drawingml.diagramDrawing+xml"/>
  <Override PartName="/ppt/notesSlides/notesSlide264.xml" ContentType="application/vnd.openxmlformats-officedocument.presentationml.notesSlide+xml"/>
  <Override PartName="/ppt/diagrams/data266.xml" ContentType="application/vnd.openxmlformats-officedocument.drawingml.diagramData+xml"/>
  <Override PartName="/ppt/diagrams/layout266.xml" ContentType="application/vnd.openxmlformats-officedocument.drawingml.diagramLayout+xml"/>
  <Override PartName="/ppt/diagrams/quickStyle266.xml" ContentType="application/vnd.openxmlformats-officedocument.drawingml.diagramStyle+xml"/>
  <Override PartName="/ppt/diagrams/colors266.xml" ContentType="application/vnd.openxmlformats-officedocument.drawingml.diagramColors+xml"/>
  <Override PartName="/ppt/diagrams/drawing266.xml" ContentType="application/vnd.ms-office.drawingml.diagramDrawing+xml"/>
  <Override PartName="/ppt/notesSlides/notesSlide265.xml" ContentType="application/vnd.openxmlformats-officedocument.presentationml.notesSlide+xml"/>
  <Override PartName="/ppt/diagrams/data267.xml" ContentType="application/vnd.openxmlformats-officedocument.drawingml.diagramData+xml"/>
  <Override PartName="/ppt/diagrams/layout267.xml" ContentType="application/vnd.openxmlformats-officedocument.drawingml.diagramLayout+xml"/>
  <Override PartName="/ppt/diagrams/quickStyle267.xml" ContentType="application/vnd.openxmlformats-officedocument.drawingml.diagramStyle+xml"/>
  <Override PartName="/ppt/diagrams/colors267.xml" ContentType="application/vnd.openxmlformats-officedocument.drawingml.diagramColors+xml"/>
  <Override PartName="/ppt/diagrams/drawing267.xml" ContentType="application/vnd.ms-office.drawingml.diagramDrawing+xml"/>
  <Override PartName="/ppt/notesSlides/notesSlide266.xml" ContentType="application/vnd.openxmlformats-officedocument.presentationml.notesSlide+xml"/>
  <Override PartName="/ppt/diagrams/data268.xml" ContentType="application/vnd.openxmlformats-officedocument.drawingml.diagramData+xml"/>
  <Override PartName="/ppt/diagrams/layout268.xml" ContentType="application/vnd.openxmlformats-officedocument.drawingml.diagramLayout+xml"/>
  <Override PartName="/ppt/diagrams/quickStyle268.xml" ContentType="application/vnd.openxmlformats-officedocument.drawingml.diagramStyle+xml"/>
  <Override PartName="/ppt/diagrams/colors268.xml" ContentType="application/vnd.openxmlformats-officedocument.drawingml.diagramColors+xml"/>
  <Override PartName="/ppt/diagrams/drawing268.xml" ContentType="application/vnd.ms-office.drawingml.diagramDrawing+xml"/>
  <Override PartName="/ppt/notesSlides/notesSlide267.xml" ContentType="application/vnd.openxmlformats-officedocument.presentationml.notesSlide+xml"/>
  <Override PartName="/ppt/diagrams/data269.xml" ContentType="application/vnd.openxmlformats-officedocument.drawingml.diagramData+xml"/>
  <Override PartName="/ppt/diagrams/layout269.xml" ContentType="application/vnd.openxmlformats-officedocument.drawingml.diagramLayout+xml"/>
  <Override PartName="/ppt/diagrams/quickStyle269.xml" ContentType="application/vnd.openxmlformats-officedocument.drawingml.diagramStyle+xml"/>
  <Override PartName="/ppt/diagrams/colors269.xml" ContentType="application/vnd.openxmlformats-officedocument.drawingml.diagramColors+xml"/>
  <Override PartName="/ppt/diagrams/drawing269.xml" ContentType="application/vnd.ms-office.drawingml.diagramDrawing+xml"/>
  <Override PartName="/ppt/notesSlides/notesSlide268.xml" ContentType="application/vnd.openxmlformats-officedocument.presentationml.notesSlide+xml"/>
  <Override PartName="/ppt/diagrams/data270.xml" ContentType="application/vnd.openxmlformats-officedocument.drawingml.diagramData+xml"/>
  <Override PartName="/ppt/diagrams/layout270.xml" ContentType="application/vnd.openxmlformats-officedocument.drawingml.diagramLayout+xml"/>
  <Override PartName="/ppt/diagrams/quickStyle270.xml" ContentType="application/vnd.openxmlformats-officedocument.drawingml.diagramStyle+xml"/>
  <Override PartName="/ppt/diagrams/colors270.xml" ContentType="application/vnd.openxmlformats-officedocument.drawingml.diagramColors+xml"/>
  <Override PartName="/ppt/diagrams/drawing270.xml" ContentType="application/vnd.ms-office.drawingml.diagramDrawing+xml"/>
  <Override PartName="/ppt/notesSlides/notesSlide269.xml" ContentType="application/vnd.openxmlformats-officedocument.presentationml.notesSlide+xml"/>
  <Override PartName="/ppt/diagrams/data271.xml" ContentType="application/vnd.openxmlformats-officedocument.drawingml.diagramData+xml"/>
  <Override PartName="/ppt/diagrams/layout271.xml" ContentType="application/vnd.openxmlformats-officedocument.drawingml.diagramLayout+xml"/>
  <Override PartName="/ppt/diagrams/quickStyle271.xml" ContentType="application/vnd.openxmlformats-officedocument.drawingml.diagramStyle+xml"/>
  <Override PartName="/ppt/diagrams/colors271.xml" ContentType="application/vnd.openxmlformats-officedocument.drawingml.diagramColors+xml"/>
  <Override PartName="/ppt/diagrams/drawing271.xml" ContentType="application/vnd.ms-office.drawingml.diagramDrawing+xml"/>
  <Override PartName="/ppt/notesSlides/notesSlide270.xml" ContentType="application/vnd.openxmlformats-officedocument.presentationml.notesSlide+xml"/>
  <Override PartName="/ppt/diagrams/data272.xml" ContentType="application/vnd.openxmlformats-officedocument.drawingml.diagramData+xml"/>
  <Override PartName="/ppt/diagrams/layout272.xml" ContentType="application/vnd.openxmlformats-officedocument.drawingml.diagramLayout+xml"/>
  <Override PartName="/ppt/diagrams/quickStyle272.xml" ContentType="application/vnd.openxmlformats-officedocument.drawingml.diagramStyle+xml"/>
  <Override PartName="/ppt/diagrams/colors272.xml" ContentType="application/vnd.openxmlformats-officedocument.drawingml.diagramColors+xml"/>
  <Override PartName="/ppt/diagrams/drawing272.xml" ContentType="application/vnd.ms-office.drawingml.diagramDrawing+xml"/>
  <Override PartName="/ppt/notesSlides/notesSlide271.xml" ContentType="application/vnd.openxmlformats-officedocument.presentationml.notesSlide+xml"/>
  <Override PartName="/ppt/diagrams/data273.xml" ContentType="application/vnd.openxmlformats-officedocument.drawingml.diagramData+xml"/>
  <Override PartName="/ppt/diagrams/layout273.xml" ContentType="application/vnd.openxmlformats-officedocument.drawingml.diagramLayout+xml"/>
  <Override PartName="/ppt/diagrams/quickStyle273.xml" ContentType="application/vnd.openxmlformats-officedocument.drawingml.diagramStyle+xml"/>
  <Override PartName="/ppt/diagrams/colors273.xml" ContentType="application/vnd.openxmlformats-officedocument.drawingml.diagramColors+xml"/>
  <Override PartName="/ppt/diagrams/drawing273.xml" ContentType="application/vnd.ms-office.drawingml.diagramDrawing+xml"/>
  <Override PartName="/ppt/notesSlides/notesSlide272.xml" ContentType="application/vnd.openxmlformats-officedocument.presentationml.notesSlide+xml"/>
  <Override PartName="/ppt/diagrams/data274.xml" ContentType="application/vnd.openxmlformats-officedocument.drawingml.diagramData+xml"/>
  <Override PartName="/ppt/diagrams/layout274.xml" ContentType="application/vnd.openxmlformats-officedocument.drawingml.diagramLayout+xml"/>
  <Override PartName="/ppt/diagrams/quickStyle274.xml" ContentType="application/vnd.openxmlformats-officedocument.drawingml.diagramStyle+xml"/>
  <Override PartName="/ppt/diagrams/colors274.xml" ContentType="application/vnd.openxmlformats-officedocument.drawingml.diagramColors+xml"/>
  <Override PartName="/ppt/diagrams/drawing274.xml" ContentType="application/vnd.ms-office.drawingml.diagramDrawing+xml"/>
  <Override PartName="/ppt/notesSlides/notesSlide273.xml" ContentType="application/vnd.openxmlformats-officedocument.presentationml.notesSlide+xml"/>
  <Override PartName="/ppt/diagrams/data275.xml" ContentType="application/vnd.openxmlformats-officedocument.drawingml.diagramData+xml"/>
  <Override PartName="/ppt/diagrams/layout275.xml" ContentType="application/vnd.openxmlformats-officedocument.drawingml.diagramLayout+xml"/>
  <Override PartName="/ppt/diagrams/quickStyle275.xml" ContentType="application/vnd.openxmlformats-officedocument.drawingml.diagramStyle+xml"/>
  <Override PartName="/ppt/diagrams/colors275.xml" ContentType="application/vnd.openxmlformats-officedocument.drawingml.diagramColors+xml"/>
  <Override PartName="/ppt/diagrams/drawing275.xml" ContentType="application/vnd.ms-office.drawingml.diagramDrawing+xml"/>
  <Override PartName="/ppt/notesSlides/notesSlide274.xml" ContentType="application/vnd.openxmlformats-officedocument.presentationml.notesSlide+xml"/>
  <Override PartName="/ppt/diagrams/data276.xml" ContentType="application/vnd.openxmlformats-officedocument.drawingml.diagramData+xml"/>
  <Override PartName="/ppt/diagrams/layout276.xml" ContentType="application/vnd.openxmlformats-officedocument.drawingml.diagramLayout+xml"/>
  <Override PartName="/ppt/diagrams/quickStyle276.xml" ContentType="application/vnd.openxmlformats-officedocument.drawingml.diagramStyle+xml"/>
  <Override PartName="/ppt/diagrams/colors276.xml" ContentType="application/vnd.openxmlformats-officedocument.drawingml.diagramColors+xml"/>
  <Override PartName="/ppt/diagrams/drawing276.xml" ContentType="application/vnd.ms-office.drawingml.diagramDrawing+xml"/>
  <Override PartName="/ppt/notesSlides/notesSlide275.xml" ContentType="application/vnd.openxmlformats-officedocument.presentationml.notesSlide+xml"/>
  <Override PartName="/ppt/diagrams/data277.xml" ContentType="application/vnd.openxmlformats-officedocument.drawingml.diagramData+xml"/>
  <Override PartName="/ppt/diagrams/layout277.xml" ContentType="application/vnd.openxmlformats-officedocument.drawingml.diagramLayout+xml"/>
  <Override PartName="/ppt/diagrams/quickStyle277.xml" ContentType="application/vnd.openxmlformats-officedocument.drawingml.diagramStyle+xml"/>
  <Override PartName="/ppt/diagrams/colors277.xml" ContentType="application/vnd.openxmlformats-officedocument.drawingml.diagramColors+xml"/>
  <Override PartName="/ppt/diagrams/drawing277.xml" ContentType="application/vnd.ms-office.drawingml.diagramDrawing+xml"/>
  <Override PartName="/ppt/notesSlides/notesSlide276.xml" ContentType="application/vnd.openxmlformats-officedocument.presentationml.notesSlide+xml"/>
  <Override PartName="/ppt/diagrams/data278.xml" ContentType="application/vnd.openxmlformats-officedocument.drawingml.diagramData+xml"/>
  <Override PartName="/ppt/diagrams/layout278.xml" ContentType="application/vnd.openxmlformats-officedocument.drawingml.diagramLayout+xml"/>
  <Override PartName="/ppt/diagrams/quickStyle278.xml" ContentType="application/vnd.openxmlformats-officedocument.drawingml.diagramStyle+xml"/>
  <Override PartName="/ppt/diagrams/colors278.xml" ContentType="application/vnd.openxmlformats-officedocument.drawingml.diagramColors+xml"/>
  <Override PartName="/ppt/diagrams/drawing278.xml" ContentType="application/vnd.ms-office.drawingml.diagramDrawing+xml"/>
  <Override PartName="/ppt/notesSlides/notesSlide277.xml" ContentType="application/vnd.openxmlformats-officedocument.presentationml.notesSlide+xml"/>
  <Override PartName="/ppt/diagrams/data279.xml" ContentType="application/vnd.openxmlformats-officedocument.drawingml.diagramData+xml"/>
  <Override PartName="/ppt/diagrams/layout279.xml" ContentType="application/vnd.openxmlformats-officedocument.drawingml.diagramLayout+xml"/>
  <Override PartName="/ppt/diagrams/quickStyle279.xml" ContentType="application/vnd.openxmlformats-officedocument.drawingml.diagramStyle+xml"/>
  <Override PartName="/ppt/diagrams/colors279.xml" ContentType="application/vnd.openxmlformats-officedocument.drawingml.diagramColors+xml"/>
  <Override PartName="/ppt/diagrams/drawing279.xml" ContentType="application/vnd.ms-office.drawingml.diagramDrawing+xml"/>
  <Override PartName="/ppt/notesSlides/notesSlide278.xml" ContentType="application/vnd.openxmlformats-officedocument.presentationml.notesSlide+xml"/>
  <Override PartName="/ppt/diagrams/data280.xml" ContentType="application/vnd.openxmlformats-officedocument.drawingml.diagramData+xml"/>
  <Override PartName="/ppt/diagrams/layout280.xml" ContentType="application/vnd.openxmlformats-officedocument.drawingml.diagramLayout+xml"/>
  <Override PartName="/ppt/diagrams/quickStyle280.xml" ContentType="application/vnd.openxmlformats-officedocument.drawingml.diagramStyle+xml"/>
  <Override PartName="/ppt/diagrams/colors280.xml" ContentType="application/vnd.openxmlformats-officedocument.drawingml.diagramColors+xml"/>
  <Override PartName="/ppt/diagrams/drawing280.xml" ContentType="application/vnd.ms-office.drawingml.diagramDrawing+xml"/>
  <Override PartName="/ppt/notesSlides/notesSlide279.xml" ContentType="application/vnd.openxmlformats-officedocument.presentationml.notesSlide+xml"/>
  <Override PartName="/ppt/diagrams/data281.xml" ContentType="application/vnd.openxmlformats-officedocument.drawingml.diagramData+xml"/>
  <Override PartName="/ppt/diagrams/layout281.xml" ContentType="application/vnd.openxmlformats-officedocument.drawingml.diagramLayout+xml"/>
  <Override PartName="/ppt/diagrams/quickStyle281.xml" ContentType="application/vnd.openxmlformats-officedocument.drawingml.diagramStyle+xml"/>
  <Override PartName="/ppt/diagrams/colors281.xml" ContentType="application/vnd.openxmlformats-officedocument.drawingml.diagramColors+xml"/>
  <Override PartName="/ppt/diagrams/drawing281.xml" ContentType="application/vnd.ms-office.drawingml.diagramDrawing+xml"/>
  <Override PartName="/ppt/notesSlides/notesSlide280.xml" ContentType="application/vnd.openxmlformats-officedocument.presentationml.notesSlide+xml"/>
  <Override PartName="/ppt/diagrams/data282.xml" ContentType="application/vnd.openxmlformats-officedocument.drawingml.diagramData+xml"/>
  <Override PartName="/ppt/diagrams/layout282.xml" ContentType="application/vnd.openxmlformats-officedocument.drawingml.diagramLayout+xml"/>
  <Override PartName="/ppt/diagrams/quickStyle282.xml" ContentType="application/vnd.openxmlformats-officedocument.drawingml.diagramStyle+xml"/>
  <Override PartName="/ppt/diagrams/colors282.xml" ContentType="application/vnd.openxmlformats-officedocument.drawingml.diagramColors+xml"/>
  <Override PartName="/ppt/diagrams/drawing282.xml" ContentType="application/vnd.ms-office.drawingml.diagramDrawing+xml"/>
  <Override PartName="/ppt/notesSlides/notesSlide281.xml" ContentType="application/vnd.openxmlformats-officedocument.presentationml.notesSlide+xml"/>
  <Override PartName="/ppt/diagrams/data283.xml" ContentType="application/vnd.openxmlformats-officedocument.drawingml.diagramData+xml"/>
  <Override PartName="/ppt/diagrams/layout283.xml" ContentType="application/vnd.openxmlformats-officedocument.drawingml.diagramLayout+xml"/>
  <Override PartName="/ppt/diagrams/quickStyle283.xml" ContentType="application/vnd.openxmlformats-officedocument.drawingml.diagramStyle+xml"/>
  <Override PartName="/ppt/diagrams/colors283.xml" ContentType="application/vnd.openxmlformats-officedocument.drawingml.diagramColors+xml"/>
  <Override PartName="/ppt/diagrams/drawing283.xml" ContentType="application/vnd.ms-office.drawingml.diagramDrawing+xml"/>
  <Override PartName="/ppt/notesSlides/notesSlide282.xml" ContentType="application/vnd.openxmlformats-officedocument.presentationml.notesSlide+xml"/>
  <Override PartName="/ppt/diagrams/data284.xml" ContentType="application/vnd.openxmlformats-officedocument.drawingml.diagramData+xml"/>
  <Override PartName="/ppt/diagrams/layout284.xml" ContentType="application/vnd.openxmlformats-officedocument.drawingml.diagramLayout+xml"/>
  <Override PartName="/ppt/diagrams/quickStyle284.xml" ContentType="application/vnd.openxmlformats-officedocument.drawingml.diagramStyle+xml"/>
  <Override PartName="/ppt/diagrams/colors284.xml" ContentType="application/vnd.openxmlformats-officedocument.drawingml.diagramColors+xml"/>
  <Override PartName="/ppt/diagrams/drawing284.xml" ContentType="application/vnd.ms-office.drawingml.diagramDrawing+xml"/>
  <Override PartName="/ppt/notesSlides/notesSlide283.xml" ContentType="application/vnd.openxmlformats-officedocument.presentationml.notesSlide+xml"/>
  <Override PartName="/ppt/diagrams/data285.xml" ContentType="application/vnd.openxmlformats-officedocument.drawingml.diagramData+xml"/>
  <Override PartName="/ppt/diagrams/layout285.xml" ContentType="application/vnd.openxmlformats-officedocument.drawingml.diagramLayout+xml"/>
  <Override PartName="/ppt/diagrams/quickStyle285.xml" ContentType="application/vnd.openxmlformats-officedocument.drawingml.diagramStyle+xml"/>
  <Override PartName="/ppt/diagrams/colors285.xml" ContentType="application/vnd.openxmlformats-officedocument.drawingml.diagramColors+xml"/>
  <Override PartName="/ppt/diagrams/drawing285.xml" ContentType="application/vnd.ms-office.drawingml.diagramDrawing+xml"/>
  <Override PartName="/ppt/notesSlides/notesSlide284.xml" ContentType="application/vnd.openxmlformats-officedocument.presentationml.notesSlide+xml"/>
  <Override PartName="/ppt/diagrams/data286.xml" ContentType="application/vnd.openxmlformats-officedocument.drawingml.diagramData+xml"/>
  <Override PartName="/ppt/diagrams/layout286.xml" ContentType="application/vnd.openxmlformats-officedocument.drawingml.diagramLayout+xml"/>
  <Override PartName="/ppt/diagrams/quickStyle286.xml" ContentType="application/vnd.openxmlformats-officedocument.drawingml.diagramStyle+xml"/>
  <Override PartName="/ppt/diagrams/colors286.xml" ContentType="application/vnd.openxmlformats-officedocument.drawingml.diagramColors+xml"/>
  <Override PartName="/ppt/diagrams/drawing286.xml" ContentType="application/vnd.ms-office.drawingml.diagramDrawing+xml"/>
  <Override PartName="/ppt/notesSlides/notesSlide285.xml" ContentType="application/vnd.openxmlformats-officedocument.presentationml.notesSlide+xml"/>
  <Override PartName="/ppt/diagrams/data287.xml" ContentType="application/vnd.openxmlformats-officedocument.drawingml.diagramData+xml"/>
  <Override PartName="/ppt/diagrams/layout287.xml" ContentType="application/vnd.openxmlformats-officedocument.drawingml.diagramLayout+xml"/>
  <Override PartName="/ppt/diagrams/quickStyle287.xml" ContentType="application/vnd.openxmlformats-officedocument.drawingml.diagramStyle+xml"/>
  <Override PartName="/ppt/diagrams/colors287.xml" ContentType="application/vnd.openxmlformats-officedocument.drawingml.diagramColors+xml"/>
  <Override PartName="/ppt/diagrams/drawing287.xml" ContentType="application/vnd.ms-office.drawingml.diagramDrawing+xml"/>
  <Override PartName="/ppt/notesSlides/notesSlide286.xml" ContentType="application/vnd.openxmlformats-officedocument.presentationml.notesSlide+xml"/>
  <Override PartName="/ppt/diagrams/data288.xml" ContentType="application/vnd.openxmlformats-officedocument.drawingml.diagramData+xml"/>
  <Override PartName="/ppt/diagrams/layout288.xml" ContentType="application/vnd.openxmlformats-officedocument.drawingml.diagramLayout+xml"/>
  <Override PartName="/ppt/diagrams/quickStyle288.xml" ContentType="application/vnd.openxmlformats-officedocument.drawingml.diagramStyle+xml"/>
  <Override PartName="/ppt/diagrams/colors288.xml" ContentType="application/vnd.openxmlformats-officedocument.drawingml.diagramColors+xml"/>
  <Override PartName="/ppt/diagrams/drawing288.xml" ContentType="application/vnd.ms-office.drawingml.diagramDrawing+xml"/>
  <Override PartName="/ppt/notesSlides/notesSlide287.xml" ContentType="application/vnd.openxmlformats-officedocument.presentationml.notesSlide+xml"/>
  <Override PartName="/ppt/diagrams/data289.xml" ContentType="application/vnd.openxmlformats-officedocument.drawingml.diagramData+xml"/>
  <Override PartName="/ppt/diagrams/layout289.xml" ContentType="application/vnd.openxmlformats-officedocument.drawingml.diagramLayout+xml"/>
  <Override PartName="/ppt/diagrams/quickStyle289.xml" ContentType="application/vnd.openxmlformats-officedocument.drawingml.diagramStyle+xml"/>
  <Override PartName="/ppt/diagrams/colors289.xml" ContentType="application/vnd.openxmlformats-officedocument.drawingml.diagramColors+xml"/>
  <Override PartName="/ppt/diagrams/drawing289.xml" ContentType="application/vnd.ms-office.drawingml.diagramDrawing+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diagrams/data290.xml" ContentType="application/vnd.openxmlformats-officedocument.drawingml.diagramData+xml"/>
  <Override PartName="/ppt/diagrams/layout290.xml" ContentType="application/vnd.openxmlformats-officedocument.drawingml.diagramLayout+xml"/>
  <Override PartName="/ppt/diagrams/quickStyle290.xml" ContentType="application/vnd.openxmlformats-officedocument.drawingml.diagramStyle+xml"/>
  <Override PartName="/ppt/diagrams/colors290.xml" ContentType="application/vnd.openxmlformats-officedocument.drawingml.diagramColors+xml"/>
  <Override PartName="/ppt/diagrams/drawing290.xml" ContentType="application/vnd.ms-office.drawingml.diagramDrawing+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diagrams/data291.xml" ContentType="application/vnd.openxmlformats-officedocument.drawingml.diagramData+xml"/>
  <Override PartName="/ppt/diagrams/layout291.xml" ContentType="application/vnd.openxmlformats-officedocument.drawingml.diagramLayout+xml"/>
  <Override PartName="/ppt/diagrams/quickStyle291.xml" ContentType="application/vnd.openxmlformats-officedocument.drawingml.diagramStyle+xml"/>
  <Override PartName="/ppt/diagrams/colors291.xml" ContentType="application/vnd.openxmlformats-officedocument.drawingml.diagramColors+xml"/>
  <Override PartName="/ppt/diagrams/drawing291.xml" ContentType="application/vnd.ms-office.drawingml.diagramDrawing+xml"/>
  <Override PartName="/ppt/diagrams/data292.xml" ContentType="application/vnd.openxmlformats-officedocument.drawingml.diagramData+xml"/>
  <Override PartName="/ppt/diagrams/layout292.xml" ContentType="application/vnd.openxmlformats-officedocument.drawingml.diagramLayout+xml"/>
  <Override PartName="/ppt/diagrams/quickStyle292.xml" ContentType="application/vnd.openxmlformats-officedocument.drawingml.diagramStyle+xml"/>
  <Override PartName="/ppt/diagrams/colors292.xml" ContentType="application/vnd.openxmlformats-officedocument.drawingml.diagramColors+xml"/>
  <Override PartName="/ppt/diagrams/drawing292.xml" ContentType="application/vnd.ms-office.drawingml.diagramDrawing+xml"/>
  <Override PartName="/ppt/diagrams/data293.xml" ContentType="application/vnd.openxmlformats-officedocument.drawingml.diagramData+xml"/>
  <Override PartName="/ppt/diagrams/layout293.xml" ContentType="application/vnd.openxmlformats-officedocument.drawingml.diagramLayout+xml"/>
  <Override PartName="/ppt/diagrams/quickStyle293.xml" ContentType="application/vnd.openxmlformats-officedocument.drawingml.diagramStyle+xml"/>
  <Override PartName="/ppt/diagrams/colors293.xml" ContentType="application/vnd.openxmlformats-officedocument.drawingml.diagramColors+xml"/>
  <Override PartName="/ppt/diagrams/drawing293.xml" ContentType="application/vnd.ms-office.drawingml.diagramDrawing+xml"/>
  <Override PartName="/ppt/diagrams/data294.xml" ContentType="application/vnd.openxmlformats-officedocument.drawingml.diagramData+xml"/>
  <Override PartName="/ppt/diagrams/layout294.xml" ContentType="application/vnd.openxmlformats-officedocument.drawingml.diagramLayout+xml"/>
  <Override PartName="/ppt/diagrams/quickStyle294.xml" ContentType="application/vnd.openxmlformats-officedocument.drawingml.diagramStyle+xml"/>
  <Override PartName="/ppt/diagrams/colors294.xml" ContentType="application/vnd.openxmlformats-officedocument.drawingml.diagramColors+xml"/>
  <Override PartName="/ppt/diagrams/drawing294.xml" ContentType="application/vnd.ms-office.drawingml.diagramDrawing+xml"/>
  <Override PartName="/ppt/diagrams/data295.xml" ContentType="application/vnd.openxmlformats-officedocument.drawingml.diagramData+xml"/>
  <Override PartName="/ppt/diagrams/layout295.xml" ContentType="application/vnd.openxmlformats-officedocument.drawingml.diagramLayout+xml"/>
  <Override PartName="/ppt/diagrams/quickStyle295.xml" ContentType="application/vnd.openxmlformats-officedocument.drawingml.diagramStyle+xml"/>
  <Override PartName="/ppt/diagrams/colors295.xml" ContentType="application/vnd.openxmlformats-officedocument.drawingml.diagramColors+xml"/>
  <Override PartName="/ppt/diagrams/drawing295.xml" ContentType="application/vnd.ms-office.drawingml.diagramDrawing+xml"/>
  <Override PartName="/ppt/diagrams/data296.xml" ContentType="application/vnd.openxmlformats-officedocument.drawingml.diagramData+xml"/>
  <Override PartName="/ppt/diagrams/layout296.xml" ContentType="application/vnd.openxmlformats-officedocument.drawingml.diagramLayout+xml"/>
  <Override PartName="/ppt/diagrams/quickStyle296.xml" ContentType="application/vnd.openxmlformats-officedocument.drawingml.diagramStyle+xml"/>
  <Override PartName="/ppt/diagrams/colors296.xml" ContentType="application/vnd.openxmlformats-officedocument.drawingml.diagramColors+xml"/>
  <Override PartName="/ppt/diagrams/drawing296.xml" ContentType="application/vnd.ms-office.drawingml.diagramDrawing+xml"/>
  <Override PartName="/ppt/diagrams/data297.xml" ContentType="application/vnd.openxmlformats-officedocument.drawingml.diagramData+xml"/>
  <Override PartName="/ppt/diagrams/layout297.xml" ContentType="application/vnd.openxmlformats-officedocument.drawingml.diagramLayout+xml"/>
  <Override PartName="/ppt/diagrams/quickStyle297.xml" ContentType="application/vnd.openxmlformats-officedocument.drawingml.diagramStyle+xml"/>
  <Override PartName="/ppt/diagrams/colors297.xml" ContentType="application/vnd.openxmlformats-officedocument.drawingml.diagramColors+xml"/>
  <Override PartName="/ppt/diagrams/drawing297.xml" ContentType="application/vnd.ms-office.drawingml.diagramDrawing+xml"/>
  <Override PartName="/ppt/notesSlides/notesSlide308.xml" ContentType="application/vnd.openxmlformats-officedocument.presentationml.notesSlide+xml"/>
  <Override PartName="/ppt/diagrams/data298.xml" ContentType="application/vnd.openxmlformats-officedocument.drawingml.diagramData+xml"/>
  <Override PartName="/ppt/diagrams/layout298.xml" ContentType="application/vnd.openxmlformats-officedocument.drawingml.diagramLayout+xml"/>
  <Override PartName="/ppt/diagrams/quickStyle298.xml" ContentType="application/vnd.openxmlformats-officedocument.drawingml.diagramStyle+xml"/>
  <Override PartName="/ppt/diagrams/colors298.xml" ContentType="application/vnd.openxmlformats-officedocument.drawingml.diagramColors+xml"/>
  <Override PartName="/ppt/diagrams/drawing298.xml" ContentType="application/vnd.ms-office.drawingml.diagramDrawing+xml"/>
  <Override PartName="/ppt/notesSlides/notesSlide309.xml" ContentType="application/vnd.openxmlformats-officedocument.presentationml.notesSlide+xml"/>
  <Override PartName="/ppt/diagrams/data299.xml" ContentType="application/vnd.openxmlformats-officedocument.drawingml.diagramData+xml"/>
  <Override PartName="/ppt/diagrams/layout299.xml" ContentType="application/vnd.openxmlformats-officedocument.drawingml.diagramLayout+xml"/>
  <Override PartName="/ppt/diagrams/quickStyle299.xml" ContentType="application/vnd.openxmlformats-officedocument.drawingml.diagramStyle+xml"/>
  <Override PartName="/ppt/diagrams/colors299.xml" ContentType="application/vnd.openxmlformats-officedocument.drawingml.diagramColors+xml"/>
  <Override PartName="/ppt/diagrams/drawing299.xml" ContentType="application/vnd.ms-office.drawingml.diagramDrawing+xml"/>
  <Override PartName="/ppt/notesSlides/notesSlide310.xml" ContentType="application/vnd.openxmlformats-officedocument.presentationml.notesSlide+xml"/>
  <Override PartName="/ppt/diagrams/data300.xml" ContentType="application/vnd.openxmlformats-officedocument.drawingml.diagramData+xml"/>
  <Override PartName="/ppt/diagrams/layout300.xml" ContentType="application/vnd.openxmlformats-officedocument.drawingml.diagramLayout+xml"/>
  <Override PartName="/ppt/diagrams/quickStyle300.xml" ContentType="application/vnd.openxmlformats-officedocument.drawingml.diagramStyle+xml"/>
  <Override PartName="/ppt/diagrams/colors300.xml" ContentType="application/vnd.openxmlformats-officedocument.drawingml.diagramColors+xml"/>
  <Override PartName="/ppt/diagrams/drawing300.xml" ContentType="application/vnd.ms-office.drawingml.diagramDrawing+xml"/>
  <Override PartName="/ppt/notesSlides/notesSlide311.xml" ContentType="application/vnd.openxmlformats-officedocument.presentationml.notesSlide+xml"/>
  <Override PartName="/ppt/diagrams/data301.xml" ContentType="application/vnd.openxmlformats-officedocument.drawingml.diagramData+xml"/>
  <Override PartName="/ppt/diagrams/layout301.xml" ContentType="application/vnd.openxmlformats-officedocument.drawingml.diagramLayout+xml"/>
  <Override PartName="/ppt/diagrams/quickStyle301.xml" ContentType="application/vnd.openxmlformats-officedocument.drawingml.diagramStyle+xml"/>
  <Override PartName="/ppt/diagrams/colors301.xml" ContentType="application/vnd.openxmlformats-officedocument.drawingml.diagramColors+xml"/>
  <Override PartName="/ppt/diagrams/drawing301.xml" ContentType="application/vnd.ms-office.drawingml.diagramDrawing+xml"/>
  <Override PartName="/ppt/notesSlides/notesSlide312.xml" ContentType="application/vnd.openxmlformats-officedocument.presentationml.notesSlide+xml"/>
  <Override PartName="/ppt/diagrams/data302.xml" ContentType="application/vnd.openxmlformats-officedocument.drawingml.diagramData+xml"/>
  <Override PartName="/ppt/diagrams/layout302.xml" ContentType="application/vnd.openxmlformats-officedocument.drawingml.diagramLayout+xml"/>
  <Override PartName="/ppt/diagrams/quickStyle302.xml" ContentType="application/vnd.openxmlformats-officedocument.drawingml.diagramStyle+xml"/>
  <Override PartName="/ppt/diagrams/colors302.xml" ContentType="application/vnd.openxmlformats-officedocument.drawingml.diagramColors+xml"/>
  <Override PartName="/ppt/diagrams/drawing302.xml" ContentType="application/vnd.ms-office.drawingml.diagramDrawing+xml"/>
  <Override PartName="/ppt/notesSlides/notesSlide313.xml" ContentType="application/vnd.openxmlformats-officedocument.presentationml.notesSlide+xml"/>
  <Override PartName="/ppt/diagrams/data303.xml" ContentType="application/vnd.openxmlformats-officedocument.drawingml.diagramData+xml"/>
  <Override PartName="/ppt/diagrams/layout303.xml" ContentType="application/vnd.openxmlformats-officedocument.drawingml.diagramLayout+xml"/>
  <Override PartName="/ppt/diagrams/quickStyle303.xml" ContentType="application/vnd.openxmlformats-officedocument.drawingml.diagramStyle+xml"/>
  <Override PartName="/ppt/diagrams/colors303.xml" ContentType="application/vnd.openxmlformats-officedocument.drawingml.diagramColors+xml"/>
  <Override PartName="/ppt/diagrams/drawing303.xml" ContentType="application/vnd.ms-office.drawingml.diagramDrawing+xml"/>
  <Override PartName="/ppt/notesSlides/notesSlide314.xml" ContentType="application/vnd.openxmlformats-officedocument.presentationml.notesSlide+xml"/>
  <Override PartName="/ppt/diagrams/data304.xml" ContentType="application/vnd.openxmlformats-officedocument.drawingml.diagramData+xml"/>
  <Override PartName="/ppt/diagrams/layout304.xml" ContentType="application/vnd.openxmlformats-officedocument.drawingml.diagramLayout+xml"/>
  <Override PartName="/ppt/diagrams/quickStyle304.xml" ContentType="application/vnd.openxmlformats-officedocument.drawingml.diagramStyle+xml"/>
  <Override PartName="/ppt/diagrams/colors304.xml" ContentType="application/vnd.openxmlformats-officedocument.drawingml.diagramColors+xml"/>
  <Override PartName="/ppt/diagrams/drawing304.xml" ContentType="application/vnd.ms-office.drawingml.diagramDrawing+xml"/>
  <Override PartName="/ppt/notesSlides/notesSlide315.xml" ContentType="application/vnd.openxmlformats-officedocument.presentationml.notesSlide+xml"/>
  <Override PartName="/ppt/diagrams/data305.xml" ContentType="application/vnd.openxmlformats-officedocument.drawingml.diagramData+xml"/>
  <Override PartName="/ppt/diagrams/layout305.xml" ContentType="application/vnd.openxmlformats-officedocument.drawingml.diagramLayout+xml"/>
  <Override PartName="/ppt/diagrams/quickStyle305.xml" ContentType="application/vnd.openxmlformats-officedocument.drawingml.diagramStyle+xml"/>
  <Override PartName="/ppt/diagrams/colors305.xml" ContentType="application/vnd.openxmlformats-officedocument.drawingml.diagramColors+xml"/>
  <Override PartName="/ppt/diagrams/drawing305.xml" ContentType="application/vnd.ms-office.drawingml.diagramDrawing+xml"/>
  <Override PartName="/ppt/notesSlides/notesSlide316.xml" ContentType="application/vnd.openxmlformats-officedocument.presentationml.notesSlide+xml"/>
  <Override PartName="/ppt/diagrams/data306.xml" ContentType="application/vnd.openxmlformats-officedocument.drawingml.diagramData+xml"/>
  <Override PartName="/ppt/diagrams/layout306.xml" ContentType="application/vnd.openxmlformats-officedocument.drawingml.diagramLayout+xml"/>
  <Override PartName="/ppt/diagrams/quickStyle306.xml" ContentType="application/vnd.openxmlformats-officedocument.drawingml.diagramStyle+xml"/>
  <Override PartName="/ppt/diagrams/colors306.xml" ContentType="application/vnd.openxmlformats-officedocument.drawingml.diagramColors+xml"/>
  <Override PartName="/ppt/diagrams/drawing306.xml" ContentType="application/vnd.ms-office.drawingml.diagramDrawing+xml"/>
  <Override PartName="/ppt/notesSlides/notesSlide317.xml" ContentType="application/vnd.openxmlformats-officedocument.presentationml.notesSlide+xml"/>
  <Override PartName="/ppt/diagrams/data307.xml" ContentType="application/vnd.openxmlformats-officedocument.drawingml.diagramData+xml"/>
  <Override PartName="/ppt/diagrams/layout307.xml" ContentType="application/vnd.openxmlformats-officedocument.drawingml.diagramLayout+xml"/>
  <Override PartName="/ppt/diagrams/quickStyle307.xml" ContentType="application/vnd.openxmlformats-officedocument.drawingml.diagramStyle+xml"/>
  <Override PartName="/ppt/diagrams/colors307.xml" ContentType="application/vnd.openxmlformats-officedocument.drawingml.diagramColors+xml"/>
  <Override PartName="/ppt/diagrams/drawing307.xml" ContentType="application/vnd.ms-office.drawingml.diagramDrawing+xml"/>
  <Override PartName="/ppt/notesSlides/notesSlide318.xml" ContentType="application/vnd.openxmlformats-officedocument.presentationml.notesSlide+xml"/>
  <Override PartName="/ppt/diagrams/data308.xml" ContentType="application/vnd.openxmlformats-officedocument.drawingml.diagramData+xml"/>
  <Override PartName="/ppt/diagrams/layout308.xml" ContentType="application/vnd.openxmlformats-officedocument.drawingml.diagramLayout+xml"/>
  <Override PartName="/ppt/diagrams/quickStyle308.xml" ContentType="application/vnd.openxmlformats-officedocument.drawingml.diagramStyle+xml"/>
  <Override PartName="/ppt/diagrams/colors308.xml" ContentType="application/vnd.openxmlformats-officedocument.drawingml.diagramColors+xml"/>
  <Override PartName="/ppt/diagrams/drawing308.xml" ContentType="application/vnd.ms-office.drawingml.diagramDrawing+xml"/>
  <Override PartName="/ppt/notesSlides/notesSlide319.xml" ContentType="application/vnd.openxmlformats-officedocument.presentationml.notesSlide+xml"/>
  <Override PartName="/ppt/diagrams/data309.xml" ContentType="application/vnd.openxmlformats-officedocument.drawingml.diagramData+xml"/>
  <Override PartName="/ppt/diagrams/layout309.xml" ContentType="application/vnd.openxmlformats-officedocument.drawingml.diagramLayout+xml"/>
  <Override PartName="/ppt/diagrams/quickStyle309.xml" ContentType="application/vnd.openxmlformats-officedocument.drawingml.diagramStyle+xml"/>
  <Override PartName="/ppt/diagrams/colors309.xml" ContentType="application/vnd.openxmlformats-officedocument.drawingml.diagramColors+xml"/>
  <Override PartName="/ppt/diagrams/drawing309.xml" ContentType="application/vnd.ms-office.drawingml.diagramDrawing+xml"/>
  <Override PartName="/ppt/notesSlides/notesSlide320.xml" ContentType="application/vnd.openxmlformats-officedocument.presentationml.notesSlide+xml"/>
  <Override PartName="/ppt/diagrams/data310.xml" ContentType="application/vnd.openxmlformats-officedocument.drawingml.diagramData+xml"/>
  <Override PartName="/ppt/diagrams/layout310.xml" ContentType="application/vnd.openxmlformats-officedocument.drawingml.diagramLayout+xml"/>
  <Override PartName="/ppt/diagrams/quickStyle310.xml" ContentType="application/vnd.openxmlformats-officedocument.drawingml.diagramStyle+xml"/>
  <Override PartName="/ppt/diagrams/colors310.xml" ContentType="application/vnd.openxmlformats-officedocument.drawingml.diagramColors+xml"/>
  <Override PartName="/ppt/diagrams/drawing310.xml" ContentType="application/vnd.ms-office.drawingml.diagramDrawing+xml"/>
  <Override PartName="/ppt/notesSlides/notesSlide321.xml" ContentType="application/vnd.openxmlformats-officedocument.presentationml.notesSlide+xml"/>
  <Override PartName="/ppt/diagrams/data311.xml" ContentType="application/vnd.openxmlformats-officedocument.drawingml.diagramData+xml"/>
  <Override PartName="/ppt/diagrams/layout311.xml" ContentType="application/vnd.openxmlformats-officedocument.drawingml.diagramLayout+xml"/>
  <Override PartName="/ppt/diagrams/quickStyle311.xml" ContentType="application/vnd.openxmlformats-officedocument.drawingml.diagramStyle+xml"/>
  <Override PartName="/ppt/diagrams/colors311.xml" ContentType="application/vnd.openxmlformats-officedocument.drawingml.diagramColors+xml"/>
  <Override PartName="/ppt/diagrams/drawing311.xml" ContentType="application/vnd.ms-office.drawingml.diagramDrawing+xml"/>
  <Override PartName="/ppt/notesSlides/notesSlide322.xml" ContentType="application/vnd.openxmlformats-officedocument.presentationml.notesSlide+xml"/>
  <Override PartName="/ppt/diagrams/data312.xml" ContentType="application/vnd.openxmlformats-officedocument.drawingml.diagramData+xml"/>
  <Override PartName="/ppt/diagrams/layout312.xml" ContentType="application/vnd.openxmlformats-officedocument.drawingml.diagramLayout+xml"/>
  <Override PartName="/ppt/diagrams/quickStyle312.xml" ContentType="application/vnd.openxmlformats-officedocument.drawingml.diagramStyle+xml"/>
  <Override PartName="/ppt/diagrams/colors312.xml" ContentType="application/vnd.openxmlformats-officedocument.drawingml.diagramColors+xml"/>
  <Override PartName="/ppt/diagrams/drawing312.xml" ContentType="application/vnd.ms-office.drawingml.diagramDrawing+xml"/>
  <Override PartName="/ppt/notesSlides/notesSlide323.xml" ContentType="application/vnd.openxmlformats-officedocument.presentationml.notesSlide+xml"/>
  <Override PartName="/ppt/diagrams/data313.xml" ContentType="application/vnd.openxmlformats-officedocument.drawingml.diagramData+xml"/>
  <Override PartName="/ppt/diagrams/layout313.xml" ContentType="application/vnd.openxmlformats-officedocument.drawingml.diagramLayout+xml"/>
  <Override PartName="/ppt/diagrams/quickStyle313.xml" ContentType="application/vnd.openxmlformats-officedocument.drawingml.diagramStyle+xml"/>
  <Override PartName="/ppt/diagrams/colors313.xml" ContentType="application/vnd.openxmlformats-officedocument.drawingml.diagramColors+xml"/>
  <Override PartName="/ppt/diagrams/drawing313.xml" ContentType="application/vnd.ms-office.drawingml.diagramDrawing+xml"/>
  <Override PartName="/ppt/notesSlides/notesSlide324.xml" ContentType="application/vnd.openxmlformats-officedocument.presentationml.notesSlide+xml"/>
  <Override PartName="/ppt/diagrams/data314.xml" ContentType="application/vnd.openxmlformats-officedocument.drawingml.diagramData+xml"/>
  <Override PartName="/ppt/diagrams/layout314.xml" ContentType="application/vnd.openxmlformats-officedocument.drawingml.diagramLayout+xml"/>
  <Override PartName="/ppt/diagrams/quickStyle314.xml" ContentType="application/vnd.openxmlformats-officedocument.drawingml.diagramStyle+xml"/>
  <Override PartName="/ppt/diagrams/colors314.xml" ContentType="application/vnd.openxmlformats-officedocument.drawingml.diagramColors+xml"/>
  <Override PartName="/ppt/diagrams/drawing314.xml" ContentType="application/vnd.ms-office.drawingml.diagramDrawing+xml"/>
  <Override PartName="/ppt/notesSlides/notesSlide325.xml" ContentType="application/vnd.openxmlformats-officedocument.presentationml.notesSlide+xml"/>
  <Override PartName="/ppt/diagrams/data315.xml" ContentType="application/vnd.openxmlformats-officedocument.drawingml.diagramData+xml"/>
  <Override PartName="/ppt/diagrams/layout315.xml" ContentType="application/vnd.openxmlformats-officedocument.drawingml.diagramLayout+xml"/>
  <Override PartName="/ppt/diagrams/quickStyle315.xml" ContentType="application/vnd.openxmlformats-officedocument.drawingml.diagramStyle+xml"/>
  <Override PartName="/ppt/diagrams/colors315.xml" ContentType="application/vnd.openxmlformats-officedocument.drawingml.diagramColors+xml"/>
  <Override PartName="/ppt/diagrams/drawing315.xml" ContentType="application/vnd.ms-office.drawingml.diagramDrawing+xml"/>
  <Override PartName="/ppt/notesSlides/notesSlide326.xml" ContentType="application/vnd.openxmlformats-officedocument.presentationml.notesSlide+xml"/>
  <Override PartName="/ppt/diagrams/data316.xml" ContentType="application/vnd.openxmlformats-officedocument.drawingml.diagramData+xml"/>
  <Override PartName="/ppt/diagrams/layout316.xml" ContentType="application/vnd.openxmlformats-officedocument.drawingml.diagramLayout+xml"/>
  <Override PartName="/ppt/diagrams/quickStyle316.xml" ContentType="application/vnd.openxmlformats-officedocument.drawingml.diagramStyle+xml"/>
  <Override PartName="/ppt/diagrams/colors316.xml" ContentType="application/vnd.openxmlformats-officedocument.drawingml.diagramColors+xml"/>
  <Override PartName="/ppt/diagrams/drawing316.xml" ContentType="application/vnd.ms-office.drawingml.diagramDrawing+xml"/>
  <Override PartName="/ppt/notesSlides/notesSlide327.xml" ContentType="application/vnd.openxmlformats-officedocument.presentationml.notesSlide+xml"/>
  <Override PartName="/ppt/diagrams/data317.xml" ContentType="application/vnd.openxmlformats-officedocument.drawingml.diagramData+xml"/>
  <Override PartName="/ppt/diagrams/layout317.xml" ContentType="application/vnd.openxmlformats-officedocument.drawingml.diagramLayout+xml"/>
  <Override PartName="/ppt/diagrams/quickStyle317.xml" ContentType="application/vnd.openxmlformats-officedocument.drawingml.diagramStyle+xml"/>
  <Override PartName="/ppt/diagrams/colors317.xml" ContentType="application/vnd.openxmlformats-officedocument.drawingml.diagramColors+xml"/>
  <Override PartName="/ppt/diagrams/drawing317.xml" ContentType="application/vnd.ms-office.drawingml.diagramDrawing+xml"/>
  <Override PartName="/ppt/notesSlides/notesSlide328.xml" ContentType="application/vnd.openxmlformats-officedocument.presentationml.notesSlide+xml"/>
  <Override PartName="/ppt/diagrams/data318.xml" ContentType="application/vnd.openxmlformats-officedocument.drawingml.diagramData+xml"/>
  <Override PartName="/ppt/diagrams/layout318.xml" ContentType="application/vnd.openxmlformats-officedocument.drawingml.diagramLayout+xml"/>
  <Override PartName="/ppt/diagrams/quickStyle318.xml" ContentType="application/vnd.openxmlformats-officedocument.drawingml.diagramStyle+xml"/>
  <Override PartName="/ppt/diagrams/colors318.xml" ContentType="application/vnd.openxmlformats-officedocument.drawingml.diagramColors+xml"/>
  <Override PartName="/ppt/diagrams/drawing318.xml" ContentType="application/vnd.ms-office.drawingml.diagramDrawing+xml"/>
  <Override PartName="/ppt/notesSlides/notesSlide329.xml" ContentType="application/vnd.openxmlformats-officedocument.presentationml.notesSlide+xml"/>
  <Override PartName="/ppt/diagrams/data319.xml" ContentType="application/vnd.openxmlformats-officedocument.drawingml.diagramData+xml"/>
  <Override PartName="/ppt/diagrams/layout319.xml" ContentType="application/vnd.openxmlformats-officedocument.drawingml.diagramLayout+xml"/>
  <Override PartName="/ppt/diagrams/quickStyle319.xml" ContentType="application/vnd.openxmlformats-officedocument.drawingml.diagramStyle+xml"/>
  <Override PartName="/ppt/diagrams/colors319.xml" ContentType="application/vnd.openxmlformats-officedocument.drawingml.diagramColors+xml"/>
  <Override PartName="/ppt/diagrams/drawing319.xml" ContentType="application/vnd.ms-office.drawingml.diagramDrawing+xml"/>
  <Override PartName="/ppt/notesSlides/notesSlide330.xml" ContentType="application/vnd.openxmlformats-officedocument.presentationml.notesSlide+xml"/>
  <Override PartName="/ppt/diagrams/data320.xml" ContentType="application/vnd.openxmlformats-officedocument.drawingml.diagramData+xml"/>
  <Override PartName="/ppt/diagrams/layout320.xml" ContentType="application/vnd.openxmlformats-officedocument.drawingml.diagramLayout+xml"/>
  <Override PartName="/ppt/diagrams/quickStyle320.xml" ContentType="application/vnd.openxmlformats-officedocument.drawingml.diagramStyle+xml"/>
  <Override PartName="/ppt/diagrams/colors320.xml" ContentType="application/vnd.openxmlformats-officedocument.drawingml.diagramColors+xml"/>
  <Override PartName="/ppt/diagrams/drawing320.xml" ContentType="application/vnd.ms-office.drawingml.diagramDrawing+xml"/>
  <Override PartName="/ppt/notesSlides/notesSlide331.xml" ContentType="application/vnd.openxmlformats-officedocument.presentationml.notesSlide+xml"/>
  <Override PartName="/ppt/diagrams/data321.xml" ContentType="application/vnd.openxmlformats-officedocument.drawingml.diagramData+xml"/>
  <Override PartName="/ppt/diagrams/layout321.xml" ContentType="application/vnd.openxmlformats-officedocument.drawingml.diagramLayout+xml"/>
  <Override PartName="/ppt/diagrams/quickStyle321.xml" ContentType="application/vnd.openxmlformats-officedocument.drawingml.diagramStyle+xml"/>
  <Override PartName="/ppt/diagrams/colors321.xml" ContentType="application/vnd.openxmlformats-officedocument.drawingml.diagramColors+xml"/>
  <Override PartName="/ppt/diagrams/drawing321.xml" ContentType="application/vnd.ms-office.drawingml.diagramDrawing+xml"/>
  <Override PartName="/ppt/notesSlides/notesSlide332.xml" ContentType="application/vnd.openxmlformats-officedocument.presentationml.notesSlide+xml"/>
  <Override PartName="/ppt/diagrams/data322.xml" ContentType="application/vnd.openxmlformats-officedocument.drawingml.diagramData+xml"/>
  <Override PartName="/ppt/diagrams/layout322.xml" ContentType="application/vnd.openxmlformats-officedocument.drawingml.diagramLayout+xml"/>
  <Override PartName="/ppt/diagrams/quickStyle322.xml" ContentType="application/vnd.openxmlformats-officedocument.drawingml.diagramStyle+xml"/>
  <Override PartName="/ppt/diagrams/colors322.xml" ContentType="application/vnd.openxmlformats-officedocument.drawingml.diagramColors+xml"/>
  <Override PartName="/ppt/diagrams/drawing322.xml" ContentType="application/vnd.ms-office.drawingml.diagramDrawing+xml"/>
  <Override PartName="/ppt/notesSlides/notesSlide333.xml" ContentType="application/vnd.openxmlformats-officedocument.presentationml.notesSlide+xml"/>
  <Override PartName="/ppt/diagrams/data323.xml" ContentType="application/vnd.openxmlformats-officedocument.drawingml.diagramData+xml"/>
  <Override PartName="/ppt/diagrams/layout323.xml" ContentType="application/vnd.openxmlformats-officedocument.drawingml.diagramLayout+xml"/>
  <Override PartName="/ppt/diagrams/quickStyle323.xml" ContentType="application/vnd.openxmlformats-officedocument.drawingml.diagramStyle+xml"/>
  <Override PartName="/ppt/diagrams/colors323.xml" ContentType="application/vnd.openxmlformats-officedocument.drawingml.diagramColors+xml"/>
  <Override PartName="/ppt/diagrams/drawing323.xml" ContentType="application/vnd.ms-office.drawingml.diagramDrawing+xml"/>
  <Override PartName="/ppt/notesSlides/notesSlide334.xml" ContentType="application/vnd.openxmlformats-officedocument.presentationml.notesSlide+xml"/>
  <Override PartName="/ppt/diagrams/data324.xml" ContentType="application/vnd.openxmlformats-officedocument.drawingml.diagramData+xml"/>
  <Override PartName="/ppt/diagrams/layout324.xml" ContentType="application/vnd.openxmlformats-officedocument.drawingml.diagramLayout+xml"/>
  <Override PartName="/ppt/diagrams/quickStyle324.xml" ContentType="application/vnd.openxmlformats-officedocument.drawingml.diagramStyle+xml"/>
  <Override PartName="/ppt/diagrams/colors324.xml" ContentType="application/vnd.openxmlformats-officedocument.drawingml.diagramColors+xml"/>
  <Override PartName="/ppt/diagrams/drawing324.xml" ContentType="application/vnd.ms-office.drawingml.diagramDrawing+xml"/>
  <Override PartName="/ppt/notesSlides/notesSlide335.xml" ContentType="application/vnd.openxmlformats-officedocument.presentationml.notesSlide+xml"/>
  <Override PartName="/ppt/diagrams/data325.xml" ContentType="application/vnd.openxmlformats-officedocument.drawingml.diagramData+xml"/>
  <Override PartName="/ppt/diagrams/layout325.xml" ContentType="application/vnd.openxmlformats-officedocument.drawingml.diagramLayout+xml"/>
  <Override PartName="/ppt/diagrams/quickStyle325.xml" ContentType="application/vnd.openxmlformats-officedocument.drawingml.diagramStyle+xml"/>
  <Override PartName="/ppt/diagrams/colors325.xml" ContentType="application/vnd.openxmlformats-officedocument.drawingml.diagramColors+xml"/>
  <Override PartName="/ppt/diagrams/drawing325.xml" ContentType="application/vnd.ms-office.drawingml.diagramDrawing+xml"/>
  <Override PartName="/ppt/notesSlides/notesSlide336.xml" ContentType="application/vnd.openxmlformats-officedocument.presentationml.notesSlide+xml"/>
  <Override PartName="/ppt/diagrams/data326.xml" ContentType="application/vnd.openxmlformats-officedocument.drawingml.diagramData+xml"/>
  <Override PartName="/ppt/diagrams/layout326.xml" ContentType="application/vnd.openxmlformats-officedocument.drawingml.diagramLayout+xml"/>
  <Override PartName="/ppt/diagrams/quickStyle326.xml" ContentType="application/vnd.openxmlformats-officedocument.drawingml.diagramStyle+xml"/>
  <Override PartName="/ppt/diagrams/colors326.xml" ContentType="application/vnd.openxmlformats-officedocument.drawingml.diagramColors+xml"/>
  <Override PartName="/ppt/diagrams/drawing326.xml" ContentType="application/vnd.ms-office.drawingml.diagramDrawing+xml"/>
  <Override PartName="/ppt/notesSlides/notesSlide337.xml" ContentType="application/vnd.openxmlformats-officedocument.presentationml.notesSlide+xml"/>
  <Override PartName="/ppt/diagrams/data327.xml" ContentType="application/vnd.openxmlformats-officedocument.drawingml.diagramData+xml"/>
  <Override PartName="/ppt/diagrams/layout327.xml" ContentType="application/vnd.openxmlformats-officedocument.drawingml.diagramLayout+xml"/>
  <Override PartName="/ppt/diagrams/quickStyle327.xml" ContentType="application/vnd.openxmlformats-officedocument.drawingml.diagramStyle+xml"/>
  <Override PartName="/ppt/diagrams/colors327.xml" ContentType="application/vnd.openxmlformats-officedocument.drawingml.diagramColors+xml"/>
  <Override PartName="/ppt/diagrams/drawing327.xml" ContentType="application/vnd.ms-office.drawingml.diagramDrawing+xml"/>
  <Override PartName="/ppt/notesSlides/notesSlide338.xml" ContentType="application/vnd.openxmlformats-officedocument.presentationml.notesSlide+xml"/>
  <Override PartName="/ppt/diagrams/data328.xml" ContentType="application/vnd.openxmlformats-officedocument.drawingml.diagramData+xml"/>
  <Override PartName="/ppt/diagrams/layout328.xml" ContentType="application/vnd.openxmlformats-officedocument.drawingml.diagramLayout+xml"/>
  <Override PartName="/ppt/diagrams/quickStyle328.xml" ContentType="application/vnd.openxmlformats-officedocument.drawingml.diagramStyle+xml"/>
  <Override PartName="/ppt/diagrams/colors328.xml" ContentType="application/vnd.openxmlformats-officedocument.drawingml.diagramColors+xml"/>
  <Override PartName="/ppt/diagrams/drawing328.xml" ContentType="application/vnd.ms-office.drawingml.diagramDrawing+xml"/>
  <Override PartName="/ppt/notesSlides/notesSlide339.xml" ContentType="application/vnd.openxmlformats-officedocument.presentationml.notesSlide+xml"/>
  <Override PartName="/ppt/diagrams/data329.xml" ContentType="application/vnd.openxmlformats-officedocument.drawingml.diagramData+xml"/>
  <Override PartName="/ppt/diagrams/layout329.xml" ContentType="application/vnd.openxmlformats-officedocument.drawingml.diagramLayout+xml"/>
  <Override PartName="/ppt/diagrams/quickStyle329.xml" ContentType="application/vnd.openxmlformats-officedocument.drawingml.diagramStyle+xml"/>
  <Override PartName="/ppt/diagrams/colors329.xml" ContentType="application/vnd.openxmlformats-officedocument.drawingml.diagramColors+xml"/>
  <Override PartName="/ppt/diagrams/drawing329.xml" ContentType="application/vnd.ms-office.drawingml.diagramDrawing+xml"/>
  <Override PartName="/ppt/notesSlides/notesSlide340.xml" ContentType="application/vnd.openxmlformats-officedocument.presentationml.notesSlide+xml"/>
  <Override PartName="/ppt/diagrams/data330.xml" ContentType="application/vnd.openxmlformats-officedocument.drawingml.diagramData+xml"/>
  <Override PartName="/ppt/diagrams/layout330.xml" ContentType="application/vnd.openxmlformats-officedocument.drawingml.diagramLayout+xml"/>
  <Override PartName="/ppt/diagrams/quickStyle330.xml" ContentType="application/vnd.openxmlformats-officedocument.drawingml.diagramStyle+xml"/>
  <Override PartName="/ppt/diagrams/colors330.xml" ContentType="application/vnd.openxmlformats-officedocument.drawingml.diagramColors+xml"/>
  <Override PartName="/ppt/diagrams/drawing330.xml" ContentType="application/vnd.ms-office.drawingml.diagramDrawing+xml"/>
  <Override PartName="/ppt/notesSlides/notesSlide341.xml" ContentType="application/vnd.openxmlformats-officedocument.presentationml.notesSlide+xml"/>
  <Override PartName="/ppt/diagrams/data331.xml" ContentType="application/vnd.openxmlformats-officedocument.drawingml.diagramData+xml"/>
  <Override PartName="/ppt/diagrams/layout331.xml" ContentType="application/vnd.openxmlformats-officedocument.drawingml.diagramLayout+xml"/>
  <Override PartName="/ppt/diagrams/quickStyle331.xml" ContentType="application/vnd.openxmlformats-officedocument.drawingml.diagramStyle+xml"/>
  <Override PartName="/ppt/diagrams/colors331.xml" ContentType="application/vnd.openxmlformats-officedocument.drawingml.diagramColors+xml"/>
  <Override PartName="/ppt/diagrams/drawing331.xml" ContentType="application/vnd.ms-office.drawingml.diagramDrawing+xml"/>
  <Override PartName="/ppt/notesSlides/notesSlide342.xml" ContentType="application/vnd.openxmlformats-officedocument.presentationml.notesSlide+xml"/>
  <Override PartName="/ppt/diagrams/data332.xml" ContentType="application/vnd.openxmlformats-officedocument.drawingml.diagramData+xml"/>
  <Override PartName="/ppt/diagrams/layout332.xml" ContentType="application/vnd.openxmlformats-officedocument.drawingml.diagramLayout+xml"/>
  <Override PartName="/ppt/diagrams/quickStyle332.xml" ContentType="application/vnd.openxmlformats-officedocument.drawingml.diagramStyle+xml"/>
  <Override PartName="/ppt/diagrams/colors332.xml" ContentType="application/vnd.openxmlformats-officedocument.drawingml.diagramColors+xml"/>
  <Override PartName="/ppt/diagrams/drawing332.xml" ContentType="application/vnd.ms-office.drawingml.diagramDrawing+xml"/>
  <Override PartName="/ppt/notesSlides/notesSlide343.xml" ContentType="application/vnd.openxmlformats-officedocument.presentationml.notesSlide+xml"/>
  <Override PartName="/ppt/diagrams/data333.xml" ContentType="application/vnd.openxmlformats-officedocument.drawingml.diagramData+xml"/>
  <Override PartName="/ppt/diagrams/layout333.xml" ContentType="application/vnd.openxmlformats-officedocument.drawingml.diagramLayout+xml"/>
  <Override PartName="/ppt/diagrams/quickStyle333.xml" ContentType="application/vnd.openxmlformats-officedocument.drawingml.diagramStyle+xml"/>
  <Override PartName="/ppt/diagrams/colors333.xml" ContentType="application/vnd.openxmlformats-officedocument.drawingml.diagramColors+xml"/>
  <Override PartName="/ppt/diagrams/drawing333.xml" ContentType="application/vnd.ms-office.drawingml.diagramDrawing+xml"/>
  <Override PartName="/ppt/notesSlides/notesSlide344.xml" ContentType="application/vnd.openxmlformats-officedocument.presentationml.notesSlide+xml"/>
  <Override PartName="/ppt/diagrams/data334.xml" ContentType="application/vnd.openxmlformats-officedocument.drawingml.diagramData+xml"/>
  <Override PartName="/ppt/diagrams/layout334.xml" ContentType="application/vnd.openxmlformats-officedocument.drawingml.diagramLayout+xml"/>
  <Override PartName="/ppt/diagrams/quickStyle334.xml" ContentType="application/vnd.openxmlformats-officedocument.drawingml.diagramStyle+xml"/>
  <Override PartName="/ppt/diagrams/colors334.xml" ContentType="application/vnd.openxmlformats-officedocument.drawingml.diagramColors+xml"/>
  <Override PartName="/ppt/diagrams/drawing334.xml" ContentType="application/vnd.ms-office.drawingml.diagramDrawing+xml"/>
  <Override PartName="/ppt/notesSlides/notesSlide345.xml" ContentType="application/vnd.openxmlformats-officedocument.presentationml.notesSlide+xml"/>
  <Override PartName="/ppt/diagrams/data335.xml" ContentType="application/vnd.openxmlformats-officedocument.drawingml.diagramData+xml"/>
  <Override PartName="/ppt/diagrams/layout335.xml" ContentType="application/vnd.openxmlformats-officedocument.drawingml.diagramLayout+xml"/>
  <Override PartName="/ppt/diagrams/quickStyle335.xml" ContentType="application/vnd.openxmlformats-officedocument.drawingml.diagramStyle+xml"/>
  <Override PartName="/ppt/diagrams/colors335.xml" ContentType="application/vnd.openxmlformats-officedocument.drawingml.diagramColors+xml"/>
  <Override PartName="/ppt/diagrams/drawing335.xml" ContentType="application/vnd.ms-office.drawingml.diagramDrawing+xml"/>
  <Override PartName="/ppt/notesSlides/notesSlide346.xml" ContentType="application/vnd.openxmlformats-officedocument.presentationml.notesSlide+xml"/>
  <Override PartName="/ppt/diagrams/data336.xml" ContentType="application/vnd.openxmlformats-officedocument.drawingml.diagramData+xml"/>
  <Override PartName="/ppt/diagrams/layout336.xml" ContentType="application/vnd.openxmlformats-officedocument.drawingml.diagramLayout+xml"/>
  <Override PartName="/ppt/diagrams/quickStyle336.xml" ContentType="application/vnd.openxmlformats-officedocument.drawingml.diagramStyle+xml"/>
  <Override PartName="/ppt/diagrams/colors336.xml" ContentType="application/vnd.openxmlformats-officedocument.drawingml.diagramColors+xml"/>
  <Override PartName="/ppt/diagrams/drawing336.xml" ContentType="application/vnd.ms-office.drawingml.diagramDrawing+xml"/>
  <Override PartName="/ppt/notesSlides/notesSlide347.xml" ContentType="application/vnd.openxmlformats-officedocument.presentationml.notesSlide+xml"/>
  <Override PartName="/ppt/diagrams/data337.xml" ContentType="application/vnd.openxmlformats-officedocument.drawingml.diagramData+xml"/>
  <Override PartName="/ppt/diagrams/layout337.xml" ContentType="application/vnd.openxmlformats-officedocument.drawingml.diagramLayout+xml"/>
  <Override PartName="/ppt/diagrams/quickStyle337.xml" ContentType="application/vnd.openxmlformats-officedocument.drawingml.diagramStyle+xml"/>
  <Override PartName="/ppt/diagrams/colors337.xml" ContentType="application/vnd.openxmlformats-officedocument.drawingml.diagramColors+xml"/>
  <Override PartName="/ppt/diagrams/drawing337.xml" ContentType="application/vnd.ms-office.drawingml.diagramDrawing+xml"/>
  <Override PartName="/ppt/notesSlides/notesSlide348.xml" ContentType="application/vnd.openxmlformats-officedocument.presentationml.notesSlide+xml"/>
  <Override PartName="/ppt/diagrams/data338.xml" ContentType="application/vnd.openxmlformats-officedocument.drawingml.diagramData+xml"/>
  <Override PartName="/ppt/diagrams/layout338.xml" ContentType="application/vnd.openxmlformats-officedocument.drawingml.diagramLayout+xml"/>
  <Override PartName="/ppt/diagrams/quickStyle338.xml" ContentType="application/vnd.openxmlformats-officedocument.drawingml.diagramStyle+xml"/>
  <Override PartName="/ppt/diagrams/colors338.xml" ContentType="application/vnd.openxmlformats-officedocument.drawingml.diagramColors+xml"/>
  <Override PartName="/ppt/diagrams/drawing338.xml" ContentType="application/vnd.ms-office.drawingml.diagramDrawing+xml"/>
  <Override PartName="/ppt/notesSlides/notesSlide349.xml" ContentType="application/vnd.openxmlformats-officedocument.presentationml.notesSlide+xml"/>
  <Override PartName="/ppt/diagrams/data339.xml" ContentType="application/vnd.openxmlformats-officedocument.drawingml.diagramData+xml"/>
  <Override PartName="/ppt/diagrams/layout339.xml" ContentType="application/vnd.openxmlformats-officedocument.drawingml.diagramLayout+xml"/>
  <Override PartName="/ppt/diagrams/quickStyle339.xml" ContentType="application/vnd.openxmlformats-officedocument.drawingml.diagramStyle+xml"/>
  <Override PartName="/ppt/diagrams/colors339.xml" ContentType="application/vnd.openxmlformats-officedocument.drawingml.diagramColors+xml"/>
  <Override PartName="/ppt/diagrams/drawing339.xml" ContentType="application/vnd.ms-office.drawingml.diagramDrawing+xml"/>
  <Override PartName="/ppt/notesSlides/notesSlide350.xml" ContentType="application/vnd.openxmlformats-officedocument.presentationml.notesSlide+xml"/>
  <Override PartName="/ppt/diagrams/data340.xml" ContentType="application/vnd.openxmlformats-officedocument.drawingml.diagramData+xml"/>
  <Override PartName="/ppt/diagrams/layout340.xml" ContentType="application/vnd.openxmlformats-officedocument.drawingml.diagramLayout+xml"/>
  <Override PartName="/ppt/diagrams/quickStyle340.xml" ContentType="application/vnd.openxmlformats-officedocument.drawingml.diagramStyle+xml"/>
  <Override PartName="/ppt/diagrams/colors340.xml" ContentType="application/vnd.openxmlformats-officedocument.drawingml.diagramColors+xml"/>
  <Override PartName="/ppt/diagrams/drawing340.xml" ContentType="application/vnd.ms-office.drawingml.diagramDrawing+xml"/>
  <Override PartName="/ppt/notesSlides/notesSlide351.xml" ContentType="application/vnd.openxmlformats-officedocument.presentationml.notesSlide+xml"/>
  <Override PartName="/ppt/diagrams/data341.xml" ContentType="application/vnd.openxmlformats-officedocument.drawingml.diagramData+xml"/>
  <Override PartName="/ppt/diagrams/layout341.xml" ContentType="application/vnd.openxmlformats-officedocument.drawingml.diagramLayout+xml"/>
  <Override PartName="/ppt/diagrams/quickStyle341.xml" ContentType="application/vnd.openxmlformats-officedocument.drawingml.diagramStyle+xml"/>
  <Override PartName="/ppt/diagrams/colors341.xml" ContentType="application/vnd.openxmlformats-officedocument.drawingml.diagramColors+xml"/>
  <Override PartName="/ppt/diagrams/drawing341.xml" ContentType="application/vnd.ms-office.drawingml.diagramDrawing+xml"/>
  <Override PartName="/ppt/notesSlides/notesSlide352.xml" ContentType="application/vnd.openxmlformats-officedocument.presentationml.notesSlide+xml"/>
  <Override PartName="/ppt/diagrams/data342.xml" ContentType="application/vnd.openxmlformats-officedocument.drawingml.diagramData+xml"/>
  <Override PartName="/ppt/diagrams/layout342.xml" ContentType="application/vnd.openxmlformats-officedocument.drawingml.diagramLayout+xml"/>
  <Override PartName="/ppt/diagrams/quickStyle342.xml" ContentType="application/vnd.openxmlformats-officedocument.drawingml.diagramStyle+xml"/>
  <Override PartName="/ppt/diagrams/colors342.xml" ContentType="application/vnd.openxmlformats-officedocument.drawingml.diagramColors+xml"/>
  <Override PartName="/ppt/diagrams/drawing342.xml" ContentType="application/vnd.ms-office.drawingml.diagramDrawing+xml"/>
  <Override PartName="/ppt/notesSlides/notesSlide353.xml" ContentType="application/vnd.openxmlformats-officedocument.presentationml.notesSlide+xml"/>
  <Override PartName="/ppt/diagrams/data343.xml" ContentType="application/vnd.openxmlformats-officedocument.drawingml.diagramData+xml"/>
  <Override PartName="/ppt/diagrams/layout343.xml" ContentType="application/vnd.openxmlformats-officedocument.drawingml.diagramLayout+xml"/>
  <Override PartName="/ppt/diagrams/quickStyle343.xml" ContentType="application/vnd.openxmlformats-officedocument.drawingml.diagramStyle+xml"/>
  <Override PartName="/ppt/diagrams/colors343.xml" ContentType="application/vnd.openxmlformats-officedocument.drawingml.diagramColors+xml"/>
  <Override PartName="/ppt/diagrams/drawing343.xml" ContentType="application/vnd.ms-office.drawingml.diagramDrawing+xml"/>
  <Override PartName="/ppt/notesSlides/notesSlide354.xml" ContentType="application/vnd.openxmlformats-officedocument.presentationml.notesSlide+xml"/>
  <Override PartName="/ppt/diagrams/data344.xml" ContentType="application/vnd.openxmlformats-officedocument.drawingml.diagramData+xml"/>
  <Override PartName="/ppt/diagrams/layout344.xml" ContentType="application/vnd.openxmlformats-officedocument.drawingml.diagramLayout+xml"/>
  <Override PartName="/ppt/diagrams/quickStyle344.xml" ContentType="application/vnd.openxmlformats-officedocument.drawingml.diagramStyle+xml"/>
  <Override PartName="/ppt/diagrams/colors344.xml" ContentType="application/vnd.openxmlformats-officedocument.drawingml.diagramColors+xml"/>
  <Override PartName="/ppt/diagrams/drawing344.xml" ContentType="application/vnd.ms-office.drawingml.diagramDrawing+xml"/>
  <Override PartName="/ppt/notesSlides/notesSlide355.xml" ContentType="application/vnd.openxmlformats-officedocument.presentationml.notesSlide+xml"/>
  <Override PartName="/ppt/diagrams/data345.xml" ContentType="application/vnd.openxmlformats-officedocument.drawingml.diagramData+xml"/>
  <Override PartName="/ppt/diagrams/layout345.xml" ContentType="application/vnd.openxmlformats-officedocument.drawingml.diagramLayout+xml"/>
  <Override PartName="/ppt/diagrams/quickStyle345.xml" ContentType="application/vnd.openxmlformats-officedocument.drawingml.diagramStyle+xml"/>
  <Override PartName="/ppt/diagrams/colors345.xml" ContentType="application/vnd.openxmlformats-officedocument.drawingml.diagramColors+xml"/>
  <Override PartName="/ppt/diagrams/drawing345.xml" ContentType="application/vnd.ms-office.drawingml.diagramDrawing+xml"/>
  <Override PartName="/ppt/notesSlides/notesSlide356.xml" ContentType="application/vnd.openxmlformats-officedocument.presentationml.notesSlide+xml"/>
  <Override PartName="/ppt/diagrams/data346.xml" ContentType="application/vnd.openxmlformats-officedocument.drawingml.diagramData+xml"/>
  <Override PartName="/ppt/diagrams/layout346.xml" ContentType="application/vnd.openxmlformats-officedocument.drawingml.diagramLayout+xml"/>
  <Override PartName="/ppt/diagrams/quickStyle346.xml" ContentType="application/vnd.openxmlformats-officedocument.drawingml.diagramStyle+xml"/>
  <Override PartName="/ppt/diagrams/colors346.xml" ContentType="application/vnd.openxmlformats-officedocument.drawingml.diagramColors+xml"/>
  <Override PartName="/ppt/diagrams/drawing346.xml" ContentType="application/vnd.ms-office.drawingml.diagramDrawing+xml"/>
  <Override PartName="/ppt/notesSlides/notesSlide357.xml" ContentType="application/vnd.openxmlformats-officedocument.presentationml.notesSlide+xml"/>
  <Override PartName="/ppt/diagrams/data347.xml" ContentType="application/vnd.openxmlformats-officedocument.drawingml.diagramData+xml"/>
  <Override PartName="/ppt/diagrams/layout347.xml" ContentType="application/vnd.openxmlformats-officedocument.drawingml.diagramLayout+xml"/>
  <Override PartName="/ppt/diagrams/quickStyle347.xml" ContentType="application/vnd.openxmlformats-officedocument.drawingml.diagramStyle+xml"/>
  <Override PartName="/ppt/diagrams/colors347.xml" ContentType="application/vnd.openxmlformats-officedocument.drawingml.diagramColors+xml"/>
  <Override PartName="/ppt/diagrams/drawing347.xml" ContentType="application/vnd.ms-office.drawingml.diagramDrawing+xml"/>
  <Override PartName="/ppt/notesSlides/notesSlide358.xml" ContentType="application/vnd.openxmlformats-officedocument.presentationml.notesSlide+xml"/>
  <Override PartName="/ppt/diagrams/data348.xml" ContentType="application/vnd.openxmlformats-officedocument.drawingml.diagramData+xml"/>
  <Override PartName="/ppt/diagrams/layout348.xml" ContentType="application/vnd.openxmlformats-officedocument.drawingml.diagramLayout+xml"/>
  <Override PartName="/ppt/diagrams/quickStyle348.xml" ContentType="application/vnd.openxmlformats-officedocument.drawingml.diagramStyle+xml"/>
  <Override PartName="/ppt/diagrams/colors348.xml" ContentType="application/vnd.openxmlformats-officedocument.drawingml.diagramColors+xml"/>
  <Override PartName="/ppt/diagrams/drawing348.xml" ContentType="application/vnd.ms-office.drawingml.diagramDrawing+xml"/>
  <Override PartName="/ppt/notesSlides/notesSlide359.xml" ContentType="application/vnd.openxmlformats-officedocument.presentationml.notesSlide+xml"/>
  <Override PartName="/ppt/diagrams/data349.xml" ContentType="application/vnd.openxmlformats-officedocument.drawingml.diagramData+xml"/>
  <Override PartName="/ppt/diagrams/layout349.xml" ContentType="application/vnd.openxmlformats-officedocument.drawingml.diagramLayout+xml"/>
  <Override PartName="/ppt/diagrams/quickStyle349.xml" ContentType="application/vnd.openxmlformats-officedocument.drawingml.diagramStyle+xml"/>
  <Override PartName="/ppt/diagrams/colors349.xml" ContentType="application/vnd.openxmlformats-officedocument.drawingml.diagramColors+xml"/>
  <Override PartName="/ppt/diagrams/drawing349.xml" ContentType="application/vnd.ms-office.drawingml.diagramDrawing+xml"/>
  <Override PartName="/ppt/notesSlides/notesSlide360.xml" ContentType="application/vnd.openxmlformats-officedocument.presentationml.notesSlide+xml"/>
  <Override PartName="/ppt/diagrams/data350.xml" ContentType="application/vnd.openxmlformats-officedocument.drawingml.diagramData+xml"/>
  <Override PartName="/ppt/diagrams/layout350.xml" ContentType="application/vnd.openxmlformats-officedocument.drawingml.diagramLayout+xml"/>
  <Override PartName="/ppt/diagrams/quickStyle350.xml" ContentType="application/vnd.openxmlformats-officedocument.drawingml.diagramStyle+xml"/>
  <Override PartName="/ppt/diagrams/colors350.xml" ContentType="application/vnd.openxmlformats-officedocument.drawingml.diagramColors+xml"/>
  <Override PartName="/ppt/diagrams/drawing350.xml" ContentType="application/vnd.ms-office.drawingml.diagramDrawing+xml"/>
  <Override PartName="/ppt/notesSlides/notesSlide361.xml" ContentType="application/vnd.openxmlformats-officedocument.presentationml.notesSlide+xml"/>
  <Override PartName="/ppt/diagrams/data351.xml" ContentType="application/vnd.openxmlformats-officedocument.drawingml.diagramData+xml"/>
  <Override PartName="/ppt/diagrams/layout351.xml" ContentType="application/vnd.openxmlformats-officedocument.drawingml.diagramLayout+xml"/>
  <Override PartName="/ppt/diagrams/quickStyle351.xml" ContentType="application/vnd.openxmlformats-officedocument.drawingml.diagramStyle+xml"/>
  <Override PartName="/ppt/diagrams/colors351.xml" ContentType="application/vnd.openxmlformats-officedocument.drawingml.diagramColors+xml"/>
  <Override PartName="/ppt/diagrams/drawing351.xml" ContentType="application/vnd.ms-office.drawingml.diagramDrawing+xml"/>
  <Override PartName="/ppt/notesSlides/notesSlide362.xml" ContentType="application/vnd.openxmlformats-officedocument.presentationml.notesSlide+xml"/>
  <Override PartName="/ppt/diagrams/data352.xml" ContentType="application/vnd.openxmlformats-officedocument.drawingml.diagramData+xml"/>
  <Override PartName="/ppt/diagrams/layout352.xml" ContentType="application/vnd.openxmlformats-officedocument.drawingml.diagramLayout+xml"/>
  <Override PartName="/ppt/diagrams/quickStyle352.xml" ContentType="application/vnd.openxmlformats-officedocument.drawingml.diagramStyle+xml"/>
  <Override PartName="/ppt/diagrams/colors352.xml" ContentType="application/vnd.openxmlformats-officedocument.drawingml.diagramColors+xml"/>
  <Override PartName="/ppt/diagrams/drawing352.xml" ContentType="application/vnd.ms-office.drawingml.diagramDrawing+xml"/>
  <Override PartName="/ppt/notesSlides/notesSlide363.xml" ContentType="application/vnd.openxmlformats-officedocument.presentationml.notesSlide+xml"/>
  <Override PartName="/ppt/diagrams/data353.xml" ContentType="application/vnd.openxmlformats-officedocument.drawingml.diagramData+xml"/>
  <Override PartName="/ppt/diagrams/layout353.xml" ContentType="application/vnd.openxmlformats-officedocument.drawingml.diagramLayout+xml"/>
  <Override PartName="/ppt/diagrams/quickStyle353.xml" ContentType="application/vnd.openxmlformats-officedocument.drawingml.diagramStyle+xml"/>
  <Override PartName="/ppt/diagrams/colors353.xml" ContentType="application/vnd.openxmlformats-officedocument.drawingml.diagramColors+xml"/>
  <Override PartName="/ppt/diagrams/drawing353.xml" ContentType="application/vnd.ms-office.drawingml.diagramDrawing+xml"/>
  <Override PartName="/ppt/notesSlides/notesSlide364.xml" ContentType="application/vnd.openxmlformats-officedocument.presentationml.notesSlide+xml"/>
  <Override PartName="/ppt/diagrams/data354.xml" ContentType="application/vnd.openxmlformats-officedocument.drawingml.diagramData+xml"/>
  <Override PartName="/ppt/diagrams/layout354.xml" ContentType="application/vnd.openxmlformats-officedocument.drawingml.diagramLayout+xml"/>
  <Override PartName="/ppt/diagrams/quickStyle354.xml" ContentType="application/vnd.openxmlformats-officedocument.drawingml.diagramStyle+xml"/>
  <Override PartName="/ppt/diagrams/colors354.xml" ContentType="application/vnd.openxmlformats-officedocument.drawingml.diagramColors+xml"/>
  <Override PartName="/ppt/diagrams/drawing354.xml" ContentType="application/vnd.ms-office.drawingml.diagramDrawing+xml"/>
  <Override PartName="/ppt/notesSlides/notesSlide365.xml" ContentType="application/vnd.openxmlformats-officedocument.presentationml.notesSlide+xml"/>
  <Override PartName="/ppt/diagrams/data355.xml" ContentType="application/vnd.openxmlformats-officedocument.drawingml.diagramData+xml"/>
  <Override PartName="/ppt/diagrams/layout355.xml" ContentType="application/vnd.openxmlformats-officedocument.drawingml.diagramLayout+xml"/>
  <Override PartName="/ppt/diagrams/quickStyle355.xml" ContentType="application/vnd.openxmlformats-officedocument.drawingml.diagramStyle+xml"/>
  <Override PartName="/ppt/diagrams/colors355.xml" ContentType="application/vnd.openxmlformats-officedocument.drawingml.diagramColors+xml"/>
  <Override PartName="/ppt/diagrams/drawing355.xml" ContentType="application/vnd.ms-office.drawingml.diagramDrawing+xml"/>
  <Override PartName="/ppt/notesSlides/notesSlide366.xml" ContentType="application/vnd.openxmlformats-officedocument.presentationml.notesSlide+xml"/>
  <Override PartName="/ppt/diagrams/data356.xml" ContentType="application/vnd.openxmlformats-officedocument.drawingml.diagramData+xml"/>
  <Override PartName="/ppt/diagrams/layout356.xml" ContentType="application/vnd.openxmlformats-officedocument.drawingml.diagramLayout+xml"/>
  <Override PartName="/ppt/diagrams/quickStyle356.xml" ContentType="application/vnd.openxmlformats-officedocument.drawingml.diagramStyle+xml"/>
  <Override PartName="/ppt/diagrams/colors356.xml" ContentType="application/vnd.openxmlformats-officedocument.drawingml.diagramColors+xml"/>
  <Override PartName="/ppt/diagrams/drawing356.xml" ContentType="application/vnd.ms-office.drawingml.diagramDrawing+xml"/>
  <Override PartName="/ppt/notesSlides/notesSlide367.xml" ContentType="application/vnd.openxmlformats-officedocument.presentationml.notesSlide+xml"/>
  <Override PartName="/ppt/diagrams/data357.xml" ContentType="application/vnd.openxmlformats-officedocument.drawingml.diagramData+xml"/>
  <Override PartName="/ppt/diagrams/layout357.xml" ContentType="application/vnd.openxmlformats-officedocument.drawingml.diagramLayout+xml"/>
  <Override PartName="/ppt/diagrams/quickStyle357.xml" ContentType="application/vnd.openxmlformats-officedocument.drawingml.diagramStyle+xml"/>
  <Override PartName="/ppt/diagrams/colors357.xml" ContentType="application/vnd.openxmlformats-officedocument.drawingml.diagramColors+xml"/>
  <Override PartName="/ppt/diagrams/drawing357.xml" ContentType="application/vnd.ms-office.drawingml.diagramDrawing+xml"/>
  <Override PartName="/ppt/notesSlides/notesSlide368.xml" ContentType="application/vnd.openxmlformats-officedocument.presentationml.notesSlide+xml"/>
  <Override PartName="/ppt/diagrams/data358.xml" ContentType="application/vnd.openxmlformats-officedocument.drawingml.diagramData+xml"/>
  <Override PartName="/ppt/diagrams/layout358.xml" ContentType="application/vnd.openxmlformats-officedocument.drawingml.diagramLayout+xml"/>
  <Override PartName="/ppt/diagrams/quickStyle358.xml" ContentType="application/vnd.openxmlformats-officedocument.drawingml.diagramStyle+xml"/>
  <Override PartName="/ppt/diagrams/colors358.xml" ContentType="application/vnd.openxmlformats-officedocument.drawingml.diagramColors+xml"/>
  <Override PartName="/ppt/diagrams/drawing358.xml" ContentType="application/vnd.ms-office.drawingml.diagramDrawing+xml"/>
  <Override PartName="/ppt/notesSlides/notesSlide369.xml" ContentType="application/vnd.openxmlformats-officedocument.presentationml.notesSlide+xml"/>
  <Override PartName="/ppt/diagrams/data359.xml" ContentType="application/vnd.openxmlformats-officedocument.drawingml.diagramData+xml"/>
  <Override PartName="/ppt/diagrams/layout359.xml" ContentType="application/vnd.openxmlformats-officedocument.drawingml.diagramLayout+xml"/>
  <Override PartName="/ppt/diagrams/quickStyle359.xml" ContentType="application/vnd.openxmlformats-officedocument.drawingml.diagramStyle+xml"/>
  <Override PartName="/ppt/diagrams/colors359.xml" ContentType="application/vnd.openxmlformats-officedocument.drawingml.diagramColors+xml"/>
  <Override PartName="/ppt/diagrams/drawing359.xml" ContentType="application/vnd.ms-office.drawingml.diagramDrawing+xml"/>
  <Override PartName="/ppt/notesSlides/notesSlide370.xml" ContentType="application/vnd.openxmlformats-officedocument.presentationml.notesSlide+xml"/>
  <Override PartName="/ppt/diagrams/data360.xml" ContentType="application/vnd.openxmlformats-officedocument.drawingml.diagramData+xml"/>
  <Override PartName="/ppt/diagrams/layout360.xml" ContentType="application/vnd.openxmlformats-officedocument.drawingml.diagramLayout+xml"/>
  <Override PartName="/ppt/diagrams/quickStyle360.xml" ContentType="application/vnd.openxmlformats-officedocument.drawingml.diagramStyle+xml"/>
  <Override PartName="/ppt/diagrams/colors360.xml" ContentType="application/vnd.openxmlformats-officedocument.drawingml.diagramColors+xml"/>
  <Override PartName="/ppt/diagrams/drawing360.xml" ContentType="application/vnd.ms-office.drawingml.diagramDrawing+xml"/>
  <Override PartName="/ppt/notesSlides/notesSlide371.xml" ContentType="application/vnd.openxmlformats-officedocument.presentationml.notesSlide+xml"/>
  <Override PartName="/ppt/diagrams/data361.xml" ContentType="application/vnd.openxmlformats-officedocument.drawingml.diagramData+xml"/>
  <Override PartName="/ppt/diagrams/layout361.xml" ContentType="application/vnd.openxmlformats-officedocument.drawingml.diagramLayout+xml"/>
  <Override PartName="/ppt/diagrams/quickStyle361.xml" ContentType="application/vnd.openxmlformats-officedocument.drawingml.diagramStyle+xml"/>
  <Override PartName="/ppt/diagrams/colors361.xml" ContentType="application/vnd.openxmlformats-officedocument.drawingml.diagramColors+xml"/>
  <Override PartName="/ppt/diagrams/drawing361.xml" ContentType="application/vnd.ms-office.drawingml.diagramDrawing+xml"/>
  <Override PartName="/ppt/notesSlides/notesSlide372.xml" ContentType="application/vnd.openxmlformats-officedocument.presentationml.notesSlide+xml"/>
  <Override PartName="/ppt/diagrams/data362.xml" ContentType="application/vnd.openxmlformats-officedocument.drawingml.diagramData+xml"/>
  <Override PartName="/ppt/diagrams/layout362.xml" ContentType="application/vnd.openxmlformats-officedocument.drawingml.diagramLayout+xml"/>
  <Override PartName="/ppt/diagrams/quickStyle362.xml" ContentType="application/vnd.openxmlformats-officedocument.drawingml.diagramStyle+xml"/>
  <Override PartName="/ppt/diagrams/colors362.xml" ContentType="application/vnd.openxmlformats-officedocument.drawingml.diagramColors+xml"/>
  <Override PartName="/ppt/diagrams/drawing362.xml" ContentType="application/vnd.ms-office.drawingml.diagramDrawing+xml"/>
  <Override PartName="/ppt/notesSlides/notesSlide373.xml" ContentType="application/vnd.openxmlformats-officedocument.presentationml.notesSlide+xml"/>
  <Override PartName="/ppt/diagrams/data363.xml" ContentType="application/vnd.openxmlformats-officedocument.drawingml.diagramData+xml"/>
  <Override PartName="/ppt/diagrams/layout363.xml" ContentType="application/vnd.openxmlformats-officedocument.drawingml.diagramLayout+xml"/>
  <Override PartName="/ppt/diagrams/quickStyle363.xml" ContentType="application/vnd.openxmlformats-officedocument.drawingml.diagramStyle+xml"/>
  <Override PartName="/ppt/diagrams/colors363.xml" ContentType="application/vnd.openxmlformats-officedocument.drawingml.diagramColors+xml"/>
  <Override PartName="/ppt/diagrams/drawing363.xml" ContentType="application/vnd.ms-office.drawingml.diagramDrawing+xml"/>
  <Override PartName="/ppt/notesSlides/notesSlide374.xml" ContentType="application/vnd.openxmlformats-officedocument.presentationml.notesSlide+xml"/>
  <Override PartName="/ppt/diagrams/data364.xml" ContentType="application/vnd.openxmlformats-officedocument.drawingml.diagramData+xml"/>
  <Override PartName="/ppt/diagrams/layout364.xml" ContentType="application/vnd.openxmlformats-officedocument.drawingml.diagramLayout+xml"/>
  <Override PartName="/ppt/diagrams/quickStyle364.xml" ContentType="application/vnd.openxmlformats-officedocument.drawingml.diagramStyle+xml"/>
  <Override PartName="/ppt/diagrams/colors364.xml" ContentType="application/vnd.openxmlformats-officedocument.drawingml.diagramColors+xml"/>
  <Override PartName="/ppt/diagrams/drawing364.xml" ContentType="application/vnd.ms-office.drawingml.diagramDrawing+xml"/>
  <Override PartName="/ppt/notesSlides/notesSlide375.xml" ContentType="application/vnd.openxmlformats-officedocument.presentationml.notesSlide+xml"/>
  <Override PartName="/ppt/diagrams/data365.xml" ContentType="application/vnd.openxmlformats-officedocument.drawingml.diagramData+xml"/>
  <Override PartName="/ppt/diagrams/layout365.xml" ContentType="application/vnd.openxmlformats-officedocument.drawingml.diagramLayout+xml"/>
  <Override PartName="/ppt/diagrams/quickStyle365.xml" ContentType="application/vnd.openxmlformats-officedocument.drawingml.diagramStyle+xml"/>
  <Override PartName="/ppt/diagrams/colors365.xml" ContentType="application/vnd.openxmlformats-officedocument.drawingml.diagramColors+xml"/>
  <Override PartName="/ppt/diagrams/drawing365.xml" ContentType="application/vnd.ms-office.drawingml.diagramDrawing+xml"/>
  <Override PartName="/ppt/notesSlides/notesSlide376.xml" ContentType="application/vnd.openxmlformats-officedocument.presentationml.notesSlide+xml"/>
  <Override PartName="/ppt/diagrams/data366.xml" ContentType="application/vnd.openxmlformats-officedocument.drawingml.diagramData+xml"/>
  <Override PartName="/ppt/diagrams/layout366.xml" ContentType="application/vnd.openxmlformats-officedocument.drawingml.diagramLayout+xml"/>
  <Override PartName="/ppt/diagrams/quickStyle366.xml" ContentType="application/vnd.openxmlformats-officedocument.drawingml.diagramStyle+xml"/>
  <Override PartName="/ppt/diagrams/colors366.xml" ContentType="application/vnd.openxmlformats-officedocument.drawingml.diagramColors+xml"/>
  <Override PartName="/ppt/diagrams/drawing366.xml" ContentType="application/vnd.ms-office.drawingml.diagramDrawing+xml"/>
  <Override PartName="/ppt/notesSlides/notesSlide377.xml" ContentType="application/vnd.openxmlformats-officedocument.presentationml.notesSlide+xml"/>
  <Override PartName="/ppt/diagrams/data367.xml" ContentType="application/vnd.openxmlformats-officedocument.drawingml.diagramData+xml"/>
  <Override PartName="/ppt/diagrams/layout367.xml" ContentType="application/vnd.openxmlformats-officedocument.drawingml.diagramLayout+xml"/>
  <Override PartName="/ppt/diagrams/quickStyle367.xml" ContentType="application/vnd.openxmlformats-officedocument.drawingml.diagramStyle+xml"/>
  <Override PartName="/ppt/diagrams/colors367.xml" ContentType="application/vnd.openxmlformats-officedocument.drawingml.diagramColors+xml"/>
  <Override PartName="/ppt/diagrams/drawing367.xml" ContentType="application/vnd.ms-office.drawingml.diagramDrawing+xml"/>
  <Override PartName="/ppt/notesSlides/notesSlide378.xml" ContentType="application/vnd.openxmlformats-officedocument.presentationml.notesSlide+xml"/>
  <Override PartName="/ppt/diagrams/data368.xml" ContentType="application/vnd.openxmlformats-officedocument.drawingml.diagramData+xml"/>
  <Override PartName="/ppt/diagrams/layout368.xml" ContentType="application/vnd.openxmlformats-officedocument.drawingml.diagramLayout+xml"/>
  <Override PartName="/ppt/diagrams/quickStyle368.xml" ContentType="application/vnd.openxmlformats-officedocument.drawingml.diagramStyle+xml"/>
  <Override PartName="/ppt/diagrams/colors368.xml" ContentType="application/vnd.openxmlformats-officedocument.drawingml.diagramColors+xml"/>
  <Override PartName="/ppt/diagrams/drawing368.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94"/>
  </p:notesMasterIdLst>
  <p:sldIdLst>
    <p:sldId id="295" r:id="rId5"/>
    <p:sldId id="1068" r:id="rId6"/>
    <p:sldId id="1069" r:id="rId7"/>
    <p:sldId id="1070" r:id="rId8"/>
    <p:sldId id="1071" r:id="rId9"/>
    <p:sldId id="1072" r:id="rId10"/>
    <p:sldId id="1073" r:id="rId11"/>
    <p:sldId id="1074" r:id="rId12"/>
    <p:sldId id="1075" r:id="rId13"/>
    <p:sldId id="1076" r:id="rId14"/>
    <p:sldId id="1077" r:id="rId15"/>
    <p:sldId id="1078" r:id="rId16"/>
    <p:sldId id="1080" r:id="rId17"/>
    <p:sldId id="1081" r:id="rId18"/>
    <p:sldId id="1082" r:id="rId19"/>
    <p:sldId id="852" r:id="rId20"/>
    <p:sldId id="853" r:id="rId21"/>
    <p:sldId id="854" r:id="rId22"/>
    <p:sldId id="855" r:id="rId23"/>
    <p:sldId id="857" r:id="rId24"/>
    <p:sldId id="858" r:id="rId25"/>
    <p:sldId id="859" r:id="rId26"/>
    <p:sldId id="860" r:id="rId27"/>
    <p:sldId id="861" r:id="rId28"/>
    <p:sldId id="862" r:id="rId29"/>
    <p:sldId id="865" r:id="rId30"/>
    <p:sldId id="866" r:id="rId31"/>
    <p:sldId id="867" r:id="rId32"/>
    <p:sldId id="1026" r:id="rId33"/>
    <p:sldId id="1027" r:id="rId34"/>
    <p:sldId id="1028" r:id="rId35"/>
    <p:sldId id="1029" r:id="rId36"/>
    <p:sldId id="1030" r:id="rId37"/>
    <p:sldId id="1031" r:id="rId38"/>
    <p:sldId id="1032" r:id="rId39"/>
    <p:sldId id="1033" r:id="rId40"/>
    <p:sldId id="1034" r:id="rId41"/>
    <p:sldId id="1035" r:id="rId42"/>
    <p:sldId id="1037" r:id="rId43"/>
    <p:sldId id="1036" r:id="rId44"/>
    <p:sldId id="1038" r:id="rId45"/>
    <p:sldId id="1039" r:id="rId46"/>
    <p:sldId id="1040" r:id="rId47"/>
    <p:sldId id="864" r:id="rId48"/>
    <p:sldId id="868" r:id="rId49"/>
    <p:sldId id="869" r:id="rId50"/>
    <p:sldId id="870" r:id="rId51"/>
    <p:sldId id="871" r:id="rId52"/>
    <p:sldId id="872" r:id="rId53"/>
    <p:sldId id="873" r:id="rId54"/>
    <p:sldId id="979" r:id="rId55"/>
    <p:sldId id="980" r:id="rId56"/>
    <p:sldId id="981" r:id="rId57"/>
    <p:sldId id="982" r:id="rId58"/>
    <p:sldId id="983" r:id="rId59"/>
    <p:sldId id="984" r:id="rId60"/>
    <p:sldId id="985" r:id="rId61"/>
    <p:sldId id="986" r:id="rId62"/>
    <p:sldId id="987" r:id="rId63"/>
    <p:sldId id="988" r:id="rId64"/>
    <p:sldId id="989" r:id="rId65"/>
    <p:sldId id="990" r:id="rId66"/>
    <p:sldId id="991" r:id="rId67"/>
    <p:sldId id="875" r:id="rId68"/>
    <p:sldId id="874" r:id="rId69"/>
    <p:sldId id="876" r:id="rId70"/>
    <p:sldId id="877" r:id="rId71"/>
    <p:sldId id="878" r:id="rId72"/>
    <p:sldId id="880" r:id="rId73"/>
    <p:sldId id="881" r:id="rId74"/>
    <p:sldId id="883" r:id="rId75"/>
    <p:sldId id="882" r:id="rId76"/>
    <p:sldId id="884" r:id="rId77"/>
    <p:sldId id="886" r:id="rId78"/>
    <p:sldId id="887" r:id="rId79"/>
    <p:sldId id="888" r:id="rId80"/>
    <p:sldId id="889" r:id="rId81"/>
    <p:sldId id="890" r:id="rId82"/>
    <p:sldId id="891" r:id="rId83"/>
    <p:sldId id="892" r:id="rId84"/>
    <p:sldId id="893" r:id="rId85"/>
    <p:sldId id="894" r:id="rId86"/>
    <p:sldId id="895" r:id="rId87"/>
    <p:sldId id="896" r:id="rId88"/>
    <p:sldId id="897" r:id="rId89"/>
    <p:sldId id="898" r:id="rId90"/>
    <p:sldId id="899" r:id="rId91"/>
    <p:sldId id="1054" r:id="rId92"/>
    <p:sldId id="1056" r:id="rId93"/>
    <p:sldId id="1057" r:id="rId94"/>
    <p:sldId id="1055" r:id="rId95"/>
    <p:sldId id="1058" r:id="rId96"/>
    <p:sldId id="1059" r:id="rId97"/>
    <p:sldId id="1060" r:id="rId98"/>
    <p:sldId id="1061" r:id="rId99"/>
    <p:sldId id="1062" r:id="rId100"/>
    <p:sldId id="1063" r:id="rId101"/>
    <p:sldId id="1064" r:id="rId102"/>
    <p:sldId id="1065" r:id="rId103"/>
    <p:sldId id="1066" r:id="rId104"/>
    <p:sldId id="1067" r:id="rId105"/>
    <p:sldId id="992" r:id="rId106"/>
    <p:sldId id="993" r:id="rId107"/>
    <p:sldId id="994" r:id="rId108"/>
    <p:sldId id="995" r:id="rId109"/>
    <p:sldId id="996" r:id="rId110"/>
    <p:sldId id="997" r:id="rId111"/>
    <p:sldId id="998" r:id="rId112"/>
    <p:sldId id="999" r:id="rId113"/>
    <p:sldId id="1001" r:id="rId114"/>
    <p:sldId id="1002" r:id="rId115"/>
    <p:sldId id="1003" r:id="rId116"/>
    <p:sldId id="1004" r:id="rId117"/>
    <p:sldId id="885" r:id="rId118"/>
    <p:sldId id="900" r:id="rId119"/>
    <p:sldId id="901" r:id="rId120"/>
    <p:sldId id="902" r:id="rId121"/>
    <p:sldId id="903" r:id="rId122"/>
    <p:sldId id="904" r:id="rId123"/>
    <p:sldId id="905" r:id="rId124"/>
    <p:sldId id="906" r:id="rId125"/>
    <p:sldId id="907" r:id="rId126"/>
    <p:sldId id="909" r:id="rId127"/>
    <p:sldId id="910" r:id="rId128"/>
    <p:sldId id="911" r:id="rId129"/>
    <p:sldId id="912" r:id="rId130"/>
    <p:sldId id="915" r:id="rId131"/>
    <p:sldId id="913" r:id="rId132"/>
    <p:sldId id="914" r:id="rId133"/>
    <p:sldId id="916" r:id="rId134"/>
    <p:sldId id="917" r:id="rId135"/>
    <p:sldId id="918" r:id="rId136"/>
    <p:sldId id="919" r:id="rId137"/>
    <p:sldId id="920" r:id="rId138"/>
    <p:sldId id="921" r:id="rId139"/>
    <p:sldId id="922" r:id="rId140"/>
    <p:sldId id="923" r:id="rId141"/>
    <p:sldId id="924" r:id="rId142"/>
    <p:sldId id="928" r:id="rId143"/>
    <p:sldId id="908" r:id="rId144"/>
    <p:sldId id="925" r:id="rId145"/>
    <p:sldId id="926" r:id="rId146"/>
    <p:sldId id="929" r:id="rId147"/>
    <p:sldId id="927" r:id="rId148"/>
    <p:sldId id="930" r:id="rId149"/>
    <p:sldId id="931" r:id="rId150"/>
    <p:sldId id="932" r:id="rId151"/>
    <p:sldId id="933" r:id="rId152"/>
    <p:sldId id="934" r:id="rId153"/>
    <p:sldId id="935" r:id="rId154"/>
    <p:sldId id="936" r:id="rId155"/>
    <p:sldId id="937" r:id="rId156"/>
    <p:sldId id="938" r:id="rId157"/>
    <p:sldId id="939" r:id="rId158"/>
    <p:sldId id="940" r:id="rId159"/>
    <p:sldId id="960" r:id="rId160"/>
    <p:sldId id="961" r:id="rId161"/>
    <p:sldId id="962" r:id="rId162"/>
    <p:sldId id="963" r:id="rId163"/>
    <p:sldId id="964" r:id="rId164"/>
    <p:sldId id="965" r:id="rId165"/>
    <p:sldId id="966" r:id="rId166"/>
    <p:sldId id="967" r:id="rId167"/>
    <p:sldId id="968" r:id="rId168"/>
    <p:sldId id="969" r:id="rId169"/>
    <p:sldId id="970" r:id="rId170"/>
    <p:sldId id="971" r:id="rId171"/>
    <p:sldId id="972" r:id="rId172"/>
    <p:sldId id="973" r:id="rId173"/>
    <p:sldId id="974" r:id="rId174"/>
    <p:sldId id="975" r:id="rId175"/>
    <p:sldId id="976" r:id="rId176"/>
    <p:sldId id="977" r:id="rId177"/>
    <p:sldId id="978" r:id="rId178"/>
    <p:sldId id="1005" r:id="rId179"/>
    <p:sldId id="1016" r:id="rId180"/>
    <p:sldId id="1018" r:id="rId181"/>
    <p:sldId id="1017" r:id="rId182"/>
    <p:sldId id="1007" r:id="rId183"/>
    <p:sldId id="1019" r:id="rId184"/>
    <p:sldId id="1021" r:id="rId185"/>
    <p:sldId id="1022" r:id="rId186"/>
    <p:sldId id="1011" r:id="rId187"/>
    <p:sldId id="1023" r:id="rId188"/>
    <p:sldId id="1024" r:id="rId189"/>
    <p:sldId id="1012" r:id="rId190"/>
    <p:sldId id="1013" r:id="rId191"/>
    <p:sldId id="1014" r:id="rId192"/>
    <p:sldId id="1041" r:id="rId193"/>
    <p:sldId id="1042" r:id="rId194"/>
    <p:sldId id="1043" r:id="rId195"/>
    <p:sldId id="1044" r:id="rId196"/>
    <p:sldId id="1045" r:id="rId197"/>
    <p:sldId id="1046" r:id="rId198"/>
    <p:sldId id="1047" r:id="rId199"/>
    <p:sldId id="1048" r:id="rId200"/>
    <p:sldId id="1049" r:id="rId201"/>
    <p:sldId id="1050" r:id="rId202"/>
    <p:sldId id="1051" r:id="rId203"/>
    <p:sldId id="1052" r:id="rId204"/>
    <p:sldId id="1053" r:id="rId205"/>
    <p:sldId id="1025" r:id="rId206"/>
    <p:sldId id="504" r:id="rId207"/>
    <p:sldId id="1149" r:id="rId208"/>
    <p:sldId id="1150" r:id="rId209"/>
    <p:sldId id="1151" r:id="rId210"/>
    <p:sldId id="1152" r:id="rId211"/>
    <p:sldId id="1153" r:id="rId212"/>
    <p:sldId id="1154" r:id="rId213"/>
    <p:sldId id="1155" r:id="rId214"/>
    <p:sldId id="1156" r:id="rId215"/>
    <p:sldId id="1157" r:id="rId216"/>
    <p:sldId id="1158" r:id="rId217"/>
    <p:sldId id="1159" r:id="rId218"/>
    <p:sldId id="1160" r:id="rId219"/>
    <p:sldId id="1206" r:id="rId220"/>
    <p:sldId id="1208" r:id="rId221"/>
    <p:sldId id="1207" r:id="rId222"/>
    <p:sldId id="1209" r:id="rId223"/>
    <p:sldId id="1210" r:id="rId224"/>
    <p:sldId id="1211" r:id="rId225"/>
    <p:sldId id="1212" r:id="rId226"/>
    <p:sldId id="1213" r:id="rId227"/>
    <p:sldId id="1214" r:id="rId228"/>
    <p:sldId id="1215" r:id="rId229"/>
    <p:sldId id="1216" r:id="rId230"/>
    <p:sldId id="1217" r:id="rId231"/>
    <p:sldId id="1218" r:id="rId232"/>
    <p:sldId id="1219" r:id="rId233"/>
    <p:sldId id="1220" r:id="rId234"/>
    <p:sldId id="1221" r:id="rId235"/>
    <p:sldId id="1222" r:id="rId236"/>
    <p:sldId id="1223" r:id="rId237"/>
    <p:sldId id="1224" r:id="rId238"/>
    <p:sldId id="1225" r:id="rId239"/>
    <p:sldId id="1226" r:id="rId240"/>
    <p:sldId id="1227" r:id="rId241"/>
    <p:sldId id="1228" r:id="rId242"/>
    <p:sldId id="1229" r:id="rId243"/>
    <p:sldId id="1230" r:id="rId244"/>
    <p:sldId id="1231" r:id="rId245"/>
    <p:sldId id="1232" r:id="rId246"/>
    <p:sldId id="1233" r:id="rId247"/>
    <p:sldId id="1234" r:id="rId248"/>
    <p:sldId id="1235" r:id="rId249"/>
    <p:sldId id="1236" r:id="rId250"/>
    <p:sldId id="1238" r:id="rId251"/>
    <p:sldId id="1237" r:id="rId252"/>
    <p:sldId id="1239" r:id="rId253"/>
    <p:sldId id="1240" r:id="rId254"/>
    <p:sldId id="1242" r:id="rId255"/>
    <p:sldId id="1241" r:id="rId256"/>
    <p:sldId id="1085" r:id="rId257"/>
    <p:sldId id="951" r:id="rId258"/>
    <p:sldId id="952" r:id="rId259"/>
    <p:sldId id="953" r:id="rId260"/>
    <p:sldId id="954" r:id="rId261"/>
    <p:sldId id="955" r:id="rId262"/>
    <p:sldId id="956" r:id="rId263"/>
    <p:sldId id="957" r:id="rId264"/>
    <p:sldId id="958" r:id="rId265"/>
    <p:sldId id="959" r:id="rId266"/>
    <p:sldId id="1099" r:id="rId267"/>
    <p:sldId id="1100" r:id="rId268"/>
    <p:sldId id="1101" r:id="rId269"/>
    <p:sldId id="1102" r:id="rId270"/>
    <p:sldId id="1103" r:id="rId271"/>
    <p:sldId id="1104" r:id="rId272"/>
    <p:sldId id="1106" r:id="rId273"/>
    <p:sldId id="1105" r:id="rId274"/>
    <p:sldId id="1107" r:id="rId275"/>
    <p:sldId id="1108" r:id="rId276"/>
    <p:sldId id="1109" r:id="rId277"/>
    <p:sldId id="1110" r:id="rId278"/>
    <p:sldId id="1111" r:id="rId279"/>
    <p:sldId id="1112" r:id="rId280"/>
    <p:sldId id="1113" r:id="rId281"/>
    <p:sldId id="1114" r:id="rId282"/>
    <p:sldId id="1115" r:id="rId283"/>
    <p:sldId id="1117" r:id="rId284"/>
    <p:sldId id="1116" r:id="rId285"/>
    <p:sldId id="1118" r:id="rId286"/>
    <p:sldId id="1119" r:id="rId287"/>
    <p:sldId id="1120" r:id="rId288"/>
    <p:sldId id="1121" r:id="rId289"/>
    <p:sldId id="1122" r:id="rId290"/>
    <p:sldId id="1123" r:id="rId291"/>
    <p:sldId id="1124" r:id="rId292"/>
    <p:sldId id="1125" r:id="rId293"/>
    <p:sldId id="755" r:id="rId294"/>
    <p:sldId id="1126" r:id="rId295"/>
    <p:sldId id="1127" r:id="rId296"/>
    <p:sldId id="1128" r:id="rId297"/>
    <p:sldId id="1129" r:id="rId298"/>
    <p:sldId id="1130" r:id="rId299"/>
    <p:sldId id="1131" r:id="rId300"/>
    <p:sldId id="1132" r:id="rId301"/>
    <p:sldId id="502" r:id="rId302"/>
    <p:sldId id="1161" r:id="rId303"/>
    <p:sldId id="1163" r:id="rId304"/>
    <p:sldId id="1162" r:id="rId305"/>
    <p:sldId id="1165" r:id="rId306"/>
    <p:sldId id="1164" r:id="rId307"/>
    <p:sldId id="1167" r:id="rId308"/>
    <p:sldId id="1166" r:id="rId309"/>
    <p:sldId id="1168" r:id="rId310"/>
    <p:sldId id="1169" r:id="rId311"/>
    <p:sldId id="1171" r:id="rId312"/>
    <p:sldId id="1170" r:id="rId313"/>
    <p:sldId id="1172" r:id="rId314"/>
    <p:sldId id="501" r:id="rId315"/>
    <p:sldId id="503" r:id="rId316"/>
    <p:sldId id="508" r:id="rId317"/>
    <p:sldId id="509" r:id="rId318"/>
    <p:sldId id="505" r:id="rId319"/>
    <p:sldId id="849" r:id="rId320"/>
    <p:sldId id="850" r:id="rId321"/>
    <p:sldId id="851" r:id="rId322"/>
    <p:sldId id="941" r:id="rId323"/>
    <p:sldId id="942" r:id="rId324"/>
    <p:sldId id="943" r:id="rId325"/>
    <p:sldId id="944" r:id="rId326"/>
    <p:sldId id="945" r:id="rId327"/>
    <p:sldId id="946" r:id="rId328"/>
    <p:sldId id="947" r:id="rId329"/>
    <p:sldId id="948" r:id="rId330"/>
    <p:sldId id="949" r:id="rId331"/>
    <p:sldId id="1086" r:id="rId332"/>
    <p:sldId id="1087" r:id="rId333"/>
    <p:sldId id="1088" r:id="rId334"/>
    <p:sldId id="1089" r:id="rId335"/>
    <p:sldId id="1090" r:id="rId336"/>
    <p:sldId id="1091" r:id="rId337"/>
    <p:sldId id="1092" r:id="rId338"/>
    <p:sldId id="1093" r:id="rId339"/>
    <p:sldId id="1094" r:id="rId340"/>
    <p:sldId id="1095" r:id="rId341"/>
    <p:sldId id="1096" r:id="rId342"/>
    <p:sldId id="1097" r:id="rId343"/>
    <p:sldId id="1098" r:id="rId344"/>
    <p:sldId id="1134" r:id="rId345"/>
    <p:sldId id="1133" r:id="rId346"/>
    <p:sldId id="1135" r:id="rId347"/>
    <p:sldId id="1136" r:id="rId348"/>
    <p:sldId id="1137" r:id="rId349"/>
    <p:sldId id="1138" r:id="rId350"/>
    <p:sldId id="1139" r:id="rId351"/>
    <p:sldId id="1140" r:id="rId352"/>
    <p:sldId id="1142" r:id="rId353"/>
    <p:sldId id="1141" r:id="rId354"/>
    <p:sldId id="1143" r:id="rId355"/>
    <p:sldId id="1145" r:id="rId356"/>
    <p:sldId id="1144" r:id="rId357"/>
    <p:sldId id="1146" r:id="rId358"/>
    <p:sldId id="1147" r:id="rId359"/>
    <p:sldId id="1148" r:id="rId360"/>
    <p:sldId id="1173" r:id="rId361"/>
    <p:sldId id="1174" r:id="rId362"/>
    <p:sldId id="1175" r:id="rId363"/>
    <p:sldId id="1177" r:id="rId364"/>
    <p:sldId id="1176" r:id="rId365"/>
    <p:sldId id="1178" r:id="rId366"/>
    <p:sldId id="1180" r:id="rId367"/>
    <p:sldId id="1181" r:id="rId368"/>
    <p:sldId id="1182" r:id="rId369"/>
    <p:sldId id="1183" r:id="rId370"/>
    <p:sldId id="1184" r:id="rId371"/>
    <p:sldId id="1185" r:id="rId372"/>
    <p:sldId id="1186" r:id="rId373"/>
    <p:sldId id="1187" r:id="rId374"/>
    <p:sldId id="1189" r:id="rId375"/>
    <p:sldId id="1188" r:id="rId376"/>
    <p:sldId id="1191" r:id="rId377"/>
    <p:sldId id="1192" r:id="rId378"/>
    <p:sldId id="1190" r:id="rId379"/>
    <p:sldId id="1194" r:id="rId380"/>
    <p:sldId id="1193" r:id="rId381"/>
    <p:sldId id="1195" r:id="rId382"/>
    <p:sldId id="1196" r:id="rId383"/>
    <p:sldId id="1197" r:id="rId384"/>
    <p:sldId id="1198" r:id="rId385"/>
    <p:sldId id="1199" r:id="rId386"/>
    <p:sldId id="1200" r:id="rId387"/>
    <p:sldId id="1202" r:id="rId388"/>
    <p:sldId id="1201" r:id="rId389"/>
    <p:sldId id="1203" r:id="rId390"/>
    <p:sldId id="1204" r:id="rId391"/>
    <p:sldId id="1205" r:id="rId392"/>
    <p:sldId id="294" r:id="rId393"/>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D9B5"/>
    <a:srgbClr val="CC9900"/>
    <a:srgbClr val="FF5050"/>
    <a:srgbClr val="1E1A20"/>
    <a:srgbClr val="D322F2"/>
    <a:srgbClr val="727272"/>
    <a:srgbClr val="DFF7F1"/>
    <a:srgbClr val="F1EAFF"/>
    <a:srgbClr val="64597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657" autoAdjust="0"/>
    <p:restoredTop sz="93979" autoAdjust="0"/>
  </p:normalViewPr>
  <p:slideViewPr>
    <p:cSldViewPr>
      <p:cViewPr varScale="1">
        <p:scale>
          <a:sx n="73" d="100"/>
          <a:sy n="73" d="100"/>
        </p:scale>
        <p:origin x="964" y="40"/>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99" Type="http://schemas.openxmlformats.org/officeDocument/2006/relationships/slide" Target="slides/slide295.xml"/><Relationship Id="rId21" Type="http://schemas.openxmlformats.org/officeDocument/2006/relationships/slide" Target="slides/slide17.xml"/><Relationship Id="rId63" Type="http://schemas.openxmlformats.org/officeDocument/2006/relationships/slide" Target="slides/slide59.xml"/><Relationship Id="rId159" Type="http://schemas.openxmlformats.org/officeDocument/2006/relationships/slide" Target="slides/slide155.xml"/><Relationship Id="rId324" Type="http://schemas.openxmlformats.org/officeDocument/2006/relationships/slide" Target="slides/slide320.xml"/><Relationship Id="rId366" Type="http://schemas.openxmlformats.org/officeDocument/2006/relationships/slide" Target="slides/slide362.xml"/><Relationship Id="rId170" Type="http://schemas.openxmlformats.org/officeDocument/2006/relationships/slide" Target="slides/slide166.xml"/><Relationship Id="rId226" Type="http://schemas.openxmlformats.org/officeDocument/2006/relationships/slide" Target="slides/slide222.xml"/><Relationship Id="rId268" Type="http://schemas.openxmlformats.org/officeDocument/2006/relationships/slide" Target="slides/slide264.xml"/><Relationship Id="rId32" Type="http://schemas.openxmlformats.org/officeDocument/2006/relationships/slide" Target="slides/slide28.xml"/><Relationship Id="rId74" Type="http://schemas.openxmlformats.org/officeDocument/2006/relationships/slide" Target="slides/slide70.xml"/><Relationship Id="rId128" Type="http://schemas.openxmlformats.org/officeDocument/2006/relationships/slide" Target="slides/slide124.xml"/><Relationship Id="rId335" Type="http://schemas.openxmlformats.org/officeDocument/2006/relationships/slide" Target="slides/slide331.xml"/><Relationship Id="rId377" Type="http://schemas.openxmlformats.org/officeDocument/2006/relationships/slide" Target="slides/slide373.xml"/><Relationship Id="rId5" Type="http://schemas.openxmlformats.org/officeDocument/2006/relationships/slide" Target="slides/slide1.xml"/><Relationship Id="rId181" Type="http://schemas.openxmlformats.org/officeDocument/2006/relationships/slide" Target="slides/slide177.xml"/><Relationship Id="rId237" Type="http://schemas.openxmlformats.org/officeDocument/2006/relationships/slide" Target="slides/slide233.xml"/><Relationship Id="rId279" Type="http://schemas.openxmlformats.org/officeDocument/2006/relationships/slide" Target="slides/slide275.xml"/><Relationship Id="rId43" Type="http://schemas.openxmlformats.org/officeDocument/2006/relationships/slide" Target="slides/slide39.xml"/><Relationship Id="rId139" Type="http://schemas.openxmlformats.org/officeDocument/2006/relationships/slide" Target="slides/slide135.xml"/><Relationship Id="rId290" Type="http://schemas.openxmlformats.org/officeDocument/2006/relationships/slide" Target="slides/slide286.xml"/><Relationship Id="rId304" Type="http://schemas.openxmlformats.org/officeDocument/2006/relationships/slide" Target="slides/slide300.xml"/><Relationship Id="rId346" Type="http://schemas.openxmlformats.org/officeDocument/2006/relationships/slide" Target="slides/slide342.xml"/><Relationship Id="rId388" Type="http://schemas.openxmlformats.org/officeDocument/2006/relationships/slide" Target="slides/slide384.xml"/><Relationship Id="rId85" Type="http://schemas.openxmlformats.org/officeDocument/2006/relationships/slide" Target="slides/slide81.xml"/><Relationship Id="rId150" Type="http://schemas.openxmlformats.org/officeDocument/2006/relationships/slide" Target="slides/slide146.xml"/><Relationship Id="rId192" Type="http://schemas.openxmlformats.org/officeDocument/2006/relationships/slide" Target="slides/slide188.xml"/><Relationship Id="rId206" Type="http://schemas.openxmlformats.org/officeDocument/2006/relationships/slide" Target="slides/slide202.xml"/><Relationship Id="rId248" Type="http://schemas.openxmlformats.org/officeDocument/2006/relationships/slide" Target="slides/slide244.xml"/><Relationship Id="rId12" Type="http://schemas.openxmlformats.org/officeDocument/2006/relationships/slide" Target="slides/slide8.xml"/><Relationship Id="rId108" Type="http://schemas.openxmlformats.org/officeDocument/2006/relationships/slide" Target="slides/slide104.xml"/><Relationship Id="rId315" Type="http://schemas.openxmlformats.org/officeDocument/2006/relationships/slide" Target="slides/slide311.xml"/><Relationship Id="rId357" Type="http://schemas.openxmlformats.org/officeDocument/2006/relationships/slide" Target="slides/slide353.xml"/><Relationship Id="rId54" Type="http://schemas.openxmlformats.org/officeDocument/2006/relationships/slide" Target="slides/slide50.xml"/><Relationship Id="rId96" Type="http://schemas.openxmlformats.org/officeDocument/2006/relationships/slide" Target="slides/slide92.xml"/><Relationship Id="rId161" Type="http://schemas.openxmlformats.org/officeDocument/2006/relationships/slide" Target="slides/slide157.xml"/><Relationship Id="rId217" Type="http://schemas.openxmlformats.org/officeDocument/2006/relationships/slide" Target="slides/slide213.xml"/><Relationship Id="rId399" Type="http://schemas.openxmlformats.org/officeDocument/2006/relationships/tableStyles" Target="tableStyles.xml"/><Relationship Id="rId259" Type="http://schemas.openxmlformats.org/officeDocument/2006/relationships/slide" Target="slides/slide255.xml"/><Relationship Id="rId23" Type="http://schemas.openxmlformats.org/officeDocument/2006/relationships/slide" Target="slides/slide19.xml"/><Relationship Id="rId119" Type="http://schemas.openxmlformats.org/officeDocument/2006/relationships/slide" Target="slides/slide115.xml"/><Relationship Id="rId270" Type="http://schemas.openxmlformats.org/officeDocument/2006/relationships/slide" Target="slides/slide266.xml"/><Relationship Id="rId326" Type="http://schemas.openxmlformats.org/officeDocument/2006/relationships/slide" Target="slides/slide322.xml"/><Relationship Id="rId65" Type="http://schemas.openxmlformats.org/officeDocument/2006/relationships/slide" Target="slides/slide61.xml"/><Relationship Id="rId130" Type="http://schemas.openxmlformats.org/officeDocument/2006/relationships/slide" Target="slides/slide126.xml"/><Relationship Id="rId368" Type="http://schemas.openxmlformats.org/officeDocument/2006/relationships/slide" Target="slides/slide364.xml"/><Relationship Id="rId172" Type="http://schemas.openxmlformats.org/officeDocument/2006/relationships/slide" Target="slides/slide168.xml"/><Relationship Id="rId228" Type="http://schemas.openxmlformats.org/officeDocument/2006/relationships/slide" Target="slides/slide224.xml"/><Relationship Id="rId281" Type="http://schemas.openxmlformats.org/officeDocument/2006/relationships/slide" Target="slides/slide277.xml"/><Relationship Id="rId337" Type="http://schemas.openxmlformats.org/officeDocument/2006/relationships/slide" Target="slides/slide333.xml"/><Relationship Id="rId34" Type="http://schemas.openxmlformats.org/officeDocument/2006/relationships/slide" Target="slides/slide30.xml"/><Relationship Id="rId76" Type="http://schemas.openxmlformats.org/officeDocument/2006/relationships/slide" Target="slides/slide72.xml"/><Relationship Id="rId141" Type="http://schemas.openxmlformats.org/officeDocument/2006/relationships/slide" Target="slides/slide137.xml"/><Relationship Id="rId379" Type="http://schemas.openxmlformats.org/officeDocument/2006/relationships/slide" Target="slides/slide375.xml"/><Relationship Id="rId7" Type="http://schemas.openxmlformats.org/officeDocument/2006/relationships/slide" Target="slides/slide3.xml"/><Relationship Id="rId183" Type="http://schemas.openxmlformats.org/officeDocument/2006/relationships/slide" Target="slides/slide179.xml"/><Relationship Id="rId239" Type="http://schemas.openxmlformats.org/officeDocument/2006/relationships/slide" Target="slides/slide235.xml"/><Relationship Id="rId390" Type="http://schemas.openxmlformats.org/officeDocument/2006/relationships/slide" Target="slides/slide386.xml"/><Relationship Id="rId250" Type="http://schemas.openxmlformats.org/officeDocument/2006/relationships/slide" Target="slides/slide246.xml"/><Relationship Id="rId292" Type="http://schemas.openxmlformats.org/officeDocument/2006/relationships/slide" Target="slides/slide288.xml"/><Relationship Id="rId306" Type="http://schemas.openxmlformats.org/officeDocument/2006/relationships/slide" Target="slides/slide302.xml"/><Relationship Id="rId45" Type="http://schemas.openxmlformats.org/officeDocument/2006/relationships/slide" Target="slides/slide41.xml"/><Relationship Id="rId87" Type="http://schemas.openxmlformats.org/officeDocument/2006/relationships/slide" Target="slides/slide83.xml"/><Relationship Id="rId110" Type="http://schemas.openxmlformats.org/officeDocument/2006/relationships/slide" Target="slides/slide106.xml"/><Relationship Id="rId348" Type="http://schemas.openxmlformats.org/officeDocument/2006/relationships/slide" Target="slides/slide344.xml"/><Relationship Id="rId152" Type="http://schemas.openxmlformats.org/officeDocument/2006/relationships/slide" Target="slides/slide148.xml"/><Relationship Id="rId194" Type="http://schemas.openxmlformats.org/officeDocument/2006/relationships/slide" Target="slides/slide190.xml"/><Relationship Id="rId208" Type="http://schemas.openxmlformats.org/officeDocument/2006/relationships/slide" Target="slides/slide204.xml"/><Relationship Id="rId261" Type="http://schemas.openxmlformats.org/officeDocument/2006/relationships/slide" Target="slides/slide257.xml"/><Relationship Id="rId14" Type="http://schemas.openxmlformats.org/officeDocument/2006/relationships/slide" Target="slides/slide10.xml"/><Relationship Id="rId56" Type="http://schemas.openxmlformats.org/officeDocument/2006/relationships/slide" Target="slides/slide52.xml"/><Relationship Id="rId317" Type="http://schemas.openxmlformats.org/officeDocument/2006/relationships/slide" Target="slides/slide313.xml"/><Relationship Id="rId359" Type="http://schemas.openxmlformats.org/officeDocument/2006/relationships/slide" Target="slides/slide355.xml"/><Relationship Id="rId98" Type="http://schemas.openxmlformats.org/officeDocument/2006/relationships/slide" Target="slides/slide94.xml"/><Relationship Id="rId121" Type="http://schemas.openxmlformats.org/officeDocument/2006/relationships/slide" Target="slides/slide117.xml"/><Relationship Id="rId163" Type="http://schemas.openxmlformats.org/officeDocument/2006/relationships/slide" Target="slides/slide159.xml"/><Relationship Id="rId219" Type="http://schemas.openxmlformats.org/officeDocument/2006/relationships/slide" Target="slides/slide215.xml"/><Relationship Id="rId370" Type="http://schemas.openxmlformats.org/officeDocument/2006/relationships/slide" Target="slides/slide366.xml"/><Relationship Id="rId230" Type="http://schemas.openxmlformats.org/officeDocument/2006/relationships/slide" Target="slides/slide226.xml"/><Relationship Id="rId25" Type="http://schemas.openxmlformats.org/officeDocument/2006/relationships/slide" Target="slides/slide21.xml"/><Relationship Id="rId67" Type="http://schemas.openxmlformats.org/officeDocument/2006/relationships/slide" Target="slides/slide63.xml"/><Relationship Id="rId272" Type="http://schemas.openxmlformats.org/officeDocument/2006/relationships/slide" Target="slides/slide268.xml"/><Relationship Id="rId328" Type="http://schemas.openxmlformats.org/officeDocument/2006/relationships/slide" Target="slides/slide324.xml"/><Relationship Id="rId132" Type="http://schemas.openxmlformats.org/officeDocument/2006/relationships/slide" Target="slides/slide128.xml"/><Relationship Id="rId174" Type="http://schemas.openxmlformats.org/officeDocument/2006/relationships/slide" Target="slides/slide170.xml"/><Relationship Id="rId381" Type="http://schemas.openxmlformats.org/officeDocument/2006/relationships/slide" Target="slides/slide377.xml"/><Relationship Id="rId241" Type="http://schemas.openxmlformats.org/officeDocument/2006/relationships/slide" Target="slides/slide237.xml"/><Relationship Id="rId36" Type="http://schemas.openxmlformats.org/officeDocument/2006/relationships/slide" Target="slides/slide32.xml"/><Relationship Id="rId283" Type="http://schemas.openxmlformats.org/officeDocument/2006/relationships/slide" Target="slides/slide279.xml"/><Relationship Id="rId339" Type="http://schemas.openxmlformats.org/officeDocument/2006/relationships/slide" Target="slides/slide335.xml"/><Relationship Id="rId78" Type="http://schemas.openxmlformats.org/officeDocument/2006/relationships/slide" Target="slides/slide74.xml"/><Relationship Id="rId101" Type="http://schemas.openxmlformats.org/officeDocument/2006/relationships/slide" Target="slides/slide97.xml"/><Relationship Id="rId143" Type="http://schemas.openxmlformats.org/officeDocument/2006/relationships/slide" Target="slides/slide139.xml"/><Relationship Id="rId185" Type="http://schemas.openxmlformats.org/officeDocument/2006/relationships/slide" Target="slides/slide181.xml"/><Relationship Id="rId350" Type="http://schemas.openxmlformats.org/officeDocument/2006/relationships/slide" Target="slides/slide346.xml"/><Relationship Id="rId9" Type="http://schemas.openxmlformats.org/officeDocument/2006/relationships/slide" Target="slides/slide5.xml"/><Relationship Id="rId210" Type="http://schemas.openxmlformats.org/officeDocument/2006/relationships/slide" Target="slides/slide206.xml"/><Relationship Id="rId392" Type="http://schemas.openxmlformats.org/officeDocument/2006/relationships/slide" Target="slides/slide388.xml"/><Relationship Id="rId252" Type="http://schemas.openxmlformats.org/officeDocument/2006/relationships/slide" Target="slides/slide248.xml"/><Relationship Id="rId294" Type="http://schemas.openxmlformats.org/officeDocument/2006/relationships/slide" Target="slides/slide290.xml"/><Relationship Id="rId308" Type="http://schemas.openxmlformats.org/officeDocument/2006/relationships/slide" Target="slides/slide304.xml"/><Relationship Id="rId47" Type="http://schemas.openxmlformats.org/officeDocument/2006/relationships/slide" Target="slides/slide43.xml"/><Relationship Id="rId89" Type="http://schemas.openxmlformats.org/officeDocument/2006/relationships/slide" Target="slides/slide85.xml"/><Relationship Id="rId112" Type="http://schemas.openxmlformats.org/officeDocument/2006/relationships/slide" Target="slides/slide108.xml"/><Relationship Id="rId154" Type="http://schemas.openxmlformats.org/officeDocument/2006/relationships/slide" Target="slides/slide150.xml"/><Relationship Id="rId361" Type="http://schemas.openxmlformats.org/officeDocument/2006/relationships/slide" Target="slides/slide357.xml"/><Relationship Id="rId196" Type="http://schemas.openxmlformats.org/officeDocument/2006/relationships/slide" Target="slides/slide192.xml"/><Relationship Id="rId16" Type="http://schemas.openxmlformats.org/officeDocument/2006/relationships/slide" Target="slides/slide12.xml"/><Relationship Id="rId221" Type="http://schemas.openxmlformats.org/officeDocument/2006/relationships/slide" Target="slides/slide217.xml"/><Relationship Id="rId263" Type="http://schemas.openxmlformats.org/officeDocument/2006/relationships/slide" Target="slides/slide259.xml"/><Relationship Id="rId319" Type="http://schemas.openxmlformats.org/officeDocument/2006/relationships/slide" Target="slides/slide315.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330" Type="http://schemas.openxmlformats.org/officeDocument/2006/relationships/slide" Target="slides/slide326.xml"/><Relationship Id="rId90" Type="http://schemas.openxmlformats.org/officeDocument/2006/relationships/slide" Target="slides/slide86.xml"/><Relationship Id="rId165" Type="http://schemas.openxmlformats.org/officeDocument/2006/relationships/slide" Target="slides/slide161.xml"/><Relationship Id="rId186" Type="http://schemas.openxmlformats.org/officeDocument/2006/relationships/slide" Target="slides/slide182.xml"/><Relationship Id="rId351" Type="http://schemas.openxmlformats.org/officeDocument/2006/relationships/slide" Target="slides/slide347.xml"/><Relationship Id="rId372" Type="http://schemas.openxmlformats.org/officeDocument/2006/relationships/slide" Target="slides/slide368.xml"/><Relationship Id="rId393" Type="http://schemas.openxmlformats.org/officeDocument/2006/relationships/slide" Target="slides/slide389.xml"/><Relationship Id="rId211" Type="http://schemas.openxmlformats.org/officeDocument/2006/relationships/slide" Target="slides/slide207.xml"/><Relationship Id="rId232" Type="http://schemas.openxmlformats.org/officeDocument/2006/relationships/slide" Target="slides/slide228.xml"/><Relationship Id="rId253" Type="http://schemas.openxmlformats.org/officeDocument/2006/relationships/slide" Target="slides/slide249.xml"/><Relationship Id="rId274" Type="http://schemas.openxmlformats.org/officeDocument/2006/relationships/slide" Target="slides/slide270.xml"/><Relationship Id="rId295" Type="http://schemas.openxmlformats.org/officeDocument/2006/relationships/slide" Target="slides/slide291.xml"/><Relationship Id="rId309" Type="http://schemas.openxmlformats.org/officeDocument/2006/relationships/slide" Target="slides/slide305.xml"/><Relationship Id="rId27" Type="http://schemas.openxmlformats.org/officeDocument/2006/relationships/slide" Target="slides/slide23.xml"/><Relationship Id="rId48" Type="http://schemas.openxmlformats.org/officeDocument/2006/relationships/slide" Target="slides/slide44.xml"/><Relationship Id="rId69" Type="http://schemas.openxmlformats.org/officeDocument/2006/relationships/slide" Target="slides/slide65.xml"/><Relationship Id="rId113" Type="http://schemas.openxmlformats.org/officeDocument/2006/relationships/slide" Target="slides/slide109.xml"/><Relationship Id="rId134" Type="http://schemas.openxmlformats.org/officeDocument/2006/relationships/slide" Target="slides/slide130.xml"/><Relationship Id="rId320" Type="http://schemas.openxmlformats.org/officeDocument/2006/relationships/slide" Target="slides/slide316.xml"/><Relationship Id="rId80" Type="http://schemas.openxmlformats.org/officeDocument/2006/relationships/slide" Target="slides/slide76.xml"/><Relationship Id="rId155" Type="http://schemas.openxmlformats.org/officeDocument/2006/relationships/slide" Target="slides/slide151.xml"/><Relationship Id="rId176" Type="http://schemas.openxmlformats.org/officeDocument/2006/relationships/slide" Target="slides/slide172.xml"/><Relationship Id="rId197" Type="http://schemas.openxmlformats.org/officeDocument/2006/relationships/slide" Target="slides/slide193.xml"/><Relationship Id="rId341" Type="http://schemas.openxmlformats.org/officeDocument/2006/relationships/slide" Target="slides/slide337.xml"/><Relationship Id="rId362" Type="http://schemas.openxmlformats.org/officeDocument/2006/relationships/slide" Target="slides/slide358.xml"/><Relationship Id="rId383" Type="http://schemas.openxmlformats.org/officeDocument/2006/relationships/slide" Target="slides/slide379.xml"/><Relationship Id="rId201" Type="http://schemas.openxmlformats.org/officeDocument/2006/relationships/slide" Target="slides/slide197.xml"/><Relationship Id="rId222" Type="http://schemas.openxmlformats.org/officeDocument/2006/relationships/slide" Target="slides/slide218.xml"/><Relationship Id="rId243" Type="http://schemas.openxmlformats.org/officeDocument/2006/relationships/slide" Target="slides/slide239.xml"/><Relationship Id="rId264" Type="http://schemas.openxmlformats.org/officeDocument/2006/relationships/slide" Target="slides/slide260.xml"/><Relationship Id="rId285" Type="http://schemas.openxmlformats.org/officeDocument/2006/relationships/slide" Target="slides/slide281.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 Id="rId310" Type="http://schemas.openxmlformats.org/officeDocument/2006/relationships/slide" Target="slides/slide306.xml"/><Relationship Id="rId70" Type="http://schemas.openxmlformats.org/officeDocument/2006/relationships/slide" Target="slides/slide66.xml"/><Relationship Id="rId91" Type="http://schemas.openxmlformats.org/officeDocument/2006/relationships/slide" Target="slides/slide87.xml"/><Relationship Id="rId145" Type="http://schemas.openxmlformats.org/officeDocument/2006/relationships/slide" Target="slides/slide141.xml"/><Relationship Id="rId166" Type="http://schemas.openxmlformats.org/officeDocument/2006/relationships/slide" Target="slides/slide162.xml"/><Relationship Id="rId187" Type="http://schemas.openxmlformats.org/officeDocument/2006/relationships/slide" Target="slides/slide183.xml"/><Relationship Id="rId331" Type="http://schemas.openxmlformats.org/officeDocument/2006/relationships/slide" Target="slides/slide327.xml"/><Relationship Id="rId352" Type="http://schemas.openxmlformats.org/officeDocument/2006/relationships/slide" Target="slides/slide348.xml"/><Relationship Id="rId373" Type="http://schemas.openxmlformats.org/officeDocument/2006/relationships/slide" Target="slides/slide369.xml"/><Relationship Id="rId394" Type="http://schemas.openxmlformats.org/officeDocument/2006/relationships/notesMaster" Target="notesMasters/notesMaster1.xml"/><Relationship Id="rId1" Type="http://schemas.openxmlformats.org/officeDocument/2006/relationships/customXml" Target="../customXml/item1.xml"/><Relationship Id="rId212" Type="http://schemas.openxmlformats.org/officeDocument/2006/relationships/slide" Target="slides/slide208.xml"/><Relationship Id="rId233" Type="http://schemas.openxmlformats.org/officeDocument/2006/relationships/slide" Target="slides/slide229.xml"/><Relationship Id="rId254" Type="http://schemas.openxmlformats.org/officeDocument/2006/relationships/slide" Target="slides/slide250.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275" Type="http://schemas.openxmlformats.org/officeDocument/2006/relationships/slide" Target="slides/slide271.xml"/><Relationship Id="rId296" Type="http://schemas.openxmlformats.org/officeDocument/2006/relationships/slide" Target="slides/slide292.xml"/><Relationship Id="rId300" Type="http://schemas.openxmlformats.org/officeDocument/2006/relationships/slide" Target="slides/slide296.xml"/><Relationship Id="rId60" Type="http://schemas.openxmlformats.org/officeDocument/2006/relationships/slide" Target="slides/slide56.xml"/><Relationship Id="rId81" Type="http://schemas.openxmlformats.org/officeDocument/2006/relationships/slide" Target="slides/slide77.xml"/><Relationship Id="rId135" Type="http://schemas.openxmlformats.org/officeDocument/2006/relationships/slide" Target="slides/slide131.xml"/><Relationship Id="rId156" Type="http://schemas.openxmlformats.org/officeDocument/2006/relationships/slide" Target="slides/slide152.xml"/><Relationship Id="rId177" Type="http://schemas.openxmlformats.org/officeDocument/2006/relationships/slide" Target="slides/slide173.xml"/><Relationship Id="rId198" Type="http://schemas.openxmlformats.org/officeDocument/2006/relationships/slide" Target="slides/slide194.xml"/><Relationship Id="rId321" Type="http://schemas.openxmlformats.org/officeDocument/2006/relationships/slide" Target="slides/slide317.xml"/><Relationship Id="rId342" Type="http://schemas.openxmlformats.org/officeDocument/2006/relationships/slide" Target="slides/slide338.xml"/><Relationship Id="rId363" Type="http://schemas.openxmlformats.org/officeDocument/2006/relationships/slide" Target="slides/slide359.xml"/><Relationship Id="rId384" Type="http://schemas.openxmlformats.org/officeDocument/2006/relationships/slide" Target="slides/slide380.xml"/><Relationship Id="rId202" Type="http://schemas.openxmlformats.org/officeDocument/2006/relationships/slide" Target="slides/slide198.xml"/><Relationship Id="rId223" Type="http://schemas.openxmlformats.org/officeDocument/2006/relationships/slide" Target="slides/slide219.xml"/><Relationship Id="rId244" Type="http://schemas.openxmlformats.org/officeDocument/2006/relationships/slide" Target="slides/slide240.xml"/><Relationship Id="rId18" Type="http://schemas.openxmlformats.org/officeDocument/2006/relationships/slide" Target="slides/slide14.xml"/><Relationship Id="rId39" Type="http://schemas.openxmlformats.org/officeDocument/2006/relationships/slide" Target="slides/slide35.xml"/><Relationship Id="rId265" Type="http://schemas.openxmlformats.org/officeDocument/2006/relationships/slide" Target="slides/slide261.xml"/><Relationship Id="rId286" Type="http://schemas.openxmlformats.org/officeDocument/2006/relationships/slide" Target="slides/slide282.xml"/><Relationship Id="rId50" Type="http://schemas.openxmlformats.org/officeDocument/2006/relationships/slide" Target="slides/slide46.xml"/><Relationship Id="rId104" Type="http://schemas.openxmlformats.org/officeDocument/2006/relationships/slide" Target="slides/slide100.xml"/><Relationship Id="rId125" Type="http://schemas.openxmlformats.org/officeDocument/2006/relationships/slide" Target="slides/slide121.xml"/><Relationship Id="rId146" Type="http://schemas.openxmlformats.org/officeDocument/2006/relationships/slide" Target="slides/slide142.xml"/><Relationship Id="rId167" Type="http://schemas.openxmlformats.org/officeDocument/2006/relationships/slide" Target="slides/slide163.xml"/><Relationship Id="rId188" Type="http://schemas.openxmlformats.org/officeDocument/2006/relationships/slide" Target="slides/slide184.xml"/><Relationship Id="rId311" Type="http://schemas.openxmlformats.org/officeDocument/2006/relationships/slide" Target="slides/slide307.xml"/><Relationship Id="rId332" Type="http://schemas.openxmlformats.org/officeDocument/2006/relationships/slide" Target="slides/slide328.xml"/><Relationship Id="rId353" Type="http://schemas.openxmlformats.org/officeDocument/2006/relationships/slide" Target="slides/slide349.xml"/><Relationship Id="rId374" Type="http://schemas.openxmlformats.org/officeDocument/2006/relationships/slide" Target="slides/slide370.xml"/><Relationship Id="rId395" Type="http://schemas.openxmlformats.org/officeDocument/2006/relationships/commentAuthors" Target="commentAuthors.xml"/><Relationship Id="rId71" Type="http://schemas.openxmlformats.org/officeDocument/2006/relationships/slide" Target="slides/slide67.xml"/><Relationship Id="rId92" Type="http://schemas.openxmlformats.org/officeDocument/2006/relationships/slide" Target="slides/slide88.xml"/><Relationship Id="rId213" Type="http://schemas.openxmlformats.org/officeDocument/2006/relationships/slide" Target="slides/slide209.xml"/><Relationship Id="rId234" Type="http://schemas.openxmlformats.org/officeDocument/2006/relationships/slide" Target="slides/slide230.xml"/><Relationship Id="rId2" Type="http://schemas.openxmlformats.org/officeDocument/2006/relationships/customXml" Target="../customXml/item2.xml"/><Relationship Id="rId29" Type="http://schemas.openxmlformats.org/officeDocument/2006/relationships/slide" Target="slides/slide25.xml"/><Relationship Id="rId255" Type="http://schemas.openxmlformats.org/officeDocument/2006/relationships/slide" Target="slides/slide251.xml"/><Relationship Id="rId276" Type="http://schemas.openxmlformats.org/officeDocument/2006/relationships/slide" Target="slides/slide272.xml"/><Relationship Id="rId297" Type="http://schemas.openxmlformats.org/officeDocument/2006/relationships/slide" Target="slides/slide293.xml"/><Relationship Id="rId40" Type="http://schemas.openxmlformats.org/officeDocument/2006/relationships/slide" Target="slides/slide36.xml"/><Relationship Id="rId115" Type="http://schemas.openxmlformats.org/officeDocument/2006/relationships/slide" Target="slides/slide111.xml"/><Relationship Id="rId136" Type="http://schemas.openxmlformats.org/officeDocument/2006/relationships/slide" Target="slides/slide132.xml"/><Relationship Id="rId157" Type="http://schemas.openxmlformats.org/officeDocument/2006/relationships/slide" Target="slides/slide153.xml"/><Relationship Id="rId178" Type="http://schemas.openxmlformats.org/officeDocument/2006/relationships/slide" Target="slides/slide174.xml"/><Relationship Id="rId301" Type="http://schemas.openxmlformats.org/officeDocument/2006/relationships/slide" Target="slides/slide297.xml"/><Relationship Id="rId322" Type="http://schemas.openxmlformats.org/officeDocument/2006/relationships/slide" Target="slides/slide318.xml"/><Relationship Id="rId343" Type="http://schemas.openxmlformats.org/officeDocument/2006/relationships/slide" Target="slides/slide339.xml"/><Relationship Id="rId364" Type="http://schemas.openxmlformats.org/officeDocument/2006/relationships/slide" Target="slides/slide360.xml"/><Relationship Id="rId61" Type="http://schemas.openxmlformats.org/officeDocument/2006/relationships/slide" Target="slides/slide57.xml"/><Relationship Id="rId82" Type="http://schemas.openxmlformats.org/officeDocument/2006/relationships/slide" Target="slides/slide78.xml"/><Relationship Id="rId199" Type="http://schemas.openxmlformats.org/officeDocument/2006/relationships/slide" Target="slides/slide195.xml"/><Relationship Id="rId203" Type="http://schemas.openxmlformats.org/officeDocument/2006/relationships/slide" Target="slides/slide199.xml"/><Relationship Id="rId385" Type="http://schemas.openxmlformats.org/officeDocument/2006/relationships/slide" Target="slides/slide381.xml"/><Relationship Id="rId19" Type="http://schemas.openxmlformats.org/officeDocument/2006/relationships/slide" Target="slides/slide15.xml"/><Relationship Id="rId224" Type="http://schemas.openxmlformats.org/officeDocument/2006/relationships/slide" Target="slides/slide220.xml"/><Relationship Id="rId245" Type="http://schemas.openxmlformats.org/officeDocument/2006/relationships/slide" Target="slides/slide241.xml"/><Relationship Id="rId266" Type="http://schemas.openxmlformats.org/officeDocument/2006/relationships/slide" Target="slides/slide262.xml"/><Relationship Id="rId287" Type="http://schemas.openxmlformats.org/officeDocument/2006/relationships/slide" Target="slides/slide283.xml"/><Relationship Id="rId30" Type="http://schemas.openxmlformats.org/officeDocument/2006/relationships/slide" Target="slides/slide2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slide" Target="slides/slide164.xml"/><Relationship Id="rId312" Type="http://schemas.openxmlformats.org/officeDocument/2006/relationships/slide" Target="slides/slide308.xml"/><Relationship Id="rId333" Type="http://schemas.openxmlformats.org/officeDocument/2006/relationships/slide" Target="slides/slide329.xml"/><Relationship Id="rId354" Type="http://schemas.openxmlformats.org/officeDocument/2006/relationships/slide" Target="slides/slide350.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189" Type="http://schemas.openxmlformats.org/officeDocument/2006/relationships/slide" Target="slides/slide185.xml"/><Relationship Id="rId375" Type="http://schemas.openxmlformats.org/officeDocument/2006/relationships/slide" Target="slides/slide371.xml"/><Relationship Id="rId396" Type="http://schemas.openxmlformats.org/officeDocument/2006/relationships/presProps" Target="presProps.xml"/><Relationship Id="rId3" Type="http://schemas.openxmlformats.org/officeDocument/2006/relationships/customXml" Target="../customXml/item3.xml"/><Relationship Id="rId214" Type="http://schemas.openxmlformats.org/officeDocument/2006/relationships/slide" Target="slides/slide210.xml"/><Relationship Id="rId235" Type="http://schemas.openxmlformats.org/officeDocument/2006/relationships/slide" Target="slides/slide231.xml"/><Relationship Id="rId256" Type="http://schemas.openxmlformats.org/officeDocument/2006/relationships/slide" Target="slides/slide252.xml"/><Relationship Id="rId277" Type="http://schemas.openxmlformats.org/officeDocument/2006/relationships/slide" Target="slides/slide273.xml"/><Relationship Id="rId298" Type="http://schemas.openxmlformats.org/officeDocument/2006/relationships/slide" Target="slides/slide294.xml"/><Relationship Id="rId400" Type="http://schemas.microsoft.com/office/2016/11/relationships/changesInfo" Target="changesInfos/changesInfo1.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302" Type="http://schemas.openxmlformats.org/officeDocument/2006/relationships/slide" Target="slides/slide298.xml"/><Relationship Id="rId323" Type="http://schemas.openxmlformats.org/officeDocument/2006/relationships/slide" Target="slides/slide319.xml"/><Relationship Id="rId344" Type="http://schemas.openxmlformats.org/officeDocument/2006/relationships/slide" Target="slides/slide340.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179" Type="http://schemas.openxmlformats.org/officeDocument/2006/relationships/slide" Target="slides/slide175.xml"/><Relationship Id="rId365" Type="http://schemas.openxmlformats.org/officeDocument/2006/relationships/slide" Target="slides/slide361.xml"/><Relationship Id="rId386" Type="http://schemas.openxmlformats.org/officeDocument/2006/relationships/slide" Target="slides/slide382.xml"/><Relationship Id="rId190" Type="http://schemas.openxmlformats.org/officeDocument/2006/relationships/slide" Target="slides/slide186.xml"/><Relationship Id="rId204" Type="http://schemas.openxmlformats.org/officeDocument/2006/relationships/slide" Target="slides/slide200.xml"/><Relationship Id="rId225" Type="http://schemas.openxmlformats.org/officeDocument/2006/relationships/slide" Target="slides/slide221.xml"/><Relationship Id="rId246" Type="http://schemas.openxmlformats.org/officeDocument/2006/relationships/slide" Target="slides/slide242.xml"/><Relationship Id="rId267" Type="http://schemas.openxmlformats.org/officeDocument/2006/relationships/slide" Target="slides/slide263.xml"/><Relationship Id="rId288" Type="http://schemas.openxmlformats.org/officeDocument/2006/relationships/slide" Target="slides/slide284.xml"/><Relationship Id="rId106" Type="http://schemas.openxmlformats.org/officeDocument/2006/relationships/slide" Target="slides/slide102.xml"/><Relationship Id="rId127" Type="http://schemas.openxmlformats.org/officeDocument/2006/relationships/slide" Target="slides/slide123.xml"/><Relationship Id="rId313" Type="http://schemas.openxmlformats.org/officeDocument/2006/relationships/slide" Target="slides/slide309.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94" Type="http://schemas.openxmlformats.org/officeDocument/2006/relationships/slide" Target="slides/slide90.xml"/><Relationship Id="rId148" Type="http://schemas.openxmlformats.org/officeDocument/2006/relationships/slide" Target="slides/slide144.xml"/><Relationship Id="rId169" Type="http://schemas.openxmlformats.org/officeDocument/2006/relationships/slide" Target="slides/slide165.xml"/><Relationship Id="rId334" Type="http://schemas.openxmlformats.org/officeDocument/2006/relationships/slide" Target="slides/slide330.xml"/><Relationship Id="rId355" Type="http://schemas.openxmlformats.org/officeDocument/2006/relationships/slide" Target="slides/slide351.xml"/><Relationship Id="rId376" Type="http://schemas.openxmlformats.org/officeDocument/2006/relationships/slide" Target="slides/slide372.xml"/><Relationship Id="rId397" Type="http://schemas.openxmlformats.org/officeDocument/2006/relationships/viewProps" Target="viewProps.xml"/><Relationship Id="rId4" Type="http://schemas.openxmlformats.org/officeDocument/2006/relationships/slideMaster" Target="slideMasters/slideMaster1.xml"/><Relationship Id="rId180" Type="http://schemas.openxmlformats.org/officeDocument/2006/relationships/slide" Target="slides/slide176.xml"/><Relationship Id="rId215" Type="http://schemas.openxmlformats.org/officeDocument/2006/relationships/slide" Target="slides/slide211.xml"/><Relationship Id="rId236" Type="http://schemas.openxmlformats.org/officeDocument/2006/relationships/slide" Target="slides/slide232.xml"/><Relationship Id="rId257" Type="http://schemas.openxmlformats.org/officeDocument/2006/relationships/slide" Target="slides/slide253.xml"/><Relationship Id="rId278" Type="http://schemas.openxmlformats.org/officeDocument/2006/relationships/slide" Target="slides/slide274.xml"/><Relationship Id="rId303" Type="http://schemas.openxmlformats.org/officeDocument/2006/relationships/slide" Target="slides/slide299.xml"/><Relationship Id="rId42" Type="http://schemas.openxmlformats.org/officeDocument/2006/relationships/slide" Target="slides/slide38.xml"/><Relationship Id="rId84" Type="http://schemas.openxmlformats.org/officeDocument/2006/relationships/slide" Target="slides/slide80.xml"/><Relationship Id="rId138" Type="http://schemas.openxmlformats.org/officeDocument/2006/relationships/slide" Target="slides/slide134.xml"/><Relationship Id="rId345" Type="http://schemas.openxmlformats.org/officeDocument/2006/relationships/slide" Target="slides/slide341.xml"/><Relationship Id="rId387" Type="http://schemas.openxmlformats.org/officeDocument/2006/relationships/slide" Target="slides/slide383.xml"/><Relationship Id="rId191" Type="http://schemas.openxmlformats.org/officeDocument/2006/relationships/slide" Target="slides/slide187.xml"/><Relationship Id="rId205" Type="http://schemas.openxmlformats.org/officeDocument/2006/relationships/slide" Target="slides/slide201.xml"/><Relationship Id="rId247" Type="http://schemas.openxmlformats.org/officeDocument/2006/relationships/slide" Target="slides/slide243.xml"/><Relationship Id="rId107" Type="http://schemas.openxmlformats.org/officeDocument/2006/relationships/slide" Target="slides/slide103.xml"/><Relationship Id="rId289" Type="http://schemas.openxmlformats.org/officeDocument/2006/relationships/slide" Target="slides/slide285.xml"/><Relationship Id="rId11" Type="http://schemas.openxmlformats.org/officeDocument/2006/relationships/slide" Target="slides/slide7.xml"/><Relationship Id="rId53" Type="http://schemas.openxmlformats.org/officeDocument/2006/relationships/slide" Target="slides/slide49.xml"/><Relationship Id="rId149" Type="http://schemas.openxmlformats.org/officeDocument/2006/relationships/slide" Target="slides/slide145.xml"/><Relationship Id="rId314" Type="http://schemas.openxmlformats.org/officeDocument/2006/relationships/slide" Target="slides/slide310.xml"/><Relationship Id="rId356" Type="http://schemas.openxmlformats.org/officeDocument/2006/relationships/slide" Target="slides/slide352.xml"/><Relationship Id="rId398" Type="http://schemas.openxmlformats.org/officeDocument/2006/relationships/theme" Target="theme/theme1.xml"/><Relationship Id="rId95" Type="http://schemas.openxmlformats.org/officeDocument/2006/relationships/slide" Target="slides/slide91.xml"/><Relationship Id="rId160" Type="http://schemas.openxmlformats.org/officeDocument/2006/relationships/slide" Target="slides/slide156.xml"/><Relationship Id="rId216" Type="http://schemas.openxmlformats.org/officeDocument/2006/relationships/slide" Target="slides/slide212.xml"/><Relationship Id="rId258" Type="http://schemas.openxmlformats.org/officeDocument/2006/relationships/slide" Target="slides/slide254.xml"/><Relationship Id="rId22" Type="http://schemas.openxmlformats.org/officeDocument/2006/relationships/slide" Target="slides/slide18.xml"/><Relationship Id="rId64" Type="http://schemas.openxmlformats.org/officeDocument/2006/relationships/slide" Target="slides/slide60.xml"/><Relationship Id="rId118" Type="http://schemas.openxmlformats.org/officeDocument/2006/relationships/slide" Target="slides/slide114.xml"/><Relationship Id="rId325" Type="http://schemas.openxmlformats.org/officeDocument/2006/relationships/slide" Target="slides/slide321.xml"/><Relationship Id="rId367" Type="http://schemas.openxmlformats.org/officeDocument/2006/relationships/slide" Target="slides/slide363.xml"/><Relationship Id="rId171" Type="http://schemas.openxmlformats.org/officeDocument/2006/relationships/slide" Target="slides/slide167.xml"/><Relationship Id="rId227" Type="http://schemas.openxmlformats.org/officeDocument/2006/relationships/slide" Target="slides/slide223.xml"/><Relationship Id="rId269" Type="http://schemas.openxmlformats.org/officeDocument/2006/relationships/slide" Target="slides/slide265.xml"/><Relationship Id="rId33" Type="http://schemas.openxmlformats.org/officeDocument/2006/relationships/slide" Target="slides/slide29.xml"/><Relationship Id="rId129" Type="http://schemas.openxmlformats.org/officeDocument/2006/relationships/slide" Target="slides/slide125.xml"/><Relationship Id="rId280" Type="http://schemas.openxmlformats.org/officeDocument/2006/relationships/slide" Target="slides/slide276.xml"/><Relationship Id="rId336" Type="http://schemas.openxmlformats.org/officeDocument/2006/relationships/slide" Target="slides/slide332.xml"/><Relationship Id="rId75" Type="http://schemas.openxmlformats.org/officeDocument/2006/relationships/slide" Target="slides/slide71.xml"/><Relationship Id="rId140" Type="http://schemas.openxmlformats.org/officeDocument/2006/relationships/slide" Target="slides/slide136.xml"/><Relationship Id="rId182" Type="http://schemas.openxmlformats.org/officeDocument/2006/relationships/slide" Target="slides/slide178.xml"/><Relationship Id="rId378" Type="http://schemas.openxmlformats.org/officeDocument/2006/relationships/slide" Target="slides/slide374.xml"/><Relationship Id="rId6" Type="http://schemas.openxmlformats.org/officeDocument/2006/relationships/slide" Target="slides/slide2.xml"/><Relationship Id="rId238" Type="http://schemas.openxmlformats.org/officeDocument/2006/relationships/slide" Target="slides/slide234.xml"/><Relationship Id="rId291" Type="http://schemas.openxmlformats.org/officeDocument/2006/relationships/slide" Target="slides/slide287.xml"/><Relationship Id="rId305" Type="http://schemas.openxmlformats.org/officeDocument/2006/relationships/slide" Target="slides/slide301.xml"/><Relationship Id="rId347" Type="http://schemas.openxmlformats.org/officeDocument/2006/relationships/slide" Target="slides/slide343.xml"/><Relationship Id="rId44" Type="http://schemas.openxmlformats.org/officeDocument/2006/relationships/slide" Target="slides/slide40.xml"/><Relationship Id="rId86" Type="http://schemas.openxmlformats.org/officeDocument/2006/relationships/slide" Target="slides/slide82.xml"/><Relationship Id="rId151" Type="http://schemas.openxmlformats.org/officeDocument/2006/relationships/slide" Target="slides/slide147.xml"/><Relationship Id="rId389" Type="http://schemas.openxmlformats.org/officeDocument/2006/relationships/slide" Target="slides/slide385.xml"/><Relationship Id="rId193" Type="http://schemas.openxmlformats.org/officeDocument/2006/relationships/slide" Target="slides/slide189.xml"/><Relationship Id="rId207" Type="http://schemas.openxmlformats.org/officeDocument/2006/relationships/slide" Target="slides/slide203.xml"/><Relationship Id="rId249" Type="http://schemas.openxmlformats.org/officeDocument/2006/relationships/slide" Target="slides/slide245.xml"/><Relationship Id="rId13" Type="http://schemas.openxmlformats.org/officeDocument/2006/relationships/slide" Target="slides/slide9.xml"/><Relationship Id="rId109" Type="http://schemas.openxmlformats.org/officeDocument/2006/relationships/slide" Target="slides/slide105.xml"/><Relationship Id="rId260" Type="http://schemas.openxmlformats.org/officeDocument/2006/relationships/slide" Target="slides/slide256.xml"/><Relationship Id="rId316" Type="http://schemas.openxmlformats.org/officeDocument/2006/relationships/slide" Target="slides/slide312.xml"/><Relationship Id="rId55" Type="http://schemas.openxmlformats.org/officeDocument/2006/relationships/slide" Target="slides/slide51.xml"/><Relationship Id="rId97" Type="http://schemas.openxmlformats.org/officeDocument/2006/relationships/slide" Target="slides/slide93.xml"/><Relationship Id="rId120" Type="http://schemas.openxmlformats.org/officeDocument/2006/relationships/slide" Target="slides/slide116.xml"/><Relationship Id="rId358" Type="http://schemas.openxmlformats.org/officeDocument/2006/relationships/slide" Target="slides/slide354.xml"/><Relationship Id="rId162" Type="http://schemas.openxmlformats.org/officeDocument/2006/relationships/slide" Target="slides/slide158.xml"/><Relationship Id="rId218" Type="http://schemas.openxmlformats.org/officeDocument/2006/relationships/slide" Target="slides/slide214.xml"/><Relationship Id="rId271" Type="http://schemas.openxmlformats.org/officeDocument/2006/relationships/slide" Target="slides/slide267.xml"/><Relationship Id="rId24" Type="http://schemas.openxmlformats.org/officeDocument/2006/relationships/slide" Target="slides/slide20.xml"/><Relationship Id="rId66" Type="http://schemas.openxmlformats.org/officeDocument/2006/relationships/slide" Target="slides/slide62.xml"/><Relationship Id="rId131" Type="http://schemas.openxmlformats.org/officeDocument/2006/relationships/slide" Target="slides/slide127.xml"/><Relationship Id="rId327" Type="http://schemas.openxmlformats.org/officeDocument/2006/relationships/slide" Target="slides/slide323.xml"/><Relationship Id="rId369" Type="http://schemas.openxmlformats.org/officeDocument/2006/relationships/slide" Target="slides/slide365.xml"/><Relationship Id="rId173" Type="http://schemas.openxmlformats.org/officeDocument/2006/relationships/slide" Target="slides/slide169.xml"/><Relationship Id="rId229" Type="http://schemas.openxmlformats.org/officeDocument/2006/relationships/slide" Target="slides/slide225.xml"/><Relationship Id="rId380" Type="http://schemas.openxmlformats.org/officeDocument/2006/relationships/slide" Target="slides/slide376.xml"/><Relationship Id="rId240" Type="http://schemas.openxmlformats.org/officeDocument/2006/relationships/slide" Target="slides/slide236.xml"/><Relationship Id="rId35" Type="http://schemas.openxmlformats.org/officeDocument/2006/relationships/slide" Target="slides/slide31.xml"/><Relationship Id="rId77" Type="http://schemas.openxmlformats.org/officeDocument/2006/relationships/slide" Target="slides/slide73.xml"/><Relationship Id="rId100" Type="http://schemas.openxmlformats.org/officeDocument/2006/relationships/slide" Target="slides/slide96.xml"/><Relationship Id="rId282" Type="http://schemas.openxmlformats.org/officeDocument/2006/relationships/slide" Target="slides/slide278.xml"/><Relationship Id="rId338" Type="http://schemas.openxmlformats.org/officeDocument/2006/relationships/slide" Target="slides/slide334.xml"/><Relationship Id="rId8" Type="http://schemas.openxmlformats.org/officeDocument/2006/relationships/slide" Target="slides/slide4.xml"/><Relationship Id="rId142" Type="http://schemas.openxmlformats.org/officeDocument/2006/relationships/slide" Target="slides/slide138.xml"/><Relationship Id="rId184" Type="http://schemas.openxmlformats.org/officeDocument/2006/relationships/slide" Target="slides/slide180.xml"/><Relationship Id="rId391" Type="http://schemas.openxmlformats.org/officeDocument/2006/relationships/slide" Target="slides/slide387.xml"/><Relationship Id="rId251" Type="http://schemas.openxmlformats.org/officeDocument/2006/relationships/slide" Target="slides/slide247.xml"/><Relationship Id="rId46" Type="http://schemas.openxmlformats.org/officeDocument/2006/relationships/slide" Target="slides/slide42.xml"/><Relationship Id="rId293" Type="http://schemas.openxmlformats.org/officeDocument/2006/relationships/slide" Target="slides/slide289.xml"/><Relationship Id="rId307" Type="http://schemas.openxmlformats.org/officeDocument/2006/relationships/slide" Target="slides/slide303.xml"/><Relationship Id="rId349" Type="http://schemas.openxmlformats.org/officeDocument/2006/relationships/slide" Target="slides/slide345.xml"/><Relationship Id="rId88" Type="http://schemas.openxmlformats.org/officeDocument/2006/relationships/slide" Target="slides/slide84.xml"/><Relationship Id="rId111" Type="http://schemas.openxmlformats.org/officeDocument/2006/relationships/slide" Target="slides/slide107.xml"/><Relationship Id="rId153" Type="http://schemas.openxmlformats.org/officeDocument/2006/relationships/slide" Target="slides/slide149.xml"/><Relationship Id="rId195" Type="http://schemas.openxmlformats.org/officeDocument/2006/relationships/slide" Target="slides/slide191.xml"/><Relationship Id="rId209" Type="http://schemas.openxmlformats.org/officeDocument/2006/relationships/slide" Target="slides/slide205.xml"/><Relationship Id="rId360" Type="http://schemas.openxmlformats.org/officeDocument/2006/relationships/slide" Target="slides/slide356.xml"/><Relationship Id="rId220" Type="http://schemas.openxmlformats.org/officeDocument/2006/relationships/slide" Target="slides/slide216.xml"/><Relationship Id="rId15" Type="http://schemas.openxmlformats.org/officeDocument/2006/relationships/slide" Target="slides/slide11.xml"/><Relationship Id="rId57" Type="http://schemas.openxmlformats.org/officeDocument/2006/relationships/slide" Target="slides/slide53.xml"/><Relationship Id="rId262" Type="http://schemas.openxmlformats.org/officeDocument/2006/relationships/slide" Target="slides/slide258.xml"/><Relationship Id="rId318" Type="http://schemas.openxmlformats.org/officeDocument/2006/relationships/slide" Target="slides/slide314.xml"/><Relationship Id="rId99" Type="http://schemas.openxmlformats.org/officeDocument/2006/relationships/slide" Target="slides/slide95.xml"/><Relationship Id="rId122" Type="http://schemas.openxmlformats.org/officeDocument/2006/relationships/slide" Target="slides/slide118.xml"/><Relationship Id="rId164" Type="http://schemas.openxmlformats.org/officeDocument/2006/relationships/slide" Target="slides/slide160.xml"/><Relationship Id="rId371" Type="http://schemas.openxmlformats.org/officeDocument/2006/relationships/slide" Target="slides/slide367.xml"/><Relationship Id="rId26" Type="http://schemas.openxmlformats.org/officeDocument/2006/relationships/slide" Target="slides/slide22.xml"/><Relationship Id="rId231" Type="http://schemas.openxmlformats.org/officeDocument/2006/relationships/slide" Target="slides/slide227.xml"/><Relationship Id="rId273" Type="http://schemas.openxmlformats.org/officeDocument/2006/relationships/slide" Target="slides/slide269.xml"/><Relationship Id="rId329" Type="http://schemas.openxmlformats.org/officeDocument/2006/relationships/slide" Target="slides/slide325.xml"/><Relationship Id="rId68" Type="http://schemas.openxmlformats.org/officeDocument/2006/relationships/slide" Target="slides/slide64.xml"/><Relationship Id="rId133" Type="http://schemas.openxmlformats.org/officeDocument/2006/relationships/slide" Target="slides/slide129.xml"/><Relationship Id="rId175" Type="http://schemas.openxmlformats.org/officeDocument/2006/relationships/slide" Target="slides/slide171.xml"/><Relationship Id="rId340" Type="http://schemas.openxmlformats.org/officeDocument/2006/relationships/slide" Target="slides/slide336.xml"/><Relationship Id="rId200" Type="http://schemas.openxmlformats.org/officeDocument/2006/relationships/slide" Target="slides/slide196.xml"/><Relationship Id="rId382" Type="http://schemas.openxmlformats.org/officeDocument/2006/relationships/slide" Target="slides/slide378.xml"/><Relationship Id="rId242" Type="http://schemas.openxmlformats.org/officeDocument/2006/relationships/slide" Target="slides/slide238.xml"/><Relationship Id="rId284" Type="http://schemas.openxmlformats.org/officeDocument/2006/relationships/slide" Target="slides/slide28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y, Sandip (Cognizant)" userId="5f7625ad-98d9-4890-9d14-c521d7d0e727" providerId="ADAL" clId="{C2AB7451-CC97-4FB3-8B68-F5313FB7DC79}"/>
    <pc:docChg chg="modSld">
      <pc:chgData name="Ray, Sandip (Cognizant)" userId="5f7625ad-98d9-4890-9d14-c521d7d0e727" providerId="ADAL" clId="{C2AB7451-CC97-4FB3-8B68-F5313FB7DC79}" dt="2023-04-06T04:09:00.980" v="256" actId="20577"/>
      <pc:docMkLst>
        <pc:docMk/>
      </pc:docMkLst>
      <pc:sldChg chg="modSp mod">
        <pc:chgData name="Ray, Sandip (Cognizant)" userId="5f7625ad-98d9-4890-9d14-c521d7d0e727" providerId="ADAL" clId="{C2AB7451-CC97-4FB3-8B68-F5313FB7DC79}" dt="2023-04-06T03:59:36.364" v="161" actId="20577"/>
        <pc:sldMkLst>
          <pc:docMk/>
          <pc:sldMk cId="0" sldId="260"/>
        </pc:sldMkLst>
        <pc:spChg chg="mod">
          <ac:chgData name="Ray, Sandip (Cognizant)" userId="5f7625ad-98d9-4890-9d14-c521d7d0e727" providerId="ADAL" clId="{C2AB7451-CC97-4FB3-8B68-F5313FB7DC79}" dt="2023-04-06T03:59:36.364" v="161" actId="20577"/>
          <ac:spMkLst>
            <pc:docMk/>
            <pc:sldMk cId="0" sldId="260"/>
            <ac:spMk id="6" creationId="{6F1A71D4-B0E2-03B4-6EE7-DB07A3C27BD4}"/>
          </ac:spMkLst>
        </pc:spChg>
      </pc:sldChg>
      <pc:sldChg chg="modSp mod">
        <pc:chgData name="Ray, Sandip (Cognizant)" userId="5f7625ad-98d9-4890-9d14-c521d7d0e727" providerId="ADAL" clId="{C2AB7451-CC97-4FB3-8B68-F5313FB7DC79}" dt="2023-04-06T03:48:53.533" v="73" actId="20577"/>
        <pc:sldMkLst>
          <pc:docMk/>
          <pc:sldMk cId="4047161330" sldId="286"/>
        </pc:sldMkLst>
        <pc:spChg chg="mod">
          <ac:chgData name="Ray, Sandip (Cognizant)" userId="5f7625ad-98d9-4890-9d14-c521d7d0e727" providerId="ADAL" clId="{C2AB7451-CC97-4FB3-8B68-F5313FB7DC79}" dt="2023-04-06T03:45:56.046" v="16" actId="20577"/>
          <ac:spMkLst>
            <pc:docMk/>
            <pc:sldMk cId="4047161330" sldId="286"/>
            <ac:spMk id="10" creationId="{00000000-0000-0000-0000-000000000000}"/>
          </ac:spMkLst>
        </pc:spChg>
        <pc:spChg chg="mod">
          <ac:chgData name="Ray, Sandip (Cognizant)" userId="5f7625ad-98d9-4890-9d14-c521d7d0e727" providerId="ADAL" clId="{C2AB7451-CC97-4FB3-8B68-F5313FB7DC79}" dt="2023-04-06T03:48:53.533" v="73" actId="20577"/>
          <ac:spMkLst>
            <pc:docMk/>
            <pc:sldMk cId="4047161330" sldId="286"/>
            <ac:spMk id="22" creationId="{2C359A52-6812-58BA-7F74-5756C76E8AAB}"/>
          </ac:spMkLst>
        </pc:spChg>
      </pc:sldChg>
      <pc:sldChg chg="modSp mod">
        <pc:chgData name="Ray, Sandip (Cognizant)" userId="5f7625ad-98d9-4890-9d14-c521d7d0e727" providerId="ADAL" clId="{C2AB7451-CC97-4FB3-8B68-F5313FB7DC79}" dt="2023-04-06T03:50:55.737" v="137" actId="20577"/>
        <pc:sldMkLst>
          <pc:docMk/>
          <pc:sldMk cId="1704172639" sldId="287"/>
        </pc:sldMkLst>
        <pc:spChg chg="mod">
          <ac:chgData name="Ray, Sandip (Cognizant)" userId="5f7625ad-98d9-4890-9d14-c521d7d0e727" providerId="ADAL" clId="{C2AB7451-CC97-4FB3-8B68-F5313FB7DC79}" dt="2023-04-06T03:50:55.737" v="137" actId="20577"/>
          <ac:spMkLst>
            <pc:docMk/>
            <pc:sldMk cId="1704172639" sldId="287"/>
            <ac:spMk id="10" creationId="{00000000-0000-0000-0000-000000000000}"/>
          </ac:spMkLst>
        </pc:spChg>
      </pc:sldChg>
      <pc:sldChg chg="modSp mod">
        <pc:chgData name="Ray, Sandip (Cognizant)" userId="5f7625ad-98d9-4890-9d14-c521d7d0e727" providerId="ADAL" clId="{C2AB7451-CC97-4FB3-8B68-F5313FB7DC79}" dt="2023-04-06T03:52:41.549" v="147" actId="20577"/>
        <pc:sldMkLst>
          <pc:docMk/>
          <pc:sldMk cId="4018458971" sldId="288"/>
        </pc:sldMkLst>
        <pc:spChg chg="mod">
          <ac:chgData name="Ray, Sandip (Cognizant)" userId="5f7625ad-98d9-4890-9d14-c521d7d0e727" providerId="ADAL" clId="{C2AB7451-CC97-4FB3-8B68-F5313FB7DC79}" dt="2023-04-06T03:52:41.549" v="147" actId="20577"/>
          <ac:spMkLst>
            <pc:docMk/>
            <pc:sldMk cId="4018458971" sldId="288"/>
            <ac:spMk id="10" creationId="{00000000-0000-0000-0000-000000000000}"/>
          </ac:spMkLst>
        </pc:spChg>
      </pc:sldChg>
      <pc:sldChg chg="modSp mod">
        <pc:chgData name="Ray, Sandip (Cognizant)" userId="5f7625ad-98d9-4890-9d14-c521d7d0e727" providerId="ADAL" clId="{C2AB7451-CC97-4FB3-8B68-F5313FB7DC79}" dt="2023-04-06T03:56:47.733" v="149" actId="20577"/>
        <pc:sldMkLst>
          <pc:docMk/>
          <pc:sldMk cId="1223559503" sldId="291"/>
        </pc:sldMkLst>
        <pc:spChg chg="mod">
          <ac:chgData name="Ray, Sandip (Cognizant)" userId="5f7625ad-98d9-4890-9d14-c521d7d0e727" providerId="ADAL" clId="{C2AB7451-CC97-4FB3-8B68-F5313FB7DC79}" dt="2023-04-06T03:56:47.733" v="149" actId="20577"/>
          <ac:spMkLst>
            <pc:docMk/>
            <pc:sldMk cId="1223559503" sldId="291"/>
            <ac:spMk id="10" creationId="{00000000-0000-0000-0000-000000000000}"/>
          </ac:spMkLst>
        </pc:spChg>
      </pc:sldChg>
      <pc:sldChg chg="modSp mod">
        <pc:chgData name="Ray, Sandip (Cognizant)" userId="5f7625ad-98d9-4890-9d14-c521d7d0e727" providerId="ADAL" clId="{C2AB7451-CC97-4FB3-8B68-F5313FB7DC79}" dt="2023-04-06T04:09:00.980" v="256" actId="20577"/>
        <pc:sldMkLst>
          <pc:docMk/>
          <pc:sldMk cId="785725705" sldId="292"/>
        </pc:sldMkLst>
        <pc:spChg chg="mod">
          <ac:chgData name="Ray, Sandip (Cognizant)" userId="5f7625ad-98d9-4890-9d14-c521d7d0e727" providerId="ADAL" clId="{C2AB7451-CC97-4FB3-8B68-F5313FB7DC79}" dt="2023-04-06T04:09:00.980" v="256" actId="20577"/>
          <ac:spMkLst>
            <pc:docMk/>
            <pc:sldMk cId="785725705" sldId="292"/>
            <ac:spMk id="10" creationId="{00000000-0000-0000-0000-000000000000}"/>
          </ac:spMkLst>
        </pc:spChg>
      </pc:sldChg>
      <pc:sldChg chg="modSp mod">
        <pc:chgData name="Ray, Sandip (Cognizant)" userId="5f7625ad-98d9-4890-9d14-c521d7d0e727" providerId="ADAL" clId="{C2AB7451-CC97-4FB3-8B68-F5313FB7DC79}" dt="2023-04-06T03:55:08.024" v="148" actId="6549"/>
        <pc:sldMkLst>
          <pc:docMk/>
          <pc:sldMk cId="1456905060" sldId="293"/>
        </pc:sldMkLst>
        <pc:spChg chg="mod">
          <ac:chgData name="Ray, Sandip (Cognizant)" userId="5f7625ad-98d9-4890-9d14-c521d7d0e727" providerId="ADAL" clId="{C2AB7451-CC97-4FB3-8B68-F5313FB7DC79}" dt="2023-04-06T03:55:08.024" v="148" actId="6549"/>
          <ac:spMkLst>
            <pc:docMk/>
            <pc:sldMk cId="1456905060" sldId="293"/>
            <ac:spMk id="10" creationId="{00000000-0000-0000-0000-000000000000}"/>
          </ac:spMkLst>
        </pc:spChg>
      </pc:sldChg>
    </pc:docChg>
  </pc:docChgLst>
  <pc:docChgLst>
    <pc:chgData name="Kumar, Harendra (Cognizant)" userId="8b8433c2-3ce6-4e38-9e1b-c8afb18e9057" providerId="ADAL" clId="{9C4CD99B-EF1B-4C81-94B0-0A1924216EBF}"/>
    <pc:docChg chg="undo custSel addSld delSld modSld sldOrd addSection delSection">
      <pc:chgData name="Kumar, Harendra (Cognizant)" userId="8b8433c2-3ce6-4e38-9e1b-c8afb18e9057" providerId="ADAL" clId="{9C4CD99B-EF1B-4C81-94B0-0A1924216EBF}" dt="2023-04-03T10:14:33.691" v="8675" actId="1035"/>
      <pc:docMkLst>
        <pc:docMk/>
      </pc:docMkLst>
      <pc:sldChg chg="addSp delSp modSp mod">
        <pc:chgData name="Kumar, Harendra (Cognizant)" userId="8b8433c2-3ce6-4e38-9e1b-c8afb18e9057" providerId="ADAL" clId="{9C4CD99B-EF1B-4C81-94B0-0A1924216EBF}" dt="2023-04-03T07:22:34.979" v="3882" actId="1037"/>
        <pc:sldMkLst>
          <pc:docMk/>
          <pc:sldMk cId="0" sldId="256"/>
        </pc:sldMkLst>
        <pc:spChg chg="del mod">
          <ac:chgData name="Kumar, Harendra (Cognizant)" userId="8b8433c2-3ce6-4e38-9e1b-c8afb18e9057" providerId="ADAL" clId="{9C4CD99B-EF1B-4C81-94B0-0A1924216EBF}" dt="2023-04-03T05:55:28.094" v="18" actId="12084"/>
          <ac:spMkLst>
            <pc:docMk/>
            <pc:sldMk cId="0" sldId="256"/>
            <ac:spMk id="2" creationId="{00000000-0000-0000-0000-000000000000}"/>
          </ac:spMkLst>
        </pc:spChg>
        <pc:spChg chg="mod">
          <ac:chgData name="Kumar, Harendra (Cognizant)" userId="8b8433c2-3ce6-4e38-9e1b-c8afb18e9057" providerId="ADAL" clId="{9C4CD99B-EF1B-4C81-94B0-0A1924216EBF}" dt="2023-04-03T07:22:34.979" v="3882" actId="1037"/>
          <ac:spMkLst>
            <pc:docMk/>
            <pc:sldMk cId="0" sldId="256"/>
            <ac:spMk id="3" creationId="{00000000-0000-0000-0000-000000000000}"/>
          </ac:spMkLst>
        </pc:spChg>
        <pc:graphicFrameChg chg="add mod">
          <ac:chgData name="Kumar, Harendra (Cognizant)" userId="8b8433c2-3ce6-4e38-9e1b-c8afb18e9057" providerId="ADAL" clId="{9C4CD99B-EF1B-4C81-94B0-0A1924216EBF}" dt="2023-04-03T07:22:25.842" v="3873" actId="12100"/>
          <ac:graphicFrameMkLst>
            <pc:docMk/>
            <pc:sldMk cId="0" sldId="256"/>
            <ac:graphicFrameMk id="6" creationId="{226DC635-E9B3-0133-0548-37B556605D82}"/>
          </ac:graphicFrameMkLst>
        </pc:graphicFrameChg>
      </pc:sldChg>
      <pc:sldChg chg="addSp delSp modSp mod">
        <pc:chgData name="Kumar, Harendra (Cognizant)" userId="8b8433c2-3ce6-4e38-9e1b-c8afb18e9057" providerId="ADAL" clId="{9C4CD99B-EF1B-4C81-94B0-0A1924216EBF}" dt="2023-04-03T09:52:43.219" v="7266" actId="2"/>
        <pc:sldMkLst>
          <pc:docMk/>
          <pc:sldMk cId="0" sldId="258"/>
        </pc:sldMkLst>
        <pc:spChg chg="mod">
          <ac:chgData name="Kumar, Harendra (Cognizant)" userId="8b8433c2-3ce6-4e38-9e1b-c8afb18e9057" providerId="ADAL" clId="{9C4CD99B-EF1B-4C81-94B0-0A1924216EBF}" dt="2023-04-03T07:17:59.233" v="3847" actId="255"/>
          <ac:spMkLst>
            <pc:docMk/>
            <pc:sldMk cId="0" sldId="258"/>
            <ac:spMk id="2" creationId="{00000000-0000-0000-0000-000000000000}"/>
          </ac:spMkLst>
        </pc:spChg>
        <pc:spChg chg="del mod">
          <ac:chgData name="Kumar, Harendra (Cognizant)" userId="8b8433c2-3ce6-4e38-9e1b-c8afb18e9057" providerId="ADAL" clId="{9C4CD99B-EF1B-4C81-94B0-0A1924216EBF}" dt="2023-04-03T06:39:27.761" v="1746" actId="21"/>
          <ac:spMkLst>
            <pc:docMk/>
            <pc:sldMk cId="0" sldId="258"/>
            <ac:spMk id="4" creationId="{00000000-0000-0000-0000-000000000000}"/>
          </ac:spMkLst>
        </pc:spChg>
        <pc:spChg chg="mod">
          <ac:chgData name="Kumar, Harendra (Cognizant)" userId="8b8433c2-3ce6-4e38-9e1b-c8afb18e9057" providerId="ADAL" clId="{9C4CD99B-EF1B-4C81-94B0-0A1924216EBF}" dt="2023-04-03T09:52:41.695" v="7265" actId="2"/>
          <ac:spMkLst>
            <pc:docMk/>
            <pc:sldMk cId="0" sldId="258"/>
            <ac:spMk id="5" creationId="{00000000-0000-0000-0000-000000000000}"/>
          </ac:spMkLst>
        </pc:spChg>
        <pc:spChg chg="del">
          <ac:chgData name="Kumar, Harendra (Cognizant)" userId="8b8433c2-3ce6-4e38-9e1b-c8afb18e9057" providerId="ADAL" clId="{9C4CD99B-EF1B-4C81-94B0-0A1924216EBF}" dt="2023-04-03T06:39:11.928" v="1740" actId="478"/>
          <ac:spMkLst>
            <pc:docMk/>
            <pc:sldMk cId="0" sldId="258"/>
            <ac:spMk id="7" creationId="{00000000-0000-0000-0000-000000000000}"/>
          </ac:spMkLst>
        </pc:spChg>
        <pc:spChg chg="del">
          <ac:chgData name="Kumar, Harendra (Cognizant)" userId="8b8433c2-3ce6-4e38-9e1b-c8afb18e9057" providerId="ADAL" clId="{9C4CD99B-EF1B-4C81-94B0-0A1924216EBF}" dt="2023-04-03T06:39:09.787" v="1739" actId="478"/>
          <ac:spMkLst>
            <pc:docMk/>
            <pc:sldMk cId="0" sldId="258"/>
            <ac:spMk id="8" creationId="{00000000-0000-0000-0000-000000000000}"/>
          </ac:spMkLst>
        </pc:spChg>
        <pc:spChg chg="add mod">
          <ac:chgData name="Kumar, Harendra (Cognizant)" userId="8b8433c2-3ce6-4e38-9e1b-c8afb18e9057" providerId="ADAL" clId="{9C4CD99B-EF1B-4C81-94B0-0A1924216EBF}" dt="2023-04-03T09:52:43.219" v="7266" actId="2"/>
          <ac:spMkLst>
            <pc:docMk/>
            <pc:sldMk cId="0" sldId="258"/>
            <ac:spMk id="9" creationId="{E2B73E12-784C-7F90-DA48-6D0006E2601C}"/>
          </ac:spMkLst>
        </pc:spChg>
        <pc:picChg chg="add mod">
          <ac:chgData name="Kumar, Harendra (Cognizant)" userId="8b8433c2-3ce6-4e38-9e1b-c8afb18e9057" providerId="ADAL" clId="{9C4CD99B-EF1B-4C81-94B0-0A1924216EBF}" dt="2023-04-03T07:21:03.506" v="3870" actId="14100"/>
          <ac:picMkLst>
            <pc:docMk/>
            <pc:sldMk cId="0" sldId="258"/>
            <ac:picMk id="6" creationId="{7F0752E5-7035-0C32-C92B-70020742F100}"/>
          </ac:picMkLst>
        </pc:picChg>
        <pc:picChg chg="add mod">
          <ac:chgData name="Kumar, Harendra (Cognizant)" userId="8b8433c2-3ce6-4e38-9e1b-c8afb18e9057" providerId="ADAL" clId="{9C4CD99B-EF1B-4C81-94B0-0A1924216EBF}" dt="2023-04-03T07:20:50.567" v="3868" actId="14100"/>
          <ac:picMkLst>
            <pc:docMk/>
            <pc:sldMk cId="0" sldId="258"/>
            <ac:picMk id="11" creationId="{FEB3C8A0-8B7A-23A2-EC4D-3EEE1C72A435}"/>
          </ac:picMkLst>
        </pc:picChg>
      </pc:sldChg>
      <pc:sldChg chg="addSp delSp modSp mod">
        <pc:chgData name="Kumar, Harendra (Cognizant)" userId="8b8433c2-3ce6-4e38-9e1b-c8afb18e9057" providerId="ADAL" clId="{9C4CD99B-EF1B-4C81-94B0-0A1924216EBF}" dt="2023-04-03T09:54:11.475" v="7276" actId="2711"/>
        <pc:sldMkLst>
          <pc:docMk/>
          <pc:sldMk cId="0" sldId="260"/>
        </pc:sldMkLst>
        <pc:spChg chg="del">
          <ac:chgData name="Kumar, Harendra (Cognizant)" userId="8b8433c2-3ce6-4e38-9e1b-c8afb18e9057" providerId="ADAL" clId="{9C4CD99B-EF1B-4C81-94B0-0A1924216EBF}" dt="2023-04-03T06:54:56.237" v="2383" actId="478"/>
          <ac:spMkLst>
            <pc:docMk/>
            <pc:sldMk cId="0" sldId="260"/>
            <ac:spMk id="2" creationId="{00000000-0000-0000-0000-000000000000}"/>
          </ac:spMkLst>
        </pc:spChg>
        <pc:spChg chg="del">
          <ac:chgData name="Kumar, Harendra (Cognizant)" userId="8b8433c2-3ce6-4e38-9e1b-c8afb18e9057" providerId="ADAL" clId="{9C4CD99B-EF1B-4C81-94B0-0A1924216EBF}" dt="2023-04-03T06:54:54.953" v="2382" actId="478"/>
          <ac:spMkLst>
            <pc:docMk/>
            <pc:sldMk cId="0" sldId="260"/>
            <ac:spMk id="3" creationId="{00000000-0000-0000-0000-000000000000}"/>
          </ac:spMkLst>
        </pc:spChg>
        <pc:spChg chg="add mod">
          <ac:chgData name="Kumar, Harendra (Cognizant)" userId="8b8433c2-3ce6-4e38-9e1b-c8afb18e9057" providerId="ADAL" clId="{9C4CD99B-EF1B-4C81-94B0-0A1924216EBF}" dt="2023-04-03T09:54:11.475" v="7276" actId="2711"/>
          <ac:spMkLst>
            <pc:docMk/>
            <pc:sldMk cId="0" sldId="260"/>
            <ac:spMk id="4" creationId="{93A0F582-DCEC-D980-FFA8-A6F1ED88539A}"/>
          </ac:spMkLst>
        </pc:spChg>
        <pc:spChg chg="del mod">
          <ac:chgData name="Kumar, Harendra (Cognizant)" userId="8b8433c2-3ce6-4e38-9e1b-c8afb18e9057" providerId="ADAL" clId="{9C4CD99B-EF1B-4C81-94B0-0A1924216EBF}" dt="2023-04-03T06:54:57.808" v="2385" actId="478"/>
          <ac:spMkLst>
            <pc:docMk/>
            <pc:sldMk cId="0" sldId="260"/>
            <ac:spMk id="5" creationId="{00000000-0000-0000-0000-000000000000}"/>
          </ac:spMkLst>
        </pc:spChg>
        <pc:spChg chg="add mod">
          <ac:chgData name="Kumar, Harendra (Cognizant)" userId="8b8433c2-3ce6-4e38-9e1b-c8afb18e9057" providerId="ADAL" clId="{9C4CD99B-EF1B-4C81-94B0-0A1924216EBF}" dt="2023-04-03T09:53:42.213" v="7275" actId="2711"/>
          <ac:spMkLst>
            <pc:docMk/>
            <pc:sldMk cId="0" sldId="260"/>
            <ac:spMk id="6" creationId="{6F1A71D4-B0E2-03B4-6EE7-DB07A3C27BD4}"/>
          </ac:spMkLst>
        </pc:spChg>
        <pc:spChg chg="del mod">
          <ac:chgData name="Kumar, Harendra (Cognizant)" userId="8b8433c2-3ce6-4e38-9e1b-c8afb18e9057" providerId="ADAL" clId="{9C4CD99B-EF1B-4C81-94B0-0A1924216EBF}" dt="2023-04-03T06:54:53.249" v="2381" actId="478"/>
          <ac:spMkLst>
            <pc:docMk/>
            <pc:sldMk cId="0" sldId="260"/>
            <ac:spMk id="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0" sldId="269"/>
        </pc:sldMkLst>
        <pc:spChg chg="mod">
          <ac:chgData name="Kumar, Harendra (Cognizant)" userId="8b8433c2-3ce6-4e38-9e1b-c8afb18e9057" providerId="ADAL" clId="{9C4CD99B-EF1B-4C81-94B0-0A1924216EBF}" dt="2023-04-03T05:56:19.037" v="24"/>
          <ac:spMkLst>
            <pc:docMk/>
            <pc:sldMk cId="0" sldId="269"/>
            <ac:spMk id="14"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5"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6"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0" sldId="270"/>
        </pc:sldMkLst>
      </pc:sldChg>
      <pc:sldChg chg="del">
        <pc:chgData name="Kumar, Harendra (Cognizant)" userId="8b8433c2-3ce6-4e38-9e1b-c8afb18e9057" providerId="ADAL" clId="{9C4CD99B-EF1B-4C81-94B0-0A1924216EBF}" dt="2023-04-03T07:22:56.532" v="3883" actId="47"/>
        <pc:sldMkLst>
          <pc:docMk/>
          <pc:sldMk cId="0" sldId="275"/>
        </pc:sldMkLst>
      </pc:sldChg>
      <pc:sldChg chg="del">
        <pc:chgData name="Kumar, Harendra (Cognizant)" userId="8b8433c2-3ce6-4e38-9e1b-c8afb18e9057" providerId="ADAL" clId="{9C4CD99B-EF1B-4C81-94B0-0A1924216EBF}" dt="2023-04-03T07:22:56.532" v="3883" actId="47"/>
        <pc:sldMkLst>
          <pc:docMk/>
          <pc:sldMk cId="3766500295" sldId="276"/>
        </pc:sldMkLst>
      </pc:sldChg>
      <pc:sldChg chg="del">
        <pc:chgData name="Kumar, Harendra (Cognizant)" userId="8b8433c2-3ce6-4e38-9e1b-c8afb18e9057" providerId="ADAL" clId="{9C4CD99B-EF1B-4C81-94B0-0A1924216EBF}" dt="2023-04-03T07:22:56.532" v="3883" actId="47"/>
        <pc:sldMkLst>
          <pc:docMk/>
          <pc:sldMk cId="3958584192" sldId="277"/>
        </pc:sldMkLst>
      </pc:sldChg>
      <pc:sldChg chg="modSp del">
        <pc:chgData name="Kumar, Harendra (Cognizant)" userId="8b8433c2-3ce6-4e38-9e1b-c8afb18e9057" providerId="ADAL" clId="{9C4CD99B-EF1B-4C81-94B0-0A1924216EBF}" dt="2023-04-03T07:22:56.532" v="3883" actId="47"/>
        <pc:sldMkLst>
          <pc:docMk/>
          <pc:sldMk cId="3888009725" sldId="278"/>
        </pc:sldMkLst>
        <pc:spChg chg="mod">
          <ac:chgData name="Kumar, Harendra (Cognizant)" userId="8b8433c2-3ce6-4e38-9e1b-c8afb18e9057" providerId="ADAL" clId="{9C4CD99B-EF1B-4C81-94B0-0A1924216EBF}" dt="2023-04-03T05:56:19.037" v="24"/>
          <ac:spMkLst>
            <pc:docMk/>
            <pc:sldMk cId="3888009725" sldId="278"/>
            <ac:spMk id="25"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1415307865" sldId="279"/>
        </pc:sldMkLst>
        <pc:spChg chg="mod">
          <ac:chgData name="Kumar, Harendra (Cognizant)" userId="8b8433c2-3ce6-4e38-9e1b-c8afb18e9057" providerId="ADAL" clId="{9C4CD99B-EF1B-4C81-94B0-0A1924216EBF}" dt="2023-04-03T05:56:19.037" v="24"/>
          <ac:spMkLst>
            <pc:docMk/>
            <pc:sldMk cId="1415307865" sldId="279"/>
            <ac:spMk id="13"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9004302" sldId="280"/>
        </pc:sldMkLst>
        <pc:spChg chg="mod">
          <ac:chgData name="Kumar, Harendra (Cognizant)" userId="8b8433c2-3ce6-4e38-9e1b-c8afb18e9057" providerId="ADAL" clId="{9C4CD99B-EF1B-4C81-94B0-0A1924216EBF}" dt="2023-04-03T05:56:19.037" v="24"/>
          <ac:spMkLst>
            <pc:docMk/>
            <pc:sldMk cId="299004302" sldId="280"/>
            <ac:spMk id="21"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3040225914" sldId="281"/>
        </pc:sldMkLst>
      </pc:sldChg>
      <pc:sldChg chg="del">
        <pc:chgData name="Kumar, Harendra (Cognizant)" userId="8b8433c2-3ce6-4e38-9e1b-c8afb18e9057" providerId="ADAL" clId="{9C4CD99B-EF1B-4C81-94B0-0A1924216EBF}" dt="2023-04-03T07:22:56.532" v="3883" actId="47"/>
        <pc:sldMkLst>
          <pc:docMk/>
          <pc:sldMk cId="2805173323" sldId="282"/>
        </pc:sldMkLst>
      </pc:sldChg>
      <pc:sldChg chg="del">
        <pc:chgData name="Kumar, Harendra (Cognizant)" userId="8b8433c2-3ce6-4e38-9e1b-c8afb18e9057" providerId="ADAL" clId="{9C4CD99B-EF1B-4C81-94B0-0A1924216EBF}" dt="2023-04-03T07:22:56.532" v="3883" actId="47"/>
        <pc:sldMkLst>
          <pc:docMk/>
          <pc:sldMk cId="2680098498" sldId="283"/>
        </pc:sldMkLst>
      </pc:sldChg>
      <pc:sldChg chg="addSp delSp modSp mod">
        <pc:chgData name="Kumar, Harendra (Cognizant)" userId="8b8433c2-3ce6-4e38-9e1b-c8afb18e9057" providerId="ADAL" clId="{9C4CD99B-EF1B-4C81-94B0-0A1924216EBF}" dt="2023-04-03T07:24:11.475" v="3885" actId="207"/>
        <pc:sldMkLst>
          <pc:docMk/>
          <pc:sldMk cId="4047161330" sldId="286"/>
        </pc:sldMkLst>
        <pc:spChg chg="add del mod">
          <ac:chgData name="Kumar, Harendra (Cognizant)" userId="8b8433c2-3ce6-4e38-9e1b-c8afb18e9057" providerId="ADAL" clId="{9C4CD99B-EF1B-4C81-94B0-0A1924216EBF}" dt="2023-04-03T06:34:01.733" v="1679" actId="767"/>
          <ac:spMkLst>
            <pc:docMk/>
            <pc:sldMk cId="4047161330" sldId="286"/>
            <ac:spMk id="4" creationId="{A412336A-1D81-041F-9B56-742FB28DC2EE}"/>
          </ac:spMkLst>
        </pc:spChg>
        <pc:spChg chg="mod">
          <ac:chgData name="Kumar, Harendra (Cognizant)" userId="8b8433c2-3ce6-4e38-9e1b-c8afb18e9057" providerId="ADAL" clId="{9C4CD99B-EF1B-4C81-94B0-0A1924216EBF}" dt="2023-04-03T06:36:10.730" v="1694" actId="21"/>
          <ac:spMkLst>
            <pc:docMk/>
            <pc:sldMk cId="4047161330" sldId="286"/>
            <ac:spMk id="10" creationId="{00000000-0000-0000-0000-000000000000}"/>
          </ac:spMkLst>
        </pc:spChg>
        <pc:spChg chg="del">
          <ac:chgData name="Kumar, Harendra (Cognizant)" userId="8b8433c2-3ce6-4e38-9e1b-c8afb18e9057" providerId="ADAL" clId="{9C4CD99B-EF1B-4C81-94B0-0A1924216EBF}" dt="2023-04-03T05:55:53.265" v="22" actId="478"/>
          <ac:spMkLst>
            <pc:docMk/>
            <pc:sldMk cId="4047161330" sldId="286"/>
            <ac:spMk id="15" creationId="{00000000-0000-0000-0000-000000000000}"/>
          </ac:spMkLst>
        </pc:spChg>
        <pc:spChg chg="del">
          <ac:chgData name="Kumar, Harendra (Cognizant)" userId="8b8433c2-3ce6-4e38-9e1b-c8afb18e9057" providerId="ADAL" clId="{9C4CD99B-EF1B-4C81-94B0-0A1924216EBF}" dt="2023-04-03T05:55:56.104" v="23" actId="478"/>
          <ac:spMkLst>
            <pc:docMk/>
            <pc:sldMk cId="4047161330" sldId="286"/>
            <ac:spMk id="16" creationId="{00000000-0000-0000-0000-000000000000}"/>
          </ac:spMkLst>
        </pc:spChg>
        <pc:spChg chg="mod">
          <ac:chgData name="Kumar, Harendra (Cognizant)" userId="8b8433c2-3ce6-4e38-9e1b-c8afb18e9057" providerId="ADAL" clId="{9C4CD99B-EF1B-4C81-94B0-0A1924216EBF}" dt="2023-04-03T07:24:11.475" v="3885" actId="207"/>
          <ac:spMkLst>
            <pc:docMk/>
            <pc:sldMk cId="4047161330" sldId="286"/>
            <ac:spMk id="17" creationId="{00000000-0000-0000-0000-000000000000}"/>
          </ac:spMkLst>
        </pc:spChg>
        <pc:spChg chg="add mod">
          <ac:chgData name="Kumar, Harendra (Cognizant)" userId="8b8433c2-3ce6-4e38-9e1b-c8afb18e9057" providerId="ADAL" clId="{9C4CD99B-EF1B-4C81-94B0-0A1924216EBF}" dt="2023-04-03T06:37:59.503" v="1718" actId="14100"/>
          <ac:spMkLst>
            <pc:docMk/>
            <pc:sldMk cId="4047161330" sldId="286"/>
            <ac:spMk id="22" creationId="{2C359A52-6812-58BA-7F74-5756C76E8AAB}"/>
          </ac:spMkLst>
        </pc:spChg>
        <pc:grpChg chg="del">
          <ac:chgData name="Kumar, Harendra (Cognizant)" userId="8b8433c2-3ce6-4e38-9e1b-c8afb18e9057" providerId="ADAL" clId="{9C4CD99B-EF1B-4C81-94B0-0A1924216EBF}" dt="2023-04-03T05:55:50.662" v="21" actId="478"/>
          <ac:grpSpMkLst>
            <pc:docMk/>
            <pc:sldMk cId="4047161330" sldId="286"/>
            <ac:grpSpMk id="3" creationId="{00000000-0000-0000-0000-000000000000}"/>
          </ac:grpSpMkLst>
        </pc:grpChg>
        <pc:grpChg chg="del">
          <ac:chgData name="Kumar, Harendra (Cognizant)" userId="8b8433c2-3ce6-4e38-9e1b-c8afb18e9057" providerId="ADAL" clId="{9C4CD99B-EF1B-4C81-94B0-0A1924216EBF}" dt="2023-04-03T05:55:42.479" v="19" actId="478"/>
          <ac:grpSpMkLst>
            <pc:docMk/>
            <pc:sldMk cId="4047161330" sldId="286"/>
            <ac:grpSpMk id="6" creationId="{00000000-0000-0000-0000-000000000000}"/>
          </ac:grpSpMkLst>
        </pc:grpChg>
        <pc:grpChg chg="del">
          <ac:chgData name="Kumar, Harendra (Cognizant)" userId="8b8433c2-3ce6-4e38-9e1b-c8afb18e9057" providerId="ADAL" clId="{9C4CD99B-EF1B-4C81-94B0-0A1924216EBF}" dt="2023-04-03T05:55:48.650" v="20" actId="478"/>
          <ac:grpSpMkLst>
            <pc:docMk/>
            <pc:sldMk cId="4047161330" sldId="286"/>
            <ac:grpSpMk id="19" creationId="{00000000-0000-0000-0000-000000000000}"/>
          </ac:grpSpMkLst>
        </pc:grpChg>
        <pc:picChg chg="add del mod">
          <ac:chgData name="Kumar, Harendra (Cognizant)" userId="8b8433c2-3ce6-4e38-9e1b-c8afb18e9057" providerId="ADAL" clId="{9C4CD99B-EF1B-4C81-94B0-0A1924216EBF}" dt="2023-04-03T06:34:00.625" v="1677" actId="22"/>
          <ac:picMkLst>
            <pc:docMk/>
            <pc:sldMk cId="4047161330" sldId="286"/>
            <ac:picMk id="7" creationId="{4BDB3BD7-FCAC-998F-2189-4D4512E8B244}"/>
          </ac:picMkLst>
        </pc:picChg>
        <pc:picChg chg="add mod">
          <ac:chgData name="Kumar, Harendra (Cognizant)" userId="8b8433c2-3ce6-4e38-9e1b-c8afb18e9057" providerId="ADAL" clId="{9C4CD99B-EF1B-4C81-94B0-0A1924216EBF}" dt="2023-04-03T06:37:37.142" v="1715" actId="14100"/>
          <ac:picMkLst>
            <pc:docMk/>
            <pc:sldMk cId="4047161330" sldId="286"/>
            <ac:picMk id="9" creationId="{2720219B-D876-535C-5076-9CD15E0C9272}"/>
          </ac:picMkLst>
        </pc:picChg>
      </pc:sldChg>
      <pc:sldChg chg="modSp del">
        <pc:chgData name="Kumar, Harendra (Cognizant)" userId="8b8433c2-3ce6-4e38-9e1b-c8afb18e9057" providerId="ADAL" clId="{9C4CD99B-EF1B-4C81-94B0-0A1924216EBF}" dt="2023-04-03T07:22:56.532" v="3883" actId="47"/>
        <pc:sldMkLst>
          <pc:docMk/>
          <pc:sldMk cId="1522341275" sldId="287"/>
        </pc:sldMkLst>
        <pc:spChg chg="mod">
          <ac:chgData name="Kumar, Harendra (Cognizant)" userId="8b8433c2-3ce6-4e38-9e1b-c8afb18e9057" providerId="ADAL" clId="{9C4CD99B-EF1B-4C81-94B0-0A1924216EBF}" dt="2023-04-03T05:56:19.037" v="24"/>
          <ac:spMkLst>
            <pc:docMk/>
            <pc:sldMk cId="1522341275" sldId="287"/>
            <ac:spMk id="19" creationId="{00000000-0000-0000-0000-000000000000}"/>
          </ac:spMkLst>
        </pc:spChg>
      </pc:sldChg>
      <pc:sldChg chg="addSp delSp modSp add mod">
        <pc:chgData name="Kumar, Harendra (Cognizant)" userId="8b8433c2-3ce6-4e38-9e1b-c8afb18e9057" providerId="ADAL" clId="{9C4CD99B-EF1B-4C81-94B0-0A1924216EBF}" dt="2023-04-03T10:03:39.898" v="7844" actId="14100"/>
        <pc:sldMkLst>
          <pc:docMk/>
          <pc:sldMk cId="1704172639" sldId="287"/>
        </pc:sldMkLst>
        <pc:spChg chg="add del mod">
          <ac:chgData name="Kumar, Harendra (Cognizant)" userId="8b8433c2-3ce6-4e38-9e1b-c8afb18e9057" providerId="ADAL" clId="{9C4CD99B-EF1B-4C81-94B0-0A1924216EBF}" dt="2023-04-03T07:59:02.079" v="4283"/>
          <ac:spMkLst>
            <pc:docMk/>
            <pc:sldMk cId="1704172639" sldId="287"/>
            <ac:spMk id="8" creationId="{BC64A90C-8B92-0B87-54E9-00E89581B42F}"/>
          </ac:spMkLst>
        </pc:spChg>
        <pc:spChg chg="mod">
          <ac:chgData name="Kumar, Harendra (Cognizant)" userId="8b8433c2-3ce6-4e38-9e1b-c8afb18e9057" providerId="ADAL" clId="{9C4CD99B-EF1B-4C81-94B0-0A1924216EBF}" dt="2023-04-03T10:03:21.279" v="7838" actId="1036"/>
          <ac:spMkLst>
            <pc:docMk/>
            <pc:sldMk cId="1704172639" sldId="287"/>
            <ac:spMk id="10" creationId="{00000000-0000-0000-0000-000000000000}"/>
          </ac:spMkLst>
        </pc:spChg>
        <pc:spChg chg="add mod">
          <ac:chgData name="Kumar, Harendra (Cognizant)" userId="8b8433c2-3ce6-4e38-9e1b-c8afb18e9057" providerId="ADAL" clId="{9C4CD99B-EF1B-4C81-94B0-0A1924216EBF}" dt="2023-04-03T10:02:09.227" v="7721" actId="1037"/>
          <ac:spMkLst>
            <pc:docMk/>
            <pc:sldMk cId="1704172639" sldId="287"/>
            <ac:spMk id="13" creationId="{EFA37FE9-227B-4C1C-6280-8E2D16CFFD48}"/>
          </ac:spMkLst>
        </pc:spChg>
        <pc:spChg chg="mod">
          <ac:chgData name="Kumar, Harendra (Cognizant)" userId="8b8433c2-3ce6-4e38-9e1b-c8afb18e9057" providerId="ADAL" clId="{9C4CD99B-EF1B-4C81-94B0-0A1924216EBF}" dt="2023-04-03T10:03:16.187" v="7837" actId="20577"/>
          <ac:spMkLst>
            <pc:docMk/>
            <pc:sldMk cId="1704172639" sldId="287"/>
            <ac:spMk id="17" creationId="{00000000-0000-0000-0000-000000000000}"/>
          </ac:spMkLst>
        </pc:spChg>
        <pc:spChg chg="del mod">
          <ac:chgData name="Kumar, Harendra (Cognizant)" userId="8b8433c2-3ce6-4e38-9e1b-c8afb18e9057" providerId="ADAL" clId="{9C4CD99B-EF1B-4C81-94B0-0A1924216EBF}" dt="2023-04-03T08:06:30.934" v="4562" actId="21"/>
          <ac:spMkLst>
            <pc:docMk/>
            <pc:sldMk cId="1704172639" sldId="287"/>
            <ac:spMk id="22" creationId="{2C359A52-6812-58BA-7F74-5756C76E8AAB}"/>
          </ac:spMkLst>
        </pc:spChg>
        <pc:picChg chg="add del mod">
          <ac:chgData name="Kumar, Harendra (Cognizant)" userId="8b8433c2-3ce6-4e38-9e1b-c8afb18e9057" providerId="ADAL" clId="{9C4CD99B-EF1B-4C81-94B0-0A1924216EBF}" dt="2023-04-03T07:54:48.109" v="4143" actId="22"/>
          <ac:picMkLst>
            <pc:docMk/>
            <pc:sldMk cId="1704172639" sldId="287"/>
            <ac:picMk id="3" creationId="{EBCD9881-B8EB-CAEF-6BE8-457225B40691}"/>
          </ac:picMkLst>
        </pc:picChg>
        <pc:picChg chg="add del mod">
          <ac:chgData name="Kumar, Harendra (Cognizant)" userId="8b8433c2-3ce6-4e38-9e1b-c8afb18e9057" providerId="ADAL" clId="{9C4CD99B-EF1B-4C81-94B0-0A1924216EBF}" dt="2023-04-03T07:55:50.120" v="4152" actId="931"/>
          <ac:picMkLst>
            <pc:docMk/>
            <pc:sldMk cId="1704172639" sldId="287"/>
            <ac:picMk id="5" creationId="{6B79AB95-8E3E-0E8C-72AD-E23E6AF67DC1}"/>
          </ac:picMkLst>
        </pc:picChg>
        <pc:picChg chg="add del mod">
          <ac:chgData name="Kumar, Harendra (Cognizant)" userId="8b8433c2-3ce6-4e38-9e1b-c8afb18e9057" providerId="ADAL" clId="{9C4CD99B-EF1B-4C81-94B0-0A1924216EBF}" dt="2023-04-03T10:01:55.565" v="7715" actId="21"/>
          <ac:picMkLst>
            <pc:docMk/>
            <pc:sldMk cId="1704172639" sldId="287"/>
            <ac:picMk id="7" creationId="{C7905C8B-45C2-7E9F-D08D-AE1B48727475}"/>
          </ac:picMkLst>
        </pc:picChg>
        <pc:picChg chg="del">
          <ac:chgData name="Kumar, Harendra (Cognizant)" userId="8b8433c2-3ce6-4e38-9e1b-c8afb18e9057" providerId="ADAL" clId="{9C4CD99B-EF1B-4C81-94B0-0A1924216EBF}" dt="2023-04-03T07:24:32.173" v="3894" actId="478"/>
          <ac:picMkLst>
            <pc:docMk/>
            <pc:sldMk cId="1704172639" sldId="287"/>
            <ac:picMk id="9" creationId="{2720219B-D876-535C-5076-9CD15E0C9272}"/>
          </ac:picMkLst>
        </pc:picChg>
        <pc:picChg chg="add mod">
          <ac:chgData name="Kumar, Harendra (Cognizant)" userId="8b8433c2-3ce6-4e38-9e1b-c8afb18e9057" providerId="ADAL" clId="{9C4CD99B-EF1B-4C81-94B0-0A1924216EBF}" dt="2023-04-03T10:03:33.200" v="7842" actId="14100"/>
          <ac:picMkLst>
            <pc:docMk/>
            <pc:sldMk cId="1704172639" sldId="287"/>
            <ac:picMk id="12" creationId="{723F3FE9-59C9-408D-1BEB-95D6FEE240A3}"/>
          </ac:picMkLst>
        </pc:picChg>
        <pc:picChg chg="add del mod">
          <ac:chgData name="Kumar, Harendra (Cognizant)" userId="8b8433c2-3ce6-4e38-9e1b-c8afb18e9057" providerId="ADAL" clId="{9C4CD99B-EF1B-4C81-94B0-0A1924216EBF}" dt="2023-04-03T08:06:05.880" v="4551" actId="478"/>
          <ac:picMkLst>
            <pc:docMk/>
            <pc:sldMk cId="1704172639" sldId="287"/>
            <ac:picMk id="15" creationId="{A32BDC4F-6687-E003-29CD-AFCA0D507C7B}"/>
          </ac:picMkLst>
        </pc:picChg>
        <pc:picChg chg="add mod">
          <ac:chgData name="Kumar, Harendra (Cognizant)" userId="8b8433c2-3ce6-4e38-9e1b-c8afb18e9057" providerId="ADAL" clId="{9C4CD99B-EF1B-4C81-94B0-0A1924216EBF}" dt="2023-04-03T10:03:39.898" v="7844" actId="14100"/>
          <ac:picMkLst>
            <pc:docMk/>
            <pc:sldMk cId="1704172639" sldId="287"/>
            <ac:picMk id="18" creationId="{531221BF-6E63-CAAE-6926-9A7265ED5230}"/>
          </ac:picMkLst>
        </pc:picChg>
      </pc:sldChg>
      <pc:sldChg chg="del">
        <pc:chgData name="Kumar, Harendra (Cognizant)" userId="8b8433c2-3ce6-4e38-9e1b-c8afb18e9057" providerId="ADAL" clId="{9C4CD99B-EF1B-4C81-94B0-0A1924216EBF}" dt="2023-04-03T07:22:56.532" v="3883" actId="47"/>
        <pc:sldMkLst>
          <pc:docMk/>
          <pc:sldMk cId="428928714" sldId="288"/>
        </pc:sldMkLst>
      </pc:sldChg>
      <pc:sldChg chg="addSp delSp modSp add mod">
        <pc:chgData name="Kumar, Harendra (Cognizant)" userId="8b8433c2-3ce6-4e38-9e1b-c8afb18e9057" providerId="ADAL" clId="{9C4CD99B-EF1B-4C81-94B0-0A1924216EBF}" dt="2023-04-03T09:52:21.679" v="7259" actId="2"/>
        <pc:sldMkLst>
          <pc:docMk/>
          <pc:sldMk cId="4018458971" sldId="288"/>
        </pc:sldMkLst>
        <pc:spChg chg="add del">
          <ac:chgData name="Kumar, Harendra (Cognizant)" userId="8b8433c2-3ce6-4e38-9e1b-c8afb18e9057" providerId="ADAL" clId="{9C4CD99B-EF1B-4C81-94B0-0A1924216EBF}" dt="2023-04-03T09:50:10.296" v="7255" actId="478"/>
          <ac:spMkLst>
            <pc:docMk/>
            <pc:sldMk cId="4018458971" sldId="288"/>
            <ac:spMk id="6" creationId="{36C18FB9-59E7-96B5-9936-83F3B55F38E2}"/>
          </ac:spMkLst>
        </pc:spChg>
        <pc:spChg chg="mod">
          <ac:chgData name="Kumar, Harendra (Cognizant)" userId="8b8433c2-3ce6-4e38-9e1b-c8afb18e9057" providerId="ADAL" clId="{9C4CD99B-EF1B-4C81-94B0-0A1924216EBF}" dt="2023-04-03T09:52:21.679" v="7259" actId="2"/>
          <ac:spMkLst>
            <pc:docMk/>
            <pc:sldMk cId="4018458971" sldId="288"/>
            <ac:spMk id="10" creationId="{00000000-0000-0000-0000-000000000000}"/>
          </ac:spMkLst>
        </pc:spChg>
        <pc:spChg chg="del mod">
          <ac:chgData name="Kumar, Harendra (Cognizant)" userId="8b8433c2-3ce6-4e38-9e1b-c8afb18e9057" providerId="ADAL" clId="{9C4CD99B-EF1B-4C81-94B0-0A1924216EBF}" dt="2023-04-03T08:08:21.550" v="4666" actId="21"/>
          <ac:spMkLst>
            <pc:docMk/>
            <pc:sldMk cId="4018458971" sldId="288"/>
            <ac:spMk id="13" creationId="{EFA37FE9-227B-4C1C-6280-8E2D16CFFD48}"/>
          </ac:spMkLst>
        </pc:spChg>
        <pc:spChg chg="mod">
          <ac:chgData name="Kumar, Harendra (Cognizant)" userId="8b8433c2-3ce6-4e38-9e1b-c8afb18e9057" providerId="ADAL" clId="{9C4CD99B-EF1B-4C81-94B0-0A1924216EBF}" dt="2023-04-03T08:08:01.030" v="4646" actId="5793"/>
          <ac:spMkLst>
            <pc:docMk/>
            <pc:sldMk cId="4018458971" sldId="288"/>
            <ac:spMk id="17" creationId="{00000000-0000-0000-0000-000000000000}"/>
          </ac:spMkLst>
        </pc:spChg>
        <pc:picChg chg="add del mod">
          <ac:chgData name="Kumar, Harendra (Cognizant)" userId="8b8433c2-3ce6-4e38-9e1b-c8afb18e9057" providerId="ADAL" clId="{9C4CD99B-EF1B-4C81-94B0-0A1924216EBF}" dt="2023-04-03T08:37:12.883" v="5853" actId="478"/>
          <ac:picMkLst>
            <pc:docMk/>
            <pc:sldMk cId="4018458971" sldId="288"/>
            <ac:picMk id="3" creationId="{88F30A0D-D46C-FEFC-19F4-CD063CF77750}"/>
          </ac:picMkLst>
        </pc:picChg>
        <pc:picChg chg="add mod">
          <ac:chgData name="Kumar, Harendra (Cognizant)" userId="8b8433c2-3ce6-4e38-9e1b-c8afb18e9057" providerId="ADAL" clId="{9C4CD99B-EF1B-4C81-94B0-0A1924216EBF}" dt="2023-04-03T08:37:32.858" v="5863" actId="14100"/>
          <ac:picMkLst>
            <pc:docMk/>
            <pc:sldMk cId="4018458971" sldId="288"/>
            <ac:picMk id="5" creationId="{746E00E2-3F5D-7BF9-8FED-6FAD3C400887}"/>
          </ac:picMkLst>
        </pc:picChg>
        <pc:picChg chg="del">
          <ac:chgData name="Kumar, Harendra (Cognizant)" userId="8b8433c2-3ce6-4e38-9e1b-c8afb18e9057" providerId="ADAL" clId="{9C4CD99B-EF1B-4C81-94B0-0A1924216EBF}" dt="2023-04-03T08:08:14.235" v="4662" actId="478"/>
          <ac:picMkLst>
            <pc:docMk/>
            <pc:sldMk cId="4018458971" sldId="288"/>
            <ac:picMk id="7" creationId="{C7905C8B-45C2-7E9F-D08D-AE1B48727475}"/>
          </ac:picMkLst>
        </pc:picChg>
        <pc:picChg chg="del mod">
          <ac:chgData name="Kumar, Harendra (Cognizant)" userId="8b8433c2-3ce6-4e38-9e1b-c8afb18e9057" providerId="ADAL" clId="{9C4CD99B-EF1B-4C81-94B0-0A1924216EBF}" dt="2023-04-03T08:08:15.915" v="4664" actId="478"/>
          <ac:picMkLst>
            <pc:docMk/>
            <pc:sldMk cId="4018458971" sldId="288"/>
            <ac:picMk id="12" creationId="{723F3FE9-59C9-408D-1BEB-95D6FEE240A3}"/>
          </ac:picMkLst>
        </pc:picChg>
        <pc:picChg chg="del">
          <ac:chgData name="Kumar, Harendra (Cognizant)" userId="8b8433c2-3ce6-4e38-9e1b-c8afb18e9057" providerId="ADAL" clId="{9C4CD99B-EF1B-4C81-94B0-0A1924216EBF}" dt="2023-04-03T08:08:11.781" v="4661" actId="478"/>
          <ac:picMkLst>
            <pc:docMk/>
            <pc:sldMk cId="4018458971" sldId="288"/>
            <ac:picMk id="18" creationId="{531221BF-6E63-CAAE-6926-9A7265ED5230}"/>
          </ac:picMkLst>
        </pc:picChg>
      </pc:sldChg>
      <pc:sldChg chg="modSp del">
        <pc:chgData name="Kumar, Harendra (Cognizant)" userId="8b8433c2-3ce6-4e38-9e1b-c8afb18e9057" providerId="ADAL" clId="{9C4CD99B-EF1B-4C81-94B0-0A1924216EBF}" dt="2023-04-03T07:22:56.532" v="3883" actId="47"/>
        <pc:sldMkLst>
          <pc:docMk/>
          <pc:sldMk cId="452766161" sldId="289"/>
        </pc:sldMkLst>
        <pc:spChg chg="mod">
          <ac:chgData name="Kumar, Harendra (Cognizant)" userId="8b8433c2-3ce6-4e38-9e1b-c8afb18e9057" providerId="ADAL" clId="{9C4CD99B-EF1B-4C81-94B0-0A1924216EBF}" dt="2023-04-03T05:56:19.037" v="24"/>
          <ac:spMkLst>
            <pc:docMk/>
            <pc:sldMk cId="452766161" sldId="289"/>
            <ac:spMk id="52" creationId="{00000000-0000-0000-0000-000000000000}"/>
          </ac:spMkLst>
        </pc:spChg>
      </pc:sldChg>
      <pc:sldChg chg="addSp delSp modSp add mod">
        <pc:chgData name="Kumar, Harendra (Cognizant)" userId="8b8433c2-3ce6-4e38-9e1b-c8afb18e9057" providerId="ADAL" clId="{9C4CD99B-EF1B-4C81-94B0-0A1924216EBF}" dt="2023-04-03T09:52:27.788" v="7260" actId="313"/>
        <pc:sldMkLst>
          <pc:docMk/>
          <pc:sldMk cId="2064697556" sldId="289"/>
        </pc:sldMkLst>
        <pc:spChg chg="mod">
          <ac:chgData name="Kumar, Harendra (Cognizant)" userId="8b8433c2-3ce6-4e38-9e1b-c8afb18e9057" providerId="ADAL" clId="{9C4CD99B-EF1B-4C81-94B0-0A1924216EBF}" dt="2023-04-03T09:52:27.788" v="7260" actId="313"/>
          <ac:spMkLst>
            <pc:docMk/>
            <pc:sldMk cId="2064697556" sldId="289"/>
            <ac:spMk id="10" creationId="{00000000-0000-0000-0000-000000000000}"/>
          </ac:spMkLst>
        </pc:spChg>
        <pc:spChg chg="mod">
          <ac:chgData name="Kumar, Harendra (Cognizant)" userId="8b8433c2-3ce6-4e38-9e1b-c8afb18e9057" providerId="ADAL" clId="{9C4CD99B-EF1B-4C81-94B0-0A1924216EBF}" dt="2023-04-03T08:37:52.602" v="5906" actId="6549"/>
          <ac:spMkLst>
            <pc:docMk/>
            <pc:sldMk cId="2064697556" sldId="289"/>
            <ac:spMk id="17" creationId="{00000000-0000-0000-0000-000000000000}"/>
          </ac:spMkLst>
        </pc:spChg>
        <pc:picChg chg="mod">
          <ac:chgData name="Kumar, Harendra (Cognizant)" userId="8b8433c2-3ce6-4e38-9e1b-c8afb18e9057" providerId="ADAL" clId="{9C4CD99B-EF1B-4C81-94B0-0A1924216EBF}" dt="2023-04-03T08:41:47.745" v="6103" actId="14100"/>
          <ac:picMkLst>
            <pc:docMk/>
            <pc:sldMk cId="2064697556" sldId="289"/>
            <ac:picMk id="3" creationId="{88F30A0D-D46C-FEFC-19F4-CD063CF77750}"/>
          </ac:picMkLst>
        </pc:picChg>
        <pc:picChg chg="add mod">
          <ac:chgData name="Kumar, Harendra (Cognizant)" userId="8b8433c2-3ce6-4e38-9e1b-c8afb18e9057" providerId="ADAL" clId="{9C4CD99B-EF1B-4C81-94B0-0A1924216EBF}" dt="2023-04-03T08:41:54.805" v="6105" actId="14100"/>
          <ac:picMkLst>
            <pc:docMk/>
            <pc:sldMk cId="2064697556" sldId="289"/>
            <ac:picMk id="4" creationId="{40E263CA-FFBD-B3F3-AE30-7D8EFF0A12D8}"/>
          </ac:picMkLst>
        </pc:picChg>
        <pc:picChg chg="del">
          <ac:chgData name="Kumar, Harendra (Cognizant)" userId="8b8433c2-3ce6-4e38-9e1b-c8afb18e9057" providerId="ADAL" clId="{9C4CD99B-EF1B-4C81-94B0-0A1924216EBF}" dt="2023-04-03T08:40:28.735" v="6096" actId="478"/>
          <ac:picMkLst>
            <pc:docMk/>
            <pc:sldMk cId="2064697556" sldId="289"/>
            <ac:picMk id="5" creationId="{746E00E2-3F5D-7BF9-8FED-6FAD3C400887}"/>
          </ac:picMkLst>
        </pc:picChg>
      </pc:sldChg>
      <pc:sldChg chg="modSp del">
        <pc:chgData name="Kumar, Harendra (Cognizant)" userId="8b8433c2-3ce6-4e38-9e1b-c8afb18e9057" providerId="ADAL" clId="{9C4CD99B-EF1B-4C81-94B0-0A1924216EBF}" dt="2023-04-03T07:22:56.532" v="3883" actId="47"/>
        <pc:sldMkLst>
          <pc:docMk/>
          <pc:sldMk cId="3369816941" sldId="290"/>
        </pc:sldMkLst>
        <pc:spChg chg="mod">
          <ac:chgData name="Kumar, Harendra (Cognizant)" userId="8b8433c2-3ce6-4e38-9e1b-c8afb18e9057" providerId="ADAL" clId="{9C4CD99B-EF1B-4C81-94B0-0A1924216EBF}" dt="2023-04-03T05:56:19.037" v="24"/>
          <ac:spMkLst>
            <pc:docMk/>
            <pc:sldMk cId="3369816941" sldId="290"/>
            <ac:spMk id="51" creationId="{BF5627D9-3BE8-43E5-ACEA-B86C93214EB2}"/>
          </ac:spMkLst>
        </pc:spChg>
        <pc:spChg chg="mod">
          <ac:chgData name="Kumar, Harendra (Cognizant)" userId="8b8433c2-3ce6-4e38-9e1b-c8afb18e9057" providerId="ADAL" clId="{9C4CD99B-EF1B-4C81-94B0-0A1924216EBF}" dt="2023-04-03T05:56:19.037" v="24"/>
          <ac:spMkLst>
            <pc:docMk/>
            <pc:sldMk cId="3369816941" sldId="290"/>
            <ac:spMk id="82" creationId="{00000000-0000-0000-0000-000000000000}"/>
          </ac:spMkLst>
        </pc:spChg>
      </pc:sldChg>
      <pc:sldChg chg="addSp delSp modSp add mod">
        <pc:chgData name="Kumar, Harendra (Cognizant)" userId="8b8433c2-3ce6-4e38-9e1b-c8afb18e9057" providerId="ADAL" clId="{9C4CD99B-EF1B-4C81-94B0-0A1924216EBF}" dt="2023-04-03T09:52:37.071" v="7262" actId="2"/>
        <pc:sldMkLst>
          <pc:docMk/>
          <pc:sldMk cId="3516052301" sldId="290"/>
        </pc:sldMkLst>
        <pc:spChg chg="add mod">
          <ac:chgData name="Kumar, Harendra (Cognizant)" userId="8b8433c2-3ce6-4e38-9e1b-c8afb18e9057" providerId="ADAL" clId="{9C4CD99B-EF1B-4C81-94B0-0A1924216EBF}" dt="2023-04-03T09:52:37.071" v="7262" actId="2"/>
          <ac:spMkLst>
            <pc:docMk/>
            <pc:sldMk cId="3516052301" sldId="290"/>
            <ac:spMk id="7" creationId="{FECB05A3-091C-BB4C-293C-D91F24FAD8F1}"/>
          </ac:spMkLst>
        </pc:spChg>
        <pc:spChg chg="add del mod">
          <ac:chgData name="Kumar, Harendra (Cognizant)" userId="8b8433c2-3ce6-4e38-9e1b-c8afb18e9057" providerId="ADAL" clId="{9C4CD99B-EF1B-4C81-94B0-0A1924216EBF}" dt="2023-04-03T09:52:34.737" v="7261" actId="2"/>
          <ac:spMkLst>
            <pc:docMk/>
            <pc:sldMk cId="3516052301" sldId="290"/>
            <ac:spMk id="10" creationId="{00000000-0000-0000-0000-000000000000}"/>
          </ac:spMkLst>
        </pc:spChg>
        <pc:spChg chg="mod">
          <ac:chgData name="Kumar, Harendra (Cognizant)" userId="8b8433c2-3ce6-4e38-9e1b-c8afb18e9057" providerId="ADAL" clId="{9C4CD99B-EF1B-4C81-94B0-0A1924216EBF}" dt="2023-04-03T08:42:49.245" v="6181" actId="5793"/>
          <ac:spMkLst>
            <pc:docMk/>
            <pc:sldMk cId="3516052301" sldId="290"/>
            <ac:spMk id="17" creationId="{00000000-0000-0000-0000-000000000000}"/>
          </ac:spMkLst>
        </pc:spChg>
        <pc:picChg chg="del">
          <ac:chgData name="Kumar, Harendra (Cognizant)" userId="8b8433c2-3ce6-4e38-9e1b-c8afb18e9057" providerId="ADAL" clId="{9C4CD99B-EF1B-4C81-94B0-0A1924216EBF}" dt="2023-04-03T08:43:37.080" v="6272" actId="478"/>
          <ac:picMkLst>
            <pc:docMk/>
            <pc:sldMk cId="3516052301" sldId="290"/>
            <ac:picMk id="3" creationId="{88F30A0D-D46C-FEFC-19F4-CD063CF77750}"/>
          </ac:picMkLst>
        </pc:picChg>
        <pc:picChg chg="del">
          <ac:chgData name="Kumar, Harendra (Cognizant)" userId="8b8433c2-3ce6-4e38-9e1b-c8afb18e9057" providerId="ADAL" clId="{9C4CD99B-EF1B-4C81-94B0-0A1924216EBF}" dt="2023-04-03T08:43:38.320" v="6273" actId="478"/>
          <ac:picMkLst>
            <pc:docMk/>
            <pc:sldMk cId="3516052301" sldId="290"/>
            <ac:picMk id="4" creationId="{40E263CA-FFBD-B3F3-AE30-7D8EFF0A12D8}"/>
          </ac:picMkLst>
        </pc:picChg>
        <pc:picChg chg="add mod">
          <ac:chgData name="Kumar, Harendra (Cognizant)" userId="8b8433c2-3ce6-4e38-9e1b-c8afb18e9057" providerId="ADAL" clId="{9C4CD99B-EF1B-4C81-94B0-0A1924216EBF}" dt="2023-04-03T08:54:40.242" v="7114" actId="1038"/>
          <ac:picMkLst>
            <pc:docMk/>
            <pc:sldMk cId="3516052301" sldId="290"/>
            <ac:picMk id="5" creationId="{8B45853E-0110-E1D0-9122-748124353568}"/>
          </ac:picMkLst>
        </pc:picChg>
        <pc:picChg chg="add mod">
          <ac:chgData name="Kumar, Harendra (Cognizant)" userId="8b8433c2-3ce6-4e38-9e1b-c8afb18e9057" providerId="ADAL" clId="{9C4CD99B-EF1B-4C81-94B0-0A1924216EBF}" dt="2023-04-03T08:57:07.945" v="7173" actId="1038"/>
          <ac:picMkLst>
            <pc:docMk/>
            <pc:sldMk cId="3516052301" sldId="290"/>
            <ac:picMk id="9" creationId="{77677CE2-7EB1-EA27-ECBB-DA6DDB641771}"/>
          </ac:picMkLst>
        </pc:picChg>
      </pc:sldChg>
      <pc:sldChg chg="modSp del">
        <pc:chgData name="Kumar, Harendra (Cognizant)" userId="8b8433c2-3ce6-4e38-9e1b-c8afb18e9057" providerId="ADAL" clId="{9C4CD99B-EF1B-4C81-94B0-0A1924216EBF}" dt="2023-04-03T07:22:56.532" v="3883" actId="47"/>
        <pc:sldMkLst>
          <pc:docMk/>
          <pc:sldMk cId="956773638" sldId="291"/>
        </pc:sldMkLst>
        <pc:spChg chg="mod">
          <ac:chgData name="Kumar, Harendra (Cognizant)" userId="8b8433c2-3ce6-4e38-9e1b-c8afb18e9057" providerId="ADAL" clId="{9C4CD99B-EF1B-4C81-94B0-0A1924216EBF}" dt="2023-04-03T05:56:19.037" v="24"/>
          <ac:spMkLst>
            <pc:docMk/>
            <pc:sldMk cId="956773638" sldId="291"/>
            <ac:spMk id="5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1"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3"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4" creationId="{00000000-0000-0000-0000-000000000000}"/>
          </ac:spMkLst>
        </pc:spChg>
      </pc:sldChg>
      <pc:sldChg chg="addSp delSp modSp add mod ord">
        <pc:chgData name="Kumar, Harendra (Cognizant)" userId="8b8433c2-3ce6-4e38-9e1b-c8afb18e9057" providerId="ADAL" clId="{9C4CD99B-EF1B-4C81-94B0-0A1924216EBF}" dt="2023-04-03T10:14:33.691" v="8675" actId="1035"/>
        <pc:sldMkLst>
          <pc:docMk/>
          <pc:sldMk cId="1223559503" sldId="291"/>
        </pc:sldMkLst>
        <pc:spChg chg="add del mod">
          <ac:chgData name="Kumar, Harendra (Cognizant)" userId="8b8433c2-3ce6-4e38-9e1b-c8afb18e9057" providerId="ADAL" clId="{9C4CD99B-EF1B-4C81-94B0-0A1924216EBF}" dt="2023-04-03T10:06:53.999" v="7936" actId="767"/>
          <ac:spMkLst>
            <pc:docMk/>
            <pc:sldMk cId="1223559503" sldId="291"/>
            <ac:spMk id="4" creationId="{94FC8D60-BDBB-9C2F-E5B2-6027A878C655}"/>
          </ac:spMkLst>
        </pc:spChg>
        <pc:spChg chg="add del mod">
          <ac:chgData name="Kumar, Harendra (Cognizant)" userId="8b8433c2-3ce6-4e38-9e1b-c8afb18e9057" providerId="ADAL" clId="{9C4CD99B-EF1B-4C81-94B0-0A1924216EBF}" dt="2023-04-03T10:07:13.319" v="7942" actId="767"/>
          <ac:spMkLst>
            <pc:docMk/>
            <pc:sldMk cId="1223559503" sldId="291"/>
            <ac:spMk id="5" creationId="{53FE68A1-663A-4DEC-DF40-85C7B5B84B7E}"/>
          </ac:spMkLst>
        </pc:spChg>
        <pc:spChg chg="del">
          <ac:chgData name="Kumar, Harendra (Cognizant)" userId="8b8433c2-3ce6-4e38-9e1b-c8afb18e9057" providerId="ADAL" clId="{9C4CD99B-EF1B-4C81-94B0-0A1924216EBF}" dt="2023-04-03T08:58:01.192" v="7191" actId="478"/>
          <ac:spMkLst>
            <pc:docMk/>
            <pc:sldMk cId="1223559503" sldId="291"/>
            <ac:spMk id="6" creationId="{36C18FB9-59E7-96B5-9936-83F3B55F38E2}"/>
          </ac:spMkLst>
        </pc:spChg>
        <pc:spChg chg="add mod">
          <ac:chgData name="Kumar, Harendra (Cognizant)" userId="8b8433c2-3ce6-4e38-9e1b-c8afb18e9057" providerId="ADAL" clId="{9C4CD99B-EF1B-4C81-94B0-0A1924216EBF}" dt="2023-04-03T10:14:33.691" v="8675" actId="1035"/>
          <ac:spMkLst>
            <pc:docMk/>
            <pc:sldMk cId="1223559503" sldId="291"/>
            <ac:spMk id="6" creationId="{B4AA0405-CA4D-CA6B-047B-9822B03F17F5}"/>
          </ac:spMkLst>
        </pc:spChg>
        <pc:spChg chg="add del mod">
          <ac:chgData name="Kumar, Harendra (Cognizant)" userId="8b8433c2-3ce6-4e38-9e1b-c8afb18e9057" providerId="ADAL" clId="{9C4CD99B-EF1B-4C81-94B0-0A1924216EBF}" dt="2023-04-03T10:10:53.415" v="8239"/>
          <ac:spMkLst>
            <pc:docMk/>
            <pc:sldMk cId="1223559503" sldId="291"/>
            <ac:spMk id="7" creationId="{A855D9BF-4CE1-B980-BA13-8039EF8CEF08}"/>
          </ac:spMkLst>
        </pc:spChg>
        <pc:spChg chg="mod">
          <ac:chgData name="Kumar, Harendra (Cognizant)" userId="8b8433c2-3ce6-4e38-9e1b-c8afb18e9057" providerId="ADAL" clId="{9C4CD99B-EF1B-4C81-94B0-0A1924216EBF}" dt="2023-04-03T10:14:33.691" v="8675" actId="1035"/>
          <ac:spMkLst>
            <pc:docMk/>
            <pc:sldMk cId="1223559503" sldId="291"/>
            <ac:spMk id="10" creationId="{00000000-0000-0000-0000-000000000000}"/>
          </ac:spMkLst>
        </pc:spChg>
        <pc:spChg chg="mod">
          <ac:chgData name="Kumar, Harendra (Cognizant)" userId="8b8433c2-3ce6-4e38-9e1b-c8afb18e9057" providerId="ADAL" clId="{9C4CD99B-EF1B-4C81-94B0-0A1924216EBF}" dt="2023-04-03T10:14:33.691" v="8675" actId="1035"/>
          <ac:spMkLst>
            <pc:docMk/>
            <pc:sldMk cId="1223559503" sldId="291"/>
            <ac:spMk id="17" creationId="{00000000-0000-0000-0000-000000000000}"/>
          </ac:spMkLst>
        </pc:spChg>
        <pc:picChg chg="add mod">
          <ac:chgData name="Kumar, Harendra (Cognizant)" userId="8b8433c2-3ce6-4e38-9e1b-c8afb18e9057" providerId="ADAL" clId="{9C4CD99B-EF1B-4C81-94B0-0A1924216EBF}" dt="2023-04-03T10:14:33.691" v="8675" actId="1035"/>
          <ac:picMkLst>
            <pc:docMk/>
            <pc:sldMk cId="1223559503" sldId="291"/>
            <ac:picMk id="2" creationId="{BD2BA625-28D8-D1DD-D9C4-19A175FC7279}"/>
          </ac:picMkLst>
        </pc:picChg>
        <pc:picChg chg="add mod">
          <ac:chgData name="Kumar, Harendra (Cognizant)" userId="8b8433c2-3ce6-4e38-9e1b-c8afb18e9057" providerId="ADAL" clId="{9C4CD99B-EF1B-4C81-94B0-0A1924216EBF}" dt="2023-04-03T10:14:33.691" v="8675" actId="1035"/>
          <ac:picMkLst>
            <pc:docMk/>
            <pc:sldMk cId="1223559503" sldId="291"/>
            <ac:picMk id="3" creationId="{3A52B991-812D-36F8-572E-E63FC7DF49DE}"/>
          </ac:picMkLst>
        </pc:picChg>
        <pc:picChg chg="del">
          <ac:chgData name="Kumar, Harendra (Cognizant)" userId="8b8433c2-3ce6-4e38-9e1b-c8afb18e9057" providerId="ADAL" clId="{9C4CD99B-EF1B-4C81-94B0-0A1924216EBF}" dt="2023-04-03T08:57:56.929" v="7190" actId="478"/>
          <ac:picMkLst>
            <pc:docMk/>
            <pc:sldMk cId="1223559503" sldId="291"/>
            <ac:picMk id="3" creationId="{88F30A0D-D46C-FEFC-19F4-CD063CF77750}"/>
          </ac:picMkLst>
        </pc:picChg>
        <pc:picChg chg="del mod">
          <ac:chgData name="Kumar, Harendra (Cognizant)" userId="8b8433c2-3ce6-4e38-9e1b-c8afb18e9057" providerId="ADAL" clId="{9C4CD99B-EF1B-4C81-94B0-0A1924216EBF}" dt="2023-04-03T08:57:55.374" v="7189" actId="478"/>
          <ac:picMkLst>
            <pc:docMk/>
            <pc:sldMk cId="1223559503" sldId="291"/>
            <ac:picMk id="4" creationId="{40E263CA-FFBD-B3F3-AE30-7D8EFF0A12D8}"/>
          </ac:picMkLst>
        </pc:picChg>
      </pc:sldChg>
      <pc:sldChg chg="modSp add mod ord">
        <pc:chgData name="Kumar, Harendra (Cognizant)" userId="8b8433c2-3ce6-4e38-9e1b-c8afb18e9057" providerId="ADAL" clId="{9C4CD99B-EF1B-4C81-94B0-0A1924216EBF}" dt="2023-04-03T09:00:17.848" v="7254" actId="20577"/>
        <pc:sldMkLst>
          <pc:docMk/>
          <pc:sldMk cId="785725705" sldId="292"/>
        </pc:sldMkLst>
        <pc:spChg chg="mod">
          <ac:chgData name="Kumar, Harendra (Cognizant)" userId="8b8433c2-3ce6-4e38-9e1b-c8afb18e9057" providerId="ADAL" clId="{9C4CD99B-EF1B-4C81-94B0-0A1924216EBF}" dt="2023-04-03T09:00:17.848" v="7254" actId="20577"/>
          <ac:spMkLst>
            <pc:docMk/>
            <pc:sldMk cId="785725705" sldId="292"/>
            <ac:spMk id="10" creationId="{00000000-0000-0000-0000-000000000000}"/>
          </ac:spMkLst>
        </pc:spChg>
        <pc:spChg chg="mod">
          <ac:chgData name="Kumar, Harendra (Cognizant)" userId="8b8433c2-3ce6-4e38-9e1b-c8afb18e9057" providerId="ADAL" clId="{9C4CD99B-EF1B-4C81-94B0-0A1924216EBF}" dt="2023-04-03T09:00:08.222" v="7242" actId="20577"/>
          <ac:spMkLst>
            <pc:docMk/>
            <pc:sldMk cId="785725705" sldId="292"/>
            <ac:spMk id="1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83598549" sldId="292"/>
        </pc:sldMkLst>
        <pc:spChg chg="mod">
          <ac:chgData name="Kumar, Harendra (Cognizant)" userId="8b8433c2-3ce6-4e38-9e1b-c8afb18e9057" providerId="ADAL" clId="{9C4CD99B-EF1B-4C81-94B0-0A1924216EBF}" dt="2023-04-03T05:56:19.037" v="24"/>
          <ac:spMkLst>
            <pc:docMk/>
            <pc:sldMk cId="2983598549" sldId="292"/>
            <ac:spMk id="28" creationId="{00000000-0000-0000-0000-000000000000}"/>
          </ac:spMkLst>
        </pc:spChg>
      </pc:sldChg>
      <pc:sldMasterChg chg="delSldLayout">
        <pc:chgData name="Kumar, Harendra (Cognizant)" userId="8b8433c2-3ce6-4e38-9e1b-c8afb18e9057" providerId="ADAL" clId="{9C4CD99B-EF1B-4C81-94B0-0A1924216EBF}" dt="2023-04-03T07:22:56.532" v="3883" actId="47"/>
        <pc:sldMasterMkLst>
          <pc:docMk/>
          <pc:sldMasterMk cId="0" sldId="2147483648"/>
        </pc:sldMasterMkLst>
        <pc:sldLayoutChg chg="del">
          <pc:chgData name="Kumar, Harendra (Cognizant)" userId="8b8433c2-3ce6-4e38-9e1b-c8afb18e9057" providerId="ADAL" clId="{9C4CD99B-EF1B-4C81-94B0-0A1924216EBF}" dt="2023-04-03T07:22:56.532" v="3883" actId="47"/>
          <pc:sldLayoutMkLst>
            <pc:docMk/>
            <pc:sldMasterMk cId="0" sldId="2147483648"/>
            <pc:sldLayoutMk cId="4086406886" sldId="2147483666"/>
          </pc:sldLayoutMkLst>
        </pc:sldLayoutChg>
      </pc:sldMasterChg>
    </pc:docChg>
  </pc:docChgLst>
  <pc:docChgLst>
    <pc:chgData name="Kumar, Harendra (Cognizant)" userId="8b8433c2-3ce6-4e38-9e1b-c8afb18e9057" providerId="ADAL" clId="{1A8CCD16-2660-4488-985E-3D0D747599E1}"/>
    <pc:docChg chg="custSel addSld modSld">
      <pc:chgData name="Kumar, Harendra (Cognizant)" userId="8b8433c2-3ce6-4e38-9e1b-c8afb18e9057" providerId="ADAL" clId="{1A8CCD16-2660-4488-985E-3D0D747599E1}" dt="2023-04-04T05:52:01.534" v="2124" actId="2"/>
      <pc:docMkLst>
        <pc:docMk/>
      </pc:docMkLst>
      <pc:sldChg chg="modSp mod">
        <pc:chgData name="Kumar, Harendra (Cognizant)" userId="8b8433c2-3ce6-4e38-9e1b-c8afb18e9057" providerId="ADAL" clId="{1A8CCD16-2660-4488-985E-3D0D747599E1}" dt="2023-04-03T10:22:42.237" v="84" actId="20577"/>
        <pc:sldMkLst>
          <pc:docMk/>
          <pc:sldMk cId="0" sldId="258"/>
        </pc:sldMkLst>
        <pc:spChg chg="mod">
          <ac:chgData name="Kumar, Harendra (Cognizant)" userId="8b8433c2-3ce6-4e38-9e1b-c8afb18e9057" providerId="ADAL" clId="{1A8CCD16-2660-4488-985E-3D0D747599E1}" dt="2023-04-03T10:22:42.237" v="84" actId="20577"/>
          <ac:spMkLst>
            <pc:docMk/>
            <pc:sldMk cId="0" sldId="258"/>
            <ac:spMk id="5" creationId="{00000000-0000-0000-0000-000000000000}"/>
          </ac:spMkLst>
        </pc:spChg>
        <pc:spChg chg="mod">
          <ac:chgData name="Kumar, Harendra (Cognizant)" userId="8b8433c2-3ce6-4e38-9e1b-c8afb18e9057" providerId="ADAL" clId="{1A8CCD16-2660-4488-985E-3D0D747599E1}" dt="2023-04-03T10:22:28.354" v="81" actId="255"/>
          <ac:spMkLst>
            <pc:docMk/>
            <pc:sldMk cId="0" sldId="258"/>
            <ac:spMk id="9" creationId="{E2B73E12-784C-7F90-DA48-6D0006E2601C}"/>
          </ac:spMkLst>
        </pc:spChg>
        <pc:picChg chg="mod">
          <ac:chgData name="Kumar, Harendra (Cognizant)" userId="8b8433c2-3ce6-4e38-9e1b-c8afb18e9057" providerId="ADAL" clId="{1A8CCD16-2660-4488-985E-3D0D747599E1}" dt="2023-04-03T10:21:37.538" v="0" actId="1076"/>
          <ac:picMkLst>
            <pc:docMk/>
            <pc:sldMk cId="0" sldId="258"/>
            <ac:picMk id="6" creationId="{7F0752E5-7035-0C32-C92B-70020742F100}"/>
          </ac:picMkLst>
        </pc:picChg>
      </pc:sldChg>
      <pc:sldChg chg="modSp mod">
        <pc:chgData name="Kumar, Harendra (Cognizant)" userId="8b8433c2-3ce6-4e38-9e1b-c8afb18e9057" providerId="ADAL" clId="{1A8CCD16-2660-4488-985E-3D0D747599E1}" dt="2023-04-03T10:23:34.344" v="86" actId="2711"/>
        <pc:sldMkLst>
          <pc:docMk/>
          <pc:sldMk cId="0" sldId="260"/>
        </pc:sldMkLst>
        <pc:spChg chg="mod">
          <ac:chgData name="Kumar, Harendra (Cognizant)" userId="8b8433c2-3ce6-4e38-9e1b-c8afb18e9057" providerId="ADAL" clId="{1A8CCD16-2660-4488-985E-3D0D747599E1}" dt="2023-04-03T10:23:34.344" v="86" actId="2711"/>
          <ac:spMkLst>
            <pc:docMk/>
            <pc:sldMk cId="0" sldId="260"/>
            <ac:spMk id="4" creationId="{93A0F582-DCEC-D980-FFA8-A6F1ED88539A}"/>
          </ac:spMkLst>
        </pc:spChg>
      </pc:sldChg>
      <pc:sldChg chg="modSp mod">
        <pc:chgData name="Kumar, Harendra (Cognizant)" userId="8b8433c2-3ce6-4e38-9e1b-c8afb18e9057" providerId="ADAL" clId="{1A8CCD16-2660-4488-985E-3D0D747599E1}" dt="2023-04-03T10:39:20.183" v="130" actId="20577"/>
        <pc:sldMkLst>
          <pc:docMk/>
          <pc:sldMk cId="4047161330" sldId="286"/>
        </pc:sldMkLst>
        <pc:spChg chg="mod">
          <ac:chgData name="Kumar, Harendra (Cognizant)" userId="8b8433c2-3ce6-4e38-9e1b-c8afb18e9057" providerId="ADAL" clId="{1A8CCD16-2660-4488-985E-3D0D747599E1}" dt="2023-04-03T10:39:20.183" v="130" actId="20577"/>
          <ac:spMkLst>
            <pc:docMk/>
            <pc:sldMk cId="4047161330" sldId="286"/>
            <ac:spMk id="10" creationId="{00000000-0000-0000-0000-000000000000}"/>
          </ac:spMkLst>
        </pc:spChg>
      </pc:sldChg>
      <pc:sldChg chg="modSp mod">
        <pc:chgData name="Kumar, Harendra (Cognizant)" userId="8b8433c2-3ce6-4e38-9e1b-c8afb18e9057" providerId="ADAL" clId="{1A8CCD16-2660-4488-985E-3D0D747599E1}" dt="2023-04-03T10:40:22.750" v="146" actId="20577"/>
        <pc:sldMkLst>
          <pc:docMk/>
          <pc:sldMk cId="2064697556" sldId="289"/>
        </pc:sldMkLst>
        <pc:spChg chg="mod">
          <ac:chgData name="Kumar, Harendra (Cognizant)" userId="8b8433c2-3ce6-4e38-9e1b-c8afb18e9057" providerId="ADAL" clId="{1A8CCD16-2660-4488-985E-3D0D747599E1}" dt="2023-04-03T10:40:22.750" v="146" actId="20577"/>
          <ac:spMkLst>
            <pc:docMk/>
            <pc:sldMk cId="2064697556" sldId="289"/>
            <ac:spMk id="17" creationId="{00000000-0000-0000-0000-000000000000}"/>
          </ac:spMkLst>
        </pc:spChg>
      </pc:sldChg>
      <pc:sldChg chg="addSp delSp modSp mod">
        <pc:chgData name="Kumar, Harendra (Cognizant)" userId="8b8433c2-3ce6-4e38-9e1b-c8afb18e9057" providerId="ADAL" clId="{1A8CCD16-2660-4488-985E-3D0D747599E1}" dt="2023-04-04T05:51:47.877" v="2121" actId="2"/>
        <pc:sldMkLst>
          <pc:docMk/>
          <pc:sldMk cId="3516052301" sldId="290"/>
        </pc:sldMkLst>
        <pc:spChg chg="mod">
          <ac:chgData name="Kumar, Harendra (Cognizant)" userId="8b8433c2-3ce6-4e38-9e1b-c8afb18e9057" providerId="ADAL" clId="{1A8CCD16-2660-4488-985E-3D0D747599E1}" dt="2023-04-04T05:51:47.877" v="2121" actId="2"/>
          <ac:spMkLst>
            <pc:docMk/>
            <pc:sldMk cId="3516052301" sldId="290"/>
            <ac:spMk id="7" creationId="{FECB05A3-091C-BB4C-293C-D91F24FAD8F1}"/>
          </ac:spMkLst>
        </pc:spChg>
        <pc:spChg chg="del mod">
          <ac:chgData name="Kumar, Harendra (Cognizant)" userId="8b8433c2-3ce6-4e38-9e1b-c8afb18e9057" providerId="ADAL" clId="{1A8CCD16-2660-4488-985E-3D0D747599E1}" dt="2023-04-03T10:43:45.136" v="188" actId="21"/>
          <ac:spMkLst>
            <pc:docMk/>
            <pc:sldMk cId="3516052301" sldId="290"/>
            <ac:spMk id="10" creationId="{00000000-0000-0000-0000-000000000000}"/>
          </ac:spMkLst>
        </pc:spChg>
        <pc:picChg chg="add mod">
          <ac:chgData name="Kumar, Harendra (Cognizant)" userId="8b8433c2-3ce6-4e38-9e1b-c8afb18e9057" providerId="ADAL" clId="{1A8CCD16-2660-4488-985E-3D0D747599E1}" dt="2023-04-03T10:51:38.830" v="355" actId="14100"/>
          <ac:picMkLst>
            <pc:docMk/>
            <pc:sldMk cId="3516052301" sldId="290"/>
            <ac:picMk id="3" creationId="{7BD2D7E6-917A-6160-90C4-2F4024D5B37B}"/>
          </ac:picMkLst>
        </pc:picChg>
        <pc:picChg chg="mod">
          <ac:chgData name="Kumar, Harendra (Cognizant)" userId="8b8433c2-3ce6-4e38-9e1b-c8afb18e9057" providerId="ADAL" clId="{1A8CCD16-2660-4488-985E-3D0D747599E1}" dt="2023-04-03T10:51:34.847" v="354" actId="14100"/>
          <ac:picMkLst>
            <pc:docMk/>
            <pc:sldMk cId="3516052301" sldId="290"/>
            <ac:picMk id="5" creationId="{8B45853E-0110-E1D0-9122-748124353568}"/>
          </ac:picMkLst>
        </pc:picChg>
        <pc:picChg chg="del">
          <ac:chgData name="Kumar, Harendra (Cognizant)" userId="8b8433c2-3ce6-4e38-9e1b-c8afb18e9057" providerId="ADAL" clId="{1A8CCD16-2660-4488-985E-3D0D747599E1}" dt="2023-04-03T10:43:40.804" v="186" actId="21"/>
          <ac:picMkLst>
            <pc:docMk/>
            <pc:sldMk cId="3516052301" sldId="290"/>
            <ac:picMk id="9" creationId="{77677CE2-7EB1-EA27-ECBB-DA6DDB641771}"/>
          </ac:picMkLst>
        </pc:picChg>
      </pc:sldChg>
      <pc:sldChg chg="modSp mod">
        <pc:chgData name="Kumar, Harendra (Cognizant)" userId="8b8433c2-3ce6-4e38-9e1b-c8afb18e9057" providerId="ADAL" clId="{1A8CCD16-2660-4488-985E-3D0D747599E1}" dt="2023-04-04T05:51:59.990" v="2123" actId="2"/>
        <pc:sldMkLst>
          <pc:docMk/>
          <pc:sldMk cId="1223559503" sldId="291"/>
        </pc:sldMkLst>
        <pc:spChg chg="mod">
          <ac:chgData name="Kumar, Harendra (Cognizant)" userId="8b8433c2-3ce6-4e38-9e1b-c8afb18e9057" providerId="ADAL" clId="{1A8CCD16-2660-4488-985E-3D0D747599E1}" dt="2023-04-04T05:51:59.990" v="2123" actId="2"/>
          <ac:spMkLst>
            <pc:docMk/>
            <pc:sldMk cId="1223559503" sldId="291"/>
            <ac:spMk id="6" creationId="{B4AA0405-CA4D-CA6B-047B-9822B03F17F5}"/>
          </ac:spMkLst>
        </pc:spChg>
        <pc:spChg chg="mod">
          <ac:chgData name="Kumar, Harendra (Cognizant)" userId="8b8433c2-3ce6-4e38-9e1b-c8afb18e9057" providerId="ADAL" clId="{1A8CCD16-2660-4488-985E-3D0D747599E1}" dt="2023-04-04T05:51:58.430" v="2122" actId="2"/>
          <ac:spMkLst>
            <pc:docMk/>
            <pc:sldMk cId="1223559503" sldId="291"/>
            <ac:spMk id="10" creationId="{00000000-0000-0000-0000-000000000000}"/>
          </ac:spMkLst>
        </pc:spChg>
        <pc:picChg chg="mod">
          <ac:chgData name="Kumar, Harendra (Cognizant)" userId="8b8433c2-3ce6-4e38-9e1b-c8afb18e9057" providerId="ADAL" clId="{1A8CCD16-2660-4488-985E-3D0D747599E1}" dt="2023-04-04T05:49:40.613" v="2117" actId="1036"/>
          <ac:picMkLst>
            <pc:docMk/>
            <pc:sldMk cId="1223559503" sldId="291"/>
            <ac:picMk id="2" creationId="{BD2BA625-28D8-D1DD-D9C4-19A175FC7279}"/>
          </ac:picMkLst>
        </pc:picChg>
        <pc:picChg chg="mod">
          <ac:chgData name="Kumar, Harendra (Cognizant)" userId="8b8433c2-3ce6-4e38-9e1b-c8afb18e9057" providerId="ADAL" clId="{1A8CCD16-2660-4488-985E-3D0D747599E1}" dt="2023-04-04T05:49:42.490" v="2120" actId="1036"/>
          <ac:picMkLst>
            <pc:docMk/>
            <pc:sldMk cId="1223559503" sldId="291"/>
            <ac:picMk id="3" creationId="{3A52B991-812D-36F8-572E-E63FC7DF49DE}"/>
          </ac:picMkLst>
        </pc:picChg>
      </pc:sldChg>
      <pc:sldChg chg="modSp mod">
        <pc:chgData name="Kumar, Harendra (Cognizant)" userId="8b8433c2-3ce6-4e38-9e1b-c8afb18e9057" providerId="ADAL" clId="{1A8CCD16-2660-4488-985E-3D0D747599E1}" dt="2023-04-04T05:52:01.534" v="2124" actId="2"/>
        <pc:sldMkLst>
          <pc:docMk/>
          <pc:sldMk cId="785725705" sldId="292"/>
        </pc:sldMkLst>
        <pc:spChg chg="mod">
          <ac:chgData name="Kumar, Harendra (Cognizant)" userId="8b8433c2-3ce6-4e38-9e1b-c8afb18e9057" providerId="ADAL" clId="{1A8CCD16-2660-4488-985E-3D0D747599E1}" dt="2023-04-04T05:52:01.534" v="2124" actId="2"/>
          <ac:spMkLst>
            <pc:docMk/>
            <pc:sldMk cId="785725705" sldId="292"/>
            <ac:spMk id="10" creationId="{00000000-0000-0000-0000-000000000000}"/>
          </ac:spMkLst>
        </pc:spChg>
        <pc:spChg chg="mod">
          <ac:chgData name="Kumar, Harendra (Cognizant)" userId="8b8433c2-3ce6-4e38-9e1b-c8afb18e9057" providerId="ADAL" clId="{1A8CCD16-2660-4488-985E-3D0D747599E1}" dt="2023-04-03T10:53:26.252" v="367" actId="20577"/>
          <ac:spMkLst>
            <pc:docMk/>
            <pc:sldMk cId="785725705" sldId="292"/>
            <ac:spMk id="17" creationId="{00000000-0000-0000-0000-000000000000}"/>
          </ac:spMkLst>
        </pc:spChg>
      </pc:sldChg>
      <pc:sldChg chg="delSp modSp add mod">
        <pc:chgData name="Kumar, Harendra (Cognizant)" userId="8b8433c2-3ce6-4e38-9e1b-c8afb18e9057" providerId="ADAL" clId="{1A8CCD16-2660-4488-985E-3D0D747599E1}" dt="2023-04-03T10:51:59.412" v="357" actId="115"/>
        <pc:sldMkLst>
          <pc:docMk/>
          <pc:sldMk cId="1456905060" sldId="293"/>
        </pc:sldMkLst>
        <pc:spChg chg="del">
          <ac:chgData name="Kumar, Harendra (Cognizant)" userId="8b8433c2-3ce6-4e38-9e1b-c8afb18e9057" providerId="ADAL" clId="{1A8CCD16-2660-4488-985E-3D0D747599E1}" dt="2023-04-03T10:43:05.747" v="174" actId="21"/>
          <ac:spMkLst>
            <pc:docMk/>
            <pc:sldMk cId="1456905060" sldId="293"/>
            <ac:spMk id="6" creationId="{36C18FB9-59E7-96B5-9936-83F3B55F38E2}"/>
          </ac:spMkLst>
        </pc:spChg>
        <pc:spChg chg="del mod">
          <ac:chgData name="Kumar, Harendra (Cognizant)" userId="8b8433c2-3ce6-4e38-9e1b-c8afb18e9057" providerId="ADAL" clId="{1A8CCD16-2660-4488-985E-3D0D747599E1}" dt="2023-04-03T10:43:02.425" v="173" actId="21"/>
          <ac:spMkLst>
            <pc:docMk/>
            <pc:sldMk cId="1456905060" sldId="293"/>
            <ac:spMk id="7" creationId="{FECB05A3-091C-BB4C-293C-D91F24FAD8F1}"/>
          </ac:spMkLst>
        </pc:spChg>
        <pc:spChg chg="mod">
          <ac:chgData name="Kumar, Harendra (Cognizant)" userId="8b8433c2-3ce6-4e38-9e1b-c8afb18e9057" providerId="ADAL" clId="{1A8CCD16-2660-4488-985E-3D0D747599E1}" dt="2023-04-03T10:51:59.412" v="357" actId="115"/>
          <ac:spMkLst>
            <pc:docMk/>
            <pc:sldMk cId="1456905060" sldId="293"/>
            <ac:spMk id="10" creationId="{00000000-0000-0000-0000-000000000000}"/>
          </ac:spMkLst>
        </pc:spChg>
        <pc:picChg chg="del">
          <ac:chgData name="Kumar, Harendra (Cognizant)" userId="8b8433c2-3ce6-4e38-9e1b-c8afb18e9057" providerId="ADAL" clId="{1A8CCD16-2660-4488-985E-3D0D747599E1}" dt="2023-04-03T10:42:59.412" v="171" actId="21"/>
          <ac:picMkLst>
            <pc:docMk/>
            <pc:sldMk cId="1456905060" sldId="293"/>
            <ac:picMk id="5" creationId="{8B45853E-0110-E1D0-9122-748124353568}"/>
          </ac:picMkLst>
        </pc:picChg>
        <pc:picChg chg="mod">
          <ac:chgData name="Kumar, Harendra (Cognizant)" userId="8b8433c2-3ce6-4e38-9e1b-c8afb18e9057" providerId="ADAL" clId="{1A8CCD16-2660-4488-985E-3D0D747599E1}" dt="2023-04-03T10:43:32.985" v="185" actId="1035"/>
          <ac:picMkLst>
            <pc:docMk/>
            <pc:sldMk cId="1456905060" sldId="293"/>
            <ac:picMk id="9" creationId="{77677CE2-7EB1-EA27-ECBB-DA6DDB641771}"/>
          </ac:picMkLst>
        </pc:picChg>
      </pc:sldChg>
      <pc:sldChg chg="delSp modSp add mod">
        <pc:chgData name="Kumar, Harendra (Cognizant)" userId="8b8433c2-3ce6-4e38-9e1b-c8afb18e9057" providerId="ADAL" clId="{1A8CCD16-2660-4488-985E-3D0D747599E1}" dt="2023-04-03T11:01:11.658" v="733" actId="1036"/>
        <pc:sldMkLst>
          <pc:docMk/>
          <pc:sldMk cId="367818717" sldId="294"/>
        </pc:sldMkLst>
        <pc:spChg chg="del mod">
          <ac:chgData name="Kumar, Harendra (Cognizant)" userId="8b8433c2-3ce6-4e38-9e1b-c8afb18e9057" providerId="ADAL" clId="{1A8CCD16-2660-4488-985E-3D0D747599E1}" dt="2023-04-03T11:00:17.287" v="714" actId="21"/>
          <ac:spMkLst>
            <pc:docMk/>
            <pc:sldMk cId="367818717" sldId="294"/>
            <ac:spMk id="10" creationId="{00000000-0000-0000-0000-000000000000}"/>
          </ac:spMkLst>
        </pc:spChg>
        <pc:spChg chg="mod">
          <ac:chgData name="Kumar, Harendra (Cognizant)" userId="8b8433c2-3ce6-4e38-9e1b-c8afb18e9057" providerId="ADAL" clId="{1A8CCD16-2660-4488-985E-3D0D747599E1}" dt="2023-04-03T11:01:11.658" v="733" actId="1036"/>
          <ac:spMkLst>
            <pc:docMk/>
            <pc:sldMk cId="367818717" sldId="294"/>
            <ac:spMk id="17" creationId="{00000000-0000-0000-0000-000000000000}"/>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Web And Mobile Development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rPr>
            <a:t>Offline First and PWA(Progressive Web Apps)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Microfrontends</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9615"/>
          <a:ext cx="8686800" cy="150579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l" defTabSz="1466850">
            <a:lnSpc>
              <a:spcPct val="90000"/>
            </a:lnSpc>
            <a:spcBef>
              <a:spcPct val="0"/>
            </a:spcBef>
            <a:spcAft>
              <a:spcPct val="35000"/>
            </a:spcAft>
            <a:buNone/>
          </a:pPr>
          <a:r>
            <a:rPr lang="en-US" sz="3300" b="1" i="0" kern="1200" dirty="0"/>
            <a:t>Web And Mobile Development</a:t>
          </a:r>
        </a:p>
        <a:p>
          <a:pPr marL="0" lvl="0" indent="0" algn="l" defTabSz="1466850">
            <a:lnSpc>
              <a:spcPct val="90000"/>
            </a:lnSpc>
            <a:spcBef>
              <a:spcPct val="0"/>
            </a:spcBef>
            <a:spcAft>
              <a:spcPct val="35000"/>
            </a:spcAft>
            <a:buNone/>
          </a:pPr>
          <a:r>
            <a:rPr lang="en-US" sz="3300" b="1" i="0" kern="1200" dirty="0"/>
            <a:t>(Refresher)</a:t>
          </a:r>
          <a:endParaRPr lang="en-US" sz="3300" kern="1200" dirty="0"/>
        </a:p>
      </dsp:txBody>
      <dsp:txXfrm>
        <a:off x="73507" y="93122"/>
        <a:ext cx="8539786" cy="135877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a:t>
          </a:r>
        </a:p>
      </dsp:txBody>
      <dsp:txXfrm>
        <a:off x="21162" y="21162"/>
        <a:ext cx="8825549" cy="391189"/>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a:t>
          </a:r>
        </a:p>
      </dsp:txBody>
      <dsp:txXfrm>
        <a:off x="21162" y="21162"/>
        <a:ext cx="8825549" cy="391189"/>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a:t>
          </a:r>
        </a:p>
      </dsp:txBody>
      <dsp:txXfrm>
        <a:off x="21162" y="21162"/>
        <a:ext cx="8825549" cy="391189"/>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a:t>
          </a:r>
        </a:p>
      </dsp:txBody>
      <dsp:txXfrm>
        <a:off x="21162" y="21162"/>
        <a:ext cx="8825549" cy="391189"/>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a:t>
          </a:r>
        </a:p>
      </dsp:txBody>
      <dsp:txXfrm>
        <a:off x="21162" y="21162"/>
        <a:ext cx="8825549" cy="391189"/>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a:t>
          </a:r>
        </a:p>
      </dsp:txBody>
      <dsp:txXfrm>
        <a:off x="21162" y="21162"/>
        <a:ext cx="8825549" cy="391189"/>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a:t>
          </a:r>
        </a:p>
      </dsp:txBody>
      <dsp:txXfrm>
        <a:off x="21162" y="21162"/>
        <a:ext cx="8825549" cy="391189"/>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rPr>
            <a:t>Offline First and PWA(Progressive Web Apps)</a:t>
          </a:r>
          <a:endParaRPr lang="en-US" sz="2800" kern="1200" dirty="0">
            <a:solidFill>
              <a:prstClr val="white"/>
            </a:solidFill>
            <a:latin typeface="Calibri"/>
            <a:ea typeface="+mn-ea"/>
            <a:cs typeface="+mn-cs"/>
          </a:endParaRPr>
        </a:p>
      </dsp:txBody>
      <dsp:txXfrm>
        <a:off x="21162" y="21162"/>
        <a:ext cx="7149976" cy="391189"/>
      </dsp:txXfrm>
    </dsp:sp>
  </dsp:spTree>
</dsp:drawing>
</file>

<file path=ppt/diagrams/drawing2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2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2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2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endParaRPr lang="en-US" sz="2800" kern="1200" dirty="0">
            <a:solidFill>
              <a:prstClr val="white"/>
            </a:solidFill>
            <a:latin typeface="Calibri"/>
            <a:ea typeface="+mn-ea"/>
            <a:cs typeface="+mn-cs"/>
          </a:endParaRPr>
        </a:p>
      </dsp:txBody>
      <dsp:txXfrm>
        <a:off x="21162" y="21162"/>
        <a:ext cx="7149976" cy="391189"/>
      </dsp:txXfrm>
    </dsp:sp>
  </dsp:spTree>
</dsp:drawing>
</file>

<file path=ppt/diagrams/drawing2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2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2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2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Microfrontends</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2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3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3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3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3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3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3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3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3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3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11/26/2025</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250.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251.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52.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53.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54.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255.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56.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257.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258.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259.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260.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261.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262.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263.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264.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265.xml.rels><?xml version="1.0" encoding="UTF-8" standalone="yes"?>
<Relationships xmlns="http://schemas.openxmlformats.org/package/2006/relationships"><Relationship Id="rId2" Type="http://schemas.openxmlformats.org/officeDocument/2006/relationships/slide" Target="../slides/slide267.xml"/><Relationship Id="rId1" Type="http://schemas.openxmlformats.org/officeDocument/2006/relationships/notesMaster" Target="../notesMasters/notesMaster1.xml"/></Relationships>
</file>

<file path=ppt/notesSlides/_rels/notesSlide266.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267.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268.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269.xml.rels><?xml version="1.0" encoding="UTF-8" standalone="yes"?>
<Relationships xmlns="http://schemas.openxmlformats.org/package/2006/relationships"><Relationship Id="rId2" Type="http://schemas.openxmlformats.org/officeDocument/2006/relationships/slide" Target="../slides/slide271.xml"/><Relationship Id="rId1" Type="http://schemas.openxmlformats.org/officeDocument/2006/relationships/notesMaster" Target="../notesMasters/notesMaster1.xml"/></Relationships>
</file>

<file path=ppt/notesSlides/_rels/notesSlide270.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271.xml.rels><?xml version="1.0" encoding="UTF-8" standalone="yes"?>
<Relationships xmlns="http://schemas.openxmlformats.org/package/2006/relationships"><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_rels/notesSlide272.xml.rels><?xml version="1.0" encoding="UTF-8" standalone="yes"?>
<Relationships xmlns="http://schemas.openxmlformats.org/package/2006/relationships"><Relationship Id="rId2" Type="http://schemas.openxmlformats.org/officeDocument/2006/relationships/slide" Target="../slides/slide274.xml"/><Relationship Id="rId1" Type="http://schemas.openxmlformats.org/officeDocument/2006/relationships/notesMaster" Target="../notesMasters/notesMaster1.xml"/></Relationships>
</file>

<file path=ppt/notesSlides/_rels/notesSlide273.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274.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275.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276.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277.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278.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279.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280.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281.xml.rels><?xml version="1.0" encoding="UTF-8" standalone="yes"?>
<Relationships xmlns="http://schemas.openxmlformats.org/package/2006/relationships"><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282.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283.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284.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285.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286.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287.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288.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289.xml.rels><?xml version="1.0" encoding="UTF-8" standalone="yes"?>
<Relationships xmlns="http://schemas.openxmlformats.org/package/2006/relationships"><Relationship Id="rId2" Type="http://schemas.openxmlformats.org/officeDocument/2006/relationships/slide" Target="../slides/slide291.xml"/><Relationship Id="rId1" Type="http://schemas.openxmlformats.org/officeDocument/2006/relationships/notesMaster" Target="../notesMasters/notesMaster1.xml"/></Relationships>
</file>

<file path=ppt/notesSlides/_rels/notesSlide290.xml.rels><?xml version="1.0" encoding="UTF-8" standalone="yes"?>
<Relationships xmlns="http://schemas.openxmlformats.org/package/2006/relationships"><Relationship Id="rId2" Type="http://schemas.openxmlformats.org/officeDocument/2006/relationships/slide" Target="../slides/slide292.xml"/><Relationship Id="rId1" Type="http://schemas.openxmlformats.org/officeDocument/2006/relationships/notesMaster" Target="../notesMasters/notesMaster1.xml"/></Relationships>
</file>

<file path=ppt/notesSlides/_rels/notesSlide291.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292.xml.rels><?xml version="1.0" encoding="UTF-8" standalone="yes"?>
<Relationships xmlns="http://schemas.openxmlformats.org/package/2006/relationships"><Relationship Id="rId2" Type="http://schemas.openxmlformats.org/officeDocument/2006/relationships/slide" Target="../slides/slide294.xml"/><Relationship Id="rId1" Type="http://schemas.openxmlformats.org/officeDocument/2006/relationships/notesMaster" Target="../notesMasters/notesMaster1.xml"/></Relationships>
</file>

<file path=ppt/notesSlides/_rels/notesSlide293.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294.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295.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296.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297.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298.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299.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300.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301.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302.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303.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304.xml.rels><?xml version="1.0" encoding="UTF-8" standalone="yes"?>
<Relationships xmlns="http://schemas.openxmlformats.org/package/2006/relationships"><Relationship Id="rId2" Type="http://schemas.openxmlformats.org/officeDocument/2006/relationships/slide" Target="../slides/slide307.xml"/><Relationship Id="rId1" Type="http://schemas.openxmlformats.org/officeDocument/2006/relationships/notesMaster" Target="../notesMasters/notesMaster1.xml"/></Relationships>
</file>

<file path=ppt/notesSlides/_rels/notesSlide305.xml.rels><?xml version="1.0" encoding="UTF-8" standalone="yes"?>
<Relationships xmlns="http://schemas.openxmlformats.org/package/2006/relationships"><Relationship Id="rId2" Type="http://schemas.openxmlformats.org/officeDocument/2006/relationships/slide" Target="../slides/slide308.xml"/><Relationship Id="rId1" Type="http://schemas.openxmlformats.org/officeDocument/2006/relationships/notesMaster" Target="../notesMasters/notesMaster1.xml"/></Relationships>
</file>

<file path=ppt/notesSlides/_rels/notesSlide306.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307.xml.rels><?xml version="1.0" encoding="UTF-8" standalone="yes"?>
<Relationships xmlns="http://schemas.openxmlformats.org/package/2006/relationships"><Relationship Id="rId2" Type="http://schemas.openxmlformats.org/officeDocument/2006/relationships/slide" Target="../slides/slide310.xml"/><Relationship Id="rId1" Type="http://schemas.openxmlformats.org/officeDocument/2006/relationships/notesMaster" Target="../notesMasters/notesMaster1.xml"/></Relationships>
</file>

<file path=ppt/notesSlides/_rels/notesSlide308.xml.rels><?xml version="1.0" encoding="UTF-8" standalone="yes"?>
<Relationships xmlns="http://schemas.openxmlformats.org/package/2006/relationships"><Relationship Id="rId2" Type="http://schemas.openxmlformats.org/officeDocument/2006/relationships/slide" Target="../slides/slide318.xml"/><Relationship Id="rId1" Type="http://schemas.openxmlformats.org/officeDocument/2006/relationships/notesMaster" Target="../notesMasters/notesMaster1.xml"/></Relationships>
</file>

<file path=ppt/notesSlides/_rels/notesSlide309.xml.rels><?xml version="1.0" encoding="UTF-8" standalone="yes"?>
<Relationships xmlns="http://schemas.openxmlformats.org/package/2006/relationships"><Relationship Id="rId2" Type="http://schemas.openxmlformats.org/officeDocument/2006/relationships/slide" Target="../slides/slide319.xml"/><Relationship Id="rId1" Type="http://schemas.openxmlformats.org/officeDocument/2006/relationships/notesMaster" Target="../notesMasters/notesMaster1.xml"/></Relationships>
</file>

<file path=ppt/notesSlides/_rels/notesSlide310.xml.rels><?xml version="1.0" encoding="UTF-8" standalone="yes"?>
<Relationships xmlns="http://schemas.openxmlformats.org/package/2006/relationships"><Relationship Id="rId2" Type="http://schemas.openxmlformats.org/officeDocument/2006/relationships/slide" Target="../slides/slide320.xml"/><Relationship Id="rId1" Type="http://schemas.openxmlformats.org/officeDocument/2006/relationships/notesMaster" Target="../notesMasters/notesMaster1.xml"/></Relationships>
</file>

<file path=ppt/notesSlides/_rels/notesSlide311.xml.rels><?xml version="1.0" encoding="UTF-8" standalone="yes"?>
<Relationships xmlns="http://schemas.openxmlformats.org/package/2006/relationships"><Relationship Id="rId2" Type="http://schemas.openxmlformats.org/officeDocument/2006/relationships/slide" Target="../slides/slide321.xml"/><Relationship Id="rId1" Type="http://schemas.openxmlformats.org/officeDocument/2006/relationships/notesMaster" Target="../notesMasters/notesMaster1.xml"/></Relationships>
</file>

<file path=ppt/notesSlides/_rels/notesSlide312.xml.rels><?xml version="1.0" encoding="UTF-8" standalone="yes"?>
<Relationships xmlns="http://schemas.openxmlformats.org/package/2006/relationships"><Relationship Id="rId2" Type="http://schemas.openxmlformats.org/officeDocument/2006/relationships/slide" Target="../slides/slide322.xml"/><Relationship Id="rId1" Type="http://schemas.openxmlformats.org/officeDocument/2006/relationships/notesMaster" Target="../notesMasters/notesMaster1.xml"/></Relationships>
</file>

<file path=ppt/notesSlides/_rels/notesSlide313.xml.rels><?xml version="1.0" encoding="UTF-8" standalone="yes"?>
<Relationships xmlns="http://schemas.openxmlformats.org/package/2006/relationships"><Relationship Id="rId2" Type="http://schemas.openxmlformats.org/officeDocument/2006/relationships/slide" Target="../slides/slide323.xml"/><Relationship Id="rId1" Type="http://schemas.openxmlformats.org/officeDocument/2006/relationships/notesMaster" Target="../notesMasters/notesMaster1.xml"/></Relationships>
</file>

<file path=ppt/notesSlides/_rels/notesSlide314.xml.rels><?xml version="1.0" encoding="UTF-8" standalone="yes"?>
<Relationships xmlns="http://schemas.openxmlformats.org/package/2006/relationships"><Relationship Id="rId2" Type="http://schemas.openxmlformats.org/officeDocument/2006/relationships/slide" Target="../slides/slide324.xml"/><Relationship Id="rId1" Type="http://schemas.openxmlformats.org/officeDocument/2006/relationships/notesMaster" Target="../notesMasters/notesMaster1.xml"/></Relationships>
</file>

<file path=ppt/notesSlides/_rels/notesSlide315.xml.rels><?xml version="1.0" encoding="UTF-8" standalone="yes"?>
<Relationships xmlns="http://schemas.openxmlformats.org/package/2006/relationships"><Relationship Id="rId2" Type="http://schemas.openxmlformats.org/officeDocument/2006/relationships/slide" Target="../slides/slide325.xml"/><Relationship Id="rId1" Type="http://schemas.openxmlformats.org/officeDocument/2006/relationships/notesMaster" Target="../notesMasters/notesMaster1.xml"/></Relationships>
</file>

<file path=ppt/notesSlides/_rels/notesSlide316.xml.rels><?xml version="1.0" encoding="UTF-8" standalone="yes"?>
<Relationships xmlns="http://schemas.openxmlformats.org/package/2006/relationships"><Relationship Id="rId2" Type="http://schemas.openxmlformats.org/officeDocument/2006/relationships/slide" Target="../slides/slide326.xml"/><Relationship Id="rId1" Type="http://schemas.openxmlformats.org/officeDocument/2006/relationships/notesMaster" Target="../notesMasters/notesMaster1.xml"/></Relationships>
</file>

<file path=ppt/notesSlides/_rels/notesSlide317.xml.rels><?xml version="1.0" encoding="UTF-8" standalone="yes"?>
<Relationships xmlns="http://schemas.openxmlformats.org/package/2006/relationships"><Relationship Id="rId2" Type="http://schemas.openxmlformats.org/officeDocument/2006/relationships/slide" Target="../slides/slide327.xml"/><Relationship Id="rId1" Type="http://schemas.openxmlformats.org/officeDocument/2006/relationships/notesMaster" Target="../notesMasters/notesMaster1.xml"/></Relationships>
</file>

<file path=ppt/notesSlides/_rels/notesSlide318.xml.rels><?xml version="1.0" encoding="UTF-8" standalone="yes"?>
<Relationships xmlns="http://schemas.openxmlformats.org/package/2006/relationships"><Relationship Id="rId2" Type="http://schemas.openxmlformats.org/officeDocument/2006/relationships/slide" Target="../slides/slide328.xml"/><Relationship Id="rId1" Type="http://schemas.openxmlformats.org/officeDocument/2006/relationships/notesMaster" Target="../notesMasters/notesMaster1.xml"/></Relationships>
</file>

<file path=ppt/notesSlides/_rels/notesSlide319.xml.rels><?xml version="1.0" encoding="UTF-8" standalone="yes"?>
<Relationships xmlns="http://schemas.openxmlformats.org/package/2006/relationships"><Relationship Id="rId2" Type="http://schemas.openxmlformats.org/officeDocument/2006/relationships/slide" Target="../slides/slide329.xml"/><Relationship Id="rId1" Type="http://schemas.openxmlformats.org/officeDocument/2006/relationships/notesMaster" Target="../notesMasters/notesMaster1.xml"/></Relationships>
</file>

<file path=ppt/notesSlides/_rels/notesSlide320.xml.rels><?xml version="1.0" encoding="UTF-8" standalone="yes"?>
<Relationships xmlns="http://schemas.openxmlformats.org/package/2006/relationships"><Relationship Id="rId2" Type="http://schemas.openxmlformats.org/officeDocument/2006/relationships/slide" Target="../slides/slide330.xml"/><Relationship Id="rId1" Type="http://schemas.openxmlformats.org/officeDocument/2006/relationships/notesMaster" Target="../notesMasters/notesMaster1.xml"/></Relationships>
</file>

<file path=ppt/notesSlides/_rels/notesSlide321.xml.rels><?xml version="1.0" encoding="UTF-8" standalone="yes"?>
<Relationships xmlns="http://schemas.openxmlformats.org/package/2006/relationships"><Relationship Id="rId2" Type="http://schemas.openxmlformats.org/officeDocument/2006/relationships/slide" Target="../slides/slide331.xml"/><Relationship Id="rId1" Type="http://schemas.openxmlformats.org/officeDocument/2006/relationships/notesMaster" Target="../notesMasters/notesMaster1.xml"/></Relationships>
</file>

<file path=ppt/notesSlides/_rels/notesSlide322.xml.rels><?xml version="1.0" encoding="UTF-8" standalone="yes"?>
<Relationships xmlns="http://schemas.openxmlformats.org/package/2006/relationships"><Relationship Id="rId2" Type="http://schemas.openxmlformats.org/officeDocument/2006/relationships/slide" Target="../slides/slide332.xml"/><Relationship Id="rId1" Type="http://schemas.openxmlformats.org/officeDocument/2006/relationships/notesMaster" Target="../notesMasters/notesMaster1.xml"/></Relationships>
</file>

<file path=ppt/notesSlides/_rels/notesSlide323.xml.rels><?xml version="1.0" encoding="UTF-8" standalone="yes"?>
<Relationships xmlns="http://schemas.openxmlformats.org/package/2006/relationships"><Relationship Id="rId2" Type="http://schemas.openxmlformats.org/officeDocument/2006/relationships/slide" Target="../slides/slide333.xml"/><Relationship Id="rId1" Type="http://schemas.openxmlformats.org/officeDocument/2006/relationships/notesMaster" Target="../notesMasters/notesMaster1.xml"/></Relationships>
</file>

<file path=ppt/notesSlides/_rels/notesSlide324.xml.rels><?xml version="1.0" encoding="UTF-8" standalone="yes"?>
<Relationships xmlns="http://schemas.openxmlformats.org/package/2006/relationships"><Relationship Id="rId2" Type="http://schemas.openxmlformats.org/officeDocument/2006/relationships/slide" Target="../slides/slide334.xml"/><Relationship Id="rId1" Type="http://schemas.openxmlformats.org/officeDocument/2006/relationships/notesMaster" Target="../notesMasters/notesMaster1.xml"/></Relationships>
</file>

<file path=ppt/notesSlides/_rels/notesSlide325.xml.rels><?xml version="1.0" encoding="UTF-8" standalone="yes"?>
<Relationships xmlns="http://schemas.openxmlformats.org/package/2006/relationships"><Relationship Id="rId2" Type="http://schemas.openxmlformats.org/officeDocument/2006/relationships/slide" Target="../slides/slide335.xml"/><Relationship Id="rId1" Type="http://schemas.openxmlformats.org/officeDocument/2006/relationships/notesMaster" Target="../notesMasters/notesMaster1.xml"/></Relationships>
</file>

<file path=ppt/notesSlides/_rels/notesSlide326.xml.rels><?xml version="1.0" encoding="UTF-8" standalone="yes"?>
<Relationships xmlns="http://schemas.openxmlformats.org/package/2006/relationships"><Relationship Id="rId2" Type="http://schemas.openxmlformats.org/officeDocument/2006/relationships/slide" Target="../slides/slide336.xml"/><Relationship Id="rId1" Type="http://schemas.openxmlformats.org/officeDocument/2006/relationships/notesMaster" Target="../notesMasters/notesMaster1.xml"/></Relationships>
</file>

<file path=ppt/notesSlides/_rels/notesSlide327.xml.rels><?xml version="1.0" encoding="UTF-8" standalone="yes"?>
<Relationships xmlns="http://schemas.openxmlformats.org/package/2006/relationships"><Relationship Id="rId2" Type="http://schemas.openxmlformats.org/officeDocument/2006/relationships/slide" Target="../slides/slide337.xml"/><Relationship Id="rId1" Type="http://schemas.openxmlformats.org/officeDocument/2006/relationships/notesMaster" Target="../notesMasters/notesMaster1.xml"/></Relationships>
</file>

<file path=ppt/notesSlides/_rels/notesSlide328.xml.rels><?xml version="1.0" encoding="UTF-8" standalone="yes"?>
<Relationships xmlns="http://schemas.openxmlformats.org/package/2006/relationships"><Relationship Id="rId2" Type="http://schemas.openxmlformats.org/officeDocument/2006/relationships/slide" Target="../slides/slide338.xml"/><Relationship Id="rId1" Type="http://schemas.openxmlformats.org/officeDocument/2006/relationships/notesMaster" Target="../notesMasters/notesMaster1.xml"/></Relationships>
</file>

<file path=ppt/notesSlides/_rels/notesSlide329.xml.rels><?xml version="1.0" encoding="UTF-8" standalone="yes"?>
<Relationships xmlns="http://schemas.openxmlformats.org/package/2006/relationships"><Relationship Id="rId2" Type="http://schemas.openxmlformats.org/officeDocument/2006/relationships/slide" Target="../slides/slide339.xml"/><Relationship Id="rId1" Type="http://schemas.openxmlformats.org/officeDocument/2006/relationships/notesMaster" Target="../notesMasters/notesMaster1.xml"/></Relationships>
</file>

<file path=ppt/notesSlides/_rels/notesSlide330.xml.rels><?xml version="1.0" encoding="UTF-8" standalone="yes"?>
<Relationships xmlns="http://schemas.openxmlformats.org/package/2006/relationships"><Relationship Id="rId2" Type="http://schemas.openxmlformats.org/officeDocument/2006/relationships/slide" Target="../slides/slide340.xml"/><Relationship Id="rId1" Type="http://schemas.openxmlformats.org/officeDocument/2006/relationships/notesMaster" Target="../notesMasters/notesMaster1.xml"/></Relationships>
</file>

<file path=ppt/notesSlides/_rels/notesSlide331.xml.rels><?xml version="1.0" encoding="UTF-8" standalone="yes"?>
<Relationships xmlns="http://schemas.openxmlformats.org/package/2006/relationships"><Relationship Id="rId2" Type="http://schemas.openxmlformats.org/officeDocument/2006/relationships/slide" Target="../slides/slide341.xml"/><Relationship Id="rId1" Type="http://schemas.openxmlformats.org/officeDocument/2006/relationships/notesMaster" Target="../notesMasters/notesMaster1.xml"/></Relationships>
</file>

<file path=ppt/notesSlides/_rels/notesSlide332.xml.rels><?xml version="1.0" encoding="UTF-8" standalone="yes"?>
<Relationships xmlns="http://schemas.openxmlformats.org/package/2006/relationships"><Relationship Id="rId2" Type="http://schemas.openxmlformats.org/officeDocument/2006/relationships/slide" Target="../slides/slide342.xml"/><Relationship Id="rId1" Type="http://schemas.openxmlformats.org/officeDocument/2006/relationships/notesMaster" Target="../notesMasters/notesMaster1.xml"/></Relationships>
</file>

<file path=ppt/notesSlides/_rels/notesSlide333.xml.rels><?xml version="1.0" encoding="UTF-8" standalone="yes"?>
<Relationships xmlns="http://schemas.openxmlformats.org/package/2006/relationships"><Relationship Id="rId2" Type="http://schemas.openxmlformats.org/officeDocument/2006/relationships/slide" Target="../slides/slide343.xml"/><Relationship Id="rId1" Type="http://schemas.openxmlformats.org/officeDocument/2006/relationships/notesMaster" Target="../notesMasters/notesMaster1.xml"/></Relationships>
</file>

<file path=ppt/notesSlides/_rels/notesSlide334.xml.rels><?xml version="1.0" encoding="UTF-8" standalone="yes"?>
<Relationships xmlns="http://schemas.openxmlformats.org/package/2006/relationships"><Relationship Id="rId2" Type="http://schemas.openxmlformats.org/officeDocument/2006/relationships/slide" Target="../slides/slide344.xml"/><Relationship Id="rId1" Type="http://schemas.openxmlformats.org/officeDocument/2006/relationships/notesMaster" Target="../notesMasters/notesMaster1.xml"/></Relationships>
</file>

<file path=ppt/notesSlides/_rels/notesSlide335.xml.rels><?xml version="1.0" encoding="UTF-8" standalone="yes"?>
<Relationships xmlns="http://schemas.openxmlformats.org/package/2006/relationships"><Relationship Id="rId2" Type="http://schemas.openxmlformats.org/officeDocument/2006/relationships/slide" Target="../slides/slide345.xml"/><Relationship Id="rId1" Type="http://schemas.openxmlformats.org/officeDocument/2006/relationships/notesMaster" Target="../notesMasters/notesMaster1.xml"/></Relationships>
</file>

<file path=ppt/notesSlides/_rels/notesSlide336.xml.rels><?xml version="1.0" encoding="UTF-8" standalone="yes"?>
<Relationships xmlns="http://schemas.openxmlformats.org/package/2006/relationships"><Relationship Id="rId2" Type="http://schemas.openxmlformats.org/officeDocument/2006/relationships/slide" Target="../slides/slide346.xml"/><Relationship Id="rId1" Type="http://schemas.openxmlformats.org/officeDocument/2006/relationships/notesMaster" Target="../notesMasters/notesMaster1.xml"/></Relationships>
</file>

<file path=ppt/notesSlides/_rels/notesSlide337.xml.rels><?xml version="1.0" encoding="UTF-8" standalone="yes"?>
<Relationships xmlns="http://schemas.openxmlformats.org/package/2006/relationships"><Relationship Id="rId2" Type="http://schemas.openxmlformats.org/officeDocument/2006/relationships/slide" Target="../slides/slide347.xml"/><Relationship Id="rId1" Type="http://schemas.openxmlformats.org/officeDocument/2006/relationships/notesMaster" Target="../notesMasters/notesMaster1.xml"/></Relationships>
</file>

<file path=ppt/notesSlides/_rels/notesSlide338.xml.rels><?xml version="1.0" encoding="UTF-8" standalone="yes"?>
<Relationships xmlns="http://schemas.openxmlformats.org/package/2006/relationships"><Relationship Id="rId2" Type="http://schemas.openxmlformats.org/officeDocument/2006/relationships/slide" Target="../slides/slide348.xml"/><Relationship Id="rId1" Type="http://schemas.openxmlformats.org/officeDocument/2006/relationships/notesMaster" Target="../notesMasters/notesMaster1.xml"/></Relationships>
</file>

<file path=ppt/notesSlides/_rels/notesSlide339.xml.rels><?xml version="1.0" encoding="UTF-8" standalone="yes"?>
<Relationships xmlns="http://schemas.openxmlformats.org/package/2006/relationships"><Relationship Id="rId2" Type="http://schemas.openxmlformats.org/officeDocument/2006/relationships/slide" Target="../slides/slide349.xml"/><Relationship Id="rId1" Type="http://schemas.openxmlformats.org/officeDocument/2006/relationships/notesMaster" Target="../notesMasters/notesMaster1.xml"/></Relationships>
</file>

<file path=ppt/notesSlides/_rels/notesSlide340.xml.rels><?xml version="1.0" encoding="UTF-8" standalone="yes"?>
<Relationships xmlns="http://schemas.openxmlformats.org/package/2006/relationships"><Relationship Id="rId2" Type="http://schemas.openxmlformats.org/officeDocument/2006/relationships/slide" Target="../slides/slide350.xml"/><Relationship Id="rId1" Type="http://schemas.openxmlformats.org/officeDocument/2006/relationships/notesMaster" Target="../notesMasters/notesMaster1.xml"/></Relationships>
</file>

<file path=ppt/notesSlides/_rels/notesSlide341.xml.rels><?xml version="1.0" encoding="UTF-8" standalone="yes"?>
<Relationships xmlns="http://schemas.openxmlformats.org/package/2006/relationships"><Relationship Id="rId2" Type="http://schemas.openxmlformats.org/officeDocument/2006/relationships/slide" Target="../slides/slide351.xml"/><Relationship Id="rId1" Type="http://schemas.openxmlformats.org/officeDocument/2006/relationships/notesMaster" Target="../notesMasters/notesMaster1.xml"/></Relationships>
</file>

<file path=ppt/notesSlides/_rels/notesSlide342.xml.rels><?xml version="1.0" encoding="UTF-8" standalone="yes"?>
<Relationships xmlns="http://schemas.openxmlformats.org/package/2006/relationships"><Relationship Id="rId2" Type="http://schemas.openxmlformats.org/officeDocument/2006/relationships/slide" Target="../slides/slide352.xml"/><Relationship Id="rId1" Type="http://schemas.openxmlformats.org/officeDocument/2006/relationships/notesMaster" Target="../notesMasters/notesMaster1.xml"/></Relationships>
</file>

<file path=ppt/notesSlides/_rels/notesSlide343.xml.rels><?xml version="1.0" encoding="UTF-8" standalone="yes"?>
<Relationships xmlns="http://schemas.openxmlformats.org/package/2006/relationships"><Relationship Id="rId2" Type="http://schemas.openxmlformats.org/officeDocument/2006/relationships/slide" Target="../slides/slide353.xml"/><Relationship Id="rId1" Type="http://schemas.openxmlformats.org/officeDocument/2006/relationships/notesMaster" Target="../notesMasters/notesMaster1.xml"/></Relationships>
</file>

<file path=ppt/notesSlides/_rels/notesSlide344.xml.rels><?xml version="1.0" encoding="UTF-8" standalone="yes"?>
<Relationships xmlns="http://schemas.openxmlformats.org/package/2006/relationships"><Relationship Id="rId2" Type="http://schemas.openxmlformats.org/officeDocument/2006/relationships/slide" Target="../slides/slide354.xml"/><Relationship Id="rId1" Type="http://schemas.openxmlformats.org/officeDocument/2006/relationships/notesMaster" Target="../notesMasters/notesMaster1.xml"/></Relationships>
</file>

<file path=ppt/notesSlides/_rels/notesSlide345.xml.rels><?xml version="1.0" encoding="UTF-8" standalone="yes"?>
<Relationships xmlns="http://schemas.openxmlformats.org/package/2006/relationships"><Relationship Id="rId2" Type="http://schemas.openxmlformats.org/officeDocument/2006/relationships/slide" Target="../slides/slide355.xml"/><Relationship Id="rId1" Type="http://schemas.openxmlformats.org/officeDocument/2006/relationships/notesMaster" Target="../notesMasters/notesMaster1.xml"/></Relationships>
</file>

<file path=ppt/notesSlides/_rels/notesSlide346.xml.rels><?xml version="1.0" encoding="UTF-8" standalone="yes"?>
<Relationships xmlns="http://schemas.openxmlformats.org/package/2006/relationships"><Relationship Id="rId2" Type="http://schemas.openxmlformats.org/officeDocument/2006/relationships/slide" Target="../slides/slide356.xml"/><Relationship Id="rId1" Type="http://schemas.openxmlformats.org/officeDocument/2006/relationships/notesMaster" Target="../notesMasters/notesMaster1.xml"/></Relationships>
</file>

<file path=ppt/notesSlides/_rels/notesSlide347.xml.rels><?xml version="1.0" encoding="UTF-8" standalone="yes"?>
<Relationships xmlns="http://schemas.openxmlformats.org/package/2006/relationships"><Relationship Id="rId2" Type="http://schemas.openxmlformats.org/officeDocument/2006/relationships/slide" Target="../slides/slide357.xml"/><Relationship Id="rId1" Type="http://schemas.openxmlformats.org/officeDocument/2006/relationships/notesMaster" Target="../notesMasters/notesMaster1.xml"/></Relationships>
</file>

<file path=ppt/notesSlides/_rels/notesSlide348.xml.rels><?xml version="1.0" encoding="UTF-8" standalone="yes"?>
<Relationships xmlns="http://schemas.openxmlformats.org/package/2006/relationships"><Relationship Id="rId2" Type="http://schemas.openxmlformats.org/officeDocument/2006/relationships/slide" Target="../slides/slide358.xml"/><Relationship Id="rId1" Type="http://schemas.openxmlformats.org/officeDocument/2006/relationships/notesMaster" Target="../notesMasters/notesMaster1.xml"/></Relationships>
</file>

<file path=ppt/notesSlides/_rels/notesSlide349.xml.rels><?xml version="1.0" encoding="UTF-8" standalone="yes"?>
<Relationships xmlns="http://schemas.openxmlformats.org/package/2006/relationships"><Relationship Id="rId2" Type="http://schemas.openxmlformats.org/officeDocument/2006/relationships/slide" Target="../slides/slide359.xml"/><Relationship Id="rId1" Type="http://schemas.openxmlformats.org/officeDocument/2006/relationships/notesMaster" Target="../notesMasters/notesMaster1.xml"/></Relationships>
</file>

<file path=ppt/notesSlides/_rels/notesSlide350.xml.rels><?xml version="1.0" encoding="UTF-8" standalone="yes"?>
<Relationships xmlns="http://schemas.openxmlformats.org/package/2006/relationships"><Relationship Id="rId2" Type="http://schemas.openxmlformats.org/officeDocument/2006/relationships/slide" Target="../slides/slide360.xml"/><Relationship Id="rId1" Type="http://schemas.openxmlformats.org/officeDocument/2006/relationships/notesMaster" Target="../notesMasters/notesMaster1.xml"/></Relationships>
</file>

<file path=ppt/notesSlides/_rels/notesSlide351.xml.rels><?xml version="1.0" encoding="UTF-8" standalone="yes"?>
<Relationships xmlns="http://schemas.openxmlformats.org/package/2006/relationships"><Relationship Id="rId2" Type="http://schemas.openxmlformats.org/officeDocument/2006/relationships/slide" Target="../slides/slide361.xml"/><Relationship Id="rId1" Type="http://schemas.openxmlformats.org/officeDocument/2006/relationships/notesMaster" Target="../notesMasters/notesMaster1.xml"/></Relationships>
</file>

<file path=ppt/notesSlides/_rels/notesSlide352.xml.rels><?xml version="1.0" encoding="UTF-8" standalone="yes"?>
<Relationships xmlns="http://schemas.openxmlformats.org/package/2006/relationships"><Relationship Id="rId2" Type="http://schemas.openxmlformats.org/officeDocument/2006/relationships/slide" Target="../slides/slide362.xml"/><Relationship Id="rId1" Type="http://schemas.openxmlformats.org/officeDocument/2006/relationships/notesMaster" Target="../notesMasters/notesMaster1.xml"/></Relationships>
</file>

<file path=ppt/notesSlides/_rels/notesSlide353.xml.rels><?xml version="1.0" encoding="UTF-8" standalone="yes"?>
<Relationships xmlns="http://schemas.openxmlformats.org/package/2006/relationships"><Relationship Id="rId2" Type="http://schemas.openxmlformats.org/officeDocument/2006/relationships/slide" Target="../slides/slide363.xml"/><Relationship Id="rId1" Type="http://schemas.openxmlformats.org/officeDocument/2006/relationships/notesMaster" Target="../notesMasters/notesMaster1.xml"/></Relationships>
</file>

<file path=ppt/notesSlides/_rels/notesSlide354.xml.rels><?xml version="1.0" encoding="UTF-8" standalone="yes"?>
<Relationships xmlns="http://schemas.openxmlformats.org/package/2006/relationships"><Relationship Id="rId2" Type="http://schemas.openxmlformats.org/officeDocument/2006/relationships/slide" Target="../slides/slide364.xml"/><Relationship Id="rId1" Type="http://schemas.openxmlformats.org/officeDocument/2006/relationships/notesMaster" Target="../notesMasters/notesMaster1.xml"/></Relationships>
</file>

<file path=ppt/notesSlides/_rels/notesSlide355.xml.rels><?xml version="1.0" encoding="UTF-8" standalone="yes"?>
<Relationships xmlns="http://schemas.openxmlformats.org/package/2006/relationships"><Relationship Id="rId2" Type="http://schemas.openxmlformats.org/officeDocument/2006/relationships/slide" Target="../slides/slide365.xml"/><Relationship Id="rId1" Type="http://schemas.openxmlformats.org/officeDocument/2006/relationships/notesMaster" Target="../notesMasters/notesMaster1.xml"/></Relationships>
</file>

<file path=ppt/notesSlides/_rels/notesSlide356.xml.rels><?xml version="1.0" encoding="UTF-8" standalone="yes"?>
<Relationships xmlns="http://schemas.openxmlformats.org/package/2006/relationships"><Relationship Id="rId2" Type="http://schemas.openxmlformats.org/officeDocument/2006/relationships/slide" Target="../slides/slide366.xml"/><Relationship Id="rId1" Type="http://schemas.openxmlformats.org/officeDocument/2006/relationships/notesMaster" Target="../notesMasters/notesMaster1.xml"/></Relationships>
</file>

<file path=ppt/notesSlides/_rels/notesSlide357.xml.rels><?xml version="1.0" encoding="UTF-8" standalone="yes"?>
<Relationships xmlns="http://schemas.openxmlformats.org/package/2006/relationships"><Relationship Id="rId2" Type="http://schemas.openxmlformats.org/officeDocument/2006/relationships/slide" Target="../slides/slide367.xml"/><Relationship Id="rId1" Type="http://schemas.openxmlformats.org/officeDocument/2006/relationships/notesMaster" Target="../notesMasters/notesMaster1.xml"/></Relationships>
</file>

<file path=ppt/notesSlides/_rels/notesSlide358.xml.rels><?xml version="1.0" encoding="UTF-8" standalone="yes"?>
<Relationships xmlns="http://schemas.openxmlformats.org/package/2006/relationships"><Relationship Id="rId2" Type="http://schemas.openxmlformats.org/officeDocument/2006/relationships/slide" Target="../slides/slide368.xml"/><Relationship Id="rId1" Type="http://schemas.openxmlformats.org/officeDocument/2006/relationships/notesMaster" Target="../notesMasters/notesMaster1.xml"/></Relationships>
</file>

<file path=ppt/notesSlides/_rels/notesSlide359.xml.rels><?xml version="1.0" encoding="UTF-8" standalone="yes"?>
<Relationships xmlns="http://schemas.openxmlformats.org/package/2006/relationships"><Relationship Id="rId2" Type="http://schemas.openxmlformats.org/officeDocument/2006/relationships/slide" Target="../slides/slide369.xml"/><Relationship Id="rId1" Type="http://schemas.openxmlformats.org/officeDocument/2006/relationships/notesMaster" Target="../notesMasters/notesMaster1.xml"/></Relationships>
</file>

<file path=ppt/notesSlides/_rels/notesSlide360.xml.rels><?xml version="1.0" encoding="UTF-8" standalone="yes"?>
<Relationships xmlns="http://schemas.openxmlformats.org/package/2006/relationships"><Relationship Id="rId2" Type="http://schemas.openxmlformats.org/officeDocument/2006/relationships/slide" Target="../slides/slide370.xml"/><Relationship Id="rId1" Type="http://schemas.openxmlformats.org/officeDocument/2006/relationships/notesMaster" Target="../notesMasters/notesMaster1.xml"/></Relationships>
</file>

<file path=ppt/notesSlides/_rels/notesSlide361.xml.rels><?xml version="1.0" encoding="UTF-8" standalone="yes"?>
<Relationships xmlns="http://schemas.openxmlformats.org/package/2006/relationships"><Relationship Id="rId2" Type="http://schemas.openxmlformats.org/officeDocument/2006/relationships/slide" Target="../slides/slide371.xml"/><Relationship Id="rId1" Type="http://schemas.openxmlformats.org/officeDocument/2006/relationships/notesMaster" Target="../notesMasters/notesMaster1.xml"/></Relationships>
</file>

<file path=ppt/notesSlides/_rels/notesSlide362.xml.rels><?xml version="1.0" encoding="UTF-8" standalone="yes"?>
<Relationships xmlns="http://schemas.openxmlformats.org/package/2006/relationships"><Relationship Id="rId2" Type="http://schemas.openxmlformats.org/officeDocument/2006/relationships/slide" Target="../slides/slide372.xml"/><Relationship Id="rId1" Type="http://schemas.openxmlformats.org/officeDocument/2006/relationships/notesMaster" Target="../notesMasters/notesMaster1.xml"/></Relationships>
</file>

<file path=ppt/notesSlides/_rels/notesSlide363.xml.rels><?xml version="1.0" encoding="UTF-8" standalone="yes"?>
<Relationships xmlns="http://schemas.openxmlformats.org/package/2006/relationships"><Relationship Id="rId2" Type="http://schemas.openxmlformats.org/officeDocument/2006/relationships/slide" Target="../slides/slide373.xml"/><Relationship Id="rId1" Type="http://schemas.openxmlformats.org/officeDocument/2006/relationships/notesMaster" Target="../notesMasters/notesMaster1.xml"/></Relationships>
</file>

<file path=ppt/notesSlides/_rels/notesSlide364.xml.rels><?xml version="1.0" encoding="UTF-8" standalone="yes"?>
<Relationships xmlns="http://schemas.openxmlformats.org/package/2006/relationships"><Relationship Id="rId2" Type="http://schemas.openxmlformats.org/officeDocument/2006/relationships/slide" Target="../slides/slide374.xml"/><Relationship Id="rId1" Type="http://schemas.openxmlformats.org/officeDocument/2006/relationships/notesMaster" Target="../notesMasters/notesMaster1.xml"/></Relationships>
</file>

<file path=ppt/notesSlides/_rels/notesSlide365.xml.rels><?xml version="1.0" encoding="UTF-8" standalone="yes"?>
<Relationships xmlns="http://schemas.openxmlformats.org/package/2006/relationships"><Relationship Id="rId2" Type="http://schemas.openxmlformats.org/officeDocument/2006/relationships/slide" Target="../slides/slide375.xml"/><Relationship Id="rId1" Type="http://schemas.openxmlformats.org/officeDocument/2006/relationships/notesMaster" Target="../notesMasters/notesMaster1.xml"/></Relationships>
</file>

<file path=ppt/notesSlides/_rels/notesSlide366.xml.rels><?xml version="1.0" encoding="UTF-8" standalone="yes"?>
<Relationships xmlns="http://schemas.openxmlformats.org/package/2006/relationships"><Relationship Id="rId2" Type="http://schemas.openxmlformats.org/officeDocument/2006/relationships/slide" Target="../slides/slide376.xml"/><Relationship Id="rId1" Type="http://schemas.openxmlformats.org/officeDocument/2006/relationships/notesMaster" Target="../notesMasters/notesMaster1.xml"/></Relationships>
</file>

<file path=ppt/notesSlides/_rels/notesSlide367.xml.rels><?xml version="1.0" encoding="UTF-8" standalone="yes"?>
<Relationships xmlns="http://schemas.openxmlformats.org/package/2006/relationships"><Relationship Id="rId2" Type="http://schemas.openxmlformats.org/officeDocument/2006/relationships/slide" Target="../slides/slide377.xml"/><Relationship Id="rId1" Type="http://schemas.openxmlformats.org/officeDocument/2006/relationships/notesMaster" Target="../notesMasters/notesMaster1.xml"/></Relationships>
</file>

<file path=ppt/notesSlides/_rels/notesSlide368.xml.rels><?xml version="1.0" encoding="UTF-8" standalone="yes"?>
<Relationships xmlns="http://schemas.openxmlformats.org/package/2006/relationships"><Relationship Id="rId2" Type="http://schemas.openxmlformats.org/officeDocument/2006/relationships/slide" Target="../slides/slide378.xml"/><Relationship Id="rId1" Type="http://schemas.openxmlformats.org/officeDocument/2006/relationships/notesMaster" Target="../notesMasters/notesMaster1.xml"/></Relationships>
</file>

<file path=ppt/notesSlides/_rels/notesSlide369.xml.rels><?xml version="1.0" encoding="UTF-8" standalone="yes"?>
<Relationships xmlns="http://schemas.openxmlformats.org/package/2006/relationships"><Relationship Id="rId2" Type="http://schemas.openxmlformats.org/officeDocument/2006/relationships/slide" Target="../slides/slide379.xml"/><Relationship Id="rId1" Type="http://schemas.openxmlformats.org/officeDocument/2006/relationships/notesMaster" Target="../notesMasters/notesMaster1.xml"/></Relationships>
</file>

<file path=ppt/notesSlides/_rels/notesSlide370.xml.rels><?xml version="1.0" encoding="UTF-8" standalone="yes"?>
<Relationships xmlns="http://schemas.openxmlformats.org/package/2006/relationships"><Relationship Id="rId2" Type="http://schemas.openxmlformats.org/officeDocument/2006/relationships/slide" Target="../slides/slide380.xml"/><Relationship Id="rId1" Type="http://schemas.openxmlformats.org/officeDocument/2006/relationships/notesMaster" Target="../notesMasters/notesMaster1.xml"/></Relationships>
</file>

<file path=ppt/notesSlides/_rels/notesSlide371.xml.rels><?xml version="1.0" encoding="UTF-8" standalone="yes"?>
<Relationships xmlns="http://schemas.openxmlformats.org/package/2006/relationships"><Relationship Id="rId2" Type="http://schemas.openxmlformats.org/officeDocument/2006/relationships/slide" Target="../slides/slide381.xml"/><Relationship Id="rId1" Type="http://schemas.openxmlformats.org/officeDocument/2006/relationships/notesMaster" Target="../notesMasters/notesMaster1.xml"/></Relationships>
</file>

<file path=ppt/notesSlides/_rels/notesSlide372.xml.rels><?xml version="1.0" encoding="UTF-8" standalone="yes"?>
<Relationships xmlns="http://schemas.openxmlformats.org/package/2006/relationships"><Relationship Id="rId2" Type="http://schemas.openxmlformats.org/officeDocument/2006/relationships/slide" Target="../slides/slide382.xml"/><Relationship Id="rId1" Type="http://schemas.openxmlformats.org/officeDocument/2006/relationships/notesMaster" Target="../notesMasters/notesMaster1.xml"/></Relationships>
</file>

<file path=ppt/notesSlides/_rels/notesSlide373.xml.rels><?xml version="1.0" encoding="UTF-8" standalone="yes"?>
<Relationships xmlns="http://schemas.openxmlformats.org/package/2006/relationships"><Relationship Id="rId2" Type="http://schemas.openxmlformats.org/officeDocument/2006/relationships/slide" Target="../slides/slide383.xml"/><Relationship Id="rId1" Type="http://schemas.openxmlformats.org/officeDocument/2006/relationships/notesMaster" Target="../notesMasters/notesMaster1.xml"/></Relationships>
</file>

<file path=ppt/notesSlides/_rels/notesSlide374.xml.rels><?xml version="1.0" encoding="UTF-8" standalone="yes"?>
<Relationships xmlns="http://schemas.openxmlformats.org/package/2006/relationships"><Relationship Id="rId2" Type="http://schemas.openxmlformats.org/officeDocument/2006/relationships/slide" Target="../slides/slide384.xml"/><Relationship Id="rId1" Type="http://schemas.openxmlformats.org/officeDocument/2006/relationships/notesMaster" Target="../notesMasters/notesMaster1.xml"/></Relationships>
</file>

<file path=ppt/notesSlides/_rels/notesSlide375.xml.rels><?xml version="1.0" encoding="UTF-8" standalone="yes"?>
<Relationships xmlns="http://schemas.openxmlformats.org/package/2006/relationships"><Relationship Id="rId2" Type="http://schemas.openxmlformats.org/officeDocument/2006/relationships/slide" Target="../slides/slide385.xml"/><Relationship Id="rId1" Type="http://schemas.openxmlformats.org/officeDocument/2006/relationships/notesMaster" Target="../notesMasters/notesMaster1.xml"/></Relationships>
</file>

<file path=ppt/notesSlides/_rels/notesSlide376.xml.rels><?xml version="1.0" encoding="UTF-8" standalone="yes"?>
<Relationships xmlns="http://schemas.openxmlformats.org/package/2006/relationships"><Relationship Id="rId2" Type="http://schemas.openxmlformats.org/officeDocument/2006/relationships/slide" Target="../slides/slide386.xml"/><Relationship Id="rId1" Type="http://schemas.openxmlformats.org/officeDocument/2006/relationships/notesMaster" Target="../notesMasters/notesMaster1.xml"/></Relationships>
</file>

<file path=ppt/notesSlides/_rels/notesSlide377.xml.rels><?xml version="1.0" encoding="UTF-8" standalone="yes"?>
<Relationships xmlns="http://schemas.openxmlformats.org/package/2006/relationships"><Relationship Id="rId2" Type="http://schemas.openxmlformats.org/officeDocument/2006/relationships/slide" Target="../slides/slide387.xml"/><Relationship Id="rId1" Type="http://schemas.openxmlformats.org/officeDocument/2006/relationships/notesMaster" Target="../notesMasters/notesMaster1.xml"/></Relationships>
</file>

<file path=ppt/notesSlides/_rels/notesSlide378.xml.rels><?xml version="1.0" encoding="UTF-8" standalone="yes"?>
<Relationships xmlns="http://schemas.openxmlformats.org/package/2006/relationships"><Relationship Id="rId2" Type="http://schemas.openxmlformats.org/officeDocument/2006/relationships/slide" Target="../slides/slide38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DBD838-AB8F-157D-B95A-74DD07D7C2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8EDC7B-2E55-25FC-EC17-FA3C0086F2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9DC17A-E916-62E0-EE68-C08F590D62D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2715695-D0E2-CB68-D350-0D8805D60097}"/>
              </a:ext>
            </a:extLst>
          </p:cNvPr>
          <p:cNvSpPr>
            <a:spLocks noGrp="1"/>
          </p:cNvSpPr>
          <p:nvPr>
            <p:ph type="sldNum" sz="quarter" idx="5"/>
          </p:nvPr>
        </p:nvSpPr>
        <p:spPr/>
        <p:txBody>
          <a:bodyPr/>
          <a:lstStyle/>
          <a:p>
            <a:fld id="{0C49AC16-2221-4935-809C-2A72A26F729C}" type="slidenum">
              <a:rPr lang="en-US" smtClean="0"/>
              <a:t>2</a:t>
            </a:fld>
            <a:endParaRPr lang="en-US" dirty="0"/>
          </a:p>
        </p:txBody>
      </p:sp>
    </p:spTree>
    <p:extLst>
      <p:ext uri="{BB962C8B-B14F-4D97-AF65-F5344CB8AC3E}">
        <p14:creationId xmlns:p14="http://schemas.microsoft.com/office/powerpoint/2010/main" val="16227577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9648F-5FCD-5440-4822-00940EDF4E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3728BC-682D-272D-6ECD-7DAA1BAEE3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DBBE6F-2553-1223-9094-AC9688086D7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53475EE-AEED-894F-4558-6CCA3E29E836}"/>
              </a:ext>
            </a:extLst>
          </p:cNvPr>
          <p:cNvSpPr>
            <a:spLocks noGrp="1"/>
          </p:cNvSpPr>
          <p:nvPr>
            <p:ph type="sldNum" sz="quarter" idx="5"/>
          </p:nvPr>
        </p:nvSpPr>
        <p:spPr/>
        <p:txBody>
          <a:bodyPr/>
          <a:lstStyle/>
          <a:p>
            <a:fld id="{0C49AC16-2221-4935-809C-2A72A26F729C}" type="slidenum">
              <a:rPr lang="en-US" smtClean="0"/>
              <a:t>3</a:t>
            </a:fld>
            <a:endParaRPr lang="en-US" dirty="0"/>
          </a:p>
        </p:txBody>
      </p:sp>
    </p:spTree>
    <p:extLst>
      <p:ext uri="{BB962C8B-B14F-4D97-AF65-F5344CB8AC3E}">
        <p14:creationId xmlns:p14="http://schemas.microsoft.com/office/powerpoint/2010/main" val="25758454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0611F8-C5B1-097D-BACF-0FAB6B2B6A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4FFB17-371D-EF6F-BFF5-1ED8E2D818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2BEBF8-9CEB-BD5C-77B5-642F4124BAE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425319-67D7-177F-4489-26D193A1DBF9}"/>
              </a:ext>
            </a:extLst>
          </p:cNvPr>
          <p:cNvSpPr>
            <a:spLocks noGrp="1"/>
          </p:cNvSpPr>
          <p:nvPr>
            <p:ph type="sldNum" sz="quarter" idx="5"/>
          </p:nvPr>
        </p:nvSpPr>
        <p:spPr/>
        <p:txBody>
          <a:bodyPr/>
          <a:lstStyle/>
          <a:p>
            <a:fld id="{0C49AC16-2221-4935-809C-2A72A26F729C}" type="slidenum">
              <a:rPr lang="en-US" smtClean="0"/>
              <a:t>4</a:t>
            </a:fld>
            <a:endParaRPr lang="en-US" dirty="0"/>
          </a:p>
        </p:txBody>
      </p:sp>
    </p:spTree>
    <p:extLst>
      <p:ext uri="{BB962C8B-B14F-4D97-AF65-F5344CB8AC3E}">
        <p14:creationId xmlns:p14="http://schemas.microsoft.com/office/powerpoint/2010/main" val="26179769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D0FEA-198F-3C72-F8F0-57651BB64C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F616A0-FFAA-43F0-C5F0-79BFD34EF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389C46-4BA5-3F28-47DB-57F39A21E66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A52CE91-0E99-F60C-D52D-A837F725DADA}"/>
              </a:ext>
            </a:extLst>
          </p:cNvPr>
          <p:cNvSpPr>
            <a:spLocks noGrp="1"/>
          </p:cNvSpPr>
          <p:nvPr>
            <p:ph type="sldNum" sz="quarter" idx="5"/>
          </p:nvPr>
        </p:nvSpPr>
        <p:spPr/>
        <p:txBody>
          <a:bodyPr/>
          <a:lstStyle/>
          <a:p>
            <a:fld id="{0C49AC16-2221-4935-809C-2A72A26F729C}" type="slidenum">
              <a:rPr lang="en-US" smtClean="0"/>
              <a:t>5</a:t>
            </a:fld>
            <a:endParaRPr lang="en-US" dirty="0"/>
          </a:p>
        </p:txBody>
      </p:sp>
    </p:spTree>
    <p:extLst>
      <p:ext uri="{BB962C8B-B14F-4D97-AF65-F5344CB8AC3E}">
        <p14:creationId xmlns:p14="http://schemas.microsoft.com/office/powerpoint/2010/main" val="36055258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19A82E-201E-7176-BEB0-EB06E62EEE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99F37B-7869-6E63-8A47-EA27C31E93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04DACB-080B-D4C6-2D61-F4A5CA15BC9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24F9BD0-7533-42E5-41C3-7B14B1AA6330}"/>
              </a:ext>
            </a:extLst>
          </p:cNvPr>
          <p:cNvSpPr>
            <a:spLocks noGrp="1"/>
          </p:cNvSpPr>
          <p:nvPr>
            <p:ph type="sldNum" sz="quarter" idx="5"/>
          </p:nvPr>
        </p:nvSpPr>
        <p:spPr/>
        <p:txBody>
          <a:bodyPr/>
          <a:lstStyle/>
          <a:p>
            <a:fld id="{0C49AC16-2221-4935-809C-2A72A26F729C}" type="slidenum">
              <a:rPr lang="en-US" smtClean="0"/>
              <a:t>6</a:t>
            </a:fld>
            <a:endParaRPr lang="en-US" dirty="0"/>
          </a:p>
        </p:txBody>
      </p:sp>
    </p:spTree>
    <p:extLst>
      <p:ext uri="{BB962C8B-B14F-4D97-AF65-F5344CB8AC3E}">
        <p14:creationId xmlns:p14="http://schemas.microsoft.com/office/powerpoint/2010/main" val="37057229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B51E1-4B1B-2C76-5379-51BA059CD8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CAC39A-D661-51B1-A72D-3343E91ACD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D719CC-0FF7-3D09-FFEF-11D17878BC2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AB0ACAC-C04C-501B-5CCC-05F6FC7C9164}"/>
              </a:ext>
            </a:extLst>
          </p:cNvPr>
          <p:cNvSpPr>
            <a:spLocks noGrp="1"/>
          </p:cNvSpPr>
          <p:nvPr>
            <p:ph type="sldNum" sz="quarter" idx="5"/>
          </p:nvPr>
        </p:nvSpPr>
        <p:spPr/>
        <p:txBody>
          <a:bodyPr/>
          <a:lstStyle/>
          <a:p>
            <a:fld id="{0C49AC16-2221-4935-809C-2A72A26F729C}" type="slidenum">
              <a:rPr lang="en-US" smtClean="0"/>
              <a:t>7</a:t>
            </a:fld>
            <a:endParaRPr lang="en-US" dirty="0"/>
          </a:p>
        </p:txBody>
      </p:sp>
    </p:spTree>
    <p:extLst>
      <p:ext uri="{BB962C8B-B14F-4D97-AF65-F5344CB8AC3E}">
        <p14:creationId xmlns:p14="http://schemas.microsoft.com/office/powerpoint/2010/main" val="36148175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6B3AD-F61A-7182-C169-CD49F70FDA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CC713A-1C15-515B-A392-ED42BB58EB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E6AC8C-B690-FE4B-41EF-F0CEE211A1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92A2C7C-1975-E52C-50C2-7F6B4176023B}"/>
              </a:ext>
            </a:extLst>
          </p:cNvPr>
          <p:cNvSpPr>
            <a:spLocks noGrp="1"/>
          </p:cNvSpPr>
          <p:nvPr>
            <p:ph type="sldNum" sz="quarter" idx="5"/>
          </p:nvPr>
        </p:nvSpPr>
        <p:spPr/>
        <p:txBody>
          <a:bodyPr/>
          <a:lstStyle/>
          <a:p>
            <a:fld id="{0C49AC16-2221-4935-809C-2A72A26F729C}" type="slidenum">
              <a:rPr lang="en-US" smtClean="0"/>
              <a:t>8</a:t>
            </a:fld>
            <a:endParaRPr lang="en-US" dirty="0"/>
          </a:p>
        </p:txBody>
      </p:sp>
    </p:spTree>
    <p:extLst>
      <p:ext uri="{BB962C8B-B14F-4D97-AF65-F5344CB8AC3E}">
        <p14:creationId xmlns:p14="http://schemas.microsoft.com/office/powerpoint/2010/main" val="18438339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4518D-49EE-1CCA-C749-48173C137E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3C133C-2100-226F-CDE4-E81976F854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C1A30A-6EE9-B721-1698-29AFB99513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DEE1BFD-BA39-2680-6C48-62723F40FD8F}"/>
              </a:ext>
            </a:extLst>
          </p:cNvPr>
          <p:cNvSpPr>
            <a:spLocks noGrp="1"/>
          </p:cNvSpPr>
          <p:nvPr>
            <p:ph type="sldNum" sz="quarter" idx="5"/>
          </p:nvPr>
        </p:nvSpPr>
        <p:spPr/>
        <p:txBody>
          <a:bodyPr/>
          <a:lstStyle/>
          <a:p>
            <a:fld id="{0C49AC16-2221-4935-809C-2A72A26F729C}" type="slidenum">
              <a:rPr lang="en-US" smtClean="0"/>
              <a:t>9</a:t>
            </a:fld>
            <a:endParaRPr lang="en-US" dirty="0"/>
          </a:p>
        </p:txBody>
      </p:sp>
    </p:spTree>
    <p:extLst>
      <p:ext uri="{BB962C8B-B14F-4D97-AF65-F5344CB8AC3E}">
        <p14:creationId xmlns:p14="http://schemas.microsoft.com/office/powerpoint/2010/main" val="13044226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49CDBF-8EEE-A351-09A3-4DAE14431B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B3A3C4-6228-BC5E-7DF6-B5FC0A1A5D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3C1DAE-DD98-D984-29AA-9C82D04BC78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8BD1089-4E32-2980-40A3-C959FB539331}"/>
              </a:ext>
            </a:extLst>
          </p:cNvPr>
          <p:cNvSpPr>
            <a:spLocks noGrp="1"/>
          </p:cNvSpPr>
          <p:nvPr>
            <p:ph type="sldNum" sz="quarter" idx="5"/>
          </p:nvPr>
        </p:nvSpPr>
        <p:spPr/>
        <p:txBody>
          <a:bodyPr/>
          <a:lstStyle/>
          <a:p>
            <a:fld id="{0C49AC16-2221-4935-809C-2A72A26F729C}" type="slidenum">
              <a:rPr lang="en-US" smtClean="0"/>
              <a:t>10</a:t>
            </a:fld>
            <a:endParaRPr lang="en-US" dirty="0"/>
          </a:p>
        </p:txBody>
      </p:sp>
    </p:spTree>
    <p:extLst>
      <p:ext uri="{BB962C8B-B14F-4D97-AF65-F5344CB8AC3E}">
        <p14:creationId xmlns:p14="http://schemas.microsoft.com/office/powerpoint/2010/main" val="36386212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BD885-0874-17DB-BF0D-6858F17FEF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2FC56F-3FC7-5886-E971-841635B95D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E2659C-6C55-70D2-FDE6-7179A076D6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F1B5A9-2C9A-93D0-EC59-89A41F5F0CCB}"/>
              </a:ext>
            </a:extLst>
          </p:cNvPr>
          <p:cNvSpPr>
            <a:spLocks noGrp="1"/>
          </p:cNvSpPr>
          <p:nvPr>
            <p:ph type="sldNum" sz="quarter" idx="5"/>
          </p:nvPr>
        </p:nvSpPr>
        <p:spPr/>
        <p:txBody>
          <a:bodyPr/>
          <a:lstStyle/>
          <a:p>
            <a:fld id="{0C49AC16-2221-4935-809C-2A72A26F729C}" type="slidenum">
              <a:rPr lang="en-US" smtClean="0"/>
              <a:t>11</a:t>
            </a:fld>
            <a:endParaRPr lang="en-US" dirty="0"/>
          </a:p>
        </p:txBody>
      </p:sp>
    </p:spTree>
    <p:extLst>
      <p:ext uri="{BB962C8B-B14F-4D97-AF65-F5344CB8AC3E}">
        <p14:creationId xmlns:p14="http://schemas.microsoft.com/office/powerpoint/2010/main" val="6642717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76757-1C10-CB2C-4B89-F21D8F6BA6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F4F334-6D70-1E2F-54C7-5A71C4248D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75CB3B-ECA7-F9F7-E66C-E4B9103C130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E4B1FDE-C673-DEB8-B7D6-73800DCA2795}"/>
              </a:ext>
            </a:extLst>
          </p:cNvPr>
          <p:cNvSpPr>
            <a:spLocks noGrp="1"/>
          </p:cNvSpPr>
          <p:nvPr>
            <p:ph type="sldNum" sz="quarter" idx="5"/>
          </p:nvPr>
        </p:nvSpPr>
        <p:spPr/>
        <p:txBody>
          <a:bodyPr/>
          <a:lstStyle/>
          <a:p>
            <a:fld id="{0C49AC16-2221-4935-809C-2A72A26F729C}" type="slidenum">
              <a:rPr lang="en-US" smtClean="0"/>
              <a:t>12</a:t>
            </a:fld>
            <a:endParaRPr lang="en-US" dirty="0"/>
          </a:p>
        </p:txBody>
      </p:sp>
    </p:spTree>
    <p:extLst>
      <p:ext uri="{BB962C8B-B14F-4D97-AF65-F5344CB8AC3E}">
        <p14:creationId xmlns:p14="http://schemas.microsoft.com/office/powerpoint/2010/main" val="6645113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0128E-6311-54F8-5D9B-C5088C6DF2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DA9782-9DAF-0296-F5C4-64E3146D49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779E50-94EE-62CF-440D-4AA9D45A701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70E426B-3CAD-005F-1E61-BAF3C68C1FA4}"/>
              </a:ext>
            </a:extLst>
          </p:cNvPr>
          <p:cNvSpPr>
            <a:spLocks noGrp="1"/>
          </p:cNvSpPr>
          <p:nvPr>
            <p:ph type="sldNum" sz="quarter" idx="5"/>
          </p:nvPr>
        </p:nvSpPr>
        <p:spPr/>
        <p:txBody>
          <a:bodyPr/>
          <a:lstStyle/>
          <a:p>
            <a:fld id="{0C49AC16-2221-4935-809C-2A72A26F729C}" type="slidenum">
              <a:rPr lang="en-US" smtClean="0"/>
              <a:t>13</a:t>
            </a:fld>
            <a:endParaRPr lang="en-US" dirty="0"/>
          </a:p>
        </p:txBody>
      </p:sp>
    </p:spTree>
    <p:extLst>
      <p:ext uri="{BB962C8B-B14F-4D97-AF65-F5344CB8AC3E}">
        <p14:creationId xmlns:p14="http://schemas.microsoft.com/office/powerpoint/2010/main" val="36826183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0DE57-CD10-6B6B-F6E7-3AA427CB2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CB4667-C1EF-C43F-E098-EE36E6A98A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44A4D7-54D3-364D-E863-C1A37A27A00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8C85CAC-A4EA-C885-D6DF-777AC36169ED}"/>
              </a:ext>
            </a:extLst>
          </p:cNvPr>
          <p:cNvSpPr>
            <a:spLocks noGrp="1"/>
          </p:cNvSpPr>
          <p:nvPr>
            <p:ph type="sldNum" sz="quarter" idx="5"/>
          </p:nvPr>
        </p:nvSpPr>
        <p:spPr/>
        <p:txBody>
          <a:bodyPr/>
          <a:lstStyle/>
          <a:p>
            <a:fld id="{0C49AC16-2221-4935-809C-2A72A26F729C}" type="slidenum">
              <a:rPr lang="en-US" smtClean="0"/>
              <a:t>14</a:t>
            </a:fld>
            <a:endParaRPr lang="en-US" dirty="0"/>
          </a:p>
        </p:txBody>
      </p:sp>
    </p:spTree>
    <p:extLst>
      <p:ext uri="{BB962C8B-B14F-4D97-AF65-F5344CB8AC3E}">
        <p14:creationId xmlns:p14="http://schemas.microsoft.com/office/powerpoint/2010/main" val="9424132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468E0-C692-6F4E-34F7-7371C73760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876759-A5A8-6FB3-8EB5-5FDDA275E2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B9A7CC-ED9B-F572-EFF0-E0330DCC92D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3894A73-CFCF-9B35-4C3E-1AB7D9D520A8}"/>
              </a:ext>
            </a:extLst>
          </p:cNvPr>
          <p:cNvSpPr>
            <a:spLocks noGrp="1"/>
          </p:cNvSpPr>
          <p:nvPr>
            <p:ph type="sldNum" sz="quarter" idx="5"/>
          </p:nvPr>
        </p:nvSpPr>
        <p:spPr/>
        <p:txBody>
          <a:bodyPr/>
          <a:lstStyle/>
          <a:p>
            <a:fld id="{0C49AC16-2221-4935-809C-2A72A26F729C}" type="slidenum">
              <a:rPr lang="en-US" smtClean="0"/>
              <a:t>15</a:t>
            </a:fld>
            <a:endParaRPr lang="en-US" dirty="0"/>
          </a:p>
        </p:txBody>
      </p:sp>
    </p:spTree>
    <p:extLst>
      <p:ext uri="{BB962C8B-B14F-4D97-AF65-F5344CB8AC3E}">
        <p14:creationId xmlns:p14="http://schemas.microsoft.com/office/powerpoint/2010/main" val="13347628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CC5E5A-45A6-6893-CB73-B9E2AA74AE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DE99F3-6FB0-E8CB-3D0A-63A0166C4D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E5D701-4399-0142-E3BE-A5A2D028888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746DB5B-17C8-FF99-A23F-2A20A2DD45C2}"/>
              </a:ext>
            </a:extLst>
          </p:cNvPr>
          <p:cNvSpPr>
            <a:spLocks noGrp="1"/>
          </p:cNvSpPr>
          <p:nvPr>
            <p:ph type="sldNum" sz="quarter" idx="5"/>
          </p:nvPr>
        </p:nvSpPr>
        <p:spPr/>
        <p:txBody>
          <a:bodyPr/>
          <a:lstStyle/>
          <a:p>
            <a:fld id="{0C49AC16-2221-4935-809C-2A72A26F729C}" type="slidenum">
              <a:rPr lang="en-US" smtClean="0"/>
              <a:t>16</a:t>
            </a:fld>
            <a:endParaRPr lang="en-US" dirty="0"/>
          </a:p>
        </p:txBody>
      </p:sp>
    </p:spTree>
    <p:extLst>
      <p:ext uri="{BB962C8B-B14F-4D97-AF65-F5344CB8AC3E}">
        <p14:creationId xmlns:p14="http://schemas.microsoft.com/office/powerpoint/2010/main" val="52482878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4F7C4-8C1F-1773-5A2B-B5B743E4C6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33F27C-A438-3469-F871-7CA7969E4C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93FE7C-9E0D-5736-092A-54A6F3E139C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F290BE8-AEA0-C73B-7773-8541A50DCDBF}"/>
              </a:ext>
            </a:extLst>
          </p:cNvPr>
          <p:cNvSpPr>
            <a:spLocks noGrp="1"/>
          </p:cNvSpPr>
          <p:nvPr>
            <p:ph type="sldNum" sz="quarter" idx="5"/>
          </p:nvPr>
        </p:nvSpPr>
        <p:spPr/>
        <p:txBody>
          <a:bodyPr/>
          <a:lstStyle/>
          <a:p>
            <a:fld id="{0C49AC16-2221-4935-809C-2A72A26F729C}" type="slidenum">
              <a:rPr lang="en-US" smtClean="0"/>
              <a:t>17</a:t>
            </a:fld>
            <a:endParaRPr lang="en-US" dirty="0"/>
          </a:p>
        </p:txBody>
      </p:sp>
    </p:spTree>
    <p:extLst>
      <p:ext uri="{BB962C8B-B14F-4D97-AF65-F5344CB8AC3E}">
        <p14:creationId xmlns:p14="http://schemas.microsoft.com/office/powerpoint/2010/main" val="37207286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FF0CC-4024-B6C1-8311-1474C98814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82EDEE-3C5C-4768-09D6-CE02FA79B9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5F78B6-9E16-08C3-0DC7-FE4853A8B24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074243B-7857-2167-6162-DED3DEB81A91}"/>
              </a:ext>
            </a:extLst>
          </p:cNvPr>
          <p:cNvSpPr>
            <a:spLocks noGrp="1"/>
          </p:cNvSpPr>
          <p:nvPr>
            <p:ph type="sldNum" sz="quarter" idx="5"/>
          </p:nvPr>
        </p:nvSpPr>
        <p:spPr/>
        <p:txBody>
          <a:bodyPr/>
          <a:lstStyle/>
          <a:p>
            <a:fld id="{0C49AC16-2221-4935-809C-2A72A26F729C}" type="slidenum">
              <a:rPr lang="en-US" smtClean="0"/>
              <a:t>18</a:t>
            </a:fld>
            <a:endParaRPr lang="en-US" dirty="0"/>
          </a:p>
        </p:txBody>
      </p:sp>
    </p:spTree>
    <p:extLst>
      <p:ext uri="{BB962C8B-B14F-4D97-AF65-F5344CB8AC3E}">
        <p14:creationId xmlns:p14="http://schemas.microsoft.com/office/powerpoint/2010/main" val="389018720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C8936-E101-A5B6-DB93-679B855307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68F95E-065D-F207-3081-673397ADE1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FA40A5-2AEB-6033-08BB-A784E243A73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9404DBB-B3A5-93B6-D09D-3E255EB315F1}"/>
              </a:ext>
            </a:extLst>
          </p:cNvPr>
          <p:cNvSpPr>
            <a:spLocks noGrp="1"/>
          </p:cNvSpPr>
          <p:nvPr>
            <p:ph type="sldNum" sz="quarter" idx="5"/>
          </p:nvPr>
        </p:nvSpPr>
        <p:spPr/>
        <p:txBody>
          <a:bodyPr/>
          <a:lstStyle/>
          <a:p>
            <a:fld id="{0C49AC16-2221-4935-809C-2A72A26F729C}" type="slidenum">
              <a:rPr lang="en-US" smtClean="0"/>
              <a:t>19</a:t>
            </a:fld>
            <a:endParaRPr lang="en-US" dirty="0"/>
          </a:p>
        </p:txBody>
      </p:sp>
    </p:spTree>
    <p:extLst>
      <p:ext uri="{BB962C8B-B14F-4D97-AF65-F5344CB8AC3E}">
        <p14:creationId xmlns:p14="http://schemas.microsoft.com/office/powerpoint/2010/main" val="102635194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5E75F-2BE0-E1FD-61E6-7D3CA59172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3512C3-3453-6101-21BE-80C72655E1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BA8AE4-5D58-2FC9-9471-457DB70E75A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FF9DC62-108B-5D46-D96B-12D92DB8BFE2}"/>
              </a:ext>
            </a:extLst>
          </p:cNvPr>
          <p:cNvSpPr>
            <a:spLocks noGrp="1"/>
          </p:cNvSpPr>
          <p:nvPr>
            <p:ph type="sldNum" sz="quarter" idx="5"/>
          </p:nvPr>
        </p:nvSpPr>
        <p:spPr/>
        <p:txBody>
          <a:bodyPr/>
          <a:lstStyle/>
          <a:p>
            <a:fld id="{0C49AC16-2221-4935-809C-2A72A26F729C}" type="slidenum">
              <a:rPr lang="en-US" smtClean="0"/>
              <a:t>20</a:t>
            </a:fld>
            <a:endParaRPr lang="en-US" dirty="0"/>
          </a:p>
        </p:txBody>
      </p:sp>
    </p:spTree>
    <p:extLst>
      <p:ext uri="{BB962C8B-B14F-4D97-AF65-F5344CB8AC3E}">
        <p14:creationId xmlns:p14="http://schemas.microsoft.com/office/powerpoint/2010/main" val="156785420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D7661F-E408-976D-3EE8-5EB09BD5A8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C378AE-3E0B-FA79-5F44-35D63F7AC4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BDC441-9380-4913-ECF0-7D42D8C0CF7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59CB50F-547E-4A02-090A-05F14092AA55}"/>
              </a:ext>
            </a:extLst>
          </p:cNvPr>
          <p:cNvSpPr>
            <a:spLocks noGrp="1"/>
          </p:cNvSpPr>
          <p:nvPr>
            <p:ph type="sldNum" sz="quarter" idx="5"/>
          </p:nvPr>
        </p:nvSpPr>
        <p:spPr/>
        <p:txBody>
          <a:bodyPr/>
          <a:lstStyle/>
          <a:p>
            <a:fld id="{0C49AC16-2221-4935-809C-2A72A26F729C}" type="slidenum">
              <a:rPr lang="en-US" smtClean="0"/>
              <a:t>21</a:t>
            </a:fld>
            <a:endParaRPr lang="en-US" dirty="0"/>
          </a:p>
        </p:txBody>
      </p:sp>
    </p:spTree>
    <p:extLst>
      <p:ext uri="{BB962C8B-B14F-4D97-AF65-F5344CB8AC3E}">
        <p14:creationId xmlns:p14="http://schemas.microsoft.com/office/powerpoint/2010/main" val="22453339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72E2F9-90C3-D9A8-4496-6AB07D94FC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0FEC1A-CF92-E301-3BC2-55A915A2B3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C1F5CE-CF36-D0B3-2C30-A5ADCEF1D71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528DFDC-19A1-36C2-67A9-BDFB2CAEDD3E}"/>
              </a:ext>
            </a:extLst>
          </p:cNvPr>
          <p:cNvSpPr>
            <a:spLocks noGrp="1"/>
          </p:cNvSpPr>
          <p:nvPr>
            <p:ph type="sldNum" sz="quarter" idx="5"/>
          </p:nvPr>
        </p:nvSpPr>
        <p:spPr/>
        <p:txBody>
          <a:bodyPr/>
          <a:lstStyle/>
          <a:p>
            <a:fld id="{0C49AC16-2221-4935-809C-2A72A26F729C}" type="slidenum">
              <a:rPr lang="en-US" smtClean="0"/>
              <a:t>22</a:t>
            </a:fld>
            <a:endParaRPr lang="en-US" dirty="0"/>
          </a:p>
        </p:txBody>
      </p:sp>
    </p:spTree>
    <p:extLst>
      <p:ext uri="{BB962C8B-B14F-4D97-AF65-F5344CB8AC3E}">
        <p14:creationId xmlns:p14="http://schemas.microsoft.com/office/powerpoint/2010/main" val="396923405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03572-FFF6-E481-392D-D78E8C609F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E5DB4B-4655-AE25-9D29-9DF8D3A875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EC112C-0597-B307-8F6C-3683A329070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EBEBA9E-B371-AE47-1010-6B0AFE18DBF4}"/>
              </a:ext>
            </a:extLst>
          </p:cNvPr>
          <p:cNvSpPr>
            <a:spLocks noGrp="1"/>
          </p:cNvSpPr>
          <p:nvPr>
            <p:ph type="sldNum" sz="quarter" idx="5"/>
          </p:nvPr>
        </p:nvSpPr>
        <p:spPr/>
        <p:txBody>
          <a:bodyPr/>
          <a:lstStyle/>
          <a:p>
            <a:fld id="{0C49AC16-2221-4935-809C-2A72A26F729C}" type="slidenum">
              <a:rPr lang="en-US" smtClean="0"/>
              <a:t>23</a:t>
            </a:fld>
            <a:endParaRPr lang="en-US" dirty="0"/>
          </a:p>
        </p:txBody>
      </p:sp>
    </p:spTree>
    <p:extLst>
      <p:ext uri="{BB962C8B-B14F-4D97-AF65-F5344CB8AC3E}">
        <p14:creationId xmlns:p14="http://schemas.microsoft.com/office/powerpoint/2010/main" val="346182007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75CAA-5428-2BEF-436B-8184E86EDD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3A87B-C526-8A6D-6FEB-D09CA70A2E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693096-D981-DFCA-6A8F-F5ABF90B295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060CB08-E41F-CC69-E0E9-C29CE3A7E60F}"/>
              </a:ext>
            </a:extLst>
          </p:cNvPr>
          <p:cNvSpPr>
            <a:spLocks noGrp="1"/>
          </p:cNvSpPr>
          <p:nvPr>
            <p:ph type="sldNum" sz="quarter" idx="5"/>
          </p:nvPr>
        </p:nvSpPr>
        <p:spPr/>
        <p:txBody>
          <a:bodyPr/>
          <a:lstStyle/>
          <a:p>
            <a:fld id="{0C49AC16-2221-4935-809C-2A72A26F729C}" type="slidenum">
              <a:rPr lang="en-US" smtClean="0"/>
              <a:t>24</a:t>
            </a:fld>
            <a:endParaRPr lang="en-US" dirty="0"/>
          </a:p>
        </p:txBody>
      </p:sp>
    </p:spTree>
    <p:extLst>
      <p:ext uri="{BB962C8B-B14F-4D97-AF65-F5344CB8AC3E}">
        <p14:creationId xmlns:p14="http://schemas.microsoft.com/office/powerpoint/2010/main" val="260648651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FDE757-4DF8-99D6-8C12-BCFB803945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A8E567-B106-1E98-4601-72BB4FA041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3D36E7-ED86-FA2D-75ED-ED88A97DD16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666D09F-AE92-AADD-FFDF-EE144F6826EB}"/>
              </a:ext>
            </a:extLst>
          </p:cNvPr>
          <p:cNvSpPr>
            <a:spLocks noGrp="1"/>
          </p:cNvSpPr>
          <p:nvPr>
            <p:ph type="sldNum" sz="quarter" idx="5"/>
          </p:nvPr>
        </p:nvSpPr>
        <p:spPr/>
        <p:txBody>
          <a:bodyPr/>
          <a:lstStyle/>
          <a:p>
            <a:fld id="{0C49AC16-2221-4935-809C-2A72A26F729C}" type="slidenum">
              <a:rPr lang="en-US" smtClean="0"/>
              <a:t>25</a:t>
            </a:fld>
            <a:endParaRPr lang="en-US" dirty="0"/>
          </a:p>
        </p:txBody>
      </p:sp>
    </p:spTree>
    <p:extLst>
      <p:ext uri="{BB962C8B-B14F-4D97-AF65-F5344CB8AC3E}">
        <p14:creationId xmlns:p14="http://schemas.microsoft.com/office/powerpoint/2010/main" val="358508304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86B0D0-F048-192C-B549-BD5865FAFC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288313-B2CB-FD65-2B45-52D51D7A0C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3C4D01-905E-4141-71AC-AAC0C1A8E16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8359280-329A-314D-8C2C-95301A262AB4}"/>
              </a:ext>
            </a:extLst>
          </p:cNvPr>
          <p:cNvSpPr>
            <a:spLocks noGrp="1"/>
          </p:cNvSpPr>
          <p:nvPr>
            <p:ph type="sldNum" sz="quarter" idx="5"/>
          </p:nvPr>
        </p:nvSpPr>
        <p:spPr/>
        <p:txBody>
          <a:bodyPr/>
          <a:lstStyle/>
          <a:p>
            <a:fld id="{0C49AC16-2221-4935-809C-2A72A26F729C}" type="slidenum">
              <a:rPr lang="en-US" smtClean="0"/>
              <a:t>26</a:t>
            </a:fld>
            <a:endParaRPr lang="en-US" dirty="0"/>
          </a:p>
        </p:txBody>
      </p:sp>
    </p:spTree>
    <p:extLst>
      <p:ext uri="{BB962C8B-B14F-4D97-AF65-F5344CB8AC3E}">
        <p14:creationId xmlns:p14="http://schemas.microsoft.com/office/powerpoint/2010/main" val="26338141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CB9581-6D08-7516-D545-D5DE7D9FB2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22CBCB-CE01-E7A5-CDE7-77535387E3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D9A5D1-4FBB-2346-9EA9-572985E2CA6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D0EE062-1477-1130-B029-F90029EA954D}"/>
              </a:ext>
            </a:extLst>
          </p:cNvPr>
          <p:cNvSpPr>
            <a:spLocks noGrp="1"/>
          </p:cNvSpPr>
          <p:nvPr>
            <p:ph type="sldNum" sz="quarter" idx="5"/>
          </p:nvPr>
        </p:nvSpPr>
        <p:spPr/>
        <p:txBody>
          <a:bodyPr/>
          <a:lstStyle/>
          <a:p>
            <a:fld id="{0C49AC16-2221-4935-809C-2A72A26F729C}" type="slidenum">
              <a:rPr lang="en-US" smtClean="0"/>
              <a:t>27</a:t>
            </a:fld>
            <a:endParaRPr lang="en-US" dirty="0"/>
          </a:p>
        </p:txBody>
      </p:sp>
    </p:spTree>
    <p:extLst>
      <p:ext uri="{BB962C8B-B14F-4D97-AF65-F5344CB8AC3E}">
        <p14:creationId xmlns:p14="http://schemas.microsoft.com/office/powerpoint/2010/main" val="285503691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91AD7-FE60-233F-291F-03204C9D10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34F55F-9D03-AF0D-A7CD-7B8E69823A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EFBD83-3AE4-C912-8BA1-2058CC7D05E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349D7B5-1E21-AE75-081A-F7189CF8002F}"/>
              </a:ext>
            </a:extLst>
          </p:cNvPr>
          <p:cNvSpPr>
            <a:spLocks noGrp="1"/>
          </p:cNvSpPr>
          <p:nvPr>
            <p:ph type="sldNum" sz="quarter" idx="5"/>
          </p:nvPr>
        </p:nvSpPr>
        <p:spPr/>
        <p:txBody>
          <a:bodyPr/>
          <a:lstStyle/>
          <a:p>
            <a:fld id="{0C49AC16-2221-4935-809C-2A72A26F729C}" type="slidenum">
              <a:rPr lang="en-US" smtClean="0"/>
              <a:t>28</a:t>
            </a:fld>
            <a:endParaRPr lang="en-US" dirty="0"/>
          </a:p>
        </p:txBody>
      </p:sp>
    </p:spTree>
    <p:extLst>
      <p:ext uri="{BB962C8B-B14F-4D97-AF65-F5344CB8AC3E}">
        <p14:creationId xmlns:p14="http://schemas.microsoft.com/office/powerpoint/2010/main" val="28233882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21D16-A11A-9A18-BCD9-C1E3824F80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D609AF-658D-FBA7-3F49-54FD5C81F8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46F718-3AB9-3217-EEDB-CF04D47A82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8DDF89E-65E1-9192-BA3D-B817B334084F}"/>
              </a:ext>
            </a:extLst>
          </p:cNvPr>
          <p:cNvSpPr>
            <a:spLocks noGrp="1"/>
          </p:cNvSpPr>
          <p:nvPr>
            <p:ph type="sldNum" sz="quarter" idx="5"/>
          </p:nvPr>
        </p:nvSpPr>
        <p:spPr/>
        <p:txBody>
          <a:bodyPr/>
          <a:lstStyle/>
          <a:p>
            <a:fld id="{0C49AC16-2221-4935-809C-2A72A26F729C}" type="slidenum">
              <a:rPr lang="en-US" smtClean="0"/>
              <a:t>29</a:t>
            </a:fld>
            <a:endParaRPr lang="en-US" dirty="0"/>
          </a:p>
        </p:txBody>
      </p:sp>
    </p:spTree>
    <p:extLst>
      <p:ext uri="{BB962C8B-B14F-4D97-AF65-F5344CB8AC3E}">
        <p14:creationId xmlns:p14="http://schemas.microsoft.com/office/powerpoint/2010/main" val="42196048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A4145E-ADB5-7E84-02F7-2C175CC394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A49164-6863-52D1-5536-47305A0A1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621E05-E023-D8AD-ED1E-B046D2AD0BC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476C25F-B0A7-9655-E6FF-C18469C3085A}"/>
              </a:ext>
            </a:extLst>
          </p:cNvPr>
          <p:cNvSpPr>
            <a:spLocks noGrp="1"/>
          </p:cNvSpPr>
          <p:nvPr>
            <p:ph type="sldNum" sz="quarter" idx="5"/>
          </p:nvPr>
        </p:nvSpPr>
        <p:spPr/>
        <p:txBody>
          <a:bodyPr/>
          <a:lstStyle/>
          <a:p>
            <a:fld id="{0C49AC16-2221-4935-809C-2A72A26F729C}" type="slidenum">
              <a:rPr lang="en-US" smtClean="0"/>
              <a:t>30</a:t>
            </a:fld>
            <a:endParaRPr lang="en-US" dirty="0"/>
          </a:p>
        </p:txBody>
      </p:sp>
    </p:spTree>
    <p:extLst>
      <p:ext uri="{BB962C8B-B14F-4D97-AF65-F5344CB8AC3E}">
        <p14:creationId xmlns:p14="http://schemas.microsoft.com/office/powerpoint/2010/main" val="205938706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7D3DB-4B70-BCA1-A1DE-33F3C58244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66F9AD-9D12-8EB3-56FB-219F300D56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B275FE-074F-81E3-25F8-83F8BDA313E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E3B0C85-59B1-8A07-1D23-F11AA84C1E68}"/>
              </a:ext>
            </a:extLst>
          </p:cNvPr>
          <p:cNvSpPr>
            <a:spLocks noGrp="1"/>
          </p:cNvSpPr>
          <p:nvPr>
            <p:ph type="sldNum" sz="quarter" idx="5"/>
          </p:nvPr>
        </p:nvSpPr>
        <p:spPr/>
        <p:txBody>
          <a:bodyPr/>
          <a:lstStyle/>
          <a:p>
            <a:fld id="{0C49AC16-2221-4935-809C-2A72A26F729C}" type="slidenum">
              <a:rPr lang="en-US" smtClean="0"/>
              <a:t>31</a:t>
            </a:fld>
            <a:endParaRPr lang="en-US" dirty="0"/>
          </a:p>
        </p:txBody>
      </p:sp>
    </p:spTree>
    <p:extLst>
      <p:ext uri="{BB962C8B-B14F-4D97-AF65-F5344CB8AC3E}">
        <p14:creationId xmlns:p14="http://schemas.microsoft.com/office/powerpoint/2010/main" val="275310288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EC0A4-E2E2-904D-6E15-80FAA9F28C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DC6453-98C7-A48A-5433-A0642360EF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6B4B90-F853-19FC-3491-83EA88687D4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F51E234-E3E5-E8D5-EC15-AACD6EC2B785}"/>
              </a:ext>
            </a:extLst>
          </p:cNvPr>
          <p:cNvSpPr>
            <a:spLocks noGrp="1"/>
          </p:cNvSpPr>
          <p:nvPr>
            <p:ph type="sldNum" sz="quarter" idx="5"/>
          </p:nvPr>
        </p:nvSpPr>
        <p:spPr/>
        <p:txBody>
          <a:bodyPr/>
          <a:lstStyle/>
          <a:p>
            <a:fld id="{0C49AC16-2221-4935-809C-2A72A26F729C}" type="slidenum">
              <a:rPr lang="en-US" smtClean="0"/>
              <a:t>32</a:t>
            </a:fld>
            <a:endParaRPr lang="en-US" dirty="0"/>
          </a:p>
        </p:txBody>
      </p:sp>
    </p:spTree>
    <p:extLst>
      <p:ext uri="{BB962C8B-B14F-4D97-AF65-F5344CB8AC3E}">
        <p14:creationId xmlns:p14="http://schemas.microsoft.com/office/powerpoint/2010/main" val="57775793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8E6DD-6A74-C989-A3EE-18D3C00235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BE7D24-CE62-24EB-11BA-EDE6978BA0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40DAF0-8D6F-1884-A8DA-0FCE907BCF2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6466D6A-19EC-5916-A9F5-D4FF8C843DB3}"/>
              </a:ext>
            </a:extLst>
          </p:cNvPr>
          <p:cNvSpPr>
            <a:spLocks noGrp="1"/>
          </p:cNvSpPr>
          <p:nvPr>
            <p:ph type="sldNum" sz="quarter" idx="5"/>
          </p:nvPr>
        </p:nvSpPr>
        <p:spPr/>
        <p:txBody>
          <a:bodyPr/>
          <a:lstStyle/>
          <a:p>
            <a:fld id="{0C49AC16-2221-4935-809C-2A72A26F729C}" type="slidenum">
              <a:rPr lang="en-US" smtClean="0"/>
              <a:t>33</a:t>
            </a:fld>
            <a:endParaRPr lang="en-US" dirty="0"/>
          </a:p>
        </p:txBody>
      </p:sp>
    </p:spTree>
    <p:extLst>
      <p:ext uri="{BB962C8B-B14F-4D97-AF65-F5344CB8AC3E}">
        <p14:creationId xmlns:p14="http://schemas.microsoft.com/office/powerpoint/2010/main" val="172844602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56C1B-1107-1832-3BDE-B2A6B069EF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0245EF-241D-09D7-54D1-5CEF86AF20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9875DB-4675-53AC-ABFE-EDCD2332A82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2366DCF-3F33-42FF-3FE0-1040210AB410}"/>
              </a:ext>
            </a:extLst>
          </p:cNvPr>
          <p:cNvSpPr>
            <a:spLocks noGrp="1"/>
          </p:cNvSpPr>
          <p:nvPr>
            <p:ph type="sldNum" sz="quarter" idx="5"/>
          </p:nvPr>
        </p:nvSpPr>
        <p:spPr/>
        <p:txBody>
          <a:bodyPr/>
          <a:lstStyle/>
          <a:p>
            <a:fld id="{0C49AC16-2221-4935-809C-2A72A26F729C}" type="slidenum">
              <a:rPr lang="en-US" smtClean="0"/>
              <a:t>34</a:t>
            </a:fld>
            <a:endParaRPr lang="en-US" dirty="0"/>
          </a:p>
        </p:txBody>
      </p:sp>
    </p:spTree>
    <p:extLst>
      <p:ext uri="{BB962C8B-B14F-4D97-AF65-F5344CB8AC3E}">
        <p14:creationId xmlns:p14="http://schemas.microsoft.com/office/powerpoint/2010/main" val="69410671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37997-7096-BFA1-A23B-BF7C78EEF9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90258C-956E-FD0C-592B-1EEC4AE3D7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541F02-E729-3C7A-3BA7-0C45B6D615D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FD30ADE-082A-1111-F232-334D2DAA6CD2}"/>
              </a:ext>
            </a:extLst>
          </p:cNvPr>
          <p:cNvSpPr>
            <a:spLocks noGrp="1"/>
          </p:cNvSpPr>
          <p:nvPr>
            <p:ph type="sldNum" sz="quarter" idx="5"/>
          </p:nvPr>
        </p:nvSpPr>
        <p:spPr/>
        <p:txBody>
          <a:bodyPr/>
          <a:lstStyle/>
          <a:p>
            <a:fld id="{0C49AC16-2221-4935-809C-2A72A26F729C}" type="slidenum">
              <a:rPr lang="en-US" smtClean="0"/>
              <a:t>35</a:t>
            </a:fld>
            <a:endParaRPr lang="en-US" dirty="0"/>
          </a:p>
        </p:txBody>
      </p:sp>
    </p:spTree>
    <p:extLst>
      <p:ext uri="{BB962C8B-B14F-4D97-AF65-F5344CB8AC3E}">
        <p14:creationId xmlns:p14="http://schemas.microsoft.com/office/powerpoint/2010/main" val="245971830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1F2D0-83C3-1E3D-516B-B53E330EBE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F888CA-0E05-59B0-09EC-19BA48E70E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5DCAA9-CBA5-C8A6-92FE-AD9994C5FD5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231189E-6173-0276-5329-8BEFD41B14F0}"/>
              </a:ext>
            </a:extLst>
          </p:cNvPr>
          <p:cNvSpPr>
            <a:spLocks noGrp="1"/>
          </p:cNvSpPr>
          <p:nvPr>
            <p:ph type="sldNum" sz="quarter" idx="5"/>
          </p:nvPr>
        </p:nvSpPr>
        <p:spPr/>
        <p:txBody>
          <a:bodyPr/>
          <a:lstStyle/>
          <a:p>
            <a:fld id="{0C49AC16-2221-4935-809C-2A72A26F729C}" type="slidenum">
              <a:rPr lang="en-US" smtClean="0"/>
              <a:t>36</a:t>
            </a:fld>
            <a:endParaRPr lang="en-US" dirty="0"/>
          </a:p>
        </p:txBody>
      </p:sp>
    </p:spTree>
    <p:extLst>
      <p:ext uri="{BB962C8B-B14F-4D97-AF65-F5344CB8AC3E}">
        <p14:creationId xmlns:p14="http://schemas.microsoft.com/office/powerpoint/2010/main" val="22278825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79EDC-1B32-151B-EDF5-FAFF4CE78D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9FC049-D741-A2AD-DFF3-82F64748F1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07E867-0371-1B2D-7074-310B86D28C2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F0C1B22-351B-1378-8890-3E7E38876F2C}"/>
              </a:ext>
            </a:extLst>
          </p:cNvPr>
          <p:cNvSpPr>
            <a:spLocks noGrp="1"/>
          </p:cNvSpPr>
          <p:nvPr>
            <p:ph type="sldNum" sz="quarter" idx="5"/>
          </p:nvPr>
        </p:nvSpPr>
        <p:spPr/>
        <p:txBody>
          <a:bodyPr/>
          <a:lstStyle/>
          <a:p>
            <a:fld id="{0C49AC16-2221-4935-809C-2A72A26F729C}" type="slidenum">
              <a:rPr lang="en-US" smtClean="0"/>
              <a:t>37</a:t>
            </a:fld>
            <a:endParaRPr lang="en-US" dirty="0"/>
          </a:p>
        </p:txBody>
      </p:sp>
    </p:spTree>
    <p:extLst>
      <p:ext uri="{BB962C8B-B14F-4D97-AF65-F5344CB8AC3E}">
        <p14:creationId xmlns:p14="http://schemas.microsoft.com/office/powerpoint/2010/main" val="160052767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57434F-96C3-A0A0-02E6-BF4FF10278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B756AC-E1E5-68DE-A5A2-F486AE4FAE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7ED13E-FE47-C021-BB34-46DF0ECF88E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B5095BE-865E-B84F-B7E8-72803D3A65B0}"/>
              </a:ext>
            </a:extLst>
          </p:cNvPr>
          <p:cNvSpPr>
            <a:spLocks noGrp="1"/>
          </p:cNvSpPr>
          <p:nvPr>
            <p:ph type="sldNum" sz="quarter" idx="5"/>
          </p:nvPr>
        </p:nvSpPr>
        <p:spPr/>
        <p:txBody>
          <a:bodyPr/>
          <a:lstStyle/>
          <a:p>
            <a:fld id="{0C49AC16-2221-4935-809C-2A72A26F729C}" type="slidenum">
              <a:rPr lang="en-US" smtClean="0"/>
              <a:t>38</a:t>
            </a:fld>
            <a:endParaRPr lang="en-US" dirty="0"/>
          </a:p>
        </p:txBody>
      </p:sp>
    </p:spTree>
    <p:extLst>
      <p:ext uri="{BB962C8B-B14F-4D97-AF65-F5344CB8AC3E}">
        <p14:creationId xmlns:p14="http://schemas.microsoft.com/office/powerpoint/2010/main" val="294822242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42167-3548-44FA-71B5-2A5B61A5B7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5C2B7C-89F0-B910-E8D5-5A6F6F4EA0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93E9FB-ACAB-F142-9932-6992C67E453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084D9F9-EA38-683D-0790-535262274F86}"/>
              </a:ext>
            </a:extLst>
          </p:cNvPr>
          <p:cNvSpPr>
            <a:spLocks noGrp="1"/>
          </p:cNvSpPr>
          <p:nvPr>
            <p:ph type="sldNum" sz="quarter" idx="5"/>
          </p:nvPr>
        </p:nvSpPr>
        <p:spPr/>
        <p:txBody>
          <a:bodyPr/>
          <a:lstStyle/>
          <a:p>
            <a:fld id="{0C49AC16-2221-4935-809C-2A72A26F729C}" type="slidenum">
              <a:rPr lang="en-US" smtClean="0"/>
              <a:t>39</a:t>
            </a:fld>
            <a:endParaRPr lang="en-US" dirty="0"/>
          </a:p>
        </p:txBody>
      </p:sp>
    </p:spTree>
    <p:extLst>
      <p:ext uri="{BB962C8B-B14F-4D97-AF65-F5344CB8AC3E}">
        <p14:creationId xmlns:p14="http://schemas.microsoft.com/office/powerpoint/2010/main" val="36929882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C45EC8-A133-EB48-936C-DAE3088236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F6E019-7D98-2139-DEBF-DCCC208914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600E06-57AB-9D28-0E1C-C808EB668C9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22107DD-A75D-1F3E-2DE2-7FDA7D507733}"/>
              </a:ext>
            </a:extLst>
          </p:cNvPr>
          <p:cNvSpPr>
            <a:spLocks noGrp="1"/>
          </p:cNvSpPr>
          <p:nvPr>
            <p:ph type="sldNum" sz="quarter" idx="5"/>
          </p:nvPr>
        </p:nvSpPr>
        <p:spPr/>
        <p:txBody>
          <a:bodyPr/>
          <a:lstStyle/>
          <a:p>
            <a:fld id="{0C49AC16-2221-4935-809C-2A72A26F729C}" type="slidenum">
              <a:rPr lang="en-US" smtClean="0"/>
              <a:t>40</a:t>
            </a:fld>
            <a:endParaRPr lang="en-US" dirty="0"/>
          </a:p>
        </p:txBody>
      </p:sp>
    </p:spTree>
    <p:extLst>
      <p:ext uri="{BB962C8B-B14F-4D97-AF65-F5344CB8AC3E}">
        <p14:creationId xmlns:p14="http://schemas.microsoft.com/office/powerpoint/2010/main" val="28275896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DE453C-784D-7D1B-7705-085A2CB13F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4DD724-24E1-4D03-1C6E-4AE5838B89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C18319-EA81-00A9-C7E3-57671B2FD6A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18BA99C-5EE2-0199-94CB-E898E7797605}"/>
              </a:ext>
            </a:extLst>
          </p:cNvPr>
          <p:cNvSpPr>
            <a:spLocks noGrp="1"/>
          </p:cNvSpPr>
          <p:nvPr>
            <p:ph type="sldNum" sz="quarter" idx="5"/>
          </p:nvPr>
        </p:nvSpPr>
        <p:spPr/>
        <p:txBody>
          <a:bodyPr/>
          <a:lstStyle/>
          <a:p>
            <a:fld id="{0C49AC16-2221-4935-809C-2A72A26F729C}" type="slidenum">
              <a:rPr lang="en-US" smtClean="0"/>
              <a:t>41</a:t>
            </a:fld>
            <a:endParaRPr lang="en-US" dirty="0"/>
          </a:p>
        </p:txBody>
      </p:sp>
    </p:spTree>
    <p:extLst>
      <p:ext uri="{BB962C8B-B14F-4D97-AF65-F5344CB8AC3E}">
        <p14:creationId xmlns:p14="http://schemas.microsoft.com/office/powerpoint/2010/main" val="350958660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B293C-EF05-F028-528D-7CF20B2DA1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C93181-42DD-87F5-A208-9031EFC1D3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CDB7AD-2302-C737-38AA-F72A3B7E1E4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9F15512-E428-FDE7-DA17-68937658535E}"/>
              </a:ext>
            </a:extLst>
          </p:cNvPr>
          <p:cNvSpPr>
            <a:spLocks noGrp="1"/>
          </p:cNvSpPr>
          <p:nvPr>
            <p:ph type="sldNum" sz="quarter" idx="5"/>
          </p:nvPr>
        </p:nvSpPr>
        <p:spPr/>
        <p:txBody>
          <a:bodyPr/>
          <a:lstStyle/>
          <a:p>
            <a:fld id="{0C49AC16-2221-4935-809C-2A72A26F729C}" type="slidenum">
              <a:rPr lang="en-US" smtClean="0"/>
              <a:t>42</a:t>
            </a:fld>
            <a:endParaRPr lang="en-US" dirty="0"/>
          </a:p>
        </p:txBody>
      </p:sp>
    </p:spTree>
    <p:extLst>
      <p:ext uri="{BB962C8B-B14F-4D97-AF65-F5344CB8AC3E}">
        <p14:creationId xmlns:p14="http://schemas.microsoft.com/office/powerpoint/2010/main" val="402893596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25780-0528-6D0E-A867-B326306156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B19E5-1576-9A28-AB78-2A5FF1F5B6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A0D575-7BCD-26DE-F722-9DAF5B689D6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D2C53F1-5B30-2082-1306-D4158486B11A}"/>
              </a:ext>
            </a:extLst>
          </p:cNvPr>
          <p:cNvSpPr>
            <a:spLocks noGrp="1"/>
          </p:cNvSpPr>
          <p:nvPr>
            <p:ph type="sldNum" sz="quarter" idx="5"/>
          </p:nvPr>
        </p:nvSpPr>
        <p:spPr/>
        <p:txBody>
          <a:bodyPr/>
          <a:lstStyle/>
          <a:p>
            <a:fld id="{0C49AC16-2221-4935-809C-2A72A26F729C}" type="slidenum">
              <a:rPr lang="en-US" smtClean="0"/>
              <a:t>43</a:t>
            </a:fld>
            <a:endParaRPr lang="en-US" dirty="0"/>
          </a:p>
        </p:txBody>
      </p:sp>
    </p:spTree>
    <p:extLst>
      <p:ext uri="{BB962C8B-B14F-4D97-AF65-F5344CB8AC3E}">
        <p14:creationId xmlns:p14="http://schemas.microsoft.com/office/powerpoint/2010/main" val="242998295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40C12B-7B8F-39DC-F1C6-C6FA9D5864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E44116-5D30-7502-4B91-D7B0C1AA1D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EE8696-821F-2F6C-6DA0-05B15E5510C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E3C99DB-B07C-5024-65D2-13A626413CB3}"/>
              </a:ext>
            </a:extLst>
          </p:cNvPr>
          <p:cNvSpPr>
            <a:spLocks noGrp="1"/>
          </p:cNvSpPr>
          <p:nvPr>
            <p:ph type="sldNum" sz="quarter" idx="5"/>
          </p:nvPr>
        </p:nvSpPr>
        <p:spPr/>
        <p:txBody>
          <a:bodyPr/>
          <a:lstStyle/>
          <a:p>
            <a:fld id="{0C49AC16-2221-4935-809C-2A72A26F729C}" type="slidenum">
              <a:rPr lang="en-US" smtClean="0"/>
              <a:t>44</a:t>
            </a:fld>
            <a:endParaRPr lang="en-US" dirty="0"/>
          </a:p>
        </p:txBody>
      </p:sp>
    </p:spTree>
    <p:extLst>
      <p:ext uri="{BB962C8B-B14F-4D97-AF65-F5344CB8AC3E}">
        <p14:creationId xmlns:p14="http://schemas.microsoft.com/office/powerpoint/2010/main" val="320864696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9552E-757F-66C7-FA5F-3C1494DDBF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08982B-683D-232F-824A-7541D61BF6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165353-614E-013A-9DAB-D3CD7D04279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DAB0332-ABA9-D63B-8870-E3D58B517A00}"/>
              </a:ext>
            </a:extLst>
          </p:cNvPr>
          <p:cNvSpPr>
            <a:spLocks noGrp="1"/>
          </p:cNvSpPr>
          <p:nvPr>
            <p:ph type="sldNum" sz="quarter" idx="5"/>
          </p:nvPr>
        </p:nvSpPr>
        <p:spPr/>
        <p:txBody>
          <a:bodyPr/>
          <a:lstStyle/>
          <a:p>
            <a:fld id="{0C49AC16-2221-4935-809C-2A72A26F729C}" type="slidenum">
              <a:rPr lang="en-US" smtClean="0"/>
              <a:t>45</a:t>
            </a:fld>
            <a:endParaRPr lang="en-US" dirty="0"/>
          </a:p>
        </p:txBody>
      </p:sp>
    </p:spTree>
    <p:extLst>
      <p:ext uri="{BB962C8B-B14F-4D97-AF65-F5344CB8AC3E}">
        <p14:creationId xmlns:p14="http://schemas.microsoft.com/office/powerpoint/2010/main" val="219889729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D6CEC-43DE-597B-5FDE-CB72374AFF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F8E2F7-92CA-D11B-3BA1-AB92B03023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7B6522-1F1E-B542-6D2C-2D829DB9A2F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B634728-AFCF-0579-4C8A-19EDAF5F64F7}"/>
              </a:ext>
            </a:extLst>
          </p:cNvPr>
          <p:cNvSpPr>
            <a:spLocks noGrp="1"/>
          </p:cNvSpPr>
          <p:nvPr>
            <p:ph type="sldNum" sz="quarter" idx="5"/>
          </p:nvPr>
        </p:nvSpPr>
        <p:spPr/>
        <p:txBody>
          <a:bodyPr/>
          <a:lstStyle/>
          <a:p>
            <a:fld id="{0C49AC16-2221-4935-809C-2A72A26F729C}" type="slidenum">
              <a:rPr lang="en-US" smtClean="0"/>
              <a:t>46</a:t>
            </a:fld>
            <a:endParaRPr lang="en-US" dirty="0"/>
          </a:p>
        </p:txBody>
      </p:sp>
    </p:spTree>
    <p:extLst>
      <p:ext uri="{BB962C8B-B14F-4D97-AF65-F5344CB8AC3E}">
        <p14:creationId xmlns:p14="http://schemas.microsoft.com/office/powerpoint/2010/main" val="69031520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4ABE4-7F68-E50F-CE33-A85FFE7B35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951449-33CE-6380-BD20-0639226CBA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DB69A-A1CB-220E-5CB7-A4C0B8BBDF5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3856DFD-5094-489F-A682-6DFF8821A230}"/>
              </a:ext>
            </a:extLst>
          </p:cNvPr>
          <p:cNvSpPr>
            <a:spLocks noGrp="1"/>
          </p:cNvSpPr>
          <p:nvPr>
            <p:ph type="sldNum" sz="quarter" idx="5"/>
          </p:nvPr>
        </p:nvSpPr>
        <p:spPr/>
        <p:txBody>
          <a:bodyPr/>
          <a:lstStyle/>
          <a:p>
            <a:fld id="{0C49AC16-2221-4935-809C-2A72A26F729C}" type="slidenum">
              <a:rPr lang="en-US" smtClean="0"/>
              <a:t>47</a:t>
            </a:fld>
            <a:endParaRPr lang="en-US" dirty="0"/>
          </a:p>
        </p:txBody>
      </p:sp>
    </p:spTree>
    <p:extLst>
      <p:ext uri="{BB962C8B-B14F-4D97-AF65-F5344CB8AC3E}">
        <p14:creationId xmlns:p14="http://schemas.microsoft.com/office/powerpoint/2010/main" val="76504301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0F6DFC-A037-671D-29BE-0B3C67E6DC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D657BC-D839-CED8-3526-8CD4ABEB5D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37962A-C886-7759-E1CF-EF13DD0DFB2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593C42-3512-4D49-5297-5619E2B18968}"/>
              </a:ext>
            </a:extLst>
          </p:cNvPr>
          <p:cNvSpPr>
            <a:spLocks noGrp="1"/>
          </p:cNvSpPr>
          <p:nvPr>
            <p:ph type="sldNum" sz="quarter" idx="5"/>
          </p:nvPr>
        </p:nvSpPr>
        <p:spPr/>
        <p:txBody>
          <a:bodyPr/>
          <a:lstStyle/>
          <a:p>
            <a:fld id="{0C49AC16-2221-4935-809C-2A72A26F729C}" type="slidenum">
              <a:rPr lang="en-US" smtClean="0"/>
              <a:t>48</a:t>
            </a:fld>
            <a:endParaRPr lang="en-US" dirty="0"/>
          </a:p>
        </p:txBody>
      </p:sp>
    </p:spTree>
    <p:extLst>
      <p:ext uri="{BB962C8B-B14F-4D97-AF65-F5344CB8AC3E}">
        <p14:creationId xmlns:p14="http://schemas.microsoft.com/office/powerpoint/2010/main" val="316951270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1297C-6FDB-F67D-9CBB-19E458A371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569CFD-7C68-D892-3224-8E5674EC79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CB0270-48E6-F2B3-A760-4BCEC0797E1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425829C-5EB4-4171-CB63-8FCA7B3BC06D}"/>
              </a:ext>
            </a:extLst>
          </p:cNvPr>
          <p:cNvSpPr>
            <a:spLocks noGrp="1"/>
          </p:cNvSpPr>
          <p:nvPr>
            <p:ph type="sldNum" sz="quarter" idx="5"/>
          </p:nvPr>
        </p:nvSpPr>
        <p:spPr/>
        <p:txBody>
          <a:bodyPr/>
          <a:lstStyle/>
          <a:p>
            <a:fld id="{0C49AC16-2221-4935-809C-2A72A26F729C}" type="slidenum">
              <a:rPr lang="en-US" smtClean="0"/>
              <a:t>49</a:t>
            </a:fld>
            <a:endParaRPr lang="en-US" dirty="0"/>
          </a:p>
        </p:txBody>
      </p:sp>
    </p:spTree>
    <p:extLst>
      <p:ext uri="{BB962C8B-B14F-4D97-AF65-F5344CB8AC3E}">
        <p14:creationId xmlns:p14="http://schemas.microsoft.com/office/powerpoint/2010/main" val="78586711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09887-7498-F130-E58D-3D94B0D5B0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7A09A0-A316-D55C-B59A-B1D5F5D576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CCB2C7-F1F9-00B3-2652-E2D7BFE5AE2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D98F274-6CDF-8023-4A35-7B3F48C2CC6A}"/>
              </a:ext>
            </a:extLst>
          </p:cNvPr>
          <p:cNvSpPr>
            <a:spLocks noGrp="1"/>
          </p:cNvSpPr>
          <p:nvPr>
            <p:ph type="sldNum" sz="quarter" idx="5"/>
          </p:nvPr>
        </p:nvSpPr>
        <p:spPr/>
        <p:txBody>
          <a:bodyPr/>
          <a:lstStyle/>
          <a:p>
            <a:fld id="{0C49AC16-2221-4935-809C-2A72A26F729C}" type="slidenum">
              <a:rPr lang="en-US" smtClean="0"/>
              <a:t>50</a:t>
            </a:fld>
            <a:endParaRPr lang="en-US" dirty="0"/>
          </a:p>
        </p:txBody>
      </p:sp>
    </p:spTree>
    <p:extLst>
      <p:ext uri="{BB962C8B-B14F-4D97-AF65-F5344CB8AC3E}">
        <p14:creationId xmlns:p14="http://schemas.microsoft.com/office/powerpoint/2010/main" val="260619235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319FB-5A86-094A-C3B8-0626B62DBF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8048A9-0D8C-6853-DE04-B196A1DFAB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0DB2FE-148C-B1B2-AFF9-C5F3B4BEAA7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CA85854-6DA2-F025-729F-1E7C900458CC}"/>
              </a:ext>
            </a:extLst>
          </p:cNvPr>
          <p:cNvSpPr>
            <a:spLocks noGrp="1"/>
          </p:cNvSpPr>
          <p:nvPr>
            <p:ph type="sldNum" sz="quarter" idx="5"/>
          </p:nvPr>
        </p:nvSpPr>
        <p:spPr/>
        <p:txBody>
          <a:bodyPr/>
          <a:lstStyle/>
          <a:p>
            <a:fld id="{0C49AC16-2221-4935-809C-2A72A26F729C}" type="slidenum">
              <a:rPr lang="en-US" smtClean="0"/>
              <a:t>51</a:t>
            </a:fld>
            <a:endParaRPr lang="en-US" dirty="0"/>
          </a:p>
        </p:txBody>
      </p:sp>
    </p:spTree>
    <p:extLst>
      <p:ext uri="{BB962C8B-B14F-4D97-AF65-F5344CB8AC3E}">
        <p14:creationId xmlns:p14="http://schemas.microsoft.com/office/powerpoint/2010/main" val="382890848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5FF721-8A80-A1BE-33EB-45636DC45A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57915B-5D34-3E7D-8F73-E6D92E4F2E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646ED3-1675-4B0C-912E-CE937FF4F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CAF2BF6-58EC-D802-4531-C597FFE7B7E3}"/>
              </a:ext>
            </a:extLst>
          </p:cNvPr>
          <p:cNvSpPr>
            <a:spLocks noGrp="1"/>
          </p:cNvSpPr>
          <p:nvPr>
            <p:ph type="sldNum" sz="quarter" idx="5"/>
          </p:nvPr>
        </p:nvSpPr>
        <p:spPr/>
        <p:txBody>
          <a:bodyPr/>
          <a:lstStyle/>
          <a:p>
            <a:fld id="{0C49AC16-2221-4935-809C-2A72A26F729C}" type="slidenum">
              <a:rPr lang="en-US" smtClean="0"/>
              <a:t>52</a:t>
            </a:fld>
            <a:endParaRPr lang="en-US" dirty="0"/>
          </a:p>
        </p:txBody>
      </p:sp>
    </p:spTree>
    <p:extLst>
      <p:ext uri="{BB962C8B-B14F-4D97-AF65-F5344CB8AC3E}">
        <p14:creationId xmlns:p14="http://schemas.microsoft.com/office/powerpoint/2010/main" val="112943564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4FE36-7EF2-8542-1C92-6F7E4EA39F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2AF679-C91F-9D3C-636D-A7DC2702AD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6FE552-6696-1D0D-2F24-544D4589856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631C46E-8E1C-33CB-4471-915B6E811D64}"/>
              </a:ext>
            </a:extLst>
          </p:cNvPr>
          <p:cNvSpPr>
            <a:spLocks noGrp="1"/>
          </p:cNvSpPr>
          <p:nvPr>
            <p:ph type="sldNum" sz="quarter" idx="5"/>
          </p:nvPr>
        </p:nvSpPr>
        <p:spPr/>
        <p:txBody>
          <a:bodyPr/>
          <a:lstStyle/>
          <a:p>
            <a:fld id="{0C49AC16-2221-4935-809C-2A72A26F729C}" type="slidenum">
              <a:rPr lang="en-US" smtClean="0"/>
              <a:t>53</a:t>
            </a:fld>
            <a:endParaRPr lang="en-US" dirty="0"/>
          </a:p>
        </p:txBody>
      </p:sp>
    </p:spTree>
    <p:extLst>
      <p:ext uri="{BB962C8B-B14F-4D97-AF65-F5344CB8AC3E}">
        <p14:creationId xmlns:p14="http://schemas.microsoft.com/office/powerpoint/2010/main" val="12121026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8E14AA-6293-51F7-0CEE-3AD2D66FE3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334E61-8376-EC98-E348-A5432B18A1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B76477-2628-26C8-3B2F-6299DAA96FE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48ED7FB-ED2A-BB8A-5B47-5E045F17E909}"/>
              </a:ext>
            </a:extLst>
          </p:cNvPr>
          <p:cNvSpPr>
            <a:spLocks noGrp="1"/>
          </p:cNvSpPr>
          <p:nvPr>
            <p:ph type="sldNum" sz="quarter" idx="5"/>
          </p:nvPr>
        </p:nvSpPr>
        <p:spPr/>
        <p:txBody>
          <a:bodyPr/>
          <a:lstStyle/>
          <a:p>
            <a:fld id="{0C49AC16-2221-4935-809C-2A72A26F729C}" type="slidenum">
              <a:rPr lang="en-US" smtClean="0"/>
              <a:t>54</a:t>
            </a:fld>
            <a:endParaRPr lang="en-US" dirty="0"/>
          </a:p>
        </p:txBody>
      </p:sp>
    </p:spTree>
    <p:extLst>
      <p:ext uri="{BB962C8B-B14F-4D97-AF65-F5344CB8AC3E}">
        <p14:creationId xmlns:p14="http://schemas.microsoft.com/office/powerpoint/2010/main" val="382698076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C87CAE-D51F-DF3E-F298-FFD7183AF9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FE959F-5491-E89E-BFB0-0B61E3A21C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C4B523-4C6B-C0C4-8B74-BF6D1B230A5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57D6AFD-75A8-B5D9-A0B8-DBD1F5DED08A}"/>
              </a:ext>
            </a:extLst>
          </p:cNvPr>
          <p:cNvSpPr>
            <a:spLocks noGrp="1"/>
          </p:cNvSpPr>
          <p:nvPr>
            <p:ph type="sldNum" sz="quarter" idx="5"/>
          </p:nvPr>
        </p:nvSpPr>
        <p:spPr/>
        <p:txBody>
          <a:bodyPr/>
          <a:lstStyle/>
          <a:p>
            <a:fld id="{0C49AC16-2221-4935-809C-2A72A26F729C}" type="slidenum">
              <a:rPr lang="en-US" smtClean="0"/>
              <a:t>55</a:t>
            </a:fld>
            <a:endParaRPr lang="en-US" dirty="0"/>
          </a:p>
        </p:txBody>
      </p:sp>
    </p:spTree>
    <p:extLst>
      <p:ext uri="{BB962C8B-B14F-4D97-AF65-F5344CB8AC3E}">
        <p14:creationId xmlns:p14="http://schemas.microsoft.com/office/powerpoint/2010/main" val="95011928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4BA31-8957-57C3-C284-9E0B5C2F63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AFBBBC-7925-5BB7-7EBD-6E664B8C93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22E350-B8F9-6650-E8C5-5B1DA7406B7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AE3F98B-3FDA-A03F-890D-869CB3BD11C7}"/>
              </a:ext>
            </a:extLst>
          </p:cNvPr>
          <p:cNvSpPr>
            <a:spLocks noGrp="1"/>
          </p:cNvSpPr>
          <p:nvPr>
            <p:ph type="sldNum" sz="quarter" idx="5"/>
          </p:nvPr>
        </p:nvSpPr>
        <p:spPr/>
        <p:txBody>
          <a:bodyPr/>
          <a:lstStyle/>
          <a:p>
            <a:fld id="{0C49AC16-2221-4935-809C-2A72A26F729C}" type="slidenum">
              <a:rPr lang="en-US" smtClean="0"/>
              <a:t>56</a:t>
            </a:fld>
            <a:endParaRPr lang="en-US" dirty="0"/>
          </a:p>
        </p:txBody>
      </p:sp>
    </p:spTree>
    <p:extLst>
      <p:ext uri="{BB962C8B-B14F-4D97-AF65-F5344CB8AC3E}">
        <p14:creationId xmlns:p14="http://schemas.microsoft.com/office/powerpoint/2010/main" val="368831345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8C3C7D-DFD6-1258-8CDA-4904CEE55E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ECE52E-4928-2EE5-3D85-BAE4357700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88EEA9-2A41-96C7-9682-42CAB0EC9B9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6C12127-924E-9DD6-899F-CCC3EC546342}"/>
              </a:ext>
            </a:extLst>
          </p:cNvPr>
          <p:cNvSpPr>
            <a:spLocks noGrp="1"/>
          </p:cNvSpPr>
          <p:nvPr>
            <p:ph type="sldNum" sz="quarter" idx="5"/>
          </p:nvPr>
        </p:nvSpPr>
        <p:spPr/>
        <p:txBody>
          <a:bodyPr/>
          <a:lstStyle/>
          <a:p>
            <a:fld id="{0C49AC16-2221-4935-809C-2A72A26F729C}" type="slidenum">
              <a:rPr lang="en-US" smtClean="0"/>
              <a:t>57</a:t>
            </a:fld>
            <a:endParaRPr lang="en-US" dirty="0"/>
          </a:p>
        </p:txBody>
      </p:sp>
    </p:spTree>
    <p:extLst>
      <p:ext uri="{BB962C8B-B14F-4D97-AF65-F5344CB8AC3E}">
        <p14:creationId xmlns:p14="http://schemas.microsoft.com/office/powerpoint/2010/main" val="193095915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C3911-A038-52CA-AFD7-0A392BF9C9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F16522-FD89-07A5-0FBB-3C5A1881B7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EC71CF-CDC3-8BB3-4C21-AA3AD4CE9AC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2C68153-E4BE-C4CA-35B1-EA1A2C4FAA70}"/>
              </a:ext>
            </a:extLst>
          </p:cNvPr>
          <p:cNvSpPr>
            <a:spLocks noGrp="1"/>
          </p:cNvSpPr>
          <p:nvPr>
            <p:ph type="sldNum" sz="quarter" idx="5"/>
          </p:nvPr>
        </p:nvSpPr>
        <p:spPr/>
        <p:txBody>
          <a:bodyPr/>
          <a:lstStyle/>
          <a:p>
            <a:fld id="{0C49AC16-2221-4935-809C-2A72A26F729C}" type="slidenum">
              <a:rPr lang="en-US" smtClean="0"/>
              <a:t>58</a:t>
            </a:fld>
            <a:endParaRPr lang="en-US" dirty="0"/>
          </a:p>
        </p:txBody>
      </p:sp>
    </p:spTree>
    <p:extLst>
      <p:ext uri="{BB962C8B-B14F-4D97-AF65-F5344CB8AC3E}">
        <p14:creationId xmlns:p14="http://schemas.microsoft.com/office/powerpoint/2010/main" val="133693317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9A5CB-C902-868E-DFC7-0336950BC5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2C68FE-DA5C-5591-AFA1-F72577748D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989EE1-82A0-8D22-9589-20B8E3A0112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13180A5-089B-90B6-1CAB-263E1949E843}"/>
              </a:ext>
            </a:extLst>
          </p:cNvPr>
          <p:cNvSpPr>
            <a:spLocks noGrp="1"/>
          </p:cNvSpPr>
          <p:nvPr>
            <p:ph type="sldNum" sz="quarter" idx="5"/>
          </p:nvPr>
        </p:nvSpPr>
        <p:spPr/>
        <p:txBody>
          <a:bodyPr/>
          <a:lstStyle/>
          <a:p>
            <a:fld id="{0C49AC16-2221-4935-809C-2A72A26F729C}" type="slidenum">
              <a:rPr lang="en-US" smtClean="0"/>
              <a:t>59</a:t>
            </a:fld>
            <a:endParaRPr lang="en-US" dirty="0"/>
          </a:p>
        </p:txBody>
      </p:sp>
    </p:spTree>
    <p:extLst>
      <p:ext uri="{BB962C8B-B14F-4D97-AF65-F5344CB8AC3E}">
        <p14:creationId xmlns:p14="http://schemas.microsoft.com/office/powerpoint/2010/main" val="424633919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797EA-D112-C50F-20A4-1FA09CD35A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30E12E-DA8F-7F0D-5DCC-42BA522FAC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7CD12B-AE90-178C-A370-D4BB491943D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0EF9F89-3E9A-1BE8-9948-AAABFD896BCA}"/>
              </a:ext>
            </a:extLst>
          </p:cNvPr>
          <p:cNvSpPr>
            <a:spLocks noGrp="1"/>
          </p:cNvSpPr>
          <p:nvPr>
            <p:ph type="sldNum" sz="quarter" idx="5"/>
          </p:nvPr>
        </p:nvSpPr>
        <p:spPr/>
        <p:txBody>
          <a:bodyPr/>
          <a:lstStyle/>
          <a:p>
            <a:fld id="{0C49AC16-2221-4935-809C-2A72A26F729C}" type="slidenum">
              <a:rPr lang="en-US" smtClean="0"/>
              <a:t>60</a:t>
            </a:fld>
            <a:endParaRPr lang="en-US" dirty="0"/>
          </a:p>
        </p:txBody>
      </p:sp>
    </p:spTree>
    <p:extLst>
      <p:ext uri="{BB962C8B-B14F-4D97-AF65-F5344CB8AC3E}">
        <p14:creationId xmlns:p14="http://schemas.microsoft.com/office/powerpoint/2010/main" val="297378659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131D9-5B35-6001-A91E-6C78A89550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099374-B264-0B45-1DD7-3B1CB7CE68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533E67-F74D-F8A3-367B-D20B88084BC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3DE3CA9-5E85-707F-105A-5E9A52B3F4AD}"/>
              </a:ext>
            </a:extLst>
          </p:cNvPr>
          <p:cNvSpPr>
            <a:spLocks noGrp="1"/>
          </p:cNvSpPr>
          <p:nvPr>
            <p:ph type="sldNum" sz="quarter" idx="5"/>
          </p:nvPr>
        </p:nvSpPr>
        <p:spPr/>
        <p:txBody>
          <a:bodyPr/>
          <a:lstStyle/>
          <a:p>
            <a:fld id="{0C49AC16-2221-4935-809C-2A72A26F729C}" type="slidenum">
              <a:rPr lang="en-US" smtClean="0"/>
              <a:t>61</a:t>
            </a:fld>
            <a:endParaRPr lang="en-US" dirty="0"/>
          </a:p>
        </p:txBody>
      </p:sp>
    </p:spTree>
    <p:extLst>
      <p:ext uri="{BB962C8B-B14F-4D97-AF65-F5344CB8AC3E}">
        <p14:creationId xmlns:p14="http://schemas.microsoft.com/office/powerpoint/2010/main" val="335248828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D3866A-CE4E-8C35-083C-02E7220E1F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0100FE-6A2F-F389-6194-896D7246AE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4779AB-9F0A-218C-2A97-E105C4AB62D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B78F0BF-45D8-D842-4B03-D769E9CF72FB}"/>
              </a:ext>
            </a:extLst>
          </p:cNvPr>
          <p:cNvSpPr>
            <a:spLocks noGrp="1"/>
          </p:cNvSpPr>
          <p:nvPr>
            <p:ph type="sldNum" sz="quarter" idx="5"/>
          </p:nvPr>
        </p:nvSpPr>
        <p:spPr/>
        <p:txBody>
          <a:bodyPr/>
          <a:lstStyle/>
          <a:p>
            <a:fld id="{0C49AC16-2221-4935-809C-2A72A26F729C}" type="slidenum">
              <a:rPr lang="en-US" smtClean="0"/>
              <a:t>62</a:t>
            </a:fld>
            <a:endParaRPr lang="en-US" dirty="0"/>
          </a:p>
        </p:txBody>
      </p:sp>
    </p:spTree>
    <p:extLst>
      <p:ext uri="{BB962C8B-B14F-4D97-AF65-F5344CB8AC3E}">
        <p14:creationId xmlns:p14="http://schemas.microsoft.com/office/powerpoint/2010/main" val="106805092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9DD984-078A-F141-C1E2-069E3B2E25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16AA0B-6778-D422-E788-60D94C9FFB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EDE4BF-376C-F38E-A87C-D221760134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6077F94-484F-6EB9-EFA0-3D67F35C1EDA}"/>
              </a:ext>
            </a:extLst>
          </p:cNvPr>
          <p:cNvSpPr>
            <a:spLocks noGrp="1"/>
          </p:cNvSpPr>
          <p:nvPr>
            <p:ph type="sldNum" sz="quarter" idx="5"/>
          </p:nvPr>
        </p:nvSpPr>
        <p:spPr/>
        <p:txBody>
          <a:bodyPr/>
          <a:lstStyle/>
          <a:p>
            <a:fld id="{0C49AC16-2221-4935-809C-2A72A26F729C}" type="slidenum">
              <a:rPr lang="en-US" smtClean="0"/>
              <a:t>63</a:t>
            </a:fld>
            <a:endParaRPr lang="en-US" dirty="0"/>
          </a:p>
        </p:txBody>
      </p:sp>
    </p:spTree>
    <p:extLst>
      <p:ext uri="{BB962C8B-B14F-4D97-AF65-F5344CB8AC3E}">
        <p14:creationId xmlns:p14="http://schemas.microsoft.com/office/powerpoint/2010/main" val="152526730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903AAA-EE14-74F3-0BEF-7C79F67AB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B1EC6A-9F50-3F12-8F90-8E9895903F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D4FCB3-28A2-93D2-59E4-B9A5115A440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7F07EEA-DD33-948A-7478-D70DC50DACCB}"/>
              </a:ext>
            </a:extLst>
          </p:cNvPr>
          <p:cNvSpPr>
            <a:spLocks noGrp="1"/>
          </p:cNvSpPr>
          <p:nvPr>
            <p:ph type="sldNum" sz="quarter" idx="5"/>
          </p:nvPr>
        </p:nvSpPr>
        <p:spPr/>
        <p:txBody>
          <a:bodyPr/>
          <a:lstStyle/>
          <a:p>
            <a:fld id="{0C49AC16-2221-4935-809C-2A72A26F729C}" type="slidenum">
              <a:rPr lang="en-US" smtClean="0"/>
              <a:t>64</a:t>
            </a:fld>
            <a:endParaRPr lang="en-US" dirty="0"/>
          </a:p>
        </p:txBody>
      </p:sp>
    </p:spTree>
    <p:extLst>
      <p:ext uri="{BB962C8B-B14F-4D97-AF65-F5344CB8AC3E}">
        <p14:creationId xmlns:p14="http://schemas.microsoft.com/office/powerpoint/2010/main" val="272156908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BA13F-AF72-0C04-4D60-F60D9FE79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BA1A3D-B016-B61A-C08A-5D9E6C74FA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52E6F0-9394-DC9B-5ACB-87D20127AF7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EF1EE65-C095-A568-E4F5-7A49B0338D7B}"/>
              </a:ext>
            </a:extLst>
          </p:cNvPr>
          <p:cNvSpPr>
            <a:spLocks noGrp="1"/>
          </p:cNvSpPr>
          <p:nvPr>
            <p:ph type="sldNum" sz="quarter" idx="5"/>
          </p:nvPr>
        </p:nvSpPr>
        <p:spPr/>
        <p:txBody>
          <a:bodyPr/>
          <a:lstStyle/>
          <a:p>
            <a:fld id="{0C49AC16-2221-4935-809C-2A72A26F729C}" type="slidenum">
              <a:rPr lang="en-US" smtClean="0"/>
              <a:t>65</a:t>
            </a:fld>
            <a:endParaRPr lang="en-US" dirty="0"/>
          </a:p>
        </p:txBody>
      </p:sp>
    </p:spTree>
    <p:extLst>
      <p:ext uri="{BB962C8B-B14F-4D97-AF65-F5344CB8AC3E}">
        <p14:creationId xmlns:p14="http://schemas.microsoft.com/office/powerpoint/2010/main" val="40959927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841C6-882E-57D9-3E09-ED8D5B7D90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10FC2F-DDB6-CD21-2BBC-FF381ECA2F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7EFF26-D131-9717-C0BB-5B141D9E9BC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6472B44-DCC9-17FF-3426-E0481C0009A5}"/>
              </a:ext>
            </a:extLst>
          </p:cNvPr>
          <p:cNvSpPr>
            <a:spLocks noGrp="1"/>
          </p:cNvSpPr>
          <p:nvPr>
            <p:ph type="sldNum" sz="quarter" idx="5"/>
          </p:nvPr>
        </p:nvSpPr>
        <p:spPr/>
        <p:txBody>
          <a:bodyPr/>
          <a:lstStyle/>
          <a:p>
            <a:fld id="{0C49AC16-2221-4935-809C-2A72A26F729C}" type="slidenum">
              <a:rPr lang="en-US" smtClean="0"/>
              <a:t>66</a:t>
            </a:fld>
            <a:endParaRPr lang="en-US" dirty="0"/>
          </a:p>
        </p:txBody>
      </p:sp>
    </p:spTree>
    <p:extLst>
      <p:ext uri="{BB962C8B-B14F-4D97-AF65-F5344CB8AC3E}">
        <p14:creationId xmlns:p14="http://schemas.microsoft.com/office/powerpoint/2010/main" val="60637034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A9BC4F-1432-DF00-687D-DF3C6F7B26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271BFE-20C1-8F2B-09B4-1BF1A8ADF3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FDE9CB-E9F7-0D81-90C6-ACFDD3098A0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6FF26AC-B066-F906-A696-D0CE4309C573}"/>
              </a:ext>
            </a:extLst>
          </p:cNvPr>
          <p:cNvSpPr>
            <a:spLocks noGrp="1"/>
          </p:cNvSpPr>
          <p:nvPr>
            <p:ph type="sldNum" sz="quarter" idx="5"/>
          </p:nvPr>
        </p:nvSpPr>
        <p:spPr/>
        <p:txBody>
          <a:bodyPr/>
          <a:lstStyle/>
          <a:p>
            <a:fld id="{0C49AC16-2221-4935-809C-2A72A26F729C}" type="slidenum">
              <a:rPr lang="en-US" smtClean="0"/>
              <a:t>67</a:t>
            </a:fld>
            <a:endParaRPr lang="en-US" dirty="0"/>
          </a:p>
        </p:txBody>
      </p:sp>
    </p:spTree>
    <p:extLst>
      <p:ext uri="{BB962C8B-B14F-4D97-AF65-F5344CB8AC3E}">
        <p14:creationId xmlns:p14="http://schemas.microsoft.com/office/powerpoint/2010/main" val="1140308153"/>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69E57-0EBB-6D76-5D9D-BC6649B9A8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A9A8C-24A1-20B3-CF1B-3F0FE14763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3EBCE2-F15B-417F-67BD-3E8ADE35A10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4A95516-2B07-D04E-817F-B95B6539D102}"/>
              </a:ext>
            </a:extLst>
          </p:cNvPr>
          <p:cNvSpPr>
            <a:spLocks noGrp="1"/>
          </p:cNvSpPr>
          <p:nvPr>
            <p:ph type="sldNum" sz="quarter" idx="5"/>
          </p:nvPr>
        </p:nvSpPr>
        <p:spPr/>
        <p:txBody>
          <a:bodyPr/>
          <a:lstStyle/>
          <a:p>
            <a:fld id="{0C49AC16-2221-4935-809C-2A72A26F729C}" type="slidenum">
              <a:rPr lang="en-US" smtClean="0"/>
              <a:t>68</a:t>
            </a:fld>
            <a:endParaRPr lang="en-US" dirty="0"/>
          </a:p>
        </p:txBody>
      </p:sp>
    </p:spTree>
    <p:extLst>
      <p:ext uri="{BB962C8B-B14F-4D97-AF65-F5344CB8AC3E}">
        <p14:creationId xmlns:p14="http://schemas.microsoft.com/office/powerpoint/2010/main" val="322976349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4E7EC-F9CB-0ACF-DA3B-CEDF1978DC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E56893-0A2A-1390-EFAE-AA507AE61A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593582-09DC-A67D-CD4C-815B6060D8C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AB43948-93B8-7F76-A553-493595698112}"/>
              </a:ext>
            </a:extLst>
          </p:cNvPr>
          <p:cNvSpPr>
            <a:spLocks noGrp="1"/>
          </p:cNvSpPr>
          <p:nvPr>
            <p:ph type="sldNum" sz="quarter" idx="5"/>
          </p:nvPr>
        </p:nvSpPr>
        <p:spPr/>
        <p:txBody>
          <a:bodyPr/>
          <a:lstStyle/>
          <a:p>
            <a:fld id="{0C49AC16-2221-4935-809C-2A72A26F729C}" type="slidenum">
              <a:rPr lang="en-US" smtClean="0"/>
              <a:t>69</a:t>
            </a:fld>
            <a:endParaRPr lang="en-US" dirty="0"/>
          </a:p>
        </p:txBody>
      </p:sp>
    </p:spTree>
    <p:extLst>
      <p:ext uri="{BB962C8B-B14F-4D97-AF65-F5344CB8AC3E}">
        <p14:creationId xmlns:p14="http://schemas.microsoft.com/office/powerpoint/2010/main" val="47877609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7E58A-B0E9-4B8D-A974-A26AEDB3A7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8F7ED9-6274-20B3-65A3-58CCA68389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1CABB9-CED7-CDB3-9D77-B7A0A6F008F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E866106-A198-B40A-4B47-3C00DF9A1A39}"/>
              </a:ext>
            </a:extLst>
          </p:cNvPr>
          <p:cNvSpPr>
            <a:spLocks noGrp="1"/>
          </p:cNvSpPr>
          <p:nvPr>
            <p:ph type="sldNum" sz="quarter" idx="5"/>
          </p:nvPr>
        </p:nvSpPr>
        <p:spPr/>
        <p:txBody>
          <a:bodyPr/>
          <a:lstStyle/>
          <a:p>
            <a:fld id="{0C49AC16-2221-4935-809C-2A72A26F729C}" type="slidenum">
              <a:rPr lang="en-US" smtClean="0"/>
              <a:t>70</a:t>
            </a:fld>
            <a:endParaRPr lang="en-US" dirty="0"/>
          </a:p>
        </p:txBody>
      </p:sp>
    </p:spTree>
    <p:extLst>
      <p:ext uri="{BB962C8B-B14F-4D97-AF65-F5344CB8AC3E}">
        <p14:creationId xmlns:p14="http://schemas.microsoft.com/office/powerpoint/2010/main" val="255792253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61664D-7501-F09A-0786-B1E7C7F960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99C95D-1092-A237-ED9C-F3DC65D74C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4EC25C-F6A1-5865-A416-B4A52E937CC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C57FD0A-989B-9368-C695-0815410ECBA5}"/>
              </a:ext>
            </a:extLst>
          </p:cNvPr>
          <p:cNvSpPr>
            <a:spLocks noGrp="1"/>
          </p:cNvSpPr>
          <p:nvPr>
            <p:ph type="sldNum" sz="quarter" idx="5"/>
          </p:nvPr>
        </p:nvSpPr>
        <p:spPr/>
        <p:txBody>
          <a:bodyPr/>
          <a:lstStyle/>
          <a:p>
            <a:fld id="{0C49AC16-2221-4935-809C-2A72A26F729C}" type="slidenum">
              <a:rPr lang="en-US" smtClean="0"/>
              <a:t>71</a:t>
            </a:fld>
            <a:endParaRPr lang="en-US" dirty="0"/>
          </a:p>
        </p:txBody>
      </p:sp>
    </p:spTree>
    <p:extLst>
      <p:ext uri="{BB962C8B-B14F-4D97-AF65-F5344CB8AC3E}">
        <p14:creationId xmlns:p14="http://schemas.microsoft.com/office/powerpoint/2010/main" val="372218481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AA5AA-97BF-6F2A-E730-8C7F67396C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CB26E9-CE6F-35A1-F61C-8C7F68ACCC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5E2677-75D0-D5B0-732D-F85D5B6F739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D850EFB-04C9-BE69-EB1C-505E099A7186}"/>
              </a:ext>
            </a:extLst>
          </p:cNvPr>
          <p:cNvSpPr>
            <a:spLocks noGrp="1"/>
          </p:cNvSpPr>
          <p:nvPr>
            <p:ph type="sldNum" sz="quarter" idx="5"/>
          </p:nvPr>
        </p:nvSpPr>
        <p:spPr/>
        <p:txBody>
          <a:bodyPr/>
          <a:lstStyle/>
          <a:p>
            <a:fld id="{0C49AC16-2221-4935-809C-2A72A26F729C}" type="slidenum">
              <a:rPr lang="en-US" smtClean="0"/>
              <a:t>72</a:t>
            </a:fld>
            <a:endParaRPr lang="en-US" dirty="0"/>
          </a:p>
        </p:txBody>
      </p:sp>
    </p:spTree>
    <p:extLst>
      <p:ext uri="{BB962C8B-B14F-4D97-AF65-F5344CB8AC3E}">
        <p14:creationId xmlns:p14="http://schemas.microsoft.com/office/powerpoint/2010/main" val="4136848730"/>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F94A6D-AA6E-795E-E408-88175B7195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EE03A7-E607-87A6-2A3D-528FA9492A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4BC855-C0D7-70C5-6260-54E4611F72C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D601638-001B-572B-6006-92A29FBBBA19}"/>
              </a:ext>
            </a:extLst>
          </p:cNvPr>
          <p:cNvSpPr>
            <a:spLocks noGrp="1"/>
          </p:cNvSpPr>
          <p:nvPr>
            <p:ph type="sldNum" sz="quarter" idx="5"/>
          </p:nvPr>
        </p:nvSpPr>
        <p:spPr/>
        <p:txBody>
          <a:bodyPr/>
          <a:lstStyle/>
          <a:p>
            <a:fld id="{0C49AC16-2221-4935-809C-2A72A26F729C}" type="slidenum">
              <a:rPr lang="en-US" smtClean="0"/>
              <a:t>73</a:t>
            </a:fld>
            <a:endParaRPr lang="en-US" dirty="0"/>
          </a:p>
        </p:txBody>
      </p:sp>
    </p:spTree>
    <p:extLst>
      <p:ext uri="{BB962C8B-B14F-4D97-AF65-F5344CB8AC3E}">
        <p14:creationId xmlns:p14="http://schemas.microsoft.com/office/powerpoint/2010/main" val="3358032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ABDCD7-2243-BCC7-C541-3CCED587E0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3F7FF-894B-801C-91CE-7E9838611C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B7F77F-1E3E-808E-3FCB-C44D7F72444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0A0B9D5-4486-84D8-96D7-48FCBBA5E1B6}"/>
              </a:ext>
            </a:extLst>
          </p:cNvPr>
          <p:cNvSpPr>
            <a:spLocks noGrp="1"/>
          </p:cNvSpPr>
          <p:nvPr>
            <p:ph type="sldNum" sz="quarter" idx="5"/>
          </p:nvPr>
        </p:nvSpPr>
        <p:spPr/>
        <p:txBody>
          <a:bodyPr/>
          <a:lstStyle/>
          <a:p>
            <a:fld id="{0C49AC16-2221-4935-809C-2A72A26F729C}" type="slidenum">
              <a:rPr lang="en-US" smtClean="0"/>
              <a:t>74</a:t>
            </a:fld>
            <a:endParaRPr lang="en-US" dirty="0"/>
          </a:p>
        </p:txBody>
      </p:sp>
    </p:spTree>
    <p:extLst>
      <p:ext uri="{BB962C8B-B14F-4D97-AF65-F5344CB8AC3E}">
        <p14:creationId xmlns:p14="http://schemas.microsoft.com/office/powerpoint/2010/main" val="299103954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AF2D7-F4BB-7716-03D8-EBCD929393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2AB08E-AF6C-5D89-7511-D527D71A33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55BF66-374A-6210-5709-A6C9DD1C5C9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DC9B414-094B-14E0-545E-12603301970C}"/>
              </a:ext>
            </a:extLst>
          </p:cNvPr>
          <p:cNvSpPr>
            <a:spLocks noGrp="1"/>
          </p:cNvSpPr>
          <p:nvPr>
            <p:ph type="sldNum" sz="quarter" idx="5"/>
          </p:nvPr>
        </p:nvSpPr>
        <p:spPr/>
        <p:txBody>
          <a:bodyPr/>
          <a:lstStyle/>
          <a:p>
            <a:fld id="{0C49AC16-2221-4935-809C-2A72A26F729C}" type="slidenum">
              <a:rPr lang="en-US" smtClean="0"/>
              <a:t>75</a:t>
            </a:fld>
            <a:endParaRPr lang="en-US" dirty="0"/>
          </a:p>
        </p:txBody>
      </p:sp>
    </p:spTree>
    <p:extLst>
      <p:ext uri="{BB962C8B-B14F-4D97-AF65-F5344CB8AC3E}">
        <p14:creationId xmlns:p14="http://schemas.microsoft.com/office/powerpoint/2010/main" val="356980370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E9CF8-00B6-F298-7543-5925A9A2DB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A85F4D-6250-245F-8AC1-7A0A724008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12D658-02C7-80F2-B1E8-2C4A744A4B9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C10B04-62F9-7966-7993-47CA01ECE837}"/>
              </a:ext>
            </a:extLst>
          </p:cNvPr>
          <p:cNvSpPr>
            <a:spLocks noGrp="1"/>
          </p:cNvSpPr>
          <p:nvPr>
            <p:ph type="sldNum" sz="quarter" idx="5"/>
          </p:nvPr>
        </p:nvSpPr>
        <p:spPr/>
        <p:txBody>
          <a:bodyPr/>
          <a:lstStyle/>
          <a:p>
            <a:fld id="{0C49AC16-2221-4935-809C-2A72A26F729C}" type="slidenum">
              <a:rPr lang="en-US" smtClean="0"/>
              <a:t>76</a:t>
            </a:fld>
            <a:endParaRPr lang="en-US" dirty="0"/>
          </a:p>
        </p:txBody>
      </p:sp>
    </p:spTree>
    <p:extLst>
      <p:ext uri="{BB962C8B-B14F-4D97-AF65-F5344CB8AC3E}">
        <p14:creationId xmlns:p14="http://schemas.microsoft.com/office/powerpoint/2010/main" val="195389880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F7EB6F-8077-59B3-7025-B2D67680C5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62634F-02C1-C885-449B-6C1E84CDF9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BAA2A7-2DB8-0706-F96B-08C5EC4F4E7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018DD3D-802D-64D0-12BF-72E2B3F9F490}"/>
              </a:ext>
            </a:extLst>
          </p:cNvPr>
          <p:cNvSpPr>
            <a:spLocks noGrp="1"/>
          </p:cNvSpPr>
          <p:nvPr>
            <p:ph type="sldNum" sz="quarter" idx="5"/>
          </p:nvPr>
        </p:nvSpPr>
        <p:spPr/>
        <p:txBody>
          <a:bodyPr/>
          <a:lstStyle/>
          <a:p>
            <a:fld id="{0C49AC16-2221-4935-809C-2A72A26F729C}" type="slidenum">
              <a:rPr lang="en-US" smtClean="0"/>
              <a:t>77</a:t>
            </a:fld>
            <a:endParaRPr lang="en-US" dirty="0"/>
          </a:p>
        </p:txBody>
      </p:sp>
    </p:spTree>
    <p:extLst>
      <p:ext uri="{BB962C8B-B14F-4D97-AF65-F5344CB8AC3E}">
        <p14:creationId xmlns:p14="http://schemas.microsoft.com/office/powerpoint/2010/main" val="400943623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7D9EA-5DEF-E495-3462-50FC8F339C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09A520-A3AD-5EB7-E2F8-06C7106E93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89CA0E-1E66-BB17-ED1B-1BEA1F37A2F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672E240-C676-8D6D-0801-2AD8155B5A59}"/>
              </a:ext>
            </a:extLst>
          </p:cNvPr>
          <p:cNvSpPr>
            <a:spLocks noGrp="1"/>
          </p:cNvSpPr>
          <p:nvPr>
            <p:ph type="sldNum" sz="quarter" idx="5"/>
          </p:nvPr>
        </p:nvSpPr>
        <p:spPr/>
        <p:txBody>
          <a:bodyPr/>
          <a:lstStyle/>
          <a:p>
            <a:fld id="{0C49AC16-2221-4935-809C-2A72A26F729C}" type="slidenum">
              <a:rPr lang="en-US" smtClean="0"/>
              <a:t>78</a:t>
            </a:fld>
            <a:endParaRPr lang="en-US" dirty="0"/>
          </a:p>
        </p:txBody>
      </p:sp>
    </p:spTree>
    <p:extLst>
      <p:ext uri="{BB962C8B-B14F-4D97-AF65-F5344CB8AC3E}">
        <p14:creationId xmlns:p14="http://schemas.microsoft.com/office/powerpoint/2010/main" val="62310304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9165B1-192C-2379-65D0-ABE71BCED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59C4BD-E0B1-BE86-7B6F-651EC4CE2C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1209CE-68A3-6578-A89A-3E41537D18A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354D6A3-2193-8A28-7C41-35CAC5551D66}"/>
              </a:ext>
            </a:extLst>
          </p:cNvPr>
          <p:cNvSpPr>
            <a:spLocks noGrp="1"/>
          </p:cNvSpPr>
          <p:nvPr>
            <p:ph type="sldNum" sz="quarter" idx="5"/>
          </p:nvPr>
        </p:nvSpPr>
        <p:spPr/>
        <p:txBody>
          <a:bodyPr/>
          <a:lstStyle/>
          <a:p>
            <a:fld id="{0C49AC16-2221-4935-809C-2A72A26F729C}" type="slidenum">
              <a:rPr lang="en-US" smtClean="0"/>
              <a:t>79</a:t>
            </a:fld>
            <a:endParaRPr lang="en-US" dirty="0"/>
          </a:p>
        </p:txBody>
      </p:sp>
    </p:spTree>
    <p:extLst>
      <p:ext uri="{BB962C8B-B14F-4D97-AF65-F5344CB8AC3E}">
        <p14:creationId xmlns:p14="http://schemas.microsoft.com/office/powerpoint/2010/main" val="2740332426"/>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7B5A6-FF26-7B55-764D-E7191D938F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1CFBD1-65D7-4655-F0CB-0ABC91AD74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6CFF11-415D-D7D7-0C12-3EB96F989C6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B71512D-A7A1-F832-2356-1F296AF95D70}"/>
              </a:ext>
            </a:extLst>
          </p:cNvPr>
          <p:cNvSpPr>
            <a:spLocks noGrp="1"/>
          </p:cNvSpPr>
          <p:nvPr>
            <p:ph type="sldNum" sz="quarter" idx="5"/>
          </p:nvPr>
        </p:nvSpPr>
        <p:spPr/>
        <p:txBody>
          <a:bodyPr/>
          <a:lstStyle/>
          <a:p>
            <a:fld id="{0C49AC16-2221-4935-809C-2A72A26F729C}" type="slidenum">
              <a:rPr lang="en-US" smtClean="0"/>
              <a:t>80</a:t>
            </a:fld>
            <a:endParaRPr lang="en-US" dirty="0"/>
          </a:p>
        </p:txBody>
      </p:sp>
    </p:spTree>
    <p:extLst>
      <p:ext uri="{BB962C8B-B14F-4D97-AF65-F5344CB8AC3E}">
        <p14:creationId xmlns:p14="http://schemas.microsoft.com/office/powerpoint/2010/main" val="323791527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8BDBB-3EB9-27E5-EB32-14BD64D55C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76A91A-3761-3D33-3346-7E69969A63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327A17-A9FD-7E46-CB4B-699C0C9AF28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CB20D69-5D24-9B60-D4FF-68DE632721C5}"/>
              </a:ext>
            </a:extLst>
          </p:cNvPr>
          <p:cNvSpPr>
            <a:spLocks noGrp="1"/>
          </p:cNvSpPr>
          <p:nvPr>
            <p:ph type="sldNum" sz="quarter" idx="5"/>
          </p:nvPr>
        </p:nvSpPr>
        <p:spPr/>
        <p:txBody>
          <a:bodyPr/>
          <a:lstStyle/>
          <a:p>
            <a:fld id="{0C49AC16-2221-4935-809C-2A72A26F729C}" type="slidenum">
              <a:rPr lang="en-US" smtClean="0"/>
              <a:t>81</a:t>
            </a:fld>
            <a:endParaRPr lang="en-US" dirty="0"/>
          </a:p>
        </p:txBody>
      </p:sp>
    </p:spTree>
    <p:extLst>
      <p:ext uri="{BB962C8B-B14F-4D97-AF65-F5344CB8AC3E}">
        <p14:creationId xmlns:p14="http://schemas.microsoft.com/office/powerpoint/2010/main" val="320135564"/>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BB64F-4198-AE41-0993-7FB80EEF78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0DD39-CC25-B588-A7EF-54D8874E76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D84CD9-270A-D43E-E47E-12FD79E6EF5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2D670D1-9EC5-71C7-3892-387BE4FCF685}"/>
              </a:ext>
            </a:extLst>
          </p:cNvPr>
          <p:cNvSpPr>
            <a:spLocks noGrp="1"/>
          </p:cNvSpPr>
          <p:nvPr>
            <p:ph type="sldNum" sz="quarter" idx="5"/>
          </p:nvPr>
        </p:nvSpPr>
        <p:spPr/>
        <p:txBody>
          <a:bodyPr/>
          <a:lstStyle/>
          <a:p>
            <a:fld id="{0C49AC16-2221-4935-809C-2A72A26F729C}" type="slidenum">
              <a:rPr lang="en-US" smtClean="0"/>
              <a:t>82</a:t>
            </a:fld>
            <a:endParaRPr lang="en-US" dirty="0"/>
          </a:p>
        </p:txBody>
      </p:sp>
    </p:spTree>
    <p:extLst>
      <p:ext uri="{BB962C8B-B14F-4D97-AF65-F5344CB8AC3E}">
        <p14:creationId xmlns:p14="http://schemas.microsoft.com/office/powerpoint/2010/main" val="28757687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B13620-0C22-1E6F-78B7-A7CEDE1941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E99CF4-390F-F545-B9CA-73C6601DFF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3B443E-0011-C0EB-7939-724B9EB1A7C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8FCBD2F-54E2-C2DF-3AC6-7EF135EA91C5}"/>
              </a:ext>
            </a:extLst>
          </p:cNvPr>
          <p:cNvSpPr>
            <a:spLocks noGrp="1"/>
          </p:cNvSpPr>
          <p:nvPr>
            <p:ph type="sldNum" sz="quarter" idx="5"/>
          </p:nvPr>
        </p:nvSpPr>
        <p:spPr/>
        <p:txBody>
          <a:bodyPr/>
          <a:lstStyle/>
          <a:p>
            <a:fld id="{0C49AC16-2221-4935-809C-2A72A26F729C}" type="slidenum">
              <a:rPr lang="en-US" smtClean="0"/>
              <a:t>83</a:t>
            </a:fld>
            <a:endParaRPr lang="en-US" dirty="0"/>
          </a:p>
        </p:txBody>
      </p:sp>
    </p:spTree>
    <p:extLst>
      <p:ext uri="{BB962C8B-B14F-4D97-AF65-F5344CB8AC3E}">
        <p14:creationId xmlns:p14="http://schemas.microsoft.com/office/powerpoint/2010/main" val="3141247850"/>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BC655-3008-7997-1E66-C12694BAF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09D157-F3B0-0944-4317-A5331F9EC4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84E72F-00E4-337A-DBDB-F9B235DB39E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DF6F99E-7685-8677-86D1-410983B3B000}"/>
              </a:ext>
            </a:extLst>
          </p:cNvPr>
          <p:cNvSpPr>
            <a:spLocks noGrp="1"/>
          </p:cNvSpPr>
          <p:nvPr>
            <p:ph type="sldNum" sz="quarter" idx="5"/>
          </p:nvPr>
        </p:nvSpPr>
        <p:spPr/>
        <p:txBody>
          <a:bodyPr/>
          <a:lstStyle/>
          <a:p>
            <a:fld id="{0C49AC16-2221-4935-809C-2A72A26F729C}" type="slidenum">
              <a:rPr lang="en-US" smtClean="0"/>
              <a:t>84</a:t>
            </a:fld>
            <a:endParaRPr lang="en-US" dirty="0"/>
          </a:p>
        </p:txBody>
      </p:sp>
    </p:spTree>
    <p:extLst>
      <p:ext uri="{BB962C8B-B14F-4D97-AF65-F5344CB8AC3E}">
        <p14:creationId xmlns:p14="http://schemas.microsoft.com/office/powerpoint/2010/main" val="310774369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A4F5E-DBCB-FDD3-4E3F-108F367B5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14F30E-A497-0CEE-7648-A7FF34231E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2CA5F8-0548-0D6A-678A-88C76932478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076D08F-38EA-C12E-93F4-B8ACA8B0B1FC}"/>
              </a:ext>
            </a:extLst>
          </p:cNvPr>
          <p:cNvSpPr>
            <a:spLocks noGrp="1"/>
          </p:cNvSpPr>
          <p:nvPr>
            <p:ph type="sldNum" sz="quarter" idx="5"/>
          </p:nvPr>
        </p:nvSpPr>
        <p:spPr/>
        <p:txBody>
          <a:bodyPr/>
          <a:lstStyle/>
          <a:p>
            <a:fld id="{0C49AC16-2221-4935-809C-2A72A26F729C}" type="slidenum">
              <a:rPr lang="en-US" smtClean="0"/>
              <a:t>85</a:t>
            </a:fld>
            <a:endParaRPr lang="en-US" dirty="0"/>
          </a:p>
        </p:txBody>
      </p:sp>
    </p:spTree>
    <p:extLst>
      <p:ext uri="{BB962C8B-B14F-4D97-AF65-F5344CB8AC3E}">
        <p14:creationId xmlns:p14="http://schemas.microsoft.com/office/powerpoint/2010/main" val="3916639384"/>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EF32EC-D167-EC9E-18C2-0FE1230181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2BB006-80BF-2889-F51B-5A06C8E790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5558F7-E7E7-7BC5-BCF4-6CE646572CE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8B2AC19-FAFD-1588-2B65-CF4E24326A6A}"/>
              </a:ext>
            </a:extLst>
          </p:cNvPr>
          <p:cNvSpPr>
            <a:spLocks noGrp="1"/>
          </p:cNvSpPr>
          <p:nvPr>
            <p:ph type="sldNum" sz="quarter" idx="5"/>
          </p:nvPr>
        </p:nvSpPr>
        <p:spPr/>
        <p:txBody>
          <a:bodyPr/>
          <a:lstStyle/>
          <a:p>
            <a:fld id="{0C49AC16-2221-4935-809C-2A72A26F729C}" type="slidenum">
              <a:rPr lang="en-US" smtClean="0"/>
              <a:t>86</a:t>
            </a:fld>
            <a:endParaRPr lang="en-US" dirty="0"/>
          </a:p>
        </p:txBody>
      </p:sp>
    </p:spTree>
    <p:extLst>
      <p:ext uri="{BB962C8B-B14F-4D97-AF65-F5344CB8AC3E}">
        <p14:creationId xmlns:p14="http://schemas.microsoft.com/office/powerpoint/2010/main" val="2665658974"/>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0030C-048E-2CC5-794B-658C345611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F2BD8E-C936-2C31-47F1-8A710C0D7B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F1695E-498E-7070-5CC8-BFD77F9F1F1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BAA42D4-6842-C339-B5CF-CAB163F5DF6E}"/>
              </a:ext>
            </a:extLst>
          </p:cNvPr>
          <p:cNvSpPr>
            <a:spLocks noGrp="1"/>
          </p:cNvSpPr>
          <p:nvPr>
            <p:ph type="sldNum" sz="quarter" idx="5"/>
          </p:nvPr>
        </p:nvSpPr>
        <p:spPr/>
        <p:txBody>
          <a:bodyPr/>
          <a:lstStyle/>
          <a:p>
            <a:fld id="{0C49AC16-2221-4935-809C-2A72A26F729C}" type="slidenum">
              <a:rPr lang="en-US" smtClean="0"/>
              <a:t>87</a:t>
            </a:fld>
            <a:endParaRPr lang="en-US" dirty="0"/>
          </a:p>
        </p:txBody>
      </p:sp>
    </p:spTree>
    <p:extLst>
      <p:ext uri="{BB962C8B-B14F-4D97-AF65-F5344CB8AC3E}">
        <p14:creationId xmlns:p14="http://schemas.microsoft.com/office/powerpoint/2010/main" val="4291243746"/>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A0F79-6DA2-2C13-EF4A-C5DDE246F8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67D146-7548-BA65-A156-D6C4F50B8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ABD8B3-7911-1790-DF2A-97DEDE65B47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E9442AA-BFA4-A64E-F314-FE90D4B57C42}"/>
              </a:ext>
            </a:extLst>
          </p:cNvPr>
          <p:cNvSpPr>
            <a:spLocks noGrp="1"/>
          </p:cNvSpPr>
          <p:nvPr>
            <p:ph type="sldNum" sz="quarter" idx="5"/>
          </p:nvPr>
        </p:nvSpPr>
        <p:spPr/>
        <p:txBody>
          <a:bodyPr/>
          <a:lstStyle/>
          <a:p>
            <a:fld id="{0C49AC16-2221-4935-809C-2A72A26F729C}" type="slidenum">
              <a:rPr lang="en-US" smtClean="0"/>
              <a:t>88</a:t>
            </a:fld>
            <a:endParaRPr lang="en-US" dirty="0"/>
          </a:p>
        </p:txBody>
      </p:sp>
    </p:spTree>
    <p:extLst>
      <p:ext uri="{BB962C8B-B14F-4D97-AF65-F5344CB8AC3E}">
        <p14:creationId xmlns:p14="http://schemas.microsoft.com/office/powerpoint/2010/main" val="3160422616"/>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C2C699-9F1F-E115-BB75-77B0928F7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D46015-6359-211B-2E7A-53675FBEB9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ADA99E-FACE-8B76-E7E4-B5385BD335B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3D61BFD-32CA-11F7-1028-86A1D6F560C1}"/>
              </a:ext>
            </a:extLst>
          </p:cNvPr>
          <p:cNvSpPr>
            <a:spLocks noGrp="1"/>
          </p:cNvSpPr>
          <p:nvPr>
            <p:ph type="sldNum" sz="quarter" idx="5"/>
          </p:nvPr>
        </p:nvSpPr>
        <p:spPr/>
        <p:txBody>
          <a:bodyPr/>
          <a:lstStyle/>
          <a:p>
            <a:fld id="{0C49AC16-2221-4935-809C-2A72A26F729C}" type="slidenum">
              <a:rPr lang="en-US" smtClean="0"/>
              <a:t>89</a:t>
            </a:fld>
            <a:endParaRPr lang="en-US" dirty="0"/>
          </a:p>
        </p:txBody>
      </p:sp>
    </p:spTree>
    <p:extLst>
      <p:ext uri="{BB962C8B-B14F-4D97-AF65-F5344CB8AC3E}">
        <p14:creationId xmlns:p14="http://schemas.microsoft.com/office/powerpoint/2010/main" val="311587890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DC84E-D22D-8B2A-C5FD-7BC82BAE7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49C379-F4DE-C2D8-0E52-1D70C06C50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31588C-EC98-045A-C5C9-EFA6D64F92E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4651181-33EC-43EA-0A56-6C057E31C9D9}"/>
              </a:ext>
            </a:extLst>
          </p:cNvPr>
          <p:cNvSpPr>
            <a:spLocks noGrp="1"/>
          </p:cNvSpPr>
          <p:nvPr>
            <p:ph type="sldNum" sz="quarter" idx="5"/>
          </p:nvPr>
        </p:nvSpPr>
        <p:spPr/>
        <p:txBody>
          <a:bodyPr/>
          <a:lstStyle/>
          <a:p>
            <a:fld id="{0C49AC16-2221-4935-809C-2A72A26F729C}" type="slidenum">
              <a:rPr lang="en-US" smtClean="0"/>
              <a:t>90</a:t>
            </a:fld>
            <a:endParaRPr lang="en-US" dirty="0"/>
          </a:p>
        </p:txBody>
      </p:sp>
    </p:spTree>
    <p:extLst>
      <p:ext uri="{BB962C8B-B14F-4D97-AF65-F5344CB8AC3E}">
        <p14:creationId xmlns:p14="http://schemas.microsoft.com/office/powerpoint/2010/main" val="2210088447"/>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F4AB8-324D-A122-8218-B51C5C64C6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AF54CB-4A8E-666E-F676-FA151520C3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A20B80-7914-160A-C2CC-CC4B9B456DF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B913A37-0D49-799B-E9B2-B9FCFD62F446}"/>
              </a:ext>
            </a:extLst>
          </p:cNvPr>
          <p:cNvSpPr>
            <a:spLocks noGrp="1"/>
          </p:cNvSpPr>
          <p:nvPr>
            <p:ph type="sldNum" sz="quarter" idx="5"/>
          </p:nvPr>
        </p:nvSpPr>
        <p:spPr/>
        <p:txBody>
          <a:bodyPr/>
          <a:lstStyle/>
          <a:p>
            <a:fld id="{0C49AC16-2221-4935-809C-2A72A26F729C}" type="slidenum">
              <a:rPr lang="en-US" smtClean="0"/>
              <a:t>91</a:t>
            </a:fld>
            <a:endParaRPr lang="en-US" dirty="0"/>
          </a:p>
        </p:txBody>
      </p:sp>
    </p:spTree>
    <p:extLst>
      <p:ext uri="{BB962C8B-B14F-4D97-AF65-F5344CB8AC3E}">
        <p14:creationId xmlns:p14="http://schemas.microsoft.com/office/powerpoint/2010/main" val="734835648"/>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F39C3-C9ED-5058-B7D7-37E805D0A7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4C1090-B124-3A8B-C776-07275BB368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5B4A59-2FFD-B1E4-E74D-BF10FDBC42E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43E9E0C-2BF1-1C8D-A67E-BFCADCEE2FBD}"/>
              </a:ext>
            </a:extLst>
          </p:cNvPr>
          <p:cNvSpPr>
            <a:spLocks noGrp="1"/>
          </p:cNvSpPr>
          <p:nvPr>
            <p:ph type="sldNum" sz="quarter" idx="5"/>
          </p:nvPr>
        </p:nvSpPr>
        <p:spPr/>
        <p:txBody>
          <a:bodyPr/>
          <a:lstStyle/>
          <a:p>
            <a:fld id="{0C49AC16-2221-4935-809C-2A72A26F729C}" type="slidenum">
              <a:rPr lang="en-US" smtClean="0"/>
              <a:t>92</a:t>
            </a:fld>
            <a:endParaRPr lang="en-US" dirty="0"/>
          </a:p>
        </p:txBody>
      </p:sp>
    </p:spTree>
    <p:extLst>
      <p:ext uri="{BB962C8B-B14F-4D97-AF65-F5344CB8AC3E}">
        <p14:creationId xmlns:p14="http://schemas.microsoft.com/office/powerpoint/2010/main" val="2152403077"/>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D6D7BC-0F5D-0628-A7A4-E47830919D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8DBD33-D87E-BDAC-3C1F-3426D6DEA6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9A8BF6-9FFF-9357-044A-8C720314879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BDBAD3F-A9C8-1E42-315E-44989C7F15A4}"/>
              </a:ext>
            </a:extLst>
          </p:cNvPr>
          <p:cNvSpPr>
            <a:spLocks noGrp="1"/>
          </p:cNvSpPr>
          <p:nvPr>
            <p:ph type="sldNum" sz="quarter" idx="5"/>
          </p:nvPr>
        </p:nvSpPr>
        <p:spPr/>
        <p:txBody>
          <a:bodyPr/>
          <a:lstStyle/>
          <a:p>
            <a:fld id="{0C49AC16-2221-4935-809C-2A72A26F729C}" type="slidenum">
              <a:rPr lang="en-US" smtClean="0"/>
              <a:t>93</a:t>
            </a:fld>
            <a:endParaRPr lang="en-US" dirty="0"/>
          </a:p>
        </p:txBody>
      </p:sp>
    </p:spTree>
    <p:extLst>
      <p:ext uri="{BB962C8B-B14F-4D97-AF65-F5344CB8AC3E}">
        <p14:creationId xmlns:p14="http://schemas.microsoft.com/office/powerpoint/2010/main" val="248589406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6DC0D-2D03-DEA9-F2C9-4F076C1845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8881EE-807A-BAFB-079D-065CAADE10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389A6E-8416-2388-48C1-2E16C7FA683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5F5F53B-F4E3-A085-8BFA-8EBBE04CE91D}"/>
              </a:ext>
            </a:extLst>
          </p:cNvPr>
          <p:cNvSpPr>
            <a:spLocks noGrp="1"/>
          </p:cNvSpPr>
          <p:nvPr>
            <p:ph type="sldNum" sz="quarter" idx="5"/>
          </p:nvPr>
        </p:nvSpPr>
        <p:spPr/>
        <p:txBody>
          <a:bodyPr/>
          <a:lstStyle/>
          <a:p>
            <a:fld id="{0C49AC16-2221-4935-809C-2A72A26F729C}" type="slidenum">
              <a:rPr lang="en-US" smtClean="0"/>
              <a:t>94</a:t>
            </a:fld>
            <a:endParaRPr lang="en-US" dirty="0"/>
          </a:p>
        </p:txBody>
      </p:sp>
    </p:spTree>
    <p:extLst>
      <p:ext uri="{BB962C8B-B14F-4D97-AF65-F5344CB8AC3E}">
        <p14:creationId xmlns:p14="http://schemas.microsoft.com/office/powerpoint/2010/main" val="256937226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90D59-C73B-08A5-12C2-7752551810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C6A8F5-5219-0F82-A217-FEEB49E504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D8F6E5-1ED9-FBAB-376E-BA7EF2E1F7A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2AEE2D8-9406-2150-C11E-E24F103807CA}"/>
              </a:ext>
            </a:extLst>
          </p:cNvPr>
          <p:cNvSpPr>
            <a:spLocks noGrp="1"/>
          </p:cNvSpPr>
          <p:nvPr>
            <p:ph type="sldNum" sz="quarter" idx="5"/>
          </p:nvPr>
        </p:nvSpPr>
        <p:spPr/>
        <p:txBody>
          <a:bodyPr/>
          <a:lstStyle/>
          <a:p>
            <a:fld id="{0C49AC16-2221-4935-809C-2A72A26F729C}" type="slidenum">
              <a:rPr lang="en-US" smtClean="0"/>
              <a:t>95</a:t>
            </a:fld>
            <a:endParaRPr lang="en-US" dirty="0"/>
          </a:p>
        </p:txBody>
      </p:sp>
    </p:spTree>
    <p:extLst>
      <p:ext uri="{BB962C8B-B14F-4D97-AF65-F5344CB8AC3E}">
        <p14:creationId xmlns:p14="http://schemas.microsoft.com/office/powerpoint/2010/main" val="58195122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8C0A0-B909-AE8F-E11B-AFDE7C7CBD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1A5679-B419-2DFB-3ACF-1BDB1E377D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E1CE47-0ACB-3964-7B68-48CC8E0026E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21284F6-2F6F-4065-761D-EF5F609E595C}"/>
              </a:ext>
            </a:extLst>
          </p:cNvPr>
          <p:cNvSpPr>
            <a:spLocks noGrp="1"/>
          </p:cNvSpPr>
          <p:nvPr>
            <p:ph type="sldNum" sz="quarter" idx="5"/>
          </p:nvPr>
        </p:nvSpPr>
        <p:spPr/>
        <p:txBody>
          <a:bodyPr/>
          <a:lstStyle/>
          <a:p>
            <a:fld id="{0C49AC16-2221-4935-809C-2A72A26F729C}" type="slidenum">
              <a:rPr lang="en-US" smtClean="0"/>
              <a:t>96</a:t>
            </a:fld>
            <a:endParaRPr lang="en-US" dirty="0"/>
          </a:p>
        </p:txBody>
      </p:sp>
    </p:spTree>
    <p:extLst>
      <p:ext uri="{BB962C8B-B14F-4D97-AF65-F5344CB8AC3E}">
        <p14:creationId xmlns:p14="http://schemas.microsoft.com/office/powerpoint/2010/main" val="86162240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7E300-9D43-F92D-2AE1-C8075CE314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7A3D27-65CD-7D0D-5275-585768D763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09624F-234C-95CD-9CAF-83AE8B2C25F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928BD21-B0D0-3CFF-E6E2-001581BF410B}"/>
              </a:ext>
            </a:extLst>
          </p:cNvPr>
          <p:cNvSpPr>
            <a:spLocks noGrp="1"/>
          </p:cNvSpPr>
          <p:nvPr>
            <p:ph type="sldNum" sz="quarter" idx="5"/>
          </p:nvPr>
        </p:nvSpPr>
        <p:spPr/>
        <p:txBody>
          <a:bodyPr/>
          <a:lstStyle/>
          <a:p>
            <a:fld id="{0C49AC16-2221-4935-809C-2A72A26F729C}" type="slidenum">
              <a:rPr lang="en-US" smtClean="0"/>
              <a:t>97</a:t>
            </a:fld>
            <a:endParaRPr lang="en-US" dirty="0"/>
          </a:p>
        </p:txBody>
      </p:sp>
    </p:spTree>
    <p:extLst>
      <p:ext uri="{BB962C8B-B14F-4D97-AF65-F5344CB8AC3E}">
        <p14:creationId xmlns:p14="http://schemas.microsoft.com/office/powerpoint/2010/main" val="524713327"/>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AB517B-57E8-4254-3CAE-BEF0977EC8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C155AE-206C-9130-50AD-B67C1C25F1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885242-EADE-0D86-EB20-129743D0854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1FAFBC7-EFFD-00FD-5F36-738059253F3B}"/>
              </a:ext>
            </a:extLst>
          </p:cNvPr>
          <p:cNvSpPr>
            <a:spLocks noGrp="1"/>
          </p:cNvSpPr>
          <p:nvPr>
            <p:ph type="sldNum" sz="quarter" idx="5"/>
          </p:nvPr>
        </p:nvSpPr>
        <p:spPr/>
        <p:txBody>
          <a:bodyPr/>
          <a:lstStyle/>
          <a:p>
            <a:fld id="{0C49AC16-2221-4935-809C-2A72A26F729C}" type="slidenum">
              <a:rPr lang="en-US" smtClean="0"/>
              <a:t>98</a:t>
            </a:fld>
            <a:endParaRPr lang="en-US" dirty="0"/>
          </a:p>
        </p:txBody>
      </p:sp>
    </p:spTree>
    <p:extLst>
      <p:ext uri="{BB962C8B-B14F-4D97-AF65-F5344CB8AC3E}">
        <p14:creationId xmlns:p14="http://schemas.microsoft.com/office/powerpoint/2010/main" val="419966193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04AD7C-5CD3-3EA5-2E4E-A5E6258575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8CC02E-3900-965A-8C4D-80783825C2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3ED7BE-F3E1-0081-E443-7B3AD92D4AC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4542C23-6F8E-369B-F53C-1353928FE58D}"/>
              </a:ext>
            </a:extLst>
          </p:cNvPr>
          <p:cNvSpPr>
            <a:spLocks noGrp="1"/>
          </p:cNvSpPr>
          <p:nvPr>
            <p:ph type="sldNum" sz="quarter" idx="5"/>
          </p:nvPr>
        </p:nvSpPr>
        <p:spPr/>
        <p:txBody>
          <a:bodyPr/>
          <a:lstStyle/>
          <a:p>
            <a:fld id="{0C49AC16-2221-4935-809C-2A72A26F729C}" type="slidenum">
              <a:rPr lang="en-US" smtClean="0"/>
              <a:t>99</a:t>
            </a:fld>
            <a:endParaRPr lang="en-US" dirty="0"/>
          </a:p>
        </p:txBody>
      </p:sp>
    </p:spTree>
    <p:extLst>
      <p:ext uri="{BB962C8B-B14F-4D97-AF65-F5344CB8AC3E}">
        <p14:creationId xmlns:p14="http://schemas.microsoft.com/office/powerpoint/2010/main" val="232110053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34078B-F057-B051-2C03-521641187F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5A5786-D40C-2D20-117A-8123F8C1D4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13F58A-8A9F-095F-104B-B71D65556C5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6D4D674-EC27-DBAE-CDA4-F52E4BCD98B0}"/>
              </a:ext>
            </a:extLst>
          </p:cNvPr>
          <p:cNvSpPr>
            <a:spLocks noGrp="1"/>
          </p:cNvSpPr>
          <p:nvPr>
            <p:ph type="sldNum" sz="quarter" idx="5"/>
          </p:nvPr>
        </p:nvSpPr>
        <p:spPr/>
        <p:txBody>
          <a:bodyPr/>
          <a:lstStyle/>
          <a:p>
            <a:fld id="{0C49AC16-2221-4935-809C-2A72A26F729C}" type="slidenum">
              <a:rPr lang="en-US" smtClean="0"/>
              <a:t>100</a:t>
            </a:fld>
            <a:endParaRPr lang="en-US" dirty="0"/>
          </a:p>
        </p:txBody>
      </p:sp>
    </p:spTree>
    <p:extLst>
      <p:ext uri="{BB962C8B-B14F-4D97-AF65-F5344CB8AC3E}">
        <p14:creationId xmlns:p14="http://schemas.microsoft.com/office/powerpoint/2010/main" val="3810344096"/>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80B8D-7CDD-CC04-2E47-54B36F6D9D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5DFA8-FE36-8F56-4CD1-C237035F4A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5C6AC2-E987-67D4-E7B8-95B7E131DAB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A1C7AB5-8EBC-252D-AFDD-40F0F966BF32}"/>
              </a:ext>
            </a:extLst>
          </p:cNvPr>
          <p:cNvSpPr>
            <a:spLocks noGrp="1"/>
          </p:cNvSpPr>
          <p:nvPr>
            <p:ph type="sldNum" sz="quarter" idx="5"/>
          </p:nvPr>
        </p:nvSpPr>
        <p:spPr/>
        <p:txBody>
          <a:bodyPr/>
          <a:lstStyle/>
          <a:p>
            <a:fld id="{0C49AC16-2221-4935-809C-2A72A26F729C}" type="slidenum">
              <a:rPr lang="en-US" smtClean="0"/>
              <a:t>101</a:t>
            </a:fld>
            <a:endParaRPr lang="en-US" dirty="0"/>
          </a:p>
        </p:txBody>
      </p:sp>
    </p:spTree>
    <p:extLst>
      <p:ext uri="{BB962C8B-B14F-4D97-AF65-F5344CB8AC3E}">
        <p14:creationId xmlns:p14="http://schemas.microsoft.com/office/powerpoint/2010/main" val="877687202"/>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2CC2E-44B8-D12B-4D5B-DBF88F0B6B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2A74ED-60DE-A511-3EF8-DA0E764781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BE8EB1-D84D-7D92-9845-0BF02A4E8F5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2C35B23-7F1A-0E00-A97D-F12304B4F67B}"/>
              </a:ext>
            </a:extLst>
          </p:cNvPr>
          <p:cNvSpPr>
            <a:spLocks noGrp="1"/>
          </p:cNvSpPr>
          <p:nvPr>
            <p:ph type="sldNum" sz="quarter" idx="5"/>
          </p:nvPr>
        </p:nvSpPr>
        <p:spPr/>
        <p:txBody>
          <a:bodyPr/>
          <a:lstStyle/>
          <a:p>
            <a:fld id="{0C49AC16-2221-4935-809C-2A72A26F729C}" type="slidenum">
              <a:rPr lang="en-US" smtClean="0"/>
              <a:t>102</a:t>
            </a:fld>
            <a:endParaRPr lang="en-US" dirty="0"/>
          </a:p>
        </p:txBody>
      </p:sp>
    </p:spTree>
    <p:extLst>
      <p:ext uri="{BB962C8B-B14F-4D97-AF65-F5344CB8AC3E}">
        <p14:creationId xmlns:p14="http://schemas.microsoft.com/office/powerpoint/2010/main" val="2039961214"/>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A7A1DB-C503-4D7E-5C34-3C9B9E9A4E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97DD72-A0AB-CD8F-4ED3-4B18201639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325DA0-0719-0DE4-AAE9-95438280A3D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FF22D08-A037-65CD-5F05-6A18F9178DB9}"/>
              </a:ext>
            </a:extLst>
          </p:cNvPr>
          <p:cNvSpPr>
            <a:spLocks noGrp="1"/>
          </p:cNvSpPr>
          <p:nvPr>
            <p:ph type="sldNum" sz="quarter" idx="5"/>
          </p:nvPr>
        </p:nvSpPr>
        <p:spPr/>
        <p:txBody>
          <a:bodyPr/>
          <a:lstStyle/>
          <a:p>
            <a:fld id="{0C49AC16-2221-4935-809C-2A72A26F729C}" type="slidenum">
              <a:rPr lang="en-US" smtClean="0"/>
              <a:t>103</a:t>
            </a:fld>
            <a:endParaRPr lang="en-US" dirty="0"/>
          </a:p>
        </p:txBody>
      </p:sp>
    </p:spTree>
    <p:extLst>
      <p:ext uri="{BB962C8B-B14F-4D97-AF65-F5344CB8AC3E}">
        <p14:creationId xmlns:p14="http://schemas.microsoft.com/office/powerpoint/2010/main" val="1233604833"/>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558F7-E301-BE0E-DAB9-B1DB122FC5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58496E-77A1-D6FD-CC45-E63DD6BDD9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A0B3D4-D6F6-1AAC-389B-D3CB459C31C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A1E4593-0DCA-DDDB-04EE-BEBCF4A295BB}"/>
              </a:ext>
            </a:extLst>
          </p:cNvPr>
          <p:cNvSpPr>
            <a:spLocks noGrp="1"/>
          </p:cNvSpPr>
          <p:nvPr>
            <p:ph type="sldNum" sz="quarter" idx="5"/>
          </p:nvPr>
        </p:nvSpPr>
        <p:spPr/>
        <p:txBody>
          <a:bodyPr/>
          <a:lstStyle/>
          <a:p>
            <a:fld id="{0C49AC16-2221-4935-809C-2A72A26F729C}" type="slidenum">
              <a:rPr lang="en-US" smtClean="0"/>
              <a:t>104</a:t>
            </a:fld>
            <a:endParaRPr lang="en-US" dirty="0"/>
          </a:p>
        </p:txBody>
      </p:sp>
    </p:spTree>
    <p:extLst>
      <p:ext uri="{BB962C8B-B14F-4D97-AF65-F5344CB8AC3E}">
        <p14:creationId xmlns:p14="http://schemas.microsoft.com/office/powerpoint/2010/main" val="109781314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2DA9C-5CA2-EBD4-5A0F-8FFF4C3D42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7FC12C-5532-08CC-455F-85AD05C758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E3E60E-8608-CE3B-64F7-CC09AD1E06D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492027E-E5A1-C1B2-FBAD-0A67AB368535}"/>
              </a:ext>
            </a:extLst>
          </p:cNvPr>
          <p:cNvSpPr>
            <a:spLocks noGrp="1"/>
          </p:cNvSpPr>
          <p:nvPr>
            <p:ph type="sldNum" sz="quarter" idx="5"/>
          </p:nvPr>
        </p:nvSpPr>
        <p:spPr/>
        <p:txBody>
          <a:bodyPr/>
          <a:lstStyle/>
          <a:p>
            <a:fld id="{0C49AC16-2221-4935-809C-2A72A26F729C}" type="slidenum">
              <a:rPr lang="en-US" smtClean="0"/>
              <a:t>105</a:t>
            </a:fld>
            <a:endParaRPr lang="en-US" dirty="0"/>
          </a:p>
        </p:txBody>
      </p:sp>
    </p:spTree>
    <p:extLst>
      <p:ext uri="{BB962C8B-B14F-4D97-AF65-F5344CB8AC3E}">
        <p14:creationId xmlns:p14="http://schemas.microsoft.com/office/powerpoint/2010/main" val="4290505669"/>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5DBF1-4890-D793-8896-6CA8D3F514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011776-34AC-B230-CFD0-D9CC9EDF1E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CB431A-17C6-6D1E-FC8E-38381B86B70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FCE4A0C-E7ED-1070-0E1F-3BC716CA893A}"/>
              </a:ext>
            </a:extLst>
          </p:cNvPr>
          <p:cNvSpPr>
            <a:spLocks noGrp="1"/>
          </p:cNvSpPr>
          <p:nvPr>
            <p:ph type="sldNum" sz="quarter" idx="5"/>
          </p:nvPr>
        </p:nvSpPr>
        <p:spPr/>
        <p:txBody>
          <a:bodyPr/>
          <a:lstStyle/>
          <a:p>
            <a:fld id="{0C49AC16-2221-4935-809C-2A72A26F729C}" type="slidenum">
              <a:rPr lang="en-US" smtClean="0"/>
              <a:t>106</a:t>
            </a:fld>
            <a:endParaRPr lang="en-US" dirty="0"/>
          </a:p>
        </p:txBody>
      </p:sp>
    </p:spTree>
    <p:extLst>
      <p:ext uri="{BB962C8B-B14F-4D97-AF65-F5344CB8AC3E}">
        <p14:creationId xmlns:p14="http://schemas.microsoft.com/office/powerpoint/2010/main" val="352586405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A68EA-933E-AE8A-23F2-9B4B936215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92A6FE-7825-5587-DDDD-7B004A7F26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F325A2-BC7A-B7E3-66CD-166776FF1C3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B42B59F-5CE8-2C19-40F3-710D614A1532}"/>
              </a:ext>
            </a:extLst>
          </p:cNvPr>
          <p:cNvSpPr>
            <a:spLocks noGrp="1"/>
          </p:cNvSpPr>
          <p:nvPr>
            <p:ph type="sldNum" sz="quarter" idx="5"/>
          </p:nvPr>
        </p:nvSpPr>
        <p:spPr/>
        <p:txBody>
          <a:bodyPr/>
          <a:lstStyle/>
          <a:p>
            <a:fld id="{0C49AC16-2221-4935-809C-2A72A26F729C}" type="slidenum">
              <a:rPr lang="en-US" smtClean="0"/>
              <a:t>107</a:t>
            </a:fld>
            <a:endParaRPr lang="en-US" dirty="0"/>
          </a:p>
        </p:txBody>
      </p:sp>
    </p:spTree>
    <p:extLst>
      <p:ext uri="{BB962C8B-B14F-4D97-AF65-F5344CB8AC3E}">
        <p14:creationId xmlns:p14="http://schemas.microsoft.com/office/powerpoint/2010/main" val="3699714060"/>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A7B96-1B2C-05F8-05DE-2969528D89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C98A16-1FC6-E5FE-544C-72C3D259C5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44DBD7-33A6-8E96-38D8-C3060F16F06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52381D4-AAD0-9128-BAB0-6D94231AB269}"/>
              </a:ext>
            </a:extLst>
          </p:cNvPr>
          <p:cNvSpPr>
            <a:spLocks noGrp="1"/>
          </p:cNvSpPr>
          <p:nvPr>
            <p:ph type="sldNum" sz="quarter" idx="5"/>
          </p:nvPr>
        </p:nvSpPr>
        <p:spPr/>
        <p:txBody>
          <a:bodyPr/>
          <a:lstStyle/>
          <a:p>
            <a:fld id="{0C49AC16-2221-4935-809C-2A72A26F729C}" type="slidenum">
              <a:rPr lang="en-US" smtClean="0"/>
              <a:t>108</a:t>
            </a:fld>
            <a:endParaRPr lang="en-US" dirty="0"/>
          </a:p>
        </p:txBody>
      </p:sp>
    </p:spTree>
    <p:extLst>
      <p:ext uri="{BB962C8B-B14F-4D97-AF65-F5344CB8AC3E}">
        <p14:creationId xmlns:p14="http://schemas.microsoft.com/office/powerpoint/2010/main" val="154457152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EB5128-1CD8-71F3-2076-ED65FCA444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D9EEDF-6E44-AEF6-29E8-98F03EBEA3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6BC9BE-74A9-E9E6-06E8-1191FCF3E87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D337AC1-6C2F-5077-2BD7-72BB26A4862F}"/>
              </a:ext>
            </a:extLst>
          </p:cNvPr>
          <p:cNvSpPr>
            <a:spLocks noGrp="1"/>
          </p:cNvSpPr>
          <p:nvPr>
            <p:ph type="sldNum" sz="quarter" idx="5"/>
          </p:nvPr>
        </p:nvSpPr>
        <p:spPr/>
        <p:txBody>
          <a:bodyPr/>
          <a:lstStyle/>
          <a:p>
            <a:fld id="{0C49AC16-2221-4935-809C-2A72A26F729C}" type="slidenum">
              <a:rPr lang="en-US" smtClean="0"/>
              <a:t>109</a:t>
            </a:fld>
            <a:endParaRPr lang="en-US" dirty="0"/>
          </a:p>
        </p:txBody>
      </p:sp>
    </p:spTree>
    <p:extLst>
      <p:ext uri="{BB962C8B-B14F-4D97-AF65-F5344CB8AC3E}">
        <p14:creationId xmlns:p14="http://schemas.microsoft.com/office/powerpoint/2010/main" val="764787240"/>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6D75A-A3A2-F462-59B1-7C5A92A4D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A77709-B4FF-F79E-96B4-BA77BB1DA0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450722-24D1-3530-6227-12A41392CCA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81BD1A0-0E5F-AC95-1118-9009BDADE104}"/>
              </a:ext>
            </a:extLst>
          </p:cNvPr>
          <p:cNvSpPr>
            <a:spLocks noGrp="1"/>
          </p:cNvSpPr>
          <p:nvPr>
            <p:ph type="sldNum" sz="quarter" idx="5"/>
          </p:nvPr>
        </p:nvSpPr>
        <p:spPr/>
        <p:txBody>
          <a:bodyPr/>
          <a:lstStyle/>
          <a:p>
            <a:fld id="{0C49AC16-2221-4935-809C-2A72A26F729C}" type="slidenum">
              <a:rPr lang="en-US" smtClean="0"/>
              <a:t>110</a:t>
            </a:fld>
            <a:endParaRPr lang="en-US" dirty="0"/>
          </a:p>
        </p:txBody>
      </p:sp>
    </p:spTree>
    <p:extLst>
      <p:ext uri="{BB962C8B-B14F-4D97-AF65-F5344CB8AC3E}">
        <p14:creationId xmlns:p14="http://schemas.microsoft.com/office/powerpoint/2010/main" val="298338376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A5E3E-3911-6D93-77A5-C9AFE59484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BE5BA3-EFAB-B076-90DA-82C644F851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AE5153-8C31-21E5-9C39-AEB45C0C5A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5DB27CB-84C6-497A-E998-AE2F4D9B1684}"/>
              </a:ext>
            </a:extLst>
          </p:cNvPr>
          <p:cNvSpPr>
            <a:spLocks noGrp="1"/>
          </p:cNvSpPr>
          <p:nvPr>
            <p:ph type="sldNum" sz="quarter" idx="5"/>
          </p:nvPr>
        </p:nvSpPr>
        <p:spPr/>
        <p:txBody>
          <a:bodyPr/>
          <a:lstStyle/>
          <a:p>
            <a:fld id="{0C49AC16-2221-4935-809C-2A72A26F729C}" type="slidenum">
              <a:rPr lang="en-US" smtClean="0"/>
              <a:t>111</a:t>
            </a:fld>
            <a:endParaRPr lang="en-US" dirty="0"/>
          </a:p>
        </p:txBody>
      </p:sp>
    </p:spTree>
    <p:extLst>
      <p:ext uri="{BB962C8B-B14F-4D97-AF65-F5344CB8AC3E}">
        <p14:creationId xmlns:p14="http://schemas.microsoft.com/office/powerpoint/2010/main" val="369034070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C1CBD-402E-BE11-23C6-A077A7227F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B9573-214E-54FA-A588-69D0A3B6DC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0CCD08-5DB2-2AA1-AD32-D343A785155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9E6A6E3-3952-DA2D-9637-26FE027BE6C6}"/>
              </a:ext>
            </a:extLst>
          </p:cNvPr>
          <p:cNvSpPr>
            <a:spLocks noGrp="1"/>
          </p:cNvSpPr>
          <p:nvPr>
            <p:ph type="sldNum" sz="quarter" idx="5"/>
          </p:nvPr>
        </p:nvSpPr>
        <p:spPr/>
        <p:txBody>
          <a:bodyPr/>
          <a:lstStyle/>
          <a:p>
            <a:fld id="{0C49AC16-2221-4935-809C-2A72A26F729C}" type="slidenum">
              <a:rPr lang="en-US" smtClean="0"/>
              <a:t>112</a:t>
            </a:fld>
            <a:endParaRPr lang="en-US" dirty="0"/>
          </a:p>
        </p:txBody>
      </p:sp>
    </p:spTree>
    <p:extLst>
      <p:ext uri="{BB962C8B-B14F-4D97-AF65-F5344CB8AC3E}">
        <p14:creationId xmlns:p14="http://schemas.microsoft.com/office/powerpoint/2010/main" val="2738576098"/>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75A34-FE5A-92E5-A6B2-A20B745F4A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631259-96B6-300B-4A26-D2C344E17D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0C6F69-7D7F-38B6-CEA9-658A30488ED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B6F2042-12E8-1B1F-7B60-A34518B59954}"/>
              </a:ext>
            </a:extLst>
          </p:cNvPr>
          <p:cNvSpPr>
            <a:spLocks noGrp="1"/>
          </p:cNvSpPr>
          <p:nvPr>
            <p:ph type="sldNum" sz="quarter" idx="5"/>
          </p:nvPr>
        </p:nvSpPr>
        <p:spPr/>
        <p:txBody>
          <a:bodyPr/>
          <a:lstStyle/>
          <a:p>
            <a:fld id="{0C49AC16-2221-4935-809C-2A72A26F729C}" type="slidenum">
              <a:rPr lang="en-US" smtClean="0"/>
              <a:t>113</a:t>
            </a:fld>
            <a:endParaRPr lang="en-US" dirty="0"/>
          </a:p>
        </p:txBody>
      </p:sp>
    </p:spTree>
    <p:extLst>
      <p:ext uri="{BB962C8B-B14F-4D97-AF65-F5344CB8AC3E}">
        <p14:creationId xmlns:p14="http://schemas.microsoft.com/office/powerpoint/2010/main" val="1493449263"/>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EF5B8-FD89-4159-4BF6-5236029C5D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514E57-06E7-FE6F-2B27-C3528B8032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453319-E7C1-6B7F-7E96-145BC61B51A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D08018E-CCCE-434F-563C-AA21DB3EC836}"/>
              </a:ext>
            </a:extLst>
          </p:cNvPr>
          <p:cNvSpPr>
            <a:spLocks noGrp="1"/>
          </p:cNvSpPr>
          <p:nvPr>
            <p:ph type="sldNum" sz="quarter" idx="5"/>
          </p:nvPr>
        </p:nvSpPr>
        <p:spPr/>
        <p:txBody>
          <a:bodyPr/>
          <a:lstStyle/>
          <a:p>
            <a:fld id="{0C49AC16-2221-4935-809C-2A72A26F729C}" type="slidenum">
              <a:rPr lang="en-US" smtClean="0"/>
              <a:t>114</a:t>
            </a:fld>
            <a:endParaRPr lang="en-US" dirty="0"/>
          </a:p>
        </p:txBody>
      </p:sp>
    </p:spTree>
    <p:extLst>
      <p:ext uri="{BB962C8B-B14F-4D97-AF65-F5344CB8AC3E}">
        <p14:creationId xmlns:p14="http://schemas.microsoft.com/office/powerpoint/2010/main" val="267694418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74F73C-D489-7D34-71CA-40CAF15A9E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4F79F4-1455-EFFB-C7A9-9469E54EC4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F98BF8-C28F-3449-ECA1-BD7558FB38D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9BF24AE-3CF2-854B-4070-3FE59B3B539C}"/>
              </a:ext>
            </a:extLst>
          </p:cNvPr>
          <p:cNvSpPr>
            <a:spLocks noGrp="1"/>
          </p:cNvSpPr>
          <p:nvPr>
            <p:ph type="sldNum" sz="quarter" idx="5"/>
          </p:nvPr>
        </p:nvSpPr>
        <p:spPr/>
        <p:txBody>
          <a:bodyPr/>
          <a:lstStyle/>
          <a:p>
            <a:fld id="{0C49AC16-2221-4935-809C-2A72A26F729C}" type="slidenum">
              <a:rPr lang="en-US" smtClean="0"/>
              <a:t>115</a:t>
            </a:fld>
            <a:endParaRPr lang="en-US" dirty="0"/>
          </a:p>
        </p:txBody>
      </p:sp>
    </p:spTree>
    <p:extLst>
      <p:ext uri="{BB962C8B-B14F-4D97-AF65-F5344CB8AC3E}">
        <p14:creationId xmlns:p14="http://schemas.microsoft.com/office/powerpoint/2010/main" val="965310299"/>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B8661-CF13-F452-BA59-805E11B7CA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ABEC6D-A5D5-7CBF-5598-C663FA992E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29145E-E10B-6F72-253A-D3499A33151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CF8DD6-D3A4-E9B1-1EC0-26BF3ADD4E2C}"/>
              </a:ext>
            </a:extLst>
          </p:cNvPr>
          <p:cNvSpPr>
            <a:spLocks noGrp="1"/>
          </p:cNvSpPr>
          <p:nvPr>
            <p:ph type="sldNum" sz="quarter" idx="5"/>
          </p:nvPr>
        </p:nvSpPr>
        <p:spPr/>
        <p:txBody>
          <a:bodyPr/>
          <a:lstStyle/>
          <a:p>
            <a:fld id="{0C49AC16-2221-4935-809C-2A72A26F729C}" type="slidenum">
              <a:rPr lang="en-US" smtClean="0"/>
              <a:t>116</a:t>
            </a:fld>
            <a:endParaRPr lang="en-US" dirty="0"/>
          </a:p>
        </p:txBody>
      </p:sp>
    </p:spTree>
    <p:extLst>
      <p:ext uri="{BB962C8B-B14F-4D97-AF65-F5344CB8AC3E}">
        <p14:creationId xmlns:p14="http://schemas.microsoft.com/office/powerpoint/2010/main" val="93992191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75D79E-B570-ADCA-B380-55429584F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9EDF28-3436-D5D2-A79E-7184633F00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EBA9A1-F94C-6960-112A-FFB8312ADB3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3F35949-99E2-6446-420B-1F85721009F7}"/>
              </a:ext>
            </a:extLst>
          </p:cNvPr>
          <p:cNvSpPr>
            <a:spLocks noGrp="1"/>
          </p:cNvSpPr>
          <p:nvPr>
            <p:ph type="sldNum" sz="quarter" idx="5"/>
          </p:nvPr>
        </p:nvSpPr>
        <p:spPr/>
        <p:txBody>
          <a:bodyPr/>
          <a:lstStyle/>
          <a:p>
            <a:fld id="{0C49AC16-2221-4935-809C-2A72A26F729C}" type="slidenum">
              <a:rPr lang="en-US" smtClean="0"/>
              <a:t>117</a:t>
            </a:fld>
            <a:endParaRPr lang="en-US" dirty="0"/>
          </a:p>
        </p:txBody>
      </p:sp>
    </p:spTree>
    <p:extLst>
      <p:ext uri="{BB962C8B-B14F-4D97-AF65-F5344CB8AC3E}">
        <p14:creationId xmlns:p14="http://schemas.microsoft.com/office/powerpoint/2010/main" val="1600430132"/>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B5ED3-939E-23EA-0F15-81B22B7AC2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BB472C-BE4A-D8CE-EB18-6E8F8F2774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E3FAA6-E85D-FD72-54C4-07C3E8958D5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B9C9363-C4CD-5F3E-CCA8-DB960729DF99}"/>
              </a:ext>
            </a:extLst>
          </p:cNvPr>
          <p:cNvSpPr>
            <a:spLocks noGrp="1"/>
          </p:cNvSpPr>
          <p:nvPr>
            <p:ph type="sldNum" sz="quarter" idx="5"/>
          </p:nvPr>
        </p:nvSpPr>
        <p:spPr/>
        <p:txBody>
          <a:bodyPr/>
          <a:lstStyle/>
          <a:p>
            <a:fld id="{0C49AC16-2221-4935-809C-2A72A26F729C}" type="slidenum">
              <a:rPr lang="en-US" smtClean="0"/>
              <a:t>118</a:t>
            </a:fld>
            <a:endParaRPr lang="en-US" dirty="0"/>
          </a:p>
        </p:txBody>
      </p:sp>
    </p:spTree>
    <p:extLst>
      <p:ext uri="{BB962C8B-B14F-4D97-AF65-F5344CB8AC3E}">
        <p14:creationId xmlns:p14="http://schemas.microsoft.com/office/powerpoint/2010/main" val="416262663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C4DD12-56A6-EDA4-10D2-075C21F5F7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2023C2-8570-53A7-C3B0-5F06E7DF09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A2DA2B-3083-0E80-E92E-A66A9053431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AD86220-9983-8CD3-5FD9-57C1888B108A}"/>
              </a:ext>
            </a:extLst>
          </p:cNvPr>
          <p:cNvSpPr>
            <a:spLocks noGrp="1"/>
          </p:cNvSpPr>
          <p:nvPr>
            <p:ph type="sldNum" sz="quarter" idx="5"/>
          </p:nvPr>
        </p:nvSpPr>
        <p:spPr/>
        <p:txBody>
          <a:bodyPr/>
          <a:lstStyle/>
          <a:p>
            <a:fld id="{0C49AC16-2221-4935-809C-2A72A26F729C}" type="slidenum">
              <a:rPr lang="en-US" smtClean="0"/>
              <a:t>119</a:t>
            </a:fld>
            <a:endParaRPr lang="en-US" dirty="0"/>
          </a:p>
        </p:txBody>
      </p:sp>
    </p:spTree>
    <p:extLst>
      <p:ext uri="{BB962C8B-B14F-4D97-AF65-F5344CB8AC3E}">
        <p14:creationId xmlns:p14="http://schemas.microsoft.com/office/powerpoint/2010/main" val="2595495879"/>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17E936-C95D-2F6E-A151-3A7781C38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4A0099-A94B-8FF3-E5E1-D7C1B2F253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1A2EFC-34AB-0229-A6D3-315779F2034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C56576D-FFD3-C59B-3A7E-7ED985C295B7}"/>
              </a:ext>
            </a:extLst>
          </p:cNvPr>
          <p:cNvSpPr>
            <a:spLocks noGrp="1"/>
          </p:cNvSpPr>
          <p:nvPr>
            <p:ph type="sldNum" sz="quarter" idx="5"/>
          </p:nvPr>
        </p:nvSpPr>
        <p:spPr/>
        <p:txBody>
          <a:bodyPr/>
          <a:lstStyle/>
          <a:p>
            <a:fld id="{0C49AC16-2221-4935-809C-2A72A26F729C}" type="slidenum">
              <a:rPr lang="en-US" smtClean="0"/>
              <a:t>120</a:t>
            </a:fld>
            <a:endParaRPr lang="en-US" dirty="0"/>
          </a:p>
        </p:txBody>
      </p:sp>
    </p:spTree>
    <p:extLst>
      <p:ext uri="{BB962C8B-B14F-4D97-AF65-F5344CB8AC3E}">
        <p14:creationId xmlns:p14="http://schemas.microsoft.com/office/powerpoint/2010/main" val="306698453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5CE72C-6933-B880-77B9-F88F98878A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650826-055D-ADA6-0E5E-66E66D999B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A33FB9-7346-4D05-C34D-763557D0106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A8F926D-7CC3-34D8-8568-788B65B43CA3}"/>
              </a:ext>
            </a:extLst>
          </p:cNvPr>
          <p:cNvSpPr>
            <a:spLocks noGrp="1"/>
          </p:cNvSpPr>
          <p:nvPr>
            <p:ph type="sldNum" sz="quarter" idx="5"/>
          </p:nvPr>
        </p:nvSpPr>
        <p:spPr/>
        <p:txBody>
          <a:bodyPr/>
          <a:lstStyle/>
          <a:p>
            <a:fld id="{0C49AC16-2221-4935-809C-2A72A26F729C}" type="slidenum">
              <a:rPr lang="en-US" smtClean="0"/>
              <a:t>121</a:t>
            </a:fld>
            <a:endParaRPr lang="en-US" dirty="0"/>
          </a:p>
        </p:txBody>
      </p:sp>
    </p:spTree>
    <p:extLst>
      <p:ext uri="{BB962C8B-B14F-4D97-AF65-F5344CB8AC3E}">
        <p14:creationId xmlns:p14="http://schemas.microsoft.com/office/powerpoint/2010/main" val="2308704242"/>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762F1E-9DE4-B506-98D6-0512ECB1BE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77F95C-EC6C-1835-806D-D6BA83B0B2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485394-3104-A142-C234-298446737C5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8882D21-559E-0DDB-98CC-623ADF57F708}"/>
              </a:ext>
            </a:extLst>
          </p:cNvPr>
          <p:cNvSpPr>
            <a:spLocks noGrp="1"/>
          </p:cNvSpPr>
          <p:nvPr>
            <p:ph type="sldNum" sz="quarter" idx="5"/>
          </p:nvPr>
        </p:nvSpPr>
        <p:spPr/>
        <p:txBody>
          <a:bodyPr/>
          <a:lstStyle/>
          <a:p>
            <a:fld id="{0C49AC16-2221-4935-809C-2A72A26F729C}" type="slidenum">
              <a:rPr lang="en-US" smtClean="0"/>
              <a:t>122</a:t>
            </a:fld>
            <a:endParaRPr lang="en-US" dirty="0"/>
          </a:p>
        </p:txBody>
      </p:sp>
    </p:spTree>
    <p:extLst>
      <p:ext uri="{BB962C8B-B14F-4D97-AF65-F5344CB8AC3E}">
        <p14:creationId xmlns:p14="http://schemas.microsoft.com/office/powerpoint/2010/main" val="1928860735"/>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1B34BE-6290-FFE4-ADF2-E45D266B22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9DC8B6-B41B-CC93-AF0B-C0DDA6038E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3DA029-CF44-29B8-752C-90634093EFC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FD9D411-C1A5-E7CD-B9C0-B0700E38C68E}"/>
              </a:ext>
            </a:extLst>
          </p:cNvPr>
          <p:cNvSpPr>
            <a:spLocks noGrp="1"/>
          </p:cNvSpPr>
          <p:nvPr>
            <p:ph type="sldNum" sz="quarter" idx="5"/>
          </p:nvPr>
        </p:nvSpPr>
        <p:spPr/>
        <p:txBody>
          <a:bodyPr/>
          <a:lstStyle/>
          <a:p>
            <a:fld id="{0C49AC16-2221-4935-809C-2A72A26F729C}" type="slidenum">
              <a:rPr lang="en-US" smtClean="0"/>
              <a:t>123</a:t>
            </a:fld>
            <a:endParaRPr lang="en-US" dirty="0"/>
          </a:p>
        </p:txBody>
      </p:sp>
    </p:spTree>
    <p:extLst>
      <p:ext uri="{BB962C8B-B14F-4D97-AF65-F5344CB8AC3E}">
        <p14:creationId xmlns:p14="http://schemas.microsoft.com/office/powerpoint/2010/main" val="1709948643"/>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8D6D3-10B6-3F5F-929B-A372EAD624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9829F1-79C1-B858-9E80-2BA0CC3BE4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63DDA2-6EBA-B9ED-C822-3AD20375A43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9469411-8639-FCA5-EE4E-8970C9DEDC49}"/>
              </a:ext>
            </a:extLst>
          </p:cNvPr>
          <p:cNvSpPr>
            <a:spLocks noGrp="1"/>
          </p:cNvSpPr>
          <p:nvPr>
            <p:ph type="sldNum" sz="quarter" idx="5"/>
          </p:nvPr>
        </p:nvSpPr>
        <p:spPr/>
        <p:txBody>
          <a:bodyPr/>
          <a:lstStyle/>
          <a:p>
            <a:fld id="{0C49AC16-2221-4935-809C-2A72A26F729C}" type="slidenum">
              <a:rPr lang="en-US" smtClean="0"/>
              <a:t>124</a:t>
            </a:fld>
            <a:endParaRPr lang="en-US" dirty="0"/>
          </a:p>
        </p:txBody>
      </p:sp>
    </p:spTree>
    <p:extLst>
      <p:ext uri="{BB962C8B-B14F-4D97-AF65-F5344CB8AC3E}">
        <p14:creationId xmlns:p14="http://schemas.microsoft.com/office/powerpoint/2010/main" val="2420969596"/>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337094-8F22-F289-D756-DA23475EB1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22BF0C-8F77-4B4A-2ACB-9D4A7F8AE0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5A1E03-4A5D-8DFD-6118-8C206FCDA69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9B4C3F0-0998-EC42-07DE-A35916C7D954}"/>
              </a:ext>
            </a:extLst>
          </p:cNvPr>
          <p:cNvSpPr>
            <a:spLocks noGrp="1"/>
          </p:cNvSpPr>
          <p:nvPr>
            <p:ph type="sldNum" sz="quarter" idx="5"/>
          </p:nvPr>
        </p:nvSpPr>
        <p:spPr/>
        <p:txBody>
          <a:bodyPr/>
          <a:lstStyle/>
          <a:p>
            <a:fld id="{0C49AC16-2221-4935-809C-2A72A26F729C}" type="slidenum">
              <a:rPr lang="en-US" smtClean="0"/>
              <a:t>125</a:t>
            </a:fld>
            <a:endParaRPr lang="en-US" dirty="0"/>
          </a:p>
        </p:txBody>
      </p:sp>
    </p:spTree>
    <p:extLst>
      <p:ext uri="{BB962C8B-B14F-4D97-AF65-F5344CB8AC3E}">
        <p14:creationId xmlns:p14="http://schemas.microsoft.com/office/powerpoint/2010/main" val="1082579808"/>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7B762-2471-F571-1C47-3D93A120B5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34274C-7BD9-D941-F3F9-74D11A4472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FF5447-BBAB-B81E-1C18-BC111FF9425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5BE8E6B-C7FC-211B-EEB2-B898373E847C}"/>
              </a:ext>
            </a:extLst>
          </p:cNvPr>
          <p:cNvSpPr>
            <a:spLocks noGrp="1"/>
          </p:cNvSpPr>
          <p:nvPr>
            <p:ph type="sldNum" sz="quarter" idx="5"/>
          </p:nvPr>
        </p:nvSpPr>
        <p:spPr/>
        <p:txBody>
          <a:bodyPr/>
          <a:lstStyle/>
          <a:p>
            <a:fld id="{0C49AC16-2221-4935-809C-2A72A26F729C}" type="slidenum">
              <a:rPr lang="en-US" smtClean="0"/>
              <a:t>126</a:t>
            </a:fld>
            <a:endParaRPr lang="en-US" dirty="0"/>
          </a:p>
        </p:txBody>
      </p:sp>
    </p:spTree>
    <p:extLst>
      <p:ext uri="{BB962C8B-B14F-4D97-AF65-F5344CB8AC3E}">
        <p14:creationId xmlns:p14="http://schemas.microsoft.com/office/powerpoint/2010/main" val="198646014"/>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B45A13-EBCA-E40A-8462-5E5A995029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4FA080-7621-CA64-FAA4-8DF720662D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B27959-2989-61F2-F48C-713458EBA7D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EC1A6D8-EBAF-43B5-DFBB-E6E388BB1F8C}"/>
              </a:ext>
            </a:extLst>
          </p:cNvPr>
          <p:cNvSpPr>
            <a:spLocks noGrp="1"/>
          </p:cNvSpPr>
          <p:nvPr>
            <p:ph type="sldNum" sz="quarter" idx="5"/>
          </p:nvPr>
        </p:nvSpPr>
        <p:spPr/>
        <p:txBody>
          <a:bodyPr/>
          <a:lstStyle/>
          <a:p>
            <a:fld id="{0C49AC16-2221-4935-809C-2A72A26F729C}" type="slidenum">
              <a:rPr lang="en-US" smtClean="0"/>
              <a:t>127</a:t>
            </a:fld>
            <a:endParaRPr lang="en-US" dirty="0"/>
          </a:p>
        </p:txBody>
      </p:sp>
    </p:spTree>
    <p:extLst>
      <p:ext uri="{BB962C8B-B14F-4D97-AF65-F5344CB8AC3E}">
        <p14:creationId xmlns:p14="http://schemas.microsoft.com/office/powerpoint/2010/main" val="2794595247"/>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7561E-7C8C-7F8D-651A-FD899547DF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51F575-4C5E-28AA-09BB-89BFE49E45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F19C59-9E9D-B5DA-360A-71801178A07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9EB8D9F-CF51-2EB9-D029-A89E16A341CC}"/>
              </a:ext>
            </a:extLst>
          </p:cNvPr>
          <p:cNvSpPr>
            <a:spLocks noGrp="1"/>
          </p:cNvSpPr>
          <p:nvPr>
            <p:ph type="sldNum" sz="quarter" idx="5"/>
          </p:nvPr>
        </p:nvSpPr>
        <p:spPr/>
        <p:txBody>
          <a:bodyPr/>
          <a:lstStyle/>
          <a:p>
            <a:fld id="{0C49AC16-2221-4935-809C-2A72A26F729C}" type="slidenum">
              <a:rPr lang="en-US" smtClean="0"/>
              <a:t>128</a:t>
            </a:fld>
            <a:endParaRPr lang="en-US" dirty="0"/>
          </a:p>
        </p:txBody>
      </p:sp>
    </p:spTree>
    <p:extLst>
      <p:ext uri="{BB962C8B-B14F-4D97-AF65-F5344CB8AC3E}">
        <p14:creationId xmlns:p14="http://schemas.microsoft.com/office/powerpoint/2010/main" val="3667928884"/>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7E14F-609C-E12D-EF4D-00D28ED21A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C3F4E1-02B7-F356-8A71-7DE2B9ED60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C41A47-BB09-8DA9-E202-A650BF7BA37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0340A6C-CFB4-CB9D-4E12-5C015D4525BE}"/>
              </a:ext>
            </a:extLst>
          </p:cNvPr>
          <p:cNvSpPr>
            <a:spLocks noGrp="1"/>
          </p:cNvSpPr>
          <p:nvPr>
            <p:ph type="sldNum" sz="quarter" idx="5"/>
          </p:nvPr>
        </p:nvSpPr>
        <p:spPr/>
        <p:txBody>
          <a:bodyPr/>
          <a:lstStyle/>
          <a:p>
            <a:fld id="{0C49AC16-2221-4935-809C-2A72A26F729C}" type="slidenum">
              <a:rPr lang="en-US" smtClean="0"/>
              <a:t>129</a:t>
            </a:fld>
            <a:endParaRPr lang="en-US" dirty="0"/>
          </a:p>
        </p:txBody>
      </p:sp>
    </p:spTree>
    <p:extLst>
      <p:ext uri="{BB962C8B-B14F-4D97-AF65-F5344CB8AC3E}">
        <p14:creationId xmlns:p14="http://schemas.microsoft.com/office/powerpoint/2010/main" val="51991014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F39A7-F626-D622-6274-EBC7A55F64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E64F63-2ACE-C1DB-7AA6-AD4065CE4F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2B4F54-3CD8-AA4D-66AE-358BC6B2919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DABF866-1728-7457-8C34-8C12FDD7D17B}"/>
              </a:ext>
            </a:extLst>
          </p:cNvPr>
          <p:cNvSpPr>
            <a:spLocks noGrp="1"/>
          </p:cNvSpPr>
          <p:nvPr>
            <p:ph type="sldNum" sz="quarter" idx="5"/>
          </p:nvPr>
        </p:nvSpPr>
        <p:spPr/>
        <p:txBody>
          <a:bodyPr/>
          <a:lstStyle/>
          <a:p>
            <a:fld id="{0C49AC16-2221-4935-809C-2A72A26F729C}" type="slidenum">
              <a:rPr lang="en-US" smtClean="0"/>
              <a:t>130</a:t>
            </a:fld>
            <a:endParaRPr lang="en-US" dirty="0"/>
          </a:p>
        </p:txBody>
      </p:sp>
    </p:spTree>
    <p:extLst>
      <p:ext uri="{BB962C8B-B14F-4D97-AF65-F5344CB8AC3E}">
        <p14:creationId xmlns:p14="http://schemas.microsoft.com/office/powerpoint/2010/main" val="395645524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16239-0C25-2879-FD8D-0124886996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E0473A-8215-C65C-D617-F58CA00622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31C298-DCE6-C7C7-A1ED-7E2B79DEEEF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E342F1-C09F-5777-3AC0-09848CDA84BE}"/>
              </a:ext>
            </a:extLst>
          </p:cNvPr>
          <p:cNvSpPr>
            <a:spLocks noGrp="1"/>
          </p:cNvSpPr>
          <p:nvPr>
            <p:ph type="sldNum" sz="quarter" idx="5"/>
          </p:nvPr>
        </p:nvSpPr>
        <p:spPr/>
        <p:txBody>
          <a:bodyPr/>
          <a:lstStyle/>
          <a:p>
            <a:fld id="{0C49AC16-2221-4935-809C-2A72A26F729C}" type="slidenum">
              <a:rPr lang="en-US" smtClean="0"/>
              <a:t>131</a:t>
            </a:fld>
            <a:endParaRPr lang="en-US" dirty="0"/>
          </a:p>
        </p:txBody>
      </p:sp>
    </p:spTree>
    <p:extLst>
      <p:ext uri="{BB962C8B-B14F-4D97-AF65-F5344CB8AC3E}">
        <p14:creationId xmlns:p14="http://schemas.microsoft.com/office/powerpoint/2010/main" val="55166551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66B906-AADD-22D2-FF81-879631CAE6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E3748D-8741-412A-08BD-D1C2AF53CC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1C7C67-2339-D31A-64B0-E16E0AB4BC3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D92AA05-8E2E-7AF8-A6B8-41B2A1015023}"/>
              </a:ext>
            </a:extLst>
          </p:cNvPr>
          <p:cNvSpPr>
            <a:spLocks noGrp="1"/>
          </p:cNvSpPr>
          <p:nvPr>
            <p:ph type="sldNum" sz="quarter" idx="5"/>
          </p:nvPr>
        </p:nvSpPr>
        <p:spPr/>
        <p:txBody>
          <a:bodyPr/>
          <a:lstStyle/>
          <a:p>
            <a:fld id="{0C49AC16-2221-4935-809C-2A72A26F729C}" type="slidenum">
              <a:rPr lang="en-US" smtClean="0"/>
              <a:t>132</a:t>
            </a:fld>
            <a:endParaRPr lang="en-US" dirty="0"/>
          </a:p>
        </p:txBody>
      </p:sp>
    </p:spTree>
    <p:extLst>
      <p:ext uri="{BB962C8B-B14F-4D97-AF65-F5344CB8AC3E}">
        <p14:creationId xmlns:p14="http://schemas.microsoft.com/office/powerpoint/2010/main" val="3123402438"/>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BDD21E-E13B-A695-894C-4E697FCD9E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2D5790-DCD5-735B-1560-44E04E152B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A31E5-FB9E-C31E-62D3-E390F9CE017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1587723-7C95-CE25-051A-C043B8F0C852}"/>
              </a:ext>
            </a:extLst>
          </p:cNvPr>
          <p:cNvSpPr>
            <a:spLocks noGrp="1"/>
          </p:cNvSpPr>
          <p:nvPr>
            <p:ph type="sldNum" sz="quarter" idx="5"/>
          </p:nvPr>
        </p:nvSpPr>
        <p:spPr/>
        <p:txBody>
          <a:bodyPr/>
          <a:lstStyle/>
          <a:p>
            <a:fld id="{0C49AC16-2221-4935-809C-2A72A26F729C}" type="slidenum">
              <a:rPr lang="en-US" smtClean="0"/>
              <a:t>133</a:t>
            </a:fld>
            <a:endParaRPr lang="en-US" dirty="0"/>
          </a:p>
        </p:txBody>
      </p:sp>
    </p:spTree>
    <p:extLst>
      <p:ext uri="{BB962C8B-B14F-4D97-AF65-F5344CB8AC3E}">
        <p14:creationId xmlns:p14="http://schemas.microsoft.com/office/powerpoint/2010/main" val="299286087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8ACDD-9217-A552-C78D-B7DFECD999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A27535-0114-DBB8-48B5-39BC93F667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C17342-F041-8554-226C-E5842F499F2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8DA2205-D543-72E4-F079-6DF5B8DCD39D}"/>
              </a:ext>
            </a:extLst>
          </p:cNvPr>
          <p:cNvSpPr>
            <a:spLocks noGrp="1"/>
          </p:cNvSpPr>
          <p:nvPr>
            <p:ph type="sldNum" sz="quarter" idx="5"/>
          </p:nvPr>
        </p:nvSpPr>
        <p:spPr/>
        <p:txBody>
          <a:bodyPr/>
          <a:lstStyle/>
          <a:p>
            <a:fld id="{0C49AC16-2221-4935-809C-2A72A26F729C}" type="slidenum">
              <a:rPr lang="en-US" smtClean="0"/>
              <a:t>134</a:t>
            </a:fld>
            <a:endParaRPr lang="en-US" dirty="0"/>
          </a:p>
        </p:txBody>
      </p:sp>
    </p:spTree>
    <p:extLst>
      <p:ext uri="{BB962C8B-B14F-4D97-AF65-F5344CB8AC3E}">
        <p14:creationId xmlns:p14="http://schemas.microsoft.com/office/powerpoint/2010/main" val="1354677069"/>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A3F214-5EDB-4DC9-6BD2-DA1DDA497A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122407-3F23-3051-8F69-924491035F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26C50F-BF77-7B6B-DF71-54E264D658D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0720A08-62E8-C417-D81A-4017499DA121}"/>
              </a:ext>
            </a:extLst>
          </p:cNvPr>
          <p:cNvSpPr>
            <a:spLocks noGrp="1"/>
          </p:cNvSpPr>
          <p:nvPr>
            <p:ph type="sldNum" sz="quarter" idx="5"/>
          </p:nvPr>
        </p:nvSpPr>
        <p:spPr/>
        <p:txBody>
          <a:bodyPr/>
          <a:lstStyle/>
          <a:p>
            <a:fld id="{0C49AC16-2221-4935-809C-2A72A26F729C}" type="slidenum">
              <a:rPr lang="en-US" smtClean="0"/>
              <a:t>135</a:t>
            </a:fld>
            <a:endParaRPr lang="en-US" dirty="0"/>
          </a:p>
        </p:txBody>
      </p:sp>
    </p:spTree>
    <p:extLst>
      <p:ext uri="{BB962C8B-B14F-4D97-AF65-F5344CB8AC3E}">
        <p14:creationId xmlns:p14="http://schemas.microsoft.com/office/powerpoint/2010/main" val="316083636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8198F7-03EF-0508-1A6B-C3DBFB1893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C1A7F4-C1E4-E027-A05C-9C75B319C3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5D2067-AF1E-C1EA-4A93-7F2697917C8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FC89C28-B206-047D-B4E1-87C157626217}"/>
              </a:ext>
            </a:extLst>
          </p:cNvPr>
          <p:cNvSpPr>
            <a:spLocks noGrp="1"/>
          </p:cNvSpPr>
          <p:nvPr>
            <p:ph type="sldNum" sz="quarter" idx="5"/>
          </p:nvPr>
        </p:nvSpPr>
        <p:spPr/>
        <p:txBody>
          <a:bodyPr/>
          <a:lstStyle/>
          <a:p>
            <a:fld id="{0C49AC16-2221-4935-809C-2A72A26F729C}" type="slidenum">
              <a:rPr lang="en-US" smtClean="0"/>
              <a:t>136</a:t>
            </a:fld>
            <a:endParaRPr lang="en-US" dirty="0"/>
          </a:p>
        </p:txBody>
      </p:sp>
    </p:spTree>
    <p:extLst>
      <p:ext uri="{BB962C8B-B14F-4D97-AF65-F5344CB8AC3E}">
        <p14:creationId xmlns:p14="http://schemas.microsoft.com/office/powerpoint/2010/main" val="2144306693"/>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D3E21-4782-6D6A-0A33-E7C0DD1434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A0D3B3-9BC6-12CF-3267-407176F44D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C0E079-D6F6-5C08-9369-07037587503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0FC1818-34D8-5497-075C-81078498D40A}"/>
              </a:ext>
            </a:extLst>
          </p:cNvPr>
          <p:cNvSpPr>
            <a:spLocks noGrp="1"/>
          </p:cNvSpPr>
          <p:nvPr>
            <p:ph type="sldNum" sz="quarter" idx="5"/>
          </p:nvPr>
        </p:nvSpPr>
        <p:spPr/>
        <p:txBody>
          <a:bodyPr/>
          <a:lstStyle/>
          <a:p>
            <a:fld id="{0C49AC16-2221-4935-809C-2A72A26F729C}" type="slidenum">
              <a:rPr lang="en-US" smtClean="0"/>
              <a:t>137</a:t>
            </a:fld>
            <a:endParaRPr lang="en-US" dirty="0"/>
          </a:p>
        </p:txBody>
      </p:sp>
    </p:spTree>
    <p:extLst>
      <p:ext uri="{BB962C8B-B14F-4D97-AF65-F5344CB8AC3E}">
        <p14:creationId xmlns:p14="http://schemas.microsoft.com/office/powerpoint/2010/main" val="911571208"/>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2F9ED-51C0-06D1-E917-E3B6185F4F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DCC85C-A68B-95DE-5E64-A6356CEA7A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8B1201-6F5F-7C1C-B162-60E42320FFD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81E4ADD-E572-121D-E42F-584D206002A9}"/>
              </a:ext>
            </a:extLst>
          </p:cNvPr>
          <p:cNvSpPr>
            <a:spLocks noGrp="1"/>
          </p:cNvSpPr>
          <p:nvPr>
            <p:ph type="sldNum" sz="quarter" idx="5"/>
          </p:nvPr>
        </p:nvSpPr>
        <p:spPr/>
        <p:txBody>
          <a:bodyPr/>
          <a:lstStyle/>
          <a:p>
            <a:fld id="{0C49AC16-2221-4935-809C-2A72A26F729C}" type="slidenum">
              <a:rPr lang="en-US" smtClean="0"/>
              <a:t>138</a:t>
            </a:fld>
            <a:endParaRPr lang="en-US" dirty="0"/>
          </a:p>
        </p:txBody>
      </p:sp>
    </p:spTree>
    <p:extLst>
      <p:ext uri="{BB962C8B-B14F-4D97-AF65-F5344CB8AC3E}">
        <p14:creationId xmlns:p14="http://schemas.microsoft.com/office/powerpoint/2010/main" val="539665759"/>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3BE17-5D47-A4DA-490F-BF6E68C78C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F27CF7-BAF4-E364-F3E0-C2D15BFD43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62E3CE-C8CF-C8FB-A143-00F9CF5DBF9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A0D00D0-F1FB-FCDF-23CE-76B68D4430F6}"/>
              </a:ext>
            </a:extLst>
          </p:cNvPr>
          <p:cNvSpPr>
            <a:spLocks noGrp="1"/>
          </p:cNvSpPr>
          <p:nvPr>
            <p:ph type="sldNum" sz="quarter" idx="5"/>
          </p:nvPr>
        </p:nvSpPr>
        <p:spPr/>
        <p:txBody>
          <a:bodyPr/>
          <a:lstStyle/>
          <a:p>
            <a:fld id="{0C49AC16-2221-4935-809C-2A72A26F729C}" type="slidenum">
              <a:rPr lang="en-US" smtClean="0"/>
              <a:t>139</a:t>
            </a:fld>
            <a:endParaRPr lang="en-US" dirty="0"/>
          </a:p>
        </p:txBody>
      </p:sp>
    </p:spTree>
    <p:extLst>
      <p:ext uri="{BB962C8B-B14F-4D97-AF65-F5344CB8AC3E}">
        <p14:creationId xmlns:p14="http://schemas.microsoft.com/office/powerpoint/2010/main" val="3890604685"/>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E1C7A6-E8D3-9650-B547-C4B192DF2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03CEDD-2A37-3FD0-CA6A-FD93632610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220E8A-2A9B-52D6-F862-8748CC4F456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8C2B650-365C-3BDF-4899-DB5E9F645A7D}"/>
              </a:ext>
            </a:extLst>
          </p:cNvPr>
          <p:cNvSpPr>
            <a:spLocks noGrp="1"/>
          </p:cNvSpPr>
          <p:nvPr>
            <p:ph type="sldNum" sz="quarter" idx="5"/>
          </p:nvPr>
        </p:nvSpPr>
        <p:spPr/>
        <p:txBody>
          <a:bodyPr/>
          <a:lstStyle/>
          <a:p>
            <a:fld id="{0C49AC16-2221-4935-809C-2A72A26F729C}" type="slidenum">
              <a:rPr lang="en-US" smtClean="0"/>
              <a:t>140</a:t>
            </a:fld>
            <a:endParaRPr lang="en-US" dirty="0"/>
          </a:p>
        </p:txBody>
      </p:sp>
    </p:spTree>
    <p:extLst>
      <p:ext uri="{BB962C8B-B14F-4D97-AF65-F5344CB8AC3E}">
        <p14:creationId xmlns:p14="http://schemas.microsoft.com/office/powerpoint/2010/main" val="3859855003"/>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3E38F-7E63-ACF3-F852-04013D495C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166059-F2B0-21B5-3C04-BF36E547EF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D7AF1-7151-3D9C-F63F-E8F895C93CF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98A4575-019D-52F4-1922-21D98321709F}"/>
              </a:ext>
            </a:extLst>
          </p:cNvPr>
          <p:cNvSpPr>
            <a:spLocks noGrp="1"/>
          </p:cNvSpPr>
          <p:nvPr>
            <p:ph type="sldNum" sz="quarter" idx="5"/>
          </p:nvPr>
        </p:nvSpPr>
        <p:spPr/>
        <p:txBody>
          <a:bodyPr/>
          <a:lstStyle/>
          <a:p>
            <a:fld id="{0C49AC16-2221-4935-809C-2A72A26F729C}" type="slidenum">
              <a:rPr lang="en-US" smtClean="0"/>
              <a:t>141</a:t>
            </a:fld>
            <a:endParaRPr lang="en-US" dirty="0"/>
          </a:p>
        </p:txBody>
      </p:sp>
    </p:spTree>
    <p:extLst>
      <p:ext uri="{BB962C8B-B14F-4D97-AF65-F5344CB8AC3E}">
        <p14:creationId xmlns:p14="http://schemas.microsoft.com/office/powerpoint/2010/main" val="2185607289"/>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BE2A6-F323-9AFA-A89C-18D87DF7A1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C9B9D4-10B9-0AB2-B829-202B842AFE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3ECB0A-A5B7-F15B-A127-6716E4569E8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0A0ABB1-EA7C-239E-E8DC-4F2E33226903}"/>
              </a:ext>
            </a:extLst>
          </p:cNvPr>
          <p:cNvSpPr>
            <a:spLocks noGrp="1"/>
          </p:cNvSpPr>
          <p:nvPr>
            <p:ph type="sldNum" sz="quarter" idx="5"/>
          </p:nvPr>
        </p:nvSpPr>
        <p:spPr/>
        <p:txBody>
          <a:bodyPr/>
          <a:lstStyle/>
          <a:p>
            <a:fld id="{0C49AC16-2221-4935-809C-2A72A26F729C}" type="slidenum">
              <a:rPr lang="en-US" smtClean="0"/>
              <a:t>142</a:t>
            </a:fld>
            <a:endParaRPr lang="en-US" dirty="0"/>
          </a:p>
        </p:txBody>
      </p:sp>
    </p:spTree>
    <p:extLst>
      <p:ext uri="{BB962C8B-B14F-4D97-AF65-F5344CB8AC3E}">
        <p14:creationId xmlns:p14="http://schemas.microsoft.com/office/powerpoint/2010/main" val="3505737956"/>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9ED9EB-D8E2-2A91-11B6-A0BE48A40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E2C567-9D56-4357-378A-794D8F7078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6FD732-5DF0-CDF4-A13A-25F86C3BB76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7895552-5CA1-94B3-A68A-B2E8E15B015A}"/>
              </a:ext>
            </a:extLst>
          </p:cNvPr>
          <p:cNvSpPr>
            <a:spLocks noGrp="1"/>
          </p:cNvSpPr>
          <p:nvPr>
            <p:ph type="sldNum" sz="quarter" idx="5"/>
          </p:nvPr>
        </p:nvSpPr>
        <p:spPr/>
        <p:txBody>
          <a:bodyPr/>
          <a:lstStyle/>
          <a:p>
            <a:fld id="{0C49AC16-2221-4935-809C-2A72A26F729C}" type="slidenum">
              <a:rPr lang="en-US" smtClean="0"/>
              <a:t>143</a:t>
            </a:fld>
            <a:endParaRPr lang="en-US" dirty="0"/>
          </a:p>
        </p:txBody>
      </p:sp>
    </p:spTree>
    <p:extLst>
      <p:ext uri="{BB962C8B-B14F-4D97-AF65-F5344CB8AC3E}">
        <p14:creationId xmlns:p14="http://schemas.microsoft.com/office/powerpoint/2010/main" val="261777852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4FAEB-161D-720B-3B95-DFD1D4FD43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5528E9-D61C-9DAA-9E90-E066E13A6B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4E64F1-62EB-5D95-0593-C74B84028B8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83AD394-3332-EB23-D4CC-0903CF746675}"/>
              </a:ext>
            </a:extLst>
          </p:cNvPr>
          <p:cNvSpPr>
            <a:spLocks noGrp="1"/>
          </p:cNvSpPr>
          <p:nvPr>
            <p:ph type="sldNum" sz="quarter" idx="5"/>
          </p:nvPr>
        </p:nvSpPr>
        <p:spPr/>
        <p:txBody>
          <a:bodyPr/>
          <a:lstStyle/>
          <a:p>
            <a:fld id="{0C49AC16-2221-4935-809C-2A72A26F729C}" type="slidenum">
              <a:rPr lang="en-US" smtClean="0"/>
              <a:t>144</a:t>
            </a:fld>
            <a:endParaRPr lang="en-US" dirty="0"/>
          </a:p>
        </p:txBody>
      </p:sp>
    </p:spTree>
    <p:extLst>
      <p:ext uri="{BB962C8B-B14F-4D97-AF65-F5344CB8AC3E}">
        <p14:creationId xmlns:p14="http://schemas.microsoft.com/office/powerpoint/2010/main" val="3987285946"/>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1D253-083C-108E-236F-CA290E903B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C63B8A-E52A-A7CC-1FEB-9372290045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20C333-1D21-14FC-8E4A-845976701D2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F9D3EB0-4278-581C-D54D-EF4AF9ECA26C}"/>
              </a:ext>
            </a:extLst>
          </p:cNvPr>
          <p:cNvSpPr>
            <a:spLocks noGrp="1"/>
          </p:cNvSpPr>
          <p:nvPr>
            <p:ph type="sldNum" sz="quarter" idx="5"/>
          </p:nvPr>
        </p:nvSpPr>
        <p:spPr/>
        <p:txBody>
          <a:bodyPr/>
          <a:lstStyle/>
          <a:p>
            <a:fld id="{0C49AC16-2221-4935-809C-2A72A26F729C}" type="slidenum">
              <a:rPr lang="en-US" smtClean="0"/>
              <a:t>145</a:t>
            </a:fld>
            <a:endParaRPr lang="en-US" dirty="0"/>
          </a:p>
        </p:txBody>
      </p:sp>
    </p:spTree>
    <p:extLst>
      <p:ext uri="{BB962C8B-B14F-4D97-AF65-F5344CB8AC3E}">
        <p14:creationId xmlns:p14="http://schemas.microsoft.com/office/powerpoint/2010/main" val="3292601268"/>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BC0E8-3153-395A-BF20-C58ED3332E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63457D-D899-DAEA-B031-F4F7F207CB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B186AC-FEAC-FF09-B772-AF795B9450B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1CE49E4-DB77-7DF8-492D-B49E95C06351}"/>
              </a:ext>
            </a:extLst>
          </p:cNvPr>
          <p:cNvSpPr>
            <a:spLocks noGrp="1"/>
          </p:cNvSpPr>
          <p:nvPr>
            <p:ph type="sldNum" sz="quarter" idx="5"/>
          </p:nvPr>
        </p:nvSpPr>
        <p:spPr/>
        <p:txBody>
          <a:bodyPr/>
          <a:lstStyle/>
          <a:p>
            <a:fld id="{0C49AC16-2221-4935-809C-2A72A26F729C}" type="slidenum">
              <a:rPr lang="en-US" smtClean="0"/>
              <a:t>146</a:t>
            </a:fld>
            <a:endParaRPr lang="en-US" dirty="0"/>
          </a:p>
        </p:txBody>
      </p:sp>
    </p:spTree>
    <p:extLst>
      <p:ext uri="{BB962C8B-B14F-4D97-AF65-F5344CB8AC3E}">
        <p14:creationId xmlns:p14="http://schemas.microsoft.com/office/powerpoint/2010/main" val="3875768793"/>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D4E14-2936-F2E5-AABB-642AEEE82A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1B0E3C-3A5E-0606-E914-6B8BA2BD53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C62960-9D7E-BF2E-63EF-3B36991E2F7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83703EF-347C-EB75-8F96-4187C9C2BDDC}"/>
              </a:ext>
            </a:extLst>
          </p:cNvPr>
          <p:cNvSpPr>
            <a:spLocks noGrp="1"/>
          </p:cNvSpPr>
          <p:nvPr>
            <p:ph type="sldNum" sz="quarter" idx="5"/>
          </p:nvPr>
        </p:nvSpPr>
        <p:spPr/>
        <p:txBody>
          <a:bodyPr/>
          <a:lstStyle/>
          <a:p>
            <a:fld id="{0C49AC16-2221-4935-809C-2A72A26F729C}" type="slidenum">
              <a:rPr lang="en-US" smtClean="0"/>
              <a:t>147</a:t>
            </a:fld>
            <a:endParaRPr lang="en-US" dirty="0"/>
          </a:p>
        </p:txBody>
      </p:sp>
    </p:spTree>
    <p:extLst>
      <p:ext uri="{BB962C8B-B14F-4D97-AF65-F5344CB8AC3E}">
        <p14:creationId xmlns:p14="http://schemas.microsoft.com/office/powerpoint/2010/main" val="1299207022"/>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E26E4-FE91-9850-DC0D-D51DBAD608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500212-23F3-1331-D50A-B113DE3F2C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F88D1F-CD36-3DA6-4C2D-7C6C835CE32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4F9FA8B-7D38-F762-E7B0-F769876D8B9B}"/>
              </a:ext>
            </a:extLst>
          </p:cNvPr>
          <p:cNvSpPr>
            <a:spLocks noGrp="1"/>
          </p:cNvSpPr>
          <p:nvPr>
            <p:ph type="sldNum" sz="quarter" idx="5"/>
          </p:nvPr>
        </p:nvSpPr>
        <p:spPr/>
        <p:txBody>
          <a:bodyPr/>
          <a:lstStyle/>
          <a:p>
            <a:fld id="{0C49AC16-2221-4935-809C-2A72A26F729C}" type="slidenum">
              <a:rPr lang="en-US" smtClean="0"/>
              <a:t>148</a:t>
            </a:fld>
            <a:endParaRPr lang="en-US" dirty="0"/>
          </a:p>
        </p:txBody>
      </p:sp>
    </p:spTree>
    <p:extLst>
      <p:ext uri="{BB962C8B-B14F-4D97-AF65-F5344CB8AC3E}">
        <p14:creationId xmlns:p14="http://schemas.microsoft.com/office/powerpoint/2010/main" val="3740667516"/>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FC223-AF22-2041-DD24-010BC2CFF8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EDC917-1CC2-61E8-21BE-9850533603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396753-08CF-6325-4621-2D92A8E298F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B3AB92C-8BEA-E1C9-B18C-D2B62E75EB1D}"/>
              </a:ext>
            </a:extLst>
          </p:cNvPr>
          <p:cNvSpPr>
            <a:spLocks noGrp="1"/>
          </p:cNvSpPr>
          <p:nvPr>
            <p:ph type="sldNum" sz="quarter" idx="5"/>
          </p:nvPr>
        </p:nvSpPr>
        <p:spPr/>
        <p:txBody>
          <a:bodyPr/>
          <a:lstStyle/>
          <a:p>
            <a:fld id="{0C49AC16-2221-4935-809C-2A72A26F729C}" type="slidenum">
              <a:rPr lang="en-US" smtClean="0"/>
              <a:t>149</a:t>
            </a:fld>
            <a:endParaRPr lang="en-US" dirty="0"/>
          </a:p>
        </p:txBody>
      </p:sp>
    </p:spTree>
    <p:extLst>
      <p:ext uri="{BB962C8B-B14F-4D97-AF65-F5344CB8AC3E}">
        <p14:creationId xmlns:p14="http://schemas.microsoft.com/office/powerpoint/2010/main" val="2694879887"/>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DF8224-39CA-6580-09DE-CCCE05EACD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4ACAD2-B067-04DE-0525-21D6B771B7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DE4686-3AF7-D465-6439-F43E1DB9376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8377D4F-3B03-7278-37D3-D9187F6144AC}"/>
              </a:ext>
            </a:extLst>
          </p:cNvPr>
          <p:cNvSpPr>
            <a:spLocks noGrp="1"/>
          </p:cNvSpPr>
          <p:nvPr>
            <p:ph type="sldNum" sz="quarter" idx="5"/>
          </p:nvPr>
        </p:nvSpPr>
        <p:spPr/>
        <p:txBody>
          <a:bodyPr/>
          <a:lstStyle/>
          <a:p>
            <a:fld id="{0C49AC16-2221-4935-809C-2A72A26F729C}" type="slidenum">
              <a:rPr lang="en-US" smtClean="0"/>
              <a:t>150</a:t>
            </a:fld>
            <a:endParaRPr lang="en-US" dirty="0"/>
          </a:p>
        </p:txBody>
      </p:sp>
    </p:spTree>
    <p:extLst>
      <p:ext uri="{BB962C8B-B14F-4D97-AF65-F5344CB8AC3E}">
        <p14:creationId xmlns:p14="http://schemas.microsoft.com/office/powerpoint/2010/main" val="2460576375"/>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637914-136D-26A7-3E65-FF9EB26F3B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5E852D-4B0A-BD07-F269-93F8892B58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216F1C-7779-1A43-7210-5130709C1A6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A70EB0F-6790-40DF-CD45-29FA294E79F7}"/>
              </a:ext>
            </a:extLst>
          </p:cNvPr>
          <p:cNvSpPr>
            <a:spLocks noGrp="1"/>
          </p:cNvSpPr>
          <p:nvPr>
            <p:ph type="sldNum" sz="quarter" idx="5"/>
          </p:nvPr>
        </p:nvSpPr>
        <p:spPr/>
        <p:txBody>
          <a:bodyPr/>
          <a:lstStyle/>
          <a:p>
            <a:fld id="{0C49AC16-2221-4935-809C-2A72A26F729C}" type="slidenum">
              <a:rPr lang="en-US" smtClean="0"/>
              <a:t>151</a:t>
            </a:fld>
            <a:endParaRPr lang="en-US" dirty="0"/>
          </a:p>
        </p:txBody>
      </p:sp>
    </p:spTree>
    <p:extLst>
      <p:ext uri="{BB962C8B-B14F-4D97-AF65-F5344CB8AC3E}">
        <p14:creationId xmlns:p14="http://schemas.microsoft.com/office/powerpoint/2010/main" val="772932283"/>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DEF29F-7FC8-033E-4254-F58D963ED1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89EB5-3C34-A8EA-1D68-5EE26D2B82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7E7B90-AE84-B02D-A586-C729D4BBD29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B683A71-C14E-94F6-ED6C-E7463EB7DBFD}"/>
              </a:ext>
            </a:extLst>
          </p:cNvPr>
          <p:cNvSpPr>
            <a:spLocks noGrp="1"/>
          </p:cNvSpPr>
          <p:nvPr>
            <p:ph type="sldNum" sz="quarter" idx="5"/>
          </p:nvPr>
        </p:nvSpPr>
        <p:spPr/>
        <p:txBody>
          <a:bodyPr/>
          <a:lstStyle/>
          <a:p>
            <a:fld id="{0C49AC16-2221-4935-809C-2A72A26F729C}" type="slidenum">
              <a:rPr lang="en-US" smtClean="0"/>
              <a:t>152</a:t>
            </a:fld>
            <a:endParaRPr lang="en-US" dirty="0"/>
          </a:p>
        </p:txBody>
      </p:sp>
    </p:spTree>
    <p:extLst>
      <p:ext uri="{BB962C8B-B14F-4D97-AF65-F5344CB8AC3E}">
        <p14:creationId xmlns:p14="http://schemas.microsoft.com/office/powerpoint/2010/main" val="1804976232"/>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245CC8-BEDA-A9AA-422E-9134687ECE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8D5EEA-5E92-3842-A433-04CDA4CAF4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659790-87DD-03A5-7324-2C4BE1022DF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3D1D76F-7405-04AF-A9CD-FAFE687744F4}"/>
              </a:ext>
            </a:extLst>
          </p:cNvPr>
          <p:cNvSpPr>
            <a:spLocks noGrp="1"/>
          </p:cNvSpPr>
          <p:nvPr>
            <p:ph type="sldNum" sz="quarter" idx="5"/>
          </p:nvPr>
        </p:nvSpPr>
        <p:spPr/>
        <p:txBody>
          <a:bodyPr/>
          <a:lstStyle/>
          <a:p>
            <a:fld id="{0C49AC16-2221-4935-809C-2A72A26F729C}" type="slidenum">
              <a:rPr lang="en-US" smtClean="0"/>
              <a:t>153</a:t>
            </a:fld>
            <a:endParaRPr lang="en-US" dirty="0"/>
          </a:p>
        </p:txBody>
      </p:sp>
    </p:spTree>
    <p:extLst>
      <p:ext uri="{BB962C8B-B14F-4D97-AF65-F5344CB8AC3E}">
        <p14:creationId xmlns:p14="http://schemas.microsoft.com/office/powerpoint/2010/main" val="3693191299"/>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71A1C-05D4-C1F1-3521-EC52AE6066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C5D55A-AC62-B313-FC60-3BCA474AC5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92B296-9336-0AD3-2438-A9EF80ABE4C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31755A4-318E-E286-27BD-87B28579F671}"/>
              </a:ext>
            </a:extLst>
          </p:cNvPr>
          <p:cNvSpPr>
            <a:spLocks noGrp="1"/>
          </p:cNvSpPr>
          <p:nvPr>
            <p:ph type="sldNum" sz="quarter" idx="5"/>
          </p:nvPr>
        </p:nvSpPr>
        <p:spPr/>
        <p:txBody>
          <a:bodyPr/>
          <a:lstStyle/>
          <a:p>
            <a:fld id="{0C49AC16-2221-4935-809C-2A72A26F729C}" type="slidenum">
              <a:rPr lang="en-US" smtClean="0"/>
              <a:t>154</a:t>
            </a:fld>
            <a:endParaRPr lang="en-US" dirty="0"/>
          </a:p>
        </p:txBody>
      </p:sp>
    </p:spTree>
    <p:extLst>
      <p:ext uri="{BB962C8B-B14F-4D97-AF65-F5344CB8AC3E}">
        <p14:creationId xmlns:p14="http://schemas.microsoft.com/office/powerpoint/2010/main" val="2711402322"/>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DA7EE-7DCA-96EA-278B-5C8397A680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BAB5C1-0EF5-A078-E803-B4FC2897B7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D8AA68-8EAA-0876-4E8C-FCE1604A126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7FE1211-170E-BDFC-7729-35D3D8169EBD}"/>
              </a:ext>
            </a:extLst>
          </p:cNvPr>
          <p:cNvSpPr>
            <a:spLocks noGrp="1"/>
          </p:cNvSpPr>
          <p:nvPr>
            <p:ph type="sldNum" sz="quarter" idx="5"/>
          </p:nvPr>
        </p:nvSpPr>
        <p:spPr/>
        <p:txBody>
          <a:bodyPr/>
          <a:lstStyle/>
          <a:p>
            <a:fld id="{0C49AC16-2221-4935-809C-2A72A26F729C}" type="slidenum">
              <a:rPr lang="en-US" smtClean="0"/>
              <a:t>155</a:t>
            </a:fld>
            <a:endParaRPr lang="en-US" dirty="0"/>
          </a:p>
        </p:txBody>
      </p:sp>
    </p:spTree>
    <p:extLst>
      <p:ext uri="{BB962C8B-B14F-4D97-AF65-F5344CB8AC3E}">
        <p14:creationId xmlns:p14="http://schemas.microsoft.com/office/powerpoint/2010/main" val="2816296468"/>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88905-2A2C-BB0C-9356-75F3AEB460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C9923E-A1AB-1295-6977-8DCD0B8B6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C0DE77-A3BE-20FF-6540-FA09DCABAC4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5937FC6-5D7E-312A-78C3-9C13255A8D36}"/>
              </a:ext>
            </a:extLst>
          </p:cNvPr>
          <p:cNvSpPr>
            <a:spLocks noGrp="1"/>
          </p:cNvSpPr>
          <p:nvPr>
            <p:ph type="sldNum" sz="quarter" idx="5"/>
          </p:nvPr>
        </p:nvSpPr>
        <p:spPr/>
        <p:txBody>
          <a:bodyPr/>
          <a:lstStyle/>
          <a:p>
            <a:fld id="{0C49AC16-2221-4935-809C-2A72A26F729C}" type="slidenum">
              <a:rPr lang="en-US" smtClean="0"/>
              <a:t>156</a:t>
            </a:fld>
            <a:endParaRPr lang="en-US" dirty="0"/>
          </a:p>
        </p:txBody>
      </p:sp>
    </p:spTree>
    <p:extLst>
      <p:ext uri="{BB962C8B-B14F-4D97-AF65-F5344CB8AC3E}">
        <p14:creationId xmlns:p14="http://schemas.microsoft.com/office/powerpoint/2010/main" val="1850975788"/>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8E64E-076C-FB7A-2434-7F123F4220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C981E6-274A-FF0A-601C-442408B518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3354B5-E590-7FB8-F05B-CD3E7AC4EDD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3475D88-8709-B568-7279-BD375259453E}"/>
              </a:ext>
            </a:extLst>
          </p:cNvPr>
          <p:cNvSpPr>
            <a:spLocks noGrp="1"/>
          </p:cNvSpPr>
          <p:nvPr>
            <p:ph type="sldNum" sz="quarter" idx="5"/>
          </p:nvPr>
        </p:nvSpPr>
        <p:spPr/>
        <p:txBody>
          <a:bodyPr/>
          <a:lstStyle/>
          <a:p>
            <a:fld id="{0C49AC16-2221-4935-809C-2A72A26F729C}" type="slidenum">
              <a:rPr lang="en-US" smtClean="0"/>
              <a:t>157</a:t>
            </a:fld>
            <a:endParaRPr lang="en-US" dirty="0"/>
          </a:p>
        </p:txBody>
      </p:sp>
    </p:spTree>
    <p:extLst>
      <p:ext uri="{BB962C8B-B14F-4D97-AF65-F5344CB8AC3E}">
        <p14:creationId xmlns:p14="http://schemas.microsoft.com/office/powerpoint/2010/main" val="2910848125"/>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6EF9A9-B4E7-B4D0-81A3-CA0A716113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F6EF0E-77BF-D82C-6652-DFBC4020E5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9E9052-C34D-642D-08FA-1E7C83737A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CFDA37E-9AF1-87D0-B556-CE0466D92596}"/>
              </a:ext>
            </a:extLst>
          </p:cNvPr>
          <p:cNvSpPr>
            <a:spLocks noGrp="1"/>
          </p:cNvSpPr>
          <p:nvPr>
            <p:ph type="sldNum" sz="quarter" idx="5"/>
          </p:nvPr>
        </p:nvSpPr>
        <p:spPr/>
        <p:txBody>
          <a:bodyPr/>
          <a:lstStyle/>
          <a:p>
            <a:fld id="{0C49AC16-2221-4935-809C-2A72A26F729C}" type="slidenum">
              <a:rPr lang="en-US" smtClean="0"/>
              <a:t>158</a:t>
            </a:fld>
            <a:endParaRPr lang="en-US" dirty="0"/>
          </a:p>
        </p:txBody>
      </p:sp>
    </p:spTree>
    <p:extLst>
      <p:ext uri="{BB962C8B-B14F-4D97-AF65-F5344CB8AC3E}">
        <p14:creationId xmlns:p14="http://schemas.microsoft.com/office/powerpoint/2010/main" val="1433924088"/>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5F6311-E7E7-FA64-03E9-DD3A2353D3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9423C4-6DE1-7464-69FF-78435EBF78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7A97DB-B675-1923-DFAD-95CF785D405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251C223-4694-B02B-1DBA-0B3380EAB746}"/>
              </a:ext>
            </a:extLst>
          </p:cNvPr>
          <p:cNvSpPr>
            <a:spLocks noGrp="1"/>
          </p:cNvSpPr>
          <p:nvPr>
            <p:ph type="sldNum" sz="quarter" idx="5"/>
          </p:nvPr>
        </p:nvSpPr>
        <p:spPr/>
        <p:txBody>
          <a:bodyPr/>
          <a:lstStyle/>
          <a:p>
            <a:fld id="{0C49AC16-2221-4935-809C-2A72A26F729C}" type="slidenum">
              <a:rPr lang="en-US" smtClean="0"/>
              <a:t>159</a:t>
            </a:fld>
            <a:endParaRPr lang="en-US" dirty="0"/>
          </a:p>
        </p:txBody>
      </p:sp>
    </p:spTree>
    <p:extLst>
      <p:ext uri="{BB962C8B-B14F-4D97-AF65-F5344CB8AC3E}">
        <p14:creationId xmlns:p14="http://schemas.microsoft.com/office/powerpoint/2010/main" val="3418959262"/>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F7D89B-67B3-1350-0DE5-542DE750C9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22C67F-B804-8389-4ECE-7FE9546289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41999E-94D0-405A-DAB5-47251D7CBC4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7304558-93B8-91F3-AE19-85F3BD6FC3D4}"/>
              </a:ext>
            </a:extLst>
          </p:cNvPr>
          <p:cNvSpPr>
            <a:spLocks noGrp="1"/>
          </p:cNvSpPr>
          <p:nvPr>
            <p:ph type="sldNum" sz="quarter" idx="5"/>
          </p:nvPr>
        </p:nvSpPr>
        <p:spPr/>
        <p:txBody>
          <a:bodyPr/>
          <a:lstStyle/>
          <a:p>
            <a:fld id="{0C49AC16-2221-4935-809C-2A72A26F729C}" type="slidenum">
              <a:rPr lang="en-US" smtClean="0"/>
              <a:t>160</a:t>
            </a:fld>
            <a:endParaRPr lang="en-US" dirty="0"/>
          </a:p>
        </p:txBody>
      </p:sp>
    </p:spTree>
    <p:extLst>
      <p:ext uri="{BB962C8B-B14F-4D97-AF65-F5344CB8AC3E}">
        <p14:creationId xmlns:p14="http://schemas.microsoft.com/office/powerpoint/2010/main" val="838920065"/>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D777A-CF57-AF00-A34F-A6201CAFD1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08F23A-6D86-1669-9C6E-2A60C13DFA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F44961-8D7C-6DA0-7981-F15EB2FFC31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5A1560E-953A-ACAB-4768-7F3C239029EC}"/>
              </a:ext>
            </a:extLst>
          </p:cNvPr>
          <p:cNvSpPr>
            <a:spLocks noGrp="1"/>
          </p:cNvSpPr>
          <p:nvPr>
            <p:ph type="sldNum" sz="quarter" idx="5"/>
          </p:nvPr>
        </p:nvSpPr>
        <p:spPr/>
        <p:txBody>
          <a:bodyPr/>
          <a:lstStyle/>
          <a:p>
            <a:fld id="{0C49AC16-2221-4935-809C-2A72A26F729C}" type="slidenum">
              <a:rPr lang="en-US" smtClean="0"/>
              <a:t>161</a:t>
            </a:fld>
            <a:endParaRPr lang="en-US" dirty="0"/>
          </a:p>
        </p:txBody>
      </p:sp>
    </p:spTree>
    <p:extLst>
      <p:ext uri="{BB962C8B-B14F-4D97-AF65-F5344CB8AC3E}">
        <p14:creationId xmlns:p14="http://schemas.microsoft.com/office/powerpoint/2010/main" val="2674512933"/>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76506-4FD7-4994-0E6B-D0E91F113D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A5FE79-DC97-F2E0-7923-508ABF8BF8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C44C3C-49E3-760D-3734-F80BE4E9148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BD2251F-EF92-EE17-7C9B-630F8202D4D8}"/>
              </a:ext>
            </a:extLst>
          </p:cNvPr>
          <p:cNvSpPr>
            <a:spLocks noGrp="1"/>
          </p:cNvSpPr>
          <p:nvPr>
            <p:ph type="sldNum" sz="quarter" idx="5"/>
          </p:nvPr>
        </p:nvSpPr>
        <p:spPr/>
        <p:txBody>
          <a:bodyPr/>
          <a:lstStyle/>
          <a:p>
            <a:fld id="{0C49AC16-2221-4935-809C-2A72A26F729C}" type="slidenum">
              <a:rPr lang="en-US" smtClean="0"/>
              <a:t>162</a:t>
            </a:fld>
            <a:endParaRPr lang="en-US" dirty="0"/>
          </a:p>
        </p:txBody>
      </p:sp>
    </p:spTree>
    <p:extLst>
      <p:ext uri="{BB962C8B-B14F-4D97-AF65-F5344CB8AC3E}">
        <p14:creationId xmlns:p14="http://schemas.microsoft.com/office/powerpoint/2010/main" val="660844987"/>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A02E3-85E8-F7BF-9AA9-5A40EC5FB9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AF7BEB-6F73-841F-EFDF-F37719D80E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50F605-80B2-62B6-7798-D2BBA220A72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2CCCB9C-2003-9B7B-D61B-E877933F2FF1}"/>
              </a:ext>
            </a:extLst>
          </p:cNvPr>
          <p:cNvSpPr>
            <a:spLocks noGrp="1"/>
          </p:cNvSpPr>
          <p:nvPr>
            <p:ph type="sldNum" sz="quarter" idx="5"/>
          </p:nvPr>
        </p:nvSpPr>
        <p:spPr/>
        <p:txBody>
          <a:bodyPr/>
          <a:lstStyle/>
          <a:p>
            <a:fld id="{0C49AC16-2221-4935-809C-2A72A26F729C}" type="slidenum">
              <a:rPr lang="en-US" smtClean="0"/>
              <a:t>163</a:t>
            </a:fld>
            <a:endParaRPr lang="en-US" dirty="0"/>
          </a:p>
        </p:txBody>
      </p:sp>
    </p:spTree>
    <p:extLst>
      <p:ext uri="{BB962C8B-B14F-4D97-AF65-F5344CB8AC3E}">
        <p14:creationId xmlns:p14="http://schemas.microsoft.com/office/powerpoint/2010/main" val="1694026957"/>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8A1F70-D6C1-8DE2-EFD8-4E34D8B68C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4FEED-CE52-43C9-C6F3-C57A612657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7089CF-DDD3-5A14-BF4D-BB04B7B99F6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CE0FEE1-DCE1-A905-FA74-EBF44A91CB0F}"/>
              </a:ext>
            </a:extLst>
          </p:cNvPr>
          <p:cNvSpPr>
            <a:spLocks noGrp="1"/>
          </p:cNvSpPr>
          <p:nvPr>
            <p:ph type="sldNum" sz="quarter" idx="5"/>
          </p:nvPr>
        </p:nvSpPr>
        <p:spPr/>
        <p:txBody>
          <a:bodyPr/>
          <a:lstStyle/>
          <a:p>
            <a:fld id="{0C49AC16-2221-4935-809C-2A72A26F729C}" type="slidenum">
              <a:rPr lang="en-US" smtClean="0"/>
              <a:t>164</a:t>
            </a:fld>
            <a:endParaRPr lang="en-US" dirty="0"/>
          </a:p>
        </p:txBody>
      </p:sp>
    </p:spTree>
    <p:extLst>
      <p:ext uri="{BB962C8B-B14F-4D97-AF65-F5344CB8AC3E}">
        <p14:creationId xmlns:p14="http://schemas.microsoft.com/office/powerpoint/2010/main" val="333074866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618BB-BEAD-C743-FE8E-E74A8BA669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4B2765-C28B-EBD4-1F54-05359FB52C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A8FBDE-0D76-3970-C06E-9361B3DCFAE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56D5079-4B3A-1DD9-9705-527E6237C3A7}"/>
              </a:ext>
            </a:extLst>
          </p:cNvPr>
          <p:cNvSpPr>
            <a:spLocks noGrp="1"/>
          </p:cNvSpPr>
          <p:nvPr>
            <p:ph type="sldNum" sz="quarter" idx="5"/>
          </p:nvPr>
        </p:nvSpPr>
        <p:spPr/>
        <p:txBody>
          <a:bodyPr/>
          <a:lstStyle/>
          <a:p>
            <a:fld id="{0C49AC16-2221-4935-809C-2A72A26F729C}" type="slidenum">
              <a:rPr lang="en-US" smtClean="0"/>
              <a:t>165</a:t>
            </a:fld>
            <a:endParaRPr lang="en-US" dirty="0"/>
          </a:p>
        </p:txBody>
      </p:sp>
    </p:spTree>
    <p:extLst>
      <p:ext uri="{BB962C8B-B14F-4D97-AF65-F5344CB8AC3E}">
        <p14:creationId xmlns:p14="http://schemas.microsoft.com/office/powerpoint/2010/main" val="179137048"/>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DFF7-41B3-42ED-C41A-DC7477A7D2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A9C02F-489F-0419-DE96-00FA89C54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0FC799-46D7-76DD-16D2-B9A634671E7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A9888C9-1FE4-F4AE-7530-1782BC6B30DB}"/>
              </a:ext>
            </a:extLst>
          </p:cNvPr>
          <p:cNvSpPr>
            <a:spLocks noGrp="1"/>
          </p:cNvSpPr>
          <p:nvPr>
            <p:ph type="sldNum" sz="quarter" idx="5"/>
          </p:nvPr>
        </p:nvSpPr>
        <p:spPr/>
        <p:txBody>
          <a:bodyPr/>
          <a:lstStyle/>
          <a:p>
            <a:fld id="{0C49AC16-2221-4935-809C-2A72A26F729C}" type="slidenum">
              <a:rPr lang="en-US" smtClean="0"/>
              <a:t>166</a:t>
            </a:fld>
            <a:endParaRPr lang="en-US" dirty="0"/>
          </a:p>
        </p:txBody>
      </p:sp>
    </p:spTree>
    <p:extLst>
      <p:ext uri="{BB962C8B-B14F-4D97-AF65-F5344CB8AC3E}">
        <p14:creationId xmlns:p14="http://schemas.microsoft.com/office/powerpoint/2010/main" val="107783426"/>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99515-6C51-2641-4A4B-58C0173344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67D888-4901-E9B0-555F-10642D74D0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A75B14-6CD2-4390-8C53-B26CA8CE7C9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12338D1-5C26-CE5D-992C-4642D9966326}"/>
              </a:ext>
            </a:extLst>
          </p:cNvPr>
          <p:cNvSpPr>
            <a:spLocks noGrp="1"/>
          </p:cNvSpPr>
          <p:nvPr>
            <p:ph type="sldNum" sz="quarter" idx="5"/>
          </p:nvPr>
        </p:nvSpPr>
        <p:spPr/>
        <p:txBody>
          <a:bodyPr/>
          <a:lstStyle/>
          <a:p>
            <a:fld id="{0C49AC16-2221-4935-809C-2A72A26F729C}" type="slidenum">
              <a:rPr lang="en-US" smtClean="0"/>
              <a:t>167</a:t>
            </a:fld>
            <a:endParaRPr lang="en-US" dirty="0"/>
          </a:p>
        </p:txBody>
      </p:sp>
    </p:spTree>
    <p:extLst>
      <p:ext uri="{BB962C8B-B14F-4D97-AF65-F5344CB8AC3E}">
        <p14:creationId xmlns:p14="http://schemas.microsoft.com/office/powerpoint/2010/main" val="2851801088"/>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337D4F-4EC6-44D1-8E60-3DAC0D04A4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5223A7-1A8F-2A98-1648-BC9C62105A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710489-BFEA-69CB-D1AD-9DDB72FD9B9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D292439-E116-ACE8-C415-0A5B2A661DA5}"/>
              </a:ext>
            </a:extLst>
          </p:cNvPr>
          <p:cNvSpPr>
            <a:spLocks noGrp="1"/>
          </p:cNvSpPr>
          <p:nvPr>
            <p:ph type="sldNum" sz="quarter" idx="5"/>
          </p:nvPr>
        </p:nvSpPr>
        <p:spPr/>
        <p:txBody>
          <a:bodyPr/>
          <a:lstStyle/>
          <a:p>
            <a:fld id="{0C49AC16-2221-4935-809C-2A72A26F729C}" type="slidenum">
              <a:rPr lang="en-US" smtClean="0"/>
              <a:t>168</a:t>
            </a:fld>
            <a:endParaRPr lang="en-US" dirty="0"/>
          </a:p>
        </p:txBody>
      </p:sp>
    </p:spTree>
    <p:extLst>
      <p:ext uri="{BB962C8B-B14F-4D97-AF65-F5344CB8AC3E}">
        <p14:creationId xmlns:p14="http://schemas.microsoft.com/office/powerpoint/2010/main" val="1860561772"/>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C5E2B-2816-E79E-37E3-A4A71DDCEC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01BED3-06C1-4E3B-1C89-FB9B846455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6D3716-234B-CE7A-D620-0FB3EA43448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3AFA831-57C6-C29E-A288-5665ECA63015}"/>
              </a:ext>
            </a:extLst>
          </p:cNvPr>
          <p:cNvSpPr>
            <a:spLocks noGrp="1"/>
          </p:cNvSpPr>
          <p:nvPr>
            <p:ph type="sldNum" sz="quarter" idx="5"/>
          </p:nvPr>
        </p:nvSpPr>
        <p:spPr/>
        <p:txBody>
          <a:bodyPr/>
          <a:lstStyle/>
          <a:p>
            <a:fld id="{0C49AC16-2221-4935-809C-2A72A26F729C}" type="slidenum">
              <a:rPr lang="en-US" smtClean="0"/>
              <a:t>169</a:t>
            </a:fld>
            <a:endParaRPr lang="en-US" dirty="0"/>
          </a:p>
        </p:txBody>
      </p:sp>
    </p:spTree>
    <p:extLst>
      <p:ext uri="{BB962C8B-B14F-4D97-AF65-F5344CB8AC3E}">
        <p14:creationId xmlns:p14="http://schemas.microsoft.com/office/powerpoint/2010/main" val="254323137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E77890-2DA6-74DE-C3A4-774A754AAB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D91F32-4BD2-44CB-6142-3111A03B96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CEF86A-B417-1FA4-8789-5147B5F876A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4DCF10F-DBCA-1BFF-9AB8-E4B5E75729CF}"/>
              </a:ext>
            </a:extLst>
          </p:cNvPr>
          <p:cNvSpPr>
            <a:spLocks noGrp="1"/>
          </p:cNvSpPr>
          <p:nvPr>
            <p:ph type="sldNum" sz="quarter" idx="5"/>
          </p:nvPr>
        </p:nvSpPr>
        <p:spPr/>
        <p:txBody>
          <a:bodyPr/>
          <a:lstStyle/>
          <a:p>
            <a:fld id="{0C49AC16-2221-4935-809C-2A72A26F729C}" type="slidenum">
              <a:rPr lang="en-US" smtClean="0"/>
              <a:t>170</a:t>
            </a:fld>
            <a:endParaRPr lang="en-US" dirty="0"/>
          </a:p>
        </p:txBody>
      </p:sp>
    </p:spTree>
    <p:extLst>
      <p:ext uri="{BB962C8B-B14F-4D97-AF65-F5344CB8AC3E}">
        <p14:creationId xmlns:p14="http://schemas.microsoft.com/office/powerpoint/2010/main" val="3723900368"/>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2FE46-22D7-12CC-0753-1D67135F4A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4FE963-1A40-4CA1-1904-BB452D5865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104773-5A8E-535C-D3FC-A8DEDFE5F7A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DD8AAF-547E-3719-B536-289779BE6A6E}"/>
              </a:ext>
            </a:extLst>
          </p:cNvPr>
          <p:cNvSpPr>
            <a:spLocks noGrp="1"/>
          </p:cNvSpPr>
          <p:nvPr>
            <p:ph type="sldNum" sz="quarter" idx="5"/>
          </p:nvPr>
        </p:nvSpPr>
        <p:spPr/>
        <p:txBody>
          <a:bodyPr/>
          <a:lstStyle/>
          <a:p>
            <a:fld id="{0C49AC16-2221-4935-809C-2A72A26F729C}" type="slidenum">
              <a:rPr lang="en-US" smtClean="0"/>
              <a:t>171</a:t>
            </a:fld>
            <a:endParaRPr lang="en-US" dirty="0"/>
          </a:p>
        </p:txBody>
      </p:sp>
    </p:spTree>
    <p:extLst>
      <p:ext uri="{BB962C8B-B14F-4D97-AF65-F5344CB8AC3E}">
        <p14:creationId xmlns:p14="http://schemas.microsoft.com/office/powerpoint/2010/main" val="265323255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EB9617-45E7-2A70-FAB4-293C03D6CF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006785-EFB2-5E74-AD4F-3548DA76AF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390D2D-88C6-FF5B-8729-554456C9D71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B73AF98-800B-4B93-3ECB-D4103A836128}"/>
              </a:ext>
            </a:extLst>
          </p:cNvPr>
          <p:cNvSpPr>
            <a:spLocks noGrp="1"/>
          </p:cNvSpPr>
          <p:nvPr>
            <p:ph type="sldNum" sz="quarter" idx="5"/>
          </p:nvPr>
        </p:nvSpPr>
        <p:spPr/>
        <p:txBody>
          <a:bodyPr/>
          <a:lstStyle/>
          <a:p>
            <a:fld id="{0C49AC16-2221-4935-809C-2A72A26F729C}" type="slidenum">
              <a:rPr lang="en-US" smtClean="0"/>
              <a:t>172</a:t>
            </a:fld>
            <a:endParaRPr lang="en-US" dirty="0"/>
          </a:p>
        </p:txBody>
      </p:sp>
    </p:spTree>
    <p:extLst>
      <p:ext uri="{BB962C8B-B14F-4D97-AF65-F5344CB8AC3E}">
        <p14:creationId xmlns:p14="http://schemas.microsoft.com/office/powerpoint/2010/main" val="140451985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375578-007D-01FA-42A7-2DF3A81198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9187A2-AFEC-D5CC-CE91-597BB9621D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A71B2E-A16E-DFFB-4482-16E1BF0AEB5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C3D17F3-BDE1-9881-540B-DAEC4B2C5C5B}"/>
              </a:ext>
            </a:extLst>
          </p:cNvPr>
          <p:cNvSpPr>
            <a:spLocks noGrp="1"/>
          </p:cNvSpPr>
          <p:nvPr>
            <p:ph type="sldNum" sz="quarter" idx="5"/>
          </p:nvPr>
        </p:nvSpPr>
        <p:spPr/>
        <p:txBody>
          <a:bodyPr/>
          <a:lstStyle/>
          <a:p>
            <a:fld id="{0C49AC16-2221-4935-809C-2A72A26F729C}" type="slidenum">
              <a:rPr lang="en-US" smtClean="0"/>
              <a:t>173</a:t>
            </a:fld>
            <a:endParaRPr lang="en-US" dirty="0"/>
          </a:p>
        </p:txBody>
      </p:sp>
    </p:spTree>
    <p:extLst>
      <p:ext uri="{BB962C8B-B14F-4D97-AF65-F5344CB8AC3E}">
        <p14:creationId xmlns:p14="http://schemas.microsoft.com/office/powerpoint/2010/main" val="3833131005"/>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091990-1907-04E9-0928-CFAF09E868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55B46-803B-4684-EFE9-4EEBBDEDEE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D2F93C-063A-4D91-E0C6-A75D6D065E5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B9DD57E-29C8-2819-C20B-FA2157E24EC6}"/>
              </a:ext>
            </a:extLst>
          </p:cNvPr>
          <p:cNvSpPr>
            <a:spLocks noGrp="1"/>
          </p:cNvSpPr>
          <p:nvPr>
            <p:ph type="sldNum" sz="quarter" idx="5"/>
          </p:nvPr>
        </p:nvSpPr>
        <p:spPr/>
        <p:txBody>
          <a:bodyPr/>
          <a:lstStyle/>
          <a:p>
            <a:fld id="{0C49AC16-2221-4935-809C-2A72A26F729C}" type="slidenum">
              <a:rPr lang="en-US" smtClean="0"/>
              <a:t>174</a:t>
            </a:fld>
            <a:endParaRPr lang="en-US" dirty="0"/>
          </a:p>
        </p:txBody>
      </p:sp>
    </p:spTree>
    <p:extLst>
      <p:ext uri="{BB962C8B-B14F-4D97-AF65-F5344CB8AC3E}">
        <p14:creationId xmlns:p14="http://schemas.microsoft.com/office/powerpoint/2010/main" val="112992142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DDEE82-442A-0742-73EF-8A2089ED73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F8B869-97B0-0332-77C3-824E488CEE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88A7D1-DC39-8FD7-D615-F93A73C19FA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0473E8C-5E8C-1AA2-756A-4C7EFC754D34}"/>
              </a:ext>
            </a:extLst>
          </p:cNvPr>
          <p:cNvSpPr>
            <a:spLocks noGrp="1"/>
          </p:cNvSpPr>
          <p:nvPr>
            <p:ph type="sldNum" sz="quarter" idx="5"/>
          </p:nvPr>
        </p:nvSpPr>
        <p:spPr/>
        <p:txBody>
          <a:bodyPr/>
          <a:lstStyle/>
          <a:p>
            <a:fld id="{0C49AC16-2221-4935-809C-2A72A26F729C}" type="slidenum">
              <a:rPr lang="en-US" smtClean="0"/>
              <a:t>175</a:t>
            </a:fld>
            <a:endParaRPr lang="en-US" dirty="0"/>
          </a:p>
        </p:txBody>
      </p:sp>
    </p:spTree>
    <p:extLst>
      <p:ext uri="{BB962C8B-B14F-4D97-AF65-F5344CB8AC3E}">
        <p14:creationId xmlns:p14="http://schemas.microsoft.com/office/powerpoint/2010/main" val="3556038126"/>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CD9071-AA29-2475-941D-230700DEC0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CF4978-C128-46F5-307D-6FDA7AD379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75EF75-305C-A4CC-C62C-AD04B45D111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269279-93CE-2990-9F79-6BE23746905E}"/>
              </a:ext>
            </a:extLst>
          </p:cNvPr>
          <p:cNvSpPr>
            <a:spLocks noGrp="1"/>
          </p:cNvSpPr>
          <p:nvPr>
            <p:ph type="sldNum" sz="quarter" idx="5"/>
          </p:nvPr>
        </p:nvSpPr>
        <p:spPr/>
        <p:txBody>
          <a:bodyPr/>
          <a:lstStyle/>
          <a:p>
            <a:fld id="{0C49AC16-2221-4935-809C-2A72A26F729C}" type="slidenum">
              <a:rPr lang="en-US" smtClean="0"/>
              <a:t>176</a:t>
            </a:fld>
            <a:endParaRPr lang="en-US" dirty="0"/>
          </a:p>
        </p:txBody>
      </p:sp>
    </p:spTree>
    <p:extLst>
      <p:ext uri="{BB962C8B-B14F-4D97-AF65-F5344CB8AC3E}">
        <p14:creationId xmlns:p14="http://schemas.microsoft.com/office/powerpoint/2010/main" val="256304624"/>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F24F4-7BFE-7153-785C-ABAC89236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70D7E-A4C7-8EF0-8573-D9FE4F8A8A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759438-1CD3-2AA5-B13D-80F067AC57F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8410EFC-B1F3-E9A1-E5B4-AE8EB318AF38}"/>
              </a:ext>
            </a:extLst>
          </p:cNvPr>
          <p:cNvSpPr>
            <a:spLocks noGrp="1"/>
          </p:cNvSpPr>
          <p:nvPr>
            <p:ph type="sldNum" sz="quarter" idx="5"/>
          </p:nvPr>
        </p:nvSpPr>
        <p:spPr/>
        <p:txBody>
          <a:bodyPr/>
          <a:lstStyle/>
          <a:p>
            <a:fld id="{0C49AC16-2221-4935-809C-2A72A26F729C}" type="slidenum">
              <a:rPr lang="en-US" smtClean="0"/>
              <a:t>177</a:t>
            </a:fld>
            <a:endParaRPr lang="en-US" dirty="0"/>
          </a:p>
        </p:txBody>
      </p:sp>
    </p:spTree>
    <p:extLst>
      <p:ext uri="{BB962C8B-B14F-4D97-AF65-F5344CB8AC3E}">
        <p14:creationId xmlns:p14="http://schemas.microsoft.com/office/powerpoint/2010/main" val="37871852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507D88-1972-1CBB-5F21-FCE606BD2B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C3CF6F-8C41-96CB-6E94-D1718886DC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E76929-733A-3E00-B567-B362F13CBE6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271093C-46BE-5527-456A-236C11E40CEC}"/>
              </a:ext>
            </a:extLst>
          </p:cNvPr>
          <p:cNvSpPr>
            <a:spLocks noGrp="1"/>
          </p:cNvSpPr>
          <p:nvPr>
            <p:ph type="sldNum" sz="quarter" idx="5"/>
          </p:nvPr>
        </p:nvSpPr>
        <p:spPr/>
        <p:txBody>
          <a:bodyPr/>
          <a:lstStyle/>
          <a:p>
            <a:fld id="{0C49AC16-2221-4935-809C-2A72A26F729C}" type="slidenum">
              <a:rPr lang="en-US" smtClean="0"/>
              <a:t>178</a:t>
            </a:fld>
            <a:endParaRPr lang="en-US" dirty="0"/>
          </a:p>
        </p:txBody>
      </p:sp>
    </p:spTree>
    <p:extLst>
      <p:ext uri="{BB962C8B-B14F-4D97-AF65-F5344CB8AC3E}">
        <p14:creationId xmlns:p14="http://schemas.microsoft.com/office/powerpoint/2010/main" val="1450233724"/>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FEEC02-6583-EE50-AEA8-F12F5AA6A9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2B25A7-DA9F-D1F6-AC4E-A2E22EAD01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DF545D-337D-16F2-DC48-5C2DC0DB97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E127350-DDD8-5B05-A64E-77D83FEB2F2B}"/>
              </a:ext>
            </a:extLst>
          </p:cNvPr>
          <p:cNvSpPr>
            <a:spLocks noGrp="1"/>
          </p:cNvSpPr>
          <p:nvPr>
            <p:ph type="sldNum" sz="quarter" idx="5"/>
          </p:nvPr>
        </p:nvSpPr>
        <p:spPr/>
        <p:txBody>
          <a:bodyPr/>
          <a:lstStyle/>
          <a:p>
            <a:fld id="{0C49AC16-2221-4935-809C-2A72A26F729C}" type="slidenum">
              <a:rPr lang="en-US" smtClean="0"/>
              <a:t>179</a:t>
            </a:fld>
            <a:endParaRPr lang="en-US" dirty="0"/>
          </a:p>
        </p:txBody>
      </p:sp>
    </p:spTree>
    <p:extLst>
      <p:ext uri="{BB962C8B-B14F-4D97-AF65-F5344CB8AC3E}">
        <p14:creationId xmlns:p14="http://schemas.microsoft.com/office/powerpoint/2010/main" val="361452577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0C1F-58BF-1964-9A92-0718BAD004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F86D87-6B2A-2FE8-A547-25220D9E20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D71377-5099-55E7-AB12-7DE9701450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84CEEF2-FC01-1B50-8E09-8FC00754024B}"/>
              </a:ext>
            </a:extLst>
          </p:cNvPr>
          <p:cNvSpPr>
            <a:spLocks noGrp="1"/>
          </p:cNvSpPr>
          <p:nvPr>
            <p:ph type="sldNum" sz="quarter" idx="5"/>
          </p:nvPr>
        </p:nvSpPr>
        <p:spPr/>
        <p:txBody>
          <a:bodyPr/>
          <a:lstStyle/>
          <a:p>
            <a:fld id="{0C49AC16-2221-4935-809C-2A72A26F729C}" type="slidenum">
              <a:rPr lang="en-US" smtClean="0"/>
              <a:t>180</a:t>
            </a:fld>
            <a:endParaRPr lang="en-US" dirty="0"/>
          </a:p>
        </p:txBody>
      </p:sp>
    </p:spTree>
    <p:extLst>
      <p:ext uri="{BB962C8B-B14F-4D97-AF65-F5344CB8AC3E}">
        <p14:creationId xmlns:p14="http://schemas.microsoft.com/office/powerpoint/2010/main" val="1820096332"/>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09D00-9A71-2071-54DE-5D3E729AA4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95E7C9-7282-630B-B575-CB4A4599E2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288E53-E30A-E193-1BD0-3F2235D7932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E422A54-06D1-1BE8-E9C1-DE474FF65279}"/>
              </a:ext>
            </a:extLst>
          </p:cNvPr>
          <p:cNvSpPr>
            <a:spLocks noGrp="1"/>
          </p:cNvSpPr>
          <p:nvPr>
            <p:ph type="sldNum" sz="quarter" idx="5"/>
          </p:nvPr>
        </p:nvSpPr>
        <p:spPr/>
        <p:txBody>
          <a:bodyPr/>
          <a:lstStyle/>
          <a:p>
            <a:fld id="{0C49AC16-2221-4935-809C-2A72A26F729C}" type="slidenum">
              <a:rPr lang="en-US" smtClean="0"/>
              <a:t>181</a:t>
            </a:fld>
            <a:endParaRPr lang="en-US" dirty="0"/>
          </a:p>
        </p:txBody>
      </p:sp>
    </p:spTree>
    <p:extLst>
      <p:ext uri="{BB962C8B-B14F-4D97-AF65-F5344CB8AC3E}">
        <p14:creationId xmlns:p14="http://schemas.microsoft.com/office/powerpoint/2010/main" val="2019011499"/>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09582B-319C-9C33-3B4C-F04B532212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F2305E-9855-68E8-CDB8-23F0E70656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B4485A-C001-D1AB-CE68-A3C44769A89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0ECAAF5-B4C3-3E96-34D3-52329914F2E3}"/>
              </a:ext>
            </a:extLst>
          </p:cNvPr>
          <p:cNvSpPr>
            <a:spLocks noGrp="1"/>
          </p:cNvSpPr>
          <p:nvPr>
            <p:ph type="sldNum" sz="quarter" idx="5"/>
          </p:nvPr>
        </p:nvSpPr>
        <p:spPr/>
        <p:txBody>
          <a:bodyPr/>
          <a:lstStyle/>
          <a:p>
            <a:fld id="{0C49AC16-2221-4935-809C-2A72A26F729C}" type="slidenum">
              <a:rPr lang="en-US" smtClean="0"/>
              <a:t>182</a:t>
            </a:fld>
            <a:endParaRPr lang="en-US" dirty="0"/>
          </a:p>
        </p:txBody>
      </p:sp>
    </p:spTree>
    <p:extLst>
      <p:ext uri="{BB962C8B-B14F-4D97-AF65-F5344CB8AC3E}">
        <p14:creationId xmlns:p14="http://schemas.microsoft.com/office/powerpoint/2010/main" val="117431390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A68FB-7925-93DD-A735-414226C5A3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786ECF-8489-D96D-714C-A2F1688C6E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038705-FCA6-82E8-3AE0-14B343E91D0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9ABC0E2-E7C2-902A-8046-BFB3DE52EE7F}"/>
              </a:ext>
            </a:extLst>
          </p:cNvPr>
          <p:cNvSpPr>
            <a:spLocks noGrp="1"/>
          </p:cNvSpPr>
          <p:nvPr>
            <p:ph type="sldNum" sz="quarter" idx="5"/>
          </p:nvPr>
        </p:nvSpPr>
        <p:spPr/>
        <p:txBody>
          <a:bodyPr/>
          <a:lstStyle/>
          <a:p>
            <a:fld id="{0C49AC16-2221-4935-809C-2A72A26F729C}" type="slidenum">
              <a:rPr lang="en-US" smtClean="0"/>
              <a:t>183</a:t>
            </a:fld>
            <a:endParaRPr lang="en-US" dirty="0"/>
          </a:p>
        </p:txBody>
      </p:sp>
    </p:spTree>
    <p:extLst>
      <p:ext uri="{BB962C8B-B14F-4D97-AF65-F5344CB8AC3E}">
        <p14:creationId xmlns:p14="http://schemas.microsoft.com/office/powerpoint/2010/main" val="35707365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88C98-774A-1224-3201-0173194AA3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7BAC7F-F4FF-8451-485F-998E4771E2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018B59-868D-CAF8-8991-7C9C224E052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D71540A-C510-79A2-1020-9643BB329272}"/>
              </a:ext>
            </a:extLst>
          </p:cNvPr>
          <p:cNvSpPr>
            <a:spLocks noGrp="1"/>
          </p:cNvSpPr>
          <p:nvPr>
            <p:ph type="sldNum" sz="quarter" idx="5"/>
          </p:nvPr>
        </p:nvSpPr>
        <p:spPr/>
        <p:txBody>
          <a:bodyPr/>
          <a:lstStyle/>
          <a:p>
            <a:fld id="{0C49AC16-2221-4935-809C-2A72A26F729C}" type="slidenum">
              <a:rPr lang="en-US" smtClean="0"/>
              <a:t>184</a:t>
            </a:fld>
            <a:endParaRPr lang="en-US" dirty="0"/>
          </a:p>
        </p:txBody>
      </p:sp>
    </p:spTree>
    <p:extLst>
      <p:ext uri="{BB962C8B-B14F-4D97-AF65-F5344CB8AC3E}">
        <p14:creationId xmlns:p14="http://schemas.microsoft.com/office/powerpoint/2010/main" val="3917465025"/>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1EF37-2AA3-5CF2-921E-348B6B7953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DB395B-3408-41C4-66DB-F893DD1854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C2DA6D-8ED3-86CB-D4E9-ECCA1B4650A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738B245-DA43-32E9-7124-43BD173742A6}"/>
              </a:ext>
            </a:extLst>
          </p:cNvPr>
          <p:cNvSpPr>
            <a:spLocks noGrp="1"/>
          </p:cNvSpPr>
          <p:nvPr>
            <p:ph type="sldNum" sz="quarter" idx="5"/>
          </p:nvPr>
        </p:nvSpPr>
        <p:spPr/>
        <p:txBody>
          <a:bodyPr/>
          <a:lstStyle/>
          <a:p>
            <a:fld id="{0C49AC16-2221-4935-809C-2A72A26F729C}" type="slidenum">
              <a:rPr lang="en-US" smtClean="0"/>
              <a:t>185</a:t>
            </a:fld>
            <a:endParaRPr lang="en-US" dirty="0"/>
          </a:p>
        </p:txBody>
      </p:sp>
    </p:spTree>
    <p:extLst>
      <p:ext uri="{BB962C8B-B14F-4D97-AF65-F5344CB8AC3E}">
        <p14:creationId xmlns:p14="http://schemas.microsoft.com/office/powerpoint/2010/main" val="2407204155"/>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60D59-D6C3-DF89-820B-08DB6B0661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27F16A-106D-4731-55B8-B4AFDB78B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CAFFB3-335C-DC3B-1F18-34BBB133C1D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6E469C3-FC42-0DA2-54AD-6D3D405CAD0B}"/>
              </a:ext>
            </a:extLst>
          </p:cNvPr>
          <p:cNvSpPr>
            <a:spLocks noGrp="1"/>
          </p:cNvSpPr>
          <p:nvPr>
            <p:ph type="sldNum" sz="quarter" idx="5"/>
          </p:nvPr>
        </p:nvSpPr>
        <p:spPr/>
        <p:txBody>
          <a:bodyPr/>
          <a:lstStyle/>
          <a:p>
            <a:fld id="{0C49AC16-2221-4935-809C-2A72A26F729C}" type="slidenum">
              <a:rPr lang="en-US" smtClean="0"/>
              <a:t>186</a:t>
            </a:fld>
            <a:endParaRPr lang="en-US" dirty="0"/>
          </a:p>
        </p:txBody>
      </p:sp>
    </p:spTree>
    <p:extLst>
      <p:ext uri="{BB962C8B-B14F-4D97-AF65-F5344CB8AC3E}">
        <p14:creationId xmlns:p14="http://schemas.microsoft.com/office/powerpoint/2010/main" val="3282688732"/>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6462F5-EB79-FBC9-6C04-82C11E7A12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E68D84-B705-5930-AADB-403D05F624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B007EB-BE04-28FF-9B14-059C115349A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C7D56F0-919E-9AF9-944E-914563869927}"/>
              </a:ext>
            </a:extLst>
          </p:cNvPr>
          <p:cNvSpPr>
            <a:spLocks noGrp="1"/>
          </p:cNvSpPr>
          <p:nvPr>
            <p:ph type="sldNum" sz="quarter" idx="5"/>
          </p:nvPr>
        </p:nvSpPr>
        <p:spPr/>
        <p:txBody>
          <a:bodyPr/>
          <a:lstStyle/>
          <a:p>
            <a:fld id="{0C49AC16-2221-4935-809C-2A72A26F729C}" type="slidenum">
              <a:rPr lang="en-US" smtClean="0"/>
              <a:t>187</a:t>
            </a:fld>
            <a:endParaRPr lang="en-US" dirty="0"/>
          </a:p>
        </p:txBody>
      </p:sp>
    </p:spTree>
    <p:extLst>
      <p:ext uri="{BB962C8B-B14F-4D97-AF65-F5344CB8AC3E}">
        <p14:creationId xmlns:p14="http://schemas.microsoft.com/office/powerpoint/2010/main" val="2328794879"/>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BBE26B-2B72-4918-4069-44BE3B09C5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D9739A-2844-7F4F-BDD8-87B38755BC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C61503-A05A-3331-AA78-0DB0C5D6394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0B001E3-529F-6E55-90AB-BC36C154AB9D}"/>
              </a:ext>
            </a:extLst>
          </p:cNvPr>
          <p:cNvSpPr>
            <a:spLocks noGrp="1"/>
          </p:cNvSpPr>
          <p:nvPr>
            <p:ph type="sldNum" sz="quarter" idx="5"/>
          </p:nvPr>
        </p:nvSpPr>
        <p:spPr/>
        <p:txBody>
          <a:bodyPr/>
          <a:lstStyle/>
          <a:p>
            <a:fld id="{0C49AC16-2221-4935-809C-2A72A26F729C}" type="slidenum">
              <a:rPr lang="en-US" smtClean="0"/>
              <a:t>188</a:t>
            </a:fld>
            <a:endParaRPr lang="en-US" dirty="0"/>
          </a:p>
        </p:txBody>
      </p:sp>
    </p:spTree>
    <p:extLst>
      <p:ext uri="{BB962C8B-B14F-4D97-AF65-F5344CB8AC3E}">
        <p14:creationId xmlns:p14="http://schemas.microsoft.com/office/powerpoint/2010/main" val="253278026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1642E-7AC6-B42A-81FE-89EDE862C8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78773B-C78B-42CA-C4A2-053D1EF70A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552941-7CA7-78D1-3400-688141249A4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2452152-6583-CD60-9199-6546572AE34E}"/>
              </a:ext>
            </a:extLst>
          </p:cNvPr>
          <p:cNvSpPr>
            <a:spLocks noGrp="1"/>
          </p:cNvSpPr>
          <p:nvPr>
            <p:ph type="sldNum" sz="quarter" idx="5"/>
          </p:nvPr>
        </p:nvSpPr>
        <p:spPr/>
        <p:txBody>
          <a:bodyPr/>
          <a:lstStyle/>
          <a:p>
            <a:fld id="{0C49AC16-2221-4935-809C-2A72A26F729C}" type="slidenum">
              <a:rPr lang="en-US" smtClean="0"/>
              <a:t>189</a:t>
            </a:fld>
            <a:endParaRPr lang="en-US" dirty="0"/>
          </a:p>
        </p:txBody>
      </p:sp>
    </p:spTree>
    <p:extLst>
      <p:ext uri="{BB962C8B-B14F-4D97-AF65-F5344CB8AC3E}">
        <p14:creationId xmlns:p14="http://schemas.microsoft.com/office/powerpoint/2010/main" val="3798015352"/>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8466C-D9BC-09D8-3A79-38CDF82697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B142A1-35FF-74D6-0440-1925C4B942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DF1923-8556-80DD-A092-C5B5A3B5C95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0E4256C-5D87-DEFE-C476-A38CD73AC163}"/>
              </a:ext>
            </a:extLst>
          </p:cNvPr>
          <p:cNvSpPr>
            <a:spLocks noGrp="1"/>
          </p:cNvSpPr>
          <p:nvPr>
            <p:ph type="sldNum" sz="quarter" idx="5"/>
          </p:nvPr>
        </p:nvSpPr>
        <p:spPr/>
        <p:txBody>
          <a:bodyPr/>
          <a:lstStyle/>
          <a:p>
            <a:fld id="{0C49AC16-2221-4935-809C-2A72A26F729C}" type="slidenum">
              <a:rPr lang="en-US" smtClean="0"/>
              <a:t>190</a:t>
            </a:fld>
            <a:endParaRPr lang="en-US" dirty="0"/>
          </a:p>
        </p:txBody>
      </p:sp>
    </p:spTree>
    <p:extLst>
      <p:ext uri="{BB962C8B-B14F-4D97-AF65-F5344CB8AC3E}">
        <p14:creationId xmlns:p14="http://schemas.microsoft.com/office/powerpoint/2010/main" val="744362585"/>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AB465-8069-6E2C-7F0B-683ED6CFE6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AA3B9B-07A8-0BF6-36A6-D50B29E88A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DA5EFD-52E2-D3C7-43CB-739E1675C85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6E0553D-F3B4-C25D-E4C3-5D9C5E340A2E}"/>
              </a:ext>
            </a:extLst>
          </p:cNvPr>
          <p:cNvSpPr>
            <a:spLocks noGrp="1"/>
          </p:cNvSpPr>
          <p:nvPr>
            <p:ph type="sldNum" sz="quarter" idx="5"/>
          </p:nvPr>
        </p:nvSpPr>
        <p:spPr/>
        <p:txBody>
          <a:bodyPr/>
          <a:lstStyle/>
          <a:p>
            <a:fld id="{0C49AC16-2221-4935-809C-2A72A26F729C}" type="slidenum">
              <a:rPr lang="en-US" smtClean="0"/>
              <a:t>191</a:t>
            </a:fld>
            <a:endParaRPr lang="en-US" dirty="0"/>
          </a:p>
        </p:txBody>
      </p:sp>
    </p:spTree>
    <p:extLst>
      <p:ext uri="{BB962C8B-B14F-4D97-AF65-F5344CB8AC3E}">
        <p14:creationId xmlns:p14="http://schemas.microsoft.com/office/powerpoint/2010/main" val="3582149500"/>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C517B-2453-7B83-BAA8-3A0FD94966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4E51BF-8D0E-2519-E23C-D6C2DB2968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ECAE24-44EB-E09A-BD9B-E6197CE978A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A0F6461-3597-F949-8661-A0D9DED9BE25}"/>
              </a:ext>
            </a:extLst>
          </p:cNvPr>
          <p:cNvSpPr>
            <a:spLocks noGrp="1"/>
          </p:cNvSpPr>
          <p:nvPr>
            <p:ph type="sldNum" sz="quarter" idx="5"/>
          </p:nvPr>
        </p:nvSpPr>
        <p:spPr/>
        <p:txBody>
          <a:bodyPr/>
          <a:lstStyle/>
          <a:p>
            <a:fld id="{0C49AC16-2221-4935-809C-2A72A26F729C}" type="slidenum">
              <a:rPr lang="en-US" smtClean="0"/>
              <a:t>192</a:t>
            </a:fld>
            <a:endParaRPr lang="en-US" dirty="0"/>
          </a:p>
        </p:txBody>
      </p:sp>
    </p:spTree>
    <p:extLst>
      <p:ext uri="{BB962C8B-B14F-4D97-AF65-F5344CB8AC3E}">
        <p14:creationId xmlns:p14="http://schemas.microsoft.com/office/powerpoint/2010/main" val="3408207133"/>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0C12C-FC03-3B21-246D-4936BAAABE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B7D5A4-2D45-0F01-D4E0-9EF27E3D0D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185B9B-3525-8A6F-49A1-EAFFCA527C4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9661CFE-1BA7-E70C-23D9-26942FAD4FE4}"/>
              </a:ext>
            </a:extLst>
          </p:cNvPr>
          <p:cNvSpPr>
            <a:spLocks noGrp="1"/>
          </p:cNvSpPr>
          <p:nvPr>
            <p:ph type="sldNum" sz="quarter" idx="5"/>
          </p:nvPr>
        </p:nvSpPr>
        <p:spPr/>
        <p:txBody>
          <a:bodyPr/>
          <a:lstStyle/>
          <a:p>
            <a:fld id="{0C49AC16-2221-4935-809C-2A72A26F729C}" type="slidenum">
              <a:rPr lang="en-US" smtClean="0"/>
              <a:t>193</a:t>
            </a:fld>
            <a:endParaRPr lang="en-US" dirty="0"/>
          </a:p>
        </p:txBody>
      </p:sp>
    </p:spTree>
    <p:extLst>
      <p:ext uri="{BB962C8B-B14F-4D97-AF65-F5344CB8AC3E}">
        <p14:creationId xmlns:p14="http://schemas.microsoft.com/office/powerpoint/2010/main" val="551208172"/>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C48E77-E7CE-40EE-7B91-B2DE553601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E712D3-FA6F-1730-91E9-C672DC5CA5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9E8DA0-A3EC-4603-A37A-CF79B10AC34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55A76D5-B92D-B4DE-249A-CE0795B237B6}"/>
              </a:ext>
            </a:extLst>
          </p:cNvPr>
          <p:cNvSpPr>
            <a:spLocks noGrp="1"/>
          </p:cNvSpPr>
          <p:nvPr>
            <p:ph type="sldNum" sz="quarter" idx="5"/>
          </p:nvPr>
        </p:nvSpPr>
        <p:spPr/>
        <p:txBody>
          <a:bodyPr/>
          <a:lstStyle/>
          <a:p>
            <a:fld id="{0C49AC16-2221-4935-809C-2A72A26F729C}" type="slidenum">
              <a:rPr lang="en-US" smtClean="0"/>
              <a:t>194</a:t>
            </a:fld>
            <a:endParaRPr lang="en-US" dirty="0"/>
          </a:p>
        </p:txBody>
      </p:sp>
    </p:spTree>
    <p:extLst>
      <p:ext uri="{BB962C8B-B14F-4D97-AF65-F5344CB8AC3E}">
        <p14:creationId xmlns:p14="http://schemas.microsoft.com/office/powerpoint/2010/main" val="1011865900"/>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6952-0685-D337-4B59-30D3D21676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628D2A-B193-FF76-6563-8B76032023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BF152D-29F8-0EEA-7751-6717FFA0712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A154430-4A18-1EBA-7CAE-F83FA87C6175}"/>
              </a:ext>
            </a:extLst>
          </p:cNvPr>
          <p:cNvSpPr>
            <a:spLocks noGrp="1"/>
          </p:cNvSpPr>
          <p:nvPr>
            <p:ph type="sldNum" sz="quarter" idx="5"/>
          </p:nvPr>
        </p:nvSpPr>
        <p:spPr/>
        <p:txBody>
          <a:bodyPr/>
          <a:lstStyle/>
          <a:p>
            <a:fld id="{0C49AC16-2221-4935-809C-2A72A26F729C}" type="slidenum">
              <a:rPr lang="en-US" smtClean="0"/>
              <a:t>195</a:t>
            </a:fld>
            <a:endParaRPr lang="en-US" dirty="0"/>
          </a:p>
        </p:txBody>
      </p:sp>
    </p:spTree>
    <p:extLst>
      <p:ext uri="{BB962C8B-B14F-4D97-AF65-F5344CB8AC3E}">
        <p14:creationId xmlns:p14="http://schemas.microsoft.com/office/powerpoint/2010/main" val="3475687506"/>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570D3-4AA1-7152-19D8-B78A5BD4ED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C2BCBA-7CAA-0EFA-8FFB-5ACAD35035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6F6EA9-F4C6-FE06-6070-28D2D0F4AA7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5387696-6EB9-5687-66EA-7C4C4316F6AD}"/>
              </a:ext>
            </a:extLst>
          </p:cNvPr>
          <p:cNvSpPr>
            <a:spLocks noGrp="1"/>
          </p:cNvSpPr>
          <p:nvPr>
            <p:ph type="sldNum" sz="quarter" idx="5"/>
          </p:nvPr>
        </p:nvSpPr>
        <p:spPr/>
        <p:txBody>
          <a:bodyPr/>
          <a:lstStyle/>
          <a:p>
            <a:fld id="{0C49AC16-2221-4935-809C-2A72A26F729C}" type="slidenum">
              <a:rPr lang="en-US" smtClean="0"/>
              <a:t>196</a:t>
            </a:fld>
            <a:endParaRPr lang="en-US" dirty="0"/>
          </a:p>
        </p:txBody>
      </p:sp>
    </p:spTree>
    <p:extLst>
      <p:ext uri="{BB962C8B-B14F-4D97-AF65-F5344CB8AC3E}">
        <p14:creationId xmlns:p14="http://schemas.microsoft.com/office/powerpoint/2010/main" val="2919019778"/>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3FAFB-5559-7812-B371-B05DC7600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5FF755-06E3-C504-8E57-BE69036250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A62490-BD31-E4F6-3D45-A38F00824F5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08BFD02-1425-8F76-A6F6-677C2717ABDC}"/>
              </a:ext>
            </a:extLst>
          </p:cNvPr>
          <p:cNvSpPr>
            <a:spLocks noGrp="1"/>
          </p:cNvSpPr>
          <p:nvPr>
            <p:ph type="sldNum" sz="quarter" idx="5"/>
          </p:nvPr>
        </p:nvSpPr>
        <p:spPr/>
        <p:txBody>
          <a:bodyPr/>
          <a:lstStyle/>
          <a:p>
            <a:fld id="{0C49AC16-2221-4935-809C-2A72A26F729C}" type="slidenum">
              <a:rPr lang="en-US" smtClean="0"/>
              <a:t>197</a:t>
            </a:fld>
            <a:endParaRPr lang="en-US" dirty="0"/>
          </a:p>
        </p:txBody>
      </p:sp>
    </p:spTree>
    <p:extLst>
      <p:ext uri="{BB962C8B-B14F-4D97-AF65-F5344CB8AC3E}">
        <p14:creationId xmlns:p14="http://schemas.microsoft.com/office/powerpoint/2010/main" val="3293132352"/>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0FA61-126C-EFFB-1116-9B80A5CCDC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87D8FC-1316-44AA-F878-7D2BF2D7EA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1CA5F3-6650-67DB-8483-33713B050DB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B47EE8D-D349-8DB9-970A-B737C517D72B}"/>
              </a:ext>
            </a:extLst>
          </p:cNvPr>
          <p:cNvSpPr>
            <a:spLocks noGrp="1"/>
          </p:cNvSpPr>
          <p:nvPr>
            <p:ph type="sldNum" sz="quarter" idx="5"/>
          </p:nvPr>
        </p:nvSpPr>
        <p:spPr/>
        <p:txBody>
          <a:bodyPr/>
          <a:lstStyle/>
          <a:p>
            <a:fld id="{0C49AC16-2221-4935-809C-2A72A26F729C}" type="slidenum">
              <a:rPr lang="en-US" smtClean="0"/>
              <a:t>198</a:t>
            </a:fld>
            <a:endParaRPr lang="en-US" dirty="0"/>
          </a:p>
        </p:txBody>
      </p:sp>
    </p:spTree>
    <p:extLst>
      <p:ext uri="{BB962C8B-B14F-4D97-AF65-F5344CB8AC3E}">
        <p14:creationId xmlns:p14="http://schemas.microsoft.com/office/powerpoint/2010/main" val="1339875775"/>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9C44B-F8A2-6F06-36A1-4CCE38E392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6319A6-B9A8-55FB-18E6-D005520201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0F54D7-43D3-9AE1-BE56-7F80E06687E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68DDE74-CC2A-18DD-0CF0-D9359FAD04C8}"/>
              </a:ext>
            </a:extLst>
          </p:cNvPr>
          <p:cNvSpPr>
            <a:spLocks noGrp="1"/>
          </p:cNvSpPr>
          <p:nvPr>
            <p:ph type="sldNum" sz="quarter" idx="5"/>
          </p:nvPr>
        </p:nvSpPr>
        <p:spPr/>
        <p:txBody>
          <a:bodyPr/>
          <a:lstStyle/>
          <a:p>
            <a:fld id="{0C49AC16-2221-4935-809C-2A72A26F729C}" type="slidenum">
              <a:rPr lang="en-US" smtClean="0"/>
              <a:t>199</a:t>
            </a:fld>
            <a:endParaRPr lang="en-US" dirty="0"/>
          </a:p>
        </p:txBody>
      </p:sp>
    </p:spTree>
    <p:extLst>
      <p:ext uri="{BB962C8B-B14F-4D97-AF65-F5344CB8AC3E}">
        <p14:creationId xmlns:p14="http://schemas.microsoft.com/office/powerpoint/2010/main" val="1815526594"/>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45110E-9485-55B5-ED07-585ACB6073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49574D-5E9A-8E56-F8B7-62A9F18506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0DF362-702D-6930-7422-0B2A42F3745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4409344-68D4-4E84-DF3C-36EF792AF16E}"/>
              </a:ext>
            </a:extLst>
          </p:cNvPr>
          <p:cNvSpPr>
            <a:spLocks noGrp="1"/>
          </p:cNvSpPr>
          <p:nvPr>
            <p:ph type="sldNum" sz="quarter" idx="5"/>
          </p:nvPr>
        </p:nvSpPr>
        <p:spPr/>
        <p:txBody>
          <a:bodyPr/>
          <a:lstStyle/>
          <a:p>
            <a:fld id="{0C49AC16-2221-4935-809C-2A72A26F729C}" type="slidenum">
              <a:rPr lang="en-US" smtClean="0"/>
              <a:t>200</a:t>
            </a:fld>
            <a:endParaRPr lang="en-US" dirty="0"/>
          </a:p>
        </p:txBody>
      </p:sp>
    </p:spTree>
    <p:extLst>
      <p:ext uri="{BB962C8B-B14F-4D97-AF65-F5344CB8AC3E}">
        <p14:creationId xmlns:p14="http://schemas.microsoft.com/office/powerpoint/2010/main" val="467086138"/>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725359-B2EB-4686-90EC-4FE19A6A5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CD0561-009C-8BC9-5D82-E2DF59438A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893D3B-CB7F-BBAE-2640-81565254CFE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4F279CD-7028-DE53-7DFA-707DC2148AAE}"/>
              </a:ext>
            </a:extLst>
          </p:cNvPr>
          <p:cNvSpPr>
            <a:spLocks noGrp="1"/>
          </p:cNvSpPr>
          <p:nvPr>
            <p:ph type="sldNum" sz="quarter" idx="5"/>
          </p:nvPr>
        </p:nvSpPr>
        <p:spPr/>
        <p:txBody>
          <a:bodyPr/>
          <a:lstStyle/>
          <a:p>
            <a:fld id="{0C49AC16-2221-4935-809C-2A72A26F729C}" type="slidenum">
              <a:rPr lang="en-US" smtClean="0"/>
              <a:t>201</a:t>
            </a:fld>
            <a:endParaRPr lang="en-US" dirty="0"/>
          </a:p>
        </p:txBody>
      </p:sp>
    </p:spTree>
    <p:extLst>
      <p:ext uri="{BB962C8B-B14F-4D97-AF65-F5344CB8AC3E}">
        <p14:creationId xmlns:p14="http://schemas.microsoft.com/office/powerpoint/2010/main" val="1848468978"/>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BF3255-09F0-24E7-1A81-3BDF4A5E65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61C4C5-1A5E-5020-E560-D6898CB7C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1C24E5-ED86-A9F6-3398-A15D0588D7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D67F234-1E84-BC86-4BE0-02DBFD08A475}"/>
              </a:ext>
            </a:extLst>
          </p:cNvPr>
          <p:cNvSpPr>
            <a:spLocks noGrp="1"/>
          </p:cNvSpPr>
          <p:nvPr>
            <p:ph type="sldNum" sz="quarter" idx="5"/>
          </p:nvPr>
        </p:nvSpPr>
        <p:spPr/>
        <p:txBody>
          <a:bodyPr/>
          <a:lstStyle/>
          <a:p>
            <a:fld id="{0C49AC16-2221-4935-809C-2A72A26F729C}" type="slidenum">
              <a:rPr lang="en-US" smtClean="0"/>
              <a:t>202</a:t>
            </a:fld>
            <a:endParaRPr lang="en-US" dirty="0"/>
          </a:p>
        </p:txBody>
      </p:sp>
    </p:spTree>
    <p:extLst>
      <p:ext uri="{BB962C8B-B14F-4D97-AF65-F5344CB8AC3E}">
        <p14:creationId xmlns:p14="http://schemas.microsoft.com/office/powerpoint/2010/main" val="1005034956"/>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CF4015-D55B-3FF5-1036-D94132EB6B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276858-7156-256B-9513-46BEC8F96F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F2A831-5FA3-C0FA-08B7-955C9376D4C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1C44E25-2841-B59B-01EA-0C139C2C9744}"/>
              </a:ext>
            </a:extLst>
          </p:cNvPr>
          <p:cNvSpPr>
            <a:spLocks noGrp="1"/>
          </p:cNvSpPr>
          <p:nvPr>
            <p:ph type="sldNum" sz="quarter" idx="5"/>
          </p:nvPr>
        </p:nvSpPr>
        <p:spPr/>
        <p:txBody>
          <a:bodyPr/>
          <a:lstStyle/>
          <a:p>
            <a:fld id="{0C49AC16-2221-4935-809C-2A72A26F729C}" type="slidenum">
              <a:rPr lang="en-US" smtClean="0"/>
              <a:t>204</a:t>
            </a:fld>
            <a:endParaRPr lang="en-US" dirty="0"/>
          </a:p>
        </p:txBody>
      </p:sp>
    </p:spTree>
    <p:extLst>
      <p:ext uri="{BB962C8B-B14F-4D97-AF65-F5344CB8AC3E}">
        <p14:creationId xmlns:p14="http://schemas.microsoft.com/office/powerpoint/2010/main" val="3104467790"/>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3D51C7-C68E-BF49-01D4-DA468D9983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F0830E-7007-7231-EFD2-084DFCD7EC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7D2A7C-878B-F7AD-9198-5550FA43177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322DBA2-046A-325A-D20F-D886D54E11D4}"/>
              </a:ext>
            </a:extLst>
          </p:cNvPr>
          <p:cNvSpPr>
            <a:spLocks noGrp="1"/>
          </p:cNvSpPr>
          <p:nvPr>
            <p:ph type="sldNum" sz="quarter" idx="5"/>
          </p:nvPr>
        </p:nvSpPr>
        <p:spPr/>
        <p:txBody>
          <a:bodyPr/>
          <a:lstStyle/>
          <a:p>
            <a:fld id="{0C49AC16-2221-4935-809C-2A72A26F729C}" type="slidenum">
              <a:rPr lang="en-US" smtClean="0"/>
              <a:t>205</a:t>
            </a:fld>
            <a:endParaRPr lang="en-US" dirty="0"/>
          </a:p>
        </p:txBody>
      </p:sp>
    </p:spTree>
    <p:extLst>
      <p:ext uri="{BB962C8B-B14F-4D97-AF65-F5344CB8AC3E}">
        <p14:creationId xmlns:p14="http://schemas.microsoft.com/office/powerpoint/2010/main" val="2154819624"/>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EF38E-CB7A-B2EB-80B5-C08E2AE60B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395065-BA81-589E-79F3-C48E8D579F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3B8037-00E0-8C91-4E87-4BC359E4BD0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15D703-2E96-BF03-A2D8-59AFDA4EED1A}"/>
              </a:ext>
            </a:extLst>
          </p:cNvPr>
          <p:cNvSpPr>
            <a:spLocks noGrp="1"/>
          </p:cNvSpPr>
          <p:nvPr>
            <p:ph type="sldNum" sz="quarter" idx="5"/>
          </p:nvPr>
        </p:nvSpPr>
        <p:spPr/>
        <p:txBody>
          <a:bodyPr/>
          <a:lstStyle/>
          <a:p>
            <a:fld id="{0C49AC16-2221-4935-809C-2A72A26F729C}" type="slidenum">
              <a:rPr lang="en-US" smtClean="0"/>
              <a:t>206</a:t>
            </a:fld>
            <a:endParaRPr lang="en-US" dirty="0"/>
          </a:p>
        </p:txBody>
      </p:sp>
    </p:spTree>
    <p:extLst>
      <p:ext uri="{BB962C8B-B14F-4D97-AF65-F5344CB8AC3E}">
        <p14:creationId xmlns:p14="http://schemas.microsoft.com/office/powerpoint/2010/main" val="2168330227"/>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0A41D-6C4C-BAC4-33FC-EAE40292B4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ECD62C-0D67-F987-B227-4874623A69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B83330-E824-4469-A9DE-702D2827F0E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B989ED5-61AF-9AE7-6F7A-72FF552A36E5}"/>
              </a:ext>
            </a:extLst>
          </p:cNvPr>
          <p:cNvSpPr>
            <a:spLocks noGrp="1"/>
          </p:cNvSpPr>
          <p:nvPr>
            <p:ph type="sldNum" sz="quarter" idx="5"/>
          </p:nvPr>
        </p:nvSpPr>
        <p:spPr/>
        <p:txBody>
          <a:bodyPr/>
          <a:lstStyle/>
          <a:p>
            <a:fld id="{0C49AC16-2221-4935-809C-2A72A26F729C}" type="slidenum">
              <a:rPr lang="en-US" smtClean="0"/>
              <a:t>207</a:t>
            </a:fld>
            <a:endParaRPr lang="en-US" dirty="0"/>
          </a:p>
        </p:txBody>
      </p:sp>
    </p:spTree>
    <p:extLst>
      <p:ext uri="{BB962C8B-B14F-4D97-AF65-F5344CB8AC3E}">
        <p14:creationId xmlns:p14="http://schemas.microsoft.com/office/powerpoint/2010/main" val="770073744"/>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D78D2-37DC-7AAB-865E-A17B15FEE8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FB2DF8-DA8D-3D3A-85A9-6E5190F6EB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4883FB-867C-0D45-0512-28BD82CD920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171637A-4EF5-BCE1-5A17-DF64552E60C0}"/>
              </a:ext>
            </a:extLst>
          </p:cNvPr>
          <p:cNvSpPr>
            <a:spLocks noGrp="1"/>
          </p:cNvSpPr>
          <p:nvPr>
            <p:ph type="sldNum" sz="quarter" idx="5"/>
          </p:nvPr>
        </p:nvSpPr>
        <p:spPr/>
        <p:txBody>
          <a:bodyPr/>
          <a:lstStyle/>
          <a:p>
            <a:fld id="{0C49AC16-2221-4935-809C-2A72A26F729C}" type="slidenum">
              <a:rPr lang="en-US" smtClean="0"/>
              <a:t>208</a:t>
            </a:fld>
            <a:endParaRPr lang="en-US" dirty="0"/>
          </a:p>
        </p:txBody>
      </p:sp>
    </p:spTree>
    <p:extLst>
      <p:ext uri="{BB962C8B-B14F-4D97-AF65-F5344CB8AC3E}">
        <p14:creationId xmlns:p14="http://schemas.microsoft.com/office/powerpoint/2010/main" val="600864326"/>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C375B-30E0-EAA2-EA5E-DDD145CC04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FFA955-E416-CD2E-5800-A659D5E3FD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579041-B1CD-126F-E94A-82874BA2222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8F6EEA-CCC3-D95E-7E58-8F05E02E26CB}"/>
              </a:ext>
            </a:extLst>
          </p:cNvPr>
          <p:cNvSpPr>
            <a:spLocks noGrp="1"/>
          </p:cNvSpPr>
          <p:nvPr>
            <p:ph type="sldNum" sz="quarter" idx="5"/>
          </p:nvPr>
        </p:nvSpPr>
        <p:spPr/>
        <p:txBody>
          <a:bodyPr/>
          <a:lstStyle/>
          <a:p>
            <a:fld id="{0C49AC16-2221-4935-809C-2A72A26F729C}" type="slidenum">
              <a:rPr lang="en-US" smtClean="0"/>
              <a:t>209</a:t>
            </a:fld>
            <a:endParaRPr lang="en-US" dirty="0"/>
          </a:p>
        </p:txBody>
      </p:sp>
    </p:spTree>
    <p:extLst>
      <p:ext uri="{BB962C8B-B14F-4D97-AF65-F5344CB8AC3E}">
        <p14:creationId xmlns:p14="http://schemas.microsoft.com/office/powerpoint/2010/main" val="3836307047"/>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D83545-5CE5-DE4D-76CE-20C41C2AD4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535BE0-DF87-038C-F9C4-F4BB5616CE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0325FD-88A6-D6AC-761C-98BC27EC30C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00D4B61-9EA6-0328-8AA6-D0DEFF2D1BB2}"/>
              </a:ext>
            </a:extLst>
          </p:cNvPr>
          <p:cNvSpPr>
            <a:spLocks noGrp="1"/>
          </p:cNvSpPr>
          <p:nvPr>
            <p:ph type="sldNum" sz="quarter" idx="5"/>
          </p:nvPr>
        </p:nvSpPr>
        <p:spPr/>
        <p:txBody>
          <a:bodyPr/>
          <a:lstStyle/>
          <a:p>
            <a:fld id="{0C49AC16-2221-4935-809C-2A72A26F729C}" type="slidenum">
              <a:rPr lang="en-US" smtClean="0"/>
              <a:t>210</a:t>
            </a:fld>
            <a:endParaRPr lang="en-US" dirty="0"/>
          </a:p>
        </p:txBody>
      </p:sp>
    </p:spTree>
    <p:extLst>
      <p:ext uri="{BB962C8B-B14F-4D97-AF65-F5344CB8AC3E}">
        <p14:creationId xmlns:p14="http://schemas.microsoft.com/office/powerpoint/2010/main" val="1315084772"/>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F2DC9-CAED-7CDB-12B2-569F193816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BFB640-B0D8-3E28-DB47-733342A875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A3B7AD-4CC4-11C7-1B2A-58A90B64B31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65951FA-B137-9E8A-BDAE-1044985AD31D}"/>
              </a:ext>
            </a:extLst>
          </p:cNvPr>
          <p:cNvSpPr>
            <a:spLocks noGrp="1"/>
          </p:cNvSpPr>
          <p:nvPr>
            <p:ph type="sldNum" sz="quarter" idx="5"/>
          </p:nvPr>
        </p:nvSpPr>
        <p:spPr/>
        <p:txBody>
          <a:bodyPr/>
          <a:lstStyle/>
          <a:p>
            <a:fld id="{0C49AC16-2221-4935-809C-2A72A26F729C}" type="slidenum">
              <a:rPr lang="en-US" smtClean="0"/>
              <a:t>211</a:t>
            </a:fld>
            <a:endParaRPr lang="en-US" dirty="0"/>
          </a:p>
        </p:txBody>
      </p:sp>
    </p:spTree>
    <p:extLst>
      <p:ext uri="{BB962C8B-B14F-4D97-AF65-F5344CB8AC3E}">
        <p14:creationId xmlns:p14="http://schemas.microsoft.com/office/powerpoint/2010/main" val="3833777863"/>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A1354A-17A9-E280-DD35-9FCF3A98EC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9FA159-D153-58BD-CEED-7365B7BA0B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0152BF-6876-0867-AE8A-60474FB63E6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7F40D67-864F-21C7-1EBA-0B846D7D025C}"/>
              </a:ext>
            </a:extLst>
          </p:cNvPr>
          <p:cNvSpPr>
            <a:spLocks noGrp="1"/>
          </p:cNvSpPr>
          <p:nvPr>
            <p:ph type="sldNum" sz="quarter" idx="5"/>
          </p:nvPr>
        </p:nvSpPr>
        <p:spPr/>
        <p:txBody>
          <a:bodyPr/>
          <a:lstStyle/>
          <a:p>
            <a:fld id="{0C49AC16-2221-4935-809C-2A72A26F729C}" type="slidenum">
              <a:rPr lang="en-US" smtClean="0"/>
              <a:t>212</a:t>
            </a:fld>
            <a:endParaRPr lang="en-US" dirty="0"/>
          </a:p>
        </p:txBody>
      </p:sp>
    </p:spTree>
    <p:extLst>
      <p:ext uri="{BB962C8B-B14F-4D97-AF65-F5344CB8AC3E}">
        <p14:creationId xmlns:p14="http://schemas.microsoft.com/office/powerpoint/2010/main" val="3298936610"/>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44F1D-FC69-83CD-6071-49FD7EAAE8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0DBE57-23CF-29D7-AB68-86590DA190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FFA75D-A70C-A1D3-37F1-C72B0F161B0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4E27B41-1C3C-80EA-FFA5-AA23EE23999E}"/>
              </a:ext>
            </a:extLst>
          </p:cNvPr>
          <p:cNvSpPr>
            <a:spLocks noGrp="1"/>
          </p:cNvSpPr>
          <p:nvPr>
            <p:ph type="sldNum" sz="quarter" idx="5"/>
          </p:nvPr>
        </p:nvSpPr>
        <p:spPr/>
        <p:txBody>
          <a:bodyPr/>
          <a:lstStyle/>
          <a:p>
            <a:fld id="{0C49AC16-2221-4935-809C-2A72A26F729C}" type="slidenum">
              <a:rPr lang="en-US" smtClean="0"/>
              <a:t>213</a:t>
            </a:fld>
            <a:endParaRPr lang="en-US" dirty="0"/>
          </a:p>
        </p:txBody>
      </p:sp>
    </p:spTree>
    <p:extLst>
      <p:ext uri="{BB962C8B-B14F-4D97-AF65-F5344CB8AC3E}">
        <p14:creationId xmlns:p14="http://schemas.microsoft.com/office/powerpoint/2010/main" val="2852160509"/>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3CC87A-1BDF-82B9-B703-D8901E43C8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9C1837-AAD5-F659-139F-39E3C9075B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4EFE07-0EB5-B604-C43E-4A1C06F7DE4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C845B26-5239-7CE7-721A-6BEFCF099511}"/>
              </a:ext>
            </a:extLst>
          </p:cNvPr>
          <p:cNvSpPr>
            <a:spLocks noGrp="1"/>
          </p:cNvSpPr>
          <p:nvPr>
            <p:ph type="sldNum" sz="quarter" idx="5"/>
          </p:nvPr>
        </p:nvSpPr>
        <p:spPr/>
        <p:txBody>
          <a:bodyPr/>
          <a:lstStyle/>
          <a:p>
            <a:fld id="{0C49AC16-2221-4935-809C-2A72A26F729C}" type="slidenum">
              <a:rPr lang="en-US" smtClean="0"/>
              <a:t>214</a:t>
            </a:fld>
            <a:endParaRPr lang="en-US" dirty="0"/>
          </a:p>
        </p:txBody>
      </p:sp>
    </p:spTree>
    <p:extLst>
      <p:ext uri="{BB962C8B-B14F-4D97-AF65-F5344CB8AC3E}">
        <p14:creationId xmlns:p14="http://schemas.microsoft.com/office/powerpoint/2010/main" val="220254014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DA532A-5F13-0CF7-8528-7EC2E44099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F98A40-63E6-D1F8-E313-4E8EB90882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75E254-CF40-F8E6-77AE-6C9548C93EE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C35D635-0AFD-E3FF-8A69-510F43ABBA8A}"/>
              </a:ext>
            </a:extLst>
          </p:cNvPr>
          <p:cNvSpPr>
            <a:spLocks noGrp="1"/>
          </p:cNvSpPr>
          <p:nvPr>
            <p:ph type="sldNum" sz="quarter" idx="5"/>
          </p:nvPr>
        </p:nvSpPr>
        <p:spPr/>
        <p:txBody>
          <a:bodyPr/>
          <a:lstStyle/>
          <a:p>
            <a:fld id="{0C49AC16-2221-4935-809C-2A72A26F729C}" type="slidenum">
              <a:rPr lang="en-US" smtClean="0"/>
              <a:t>215</a:t>
            </a:fld>
            <a:endParaRPr lang="en-US" dirty="0"/>
          </a:p>
        </p:txBody>
      </p:sp>
    </p:spTree>
    <p:extLst>
      <p:ext uri="{BB962C8B-B14F-4D97-AF65-F5344CB8AC3E}">
        <p14:creationId xmlns:p14="http://schemas.microsoft.com/office/powerpoint/2010/main" val="374943727"/>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E0186-3179-83BA-3941-B13F04E01D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042886-B0F5-AF25-BD6C-E3D7898DF4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4A18E9-173F-7ED0-4DBB-F8CCB4D4578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54024B5-1925-144A-C3DE-AD4FC49CF6C3}"/>
              </a:ext>
            </a:extLst>
          </p:cNvPr>
          <p:cNvSpPr>
            <a:spLocks noGrp="1"/>
          </p:cNvSpPr>
          <p:nvPr>
            <p:ph type="sldNum" sz="quarter" idx="5"/>
          </p:nvPr>
        </p:nvSpPr>
        <p:spPr/>
        <p:txBody>
          <a:bodyPr/>
          <a:lstStyle/>
          <a:p>
            <a:fld id="{0C49AC16-2221-4935-809C-2A72A26F729C}" type="slidenum">
              <a:rPr lang="en-US" smtClean="0"/>
              <a:t>216</a:t>
            </a:fld>
            <a:endParaRPr lang="en-US" dirty="0"/>
          </a:p>
        </p:txBody>
      </p:sp>
    </p:spTree>
    <p:extLst>
      <p:ext uri="{BB962C8B-B14F-4D97-AF65-F5344CB8AC3E}">
        <p14:creationId xmlns:p14="http://schemas.microsoft.com/office/powerpoint/2010/main" val="2762070460"/>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FEAC84-9A1C-B56A-51E1-A8D1979D3E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F80A31-9356-F6C8-7947-4F60A99EAD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BFF51F-5E85-FFA4-7B13-049FB76C089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08AC6B5-A7A6-8A0A-C0EA-A17A53D4776C}"/>
              </a:ext>
            </a:extLst>
          </p:cNvPr>
          <p:cNvSpPr>
            <a:spLocks noGrp="1"/>
          </p:cNvSpPr>
          <p:nvPr>
            <p:ph type="sldNum" sz="quarter" idx="5"/>
          </p:nvPr>
        </p:nvSpPr>
        <p:spPr/>
        <p:txBody>
          <a:bodyPr/>
          <a:lstStyle/>
          <a:p>
            <a:fld id="{0C49AC16-2221-4935-809C-2A72A26F729C}" type="slidenum">
              <a:rPr lang="en-US" smtClean="0"/>
              <a:t>217</a:t>
            </a:fld>
            <a:endParaRPr lang="en-US" dirty="0"/>
          </a:p>
        </p:txBody>
      </p:sp>
    </p:spTree>
    <p:extLst>
      <p:ext uri="{BB962C8B-B14F-4D97-AF65-F5344CB8AC3E}">
        <p14:creationId xmlns:p14="http://schemas.microsoft.com/office/powerpoint/2010/main" val="21012547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138687-99C7-78FD-A8DE-5C1E7366B0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6B5394-75A1-7499-94C8-6903D4CAD9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E7EC45-A7D4-EC53-968D-336530AAB04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22BD722-A485-5CBA-682A-0CE2E8C82BBC}"/>
              </a:ext>
            </a:extLst>
          </p:cNvPr>
          <p:cNvSpPr>
            <a:spLocks noGrp="1"/>
          </p:cNvSpPr>
          <p:nvPr>
            <p:ph type="sldNum" sz="quarter" idx="5"/>
          </p:nvPr>
        </p:nvSpPr>
        <p:spPr/>
        <p:txBody>
          <a:bodyPr/>
          <a:lstStyle/>
          <a:p>
            <a:fld id="{0C49AC16-2221-4935-809C-2A72A26F729C}" type="slidenum">
              <a:rPr lang="en-US" smtClean="0"/>
              <a:t>218</a:t>
            </a:fld>
            <a:endParaRPr lang="en-US" dirty="0"/>
          </a:p>
        </p:txBody>
      </p:sp>
    </p:spTree>
    <p:extLst>
      <p:ext uri="{BB962C8B-B14F-4D97-AF65-F5344CB8AC3E}">
        <p14:creationId xmlns:p14="http://schemas.microsoft.com/office/powerpoint/2010/main" val="3477681714"/>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BC0C5-535E-7D24-C3EA-45CC515CD1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0D1132-6E11-3EBA-0F75-45449DB1D6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DD8C6B-D897-AB3E-7087-37951E4F26A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30F26D9-A287-829C-43C9-0C67091DD46F}"/>
              </a:ext>
            </a:extLst>
          </p:cNvPr>
          <p:cNvSpPr>
            <a:spLocks noGrp="1"/>
          </p:cNvSpPr>
          <p:nvPr>
            <p:ph type="sldNum" sz="quarter" idx="5"/>
          </p:nvPr>
        </p:nvSpPr>
        <p:spPr/>
        <p:txBody>
          <a:bodyPr/>
          <a:lstStyle/>
          <a:p>
            <a:fld id="{0C49AC16-2221-4935-809C-2A72A26F729C}" type="slidenum">
              <a:rPr lang="en-US" smtClean="0"/>
              <a:t>219</a:t>
            </a:fld>
            <a:endParaRPr lang="en-US" dirty="0"/>
          </a:p>
        </p:txBody>
      </p:sp>
    </p:spTree>
    <p:extLst>
      <p:ext uri="{BB962C8B-B14F-4D97-AF65-F5344CB8AC3E}">
        <p14:creationId xmlns:p14="http://schemas.microsoft.com/office/powerpoint/2010/main" val="179868298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414A5-9537-B7EB-7DE1-3613B64F4E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8F3CEA-B668-4B0E-F2D8-F249F3D37F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4CD34E-67E4-5D84-B0E0-C2330F5CC54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96BF293-4049-2256-B00F-7139E525CD06}"/>
              </a:ext>
            </a:extLst>
          </p:cNvPr>
          <p:cNvSpPr>
            <a:spLocks noGrp="1"/>
          </p:cNvSpPr>
          <p:nvPr>
            <p:ph type="sldNum" sz="quarter" idx="5"/>
          </p:nvPr>
        </p:nvSpPr>
        <p:spPr/>
        <p:txBody>
          <a:bodyPr/>
          <a:lstStyle/>
          <a:p>
            <a:fld id="{0C49AC16-2221-4935-809C-2A72A26F729C}" type="slidenum">
              <a:rPr lang="en-US" smtClean="0"/>
              <a:t>220</a:t>
            </a:fld>
            <a:endParaRPr lang="en-US" dirty="0"/>
          </a:p>
        </p:txBody>
      </p:sp>
    </p:spTree>
    <p:extLst>
      <p:ext uri="{BB962C8B-B14F-4D97-AF65-F5344CB8AC3E}">
        <p14:creationId xmlns:p14="http://schemas.microsoft.com/office/powerpoint/2010/main" val="2153645180"/>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757AD-05C2-E8AD-1C0E-AFE610627A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092118-7535-ED46-2543-EEACCF94A7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3B0D66-5E08-5BCA-178C-FA360F3A819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D5B80CD-7A89-48D5-533C-B9D3E1AB5296}"/>
              </a:ext>
            </a:extLst>
          </p:cNvPr>
          <p:cNvSpPr>
            <a:spLocks noGrp="1"/>
          </p:cNvSpPr>
          <p:nvPr>
            <p:ph type="sldNum" sz="quarter" idx="5"/>
          </p:nvPr>
        </p:nvSpPr>
        <p:spPr/>
        <p:txBody>
          <a:bodyPr/>
          <a:lstStyle/>
          <a:p>
            <a:fld id="{0C49AC16-2221-4935-809C-2A72A26F729C}" type="slidenum">
              <a:rPr lang="en-US" smtClean="0"/>
              <a:t>221</a:t>
            </a:fld>
            <a:endParaRPr lang="en-US" dirty="0"/>
          </a:p>
        </p:txBody>
      </p:sp>
    </p:spTree>
    <p:extLst>
      <p:ext uri="{BB962C8B-B14F-4D97-AF65-F5344CB8AC3E}">
        <p14:creationId xmlns:p14="http://schemas.microsoft.com/office/powerpoint/2010/main" val="3633298857"/>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5AC915-38EC-8FF9-E36C-6883D9BE8B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F7FAA2-61CE-3CA7-F137-0B1FE7E47B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7E937C-3490-1B21-34BE-96A734D750E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F5462EA-F743-36E6-26E0-837B9F24502E}"/>
              </a:ext>
            </a:extLst>
          </p:cNvPr>
          <p:cNvSpPr>
            <a:spLocks noGrp="1"/>
          </p:cNvSpPr>
          <p:nvPr>
            <p:ph type="sldNum" sz="quarter" idx="5"/>
          </p:nvPr>
        </p:nvSpPr>
        <p:spPr/>
        <p:txBody>
          <a:bodyPr/>
          <a:lstStyle/>
          <a:p>
            <a:fld id="{0C49AC16-2221-4935-809C-2A72A26F729C}" type="slidenum">
              <a:rPr lang="en-US" smtClean="0"/>
              <a:t>222</a:t>
            </a:fld>
            <a:endParaRPr lang="en-US" dirty="0"/>
          </a:p>
        </p:txBody>
      </p:sp>
    </p:spTree>
    <p:extLst>
      <p:ext uri="{BB962C8B-B14F-4D97-AF65-F5344CB8AC3E}">
        <p14:creationId xmlns:p14="http://schemas.microsoft.com/office/powerpoint/2010/main" val="1213308102"/>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3A0F1B-0923-09EC-3BDA-C8BA86326C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444BC4-2B26-3A6A-6988-F903F07F39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DFDB40-B5EE-00E7-9B96-98DE0F75C0C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D70C951-1D4E-2C85-43B4-D6FC159A4E9C}"/>
              </a:ext>
            </a:extLst>
          </p:cNvPr>
          <p:cNvSpPr>
            <a:spLocks noGrp="1"/>
          </p:cNvSpPr>
          <p:nvPr>
            <p:ph type="sldNum" sz="quarter" idx="5"/>
          </p:nvPr>
        </p:nvSpPr>
        <p:spPr/>
        <p:txBody>
          <a:bodyPr/>
          <a:lstStyle/>
          <a:p>
            <a:fld id="{0C49AC16-2221-4935-809C-2A72A26F729C}" type="slidenum">
              <a:rPr lang="en-US" smtClean="0"/>
              <a:t>223</a:t>
            </a:fld>
            <a:endParaRPr lang="en-US" dirty="0"/>
          </a:p>
        </p:txBody>
      </p:sp>
    </p:spTree>
    <p:extLst>
      <p:ext uri="{BB962C8B-B14F-4D97-AF65-F5344CB8AC3E}">
        <p14:creationId xmlns:p14="http://schemas.microsoft.com/office/powerpoint/2010/main" val="3559732338"/>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621511-21EC-DE78-702A-6D77C17436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B010E6-2030-EE7F-E386-FC394DD6E7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85B0CB-EF17-2BED-8D6A-614011FB0A9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3732F70-12A0-60CC-E4D9-8D33BCB9DCD9}"/>
              </a:ext>
            </a:extLst>
          </p:cNvPr>
          <p:cNvSpPr>
            <a:spLocks noGrp="1"/>
          </p:cNvSpPr>
          <p:nvPr>
            <p:ph type="sldNum" sz="quarter" idx="5"/>
          </p:nvPr>
        </p:nvSpPr>
        <p:spPr/>
        <p:txBody>
          <a:bodyPr/>
          <a:lstStyle/>
          <a:p>
            <a:fld id="{0C49AC16-2221-4935-809C-2A72A26F729C}" type="slidenum">
              <a:rPr lang="en-US" smtClean="0"/>
              <a:t>224</a:t>
            </a:fld>
            <a:endParaRPr lang="en-US" dirty="0"/>
          </a:p>
        </p:txBody>
      </p:sp>
    </p:spTree>
    <p:extLst>
      <p:ext uri="{BB962C8B-B14F-4D97-AF65-F5344CB8AC3E}">
        <p14:creationId xmlns:p14="http://schemas.microsoft.com/office/powerpoint/2010/main" val="125964243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46993-C9DD-B951-EB84-CE6C1B4194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60343A-31BF-4C55-53B6-2A198AB6D1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53688A-B2EA-32BB-3B61-ECB56CA8B3C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CE3D63F-4DDB-6A08-E382-22424E2A0BCA}"/>
              </a:ext>
            </a:extLst>
          </p:cNvPr>
          <p:cNvSpPr>
            <a:spLocks noGrp="1"/>
          </p:cNvSpPr>
          <p:nvPr>
            <p:ph type="sldNum" sz="quarter" idx="5"/>
          </p:nvPr>
        </p:nvSpPr>
        <p:spPr/>
        <p:txBody>
          <a:bodyPr/>
          <a:lstStyle/>
          <a:p>
            <a:fld id="{0C49AC16-2221-4935-809C-2A72A26F729C}" type="slidenum">
              <a:rPr lang="en-US" smtClean="0"/>
              <a:t>225</a:t>
            </a:fld>
            <a:endParaRPr lang="en-US" dirty="0"/>
          </a:p>
        </p:txBody>
      </p:sp>
    </p:spTree>
    <p:extLst>
      <p:ext uri="{BB962C8B-B14F-4D97-AF65-F5344CB8AC3E}">
        <p14:creationId xmlns:p14="http://schemas.microsoft.com/office/powerpoint/2010/main" val="4278244077"/>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B41DEF-B5DF-25EC-7B42-9170C871EA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DE900A-3D9E-BCCE-E8DD-E664325B4B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B2147F-6B0A-2E44-990C-AAB627C10D5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E935459-158F-07FA-4C1B-A0336D0EE919}"/>
              </a:ext>
            </a:extLst>
          </p:cNvPr>
          <p:cNvSpPr>
            <a:spLocks noGrp="1"/>
          </p:cNvSpPr>
          <p:nvPr>
            <p:ph type="sldNum" sz="quarter" idx="5"/>
          </p:nvPr>
        </p:nvSpPr>
        <p:spPr/>
        <p:txBody>
          <a:bodyPr/>
          <a:lstStyle/>
          <a:p>
            <a:fld id="{0C49AC16-2221-4935-809C-2A72A26F729C}" type="slidenum">
              <a:rPr lang="en-US" smtClean="0"/>
              <a:t>226</a:t>
            </a:fld>
            <a:endParaRPr lang="en-US" dirty="0"/>
          </a:p>
        </p:txBody>
      </p:sp>
    </p:spTree>
    <p:extLst>
      <p:ext uri="{BB962C8B-B14F-4D97-AF65-F5344CB8AC3E}">
        <p14:creationId xmlns:p14="http://schemas.microsoft.com/office/powerpoint/2010/main" val="2250612948"/>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B01DC8-17AB-0861-75B8-AC32B35C17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AE747E-1522-4E1C-A4B0-EDADC227F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5F89BA-FAA9-E62D-E53B-82EC097E8F1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10CFFB-FAED-0F5C-3903-E336DFE9AE15}"/>
              </a:ext>
            </a:extLst>
          </p:cNvPr>
          <p:cNvSpPr>
            <a:spLocks noGrp="1"/>
          </p:cNvSpPr>
          <p:nvPr>
            <p:ph type="sldNum" sz="quarter" idx="5"/>
          </p:nvPr>
        </p:nvSpPr>
        <p:spPr/>
        <p:txBody>
          <a:bodyPr/>
          <a:lstStyle/>
          <a:p>
            <a:fld id="{0C49AC16-2221-4935-809C-2A72A26F729C}" type="slidenum">
              <a:rPr lang="en-US" smtClean="0"/>
              <a:t>227</a:t>
            </a:fld>
            <a:endParaRPr lang="en-US" dirty="0"/>
          </a:p>
        </p:txBody>
      </p:sp>
    </p:spTree>
    <p:extLst>
      <p:ext uri="{BB962C8B-B14F-4D97-AF65-F5344CB8AC3E}">
        <p14:creationId xmlns:p14="http://schemas.microsoft.com/office/powerpoint/2010/main" val="3683939442"/>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5E205D-4275-4132-12A6-6AB3CEC7D5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A4FA26-B47A-A221-A00C-533AD04FC6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1A1986-FAAF-9B2D-6AE6-F4CFBAC7B83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E9CA74A-A402-72E9-6C4D-D0F2903F3BE6}"/>
              </a:ext>
            </a:extLst>
          </p:cNvPr>
          <p:cNvSpPr>
            <a:spLocks noGrp="1"/>
          </p:cNvSpPr>
          <p:nvPr>
            <p:ph type="sldNum" sz="quarter" idx="5"/>
          </p:nvPr>
        </p:nvSpPr>
        <p:spPr/>
        <p:txBody>
          <a:bodyPr/>
          <a:lstStyle/>
          <a:p>
            <a:fld id="{0C49AC16-2221-4935-809C-2A72A26F729C}" type="slidenum">
              <a:rPr lang="en-US" smtClean="0"/>
              <a:t>228</a:t>
            </a:fld>
            <a:endParaRPr lang="en-US" dirty="0"/>
          </a:p>
        </p:txBody>
      </p:sp>
    </p:spTree>
    <p:extLst>
      <p:ext uri="{BB962C8B-B14F-4D97-AF65-F5344CB8AC3E}">
        <p14:creationId xmlns:p14="http://schemas.microsoft.com/office/powerpoint/2010/main" val="2172385710"/>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35D52A-CC59-CAAF-2DA4-8232095914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D1F118-4F4C-4159-9DFE-CAFB2A7695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AD9C29-4B99-2BE6-B5EA-17D3DD62ACE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5B0E1CE-4B86-4CCD-9D69-31C3E5938325}"/>
              </a:ext>
            </a:extLst>
          </p:cNvPr>
          <p:cNvSpPr>
            <a:spLocks noGrp="1"/>
          </p:cNvSpPr>
          <p:nvPr>
            <p:ph type="sldNum" sz="quarter" idx="5"/>
          </p:nvPr>
        </p:nvSpPr>
        <p:spPr/>
        <p:txBody>
          <a:bodyPr/>
          <a:lstStyle/>
          <a:p>
            <a:fld id="{0C49AC16-2221-4935-809C-2A72A26F729C}" type="slidenum">
              <a:rPr lang="en-US" smtClean="0"/>
              <a:t>229</a:t>
            </a:fld>
            <a:endParaRPr lang="en-US" dirty="0"/>
          </a:p>
        </p:txBody>
      </p:sp>
    </p:spTree>
    <p:extLst>
      <p:ext uri="{BB962C8B-B14F-4D97-AF65-F5344CB8AC3E}">
        <p14:creationId xmlns:p14="http://schemas.microsoft.com/office/powerpoint/2010/main" val="1651363158"/>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5B75F1-BF18-71BC-FC6D-D377988D21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6B10DA-375D-4351-0D8F-11E86E019E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14398C-EA50-F7A8-8730-05A5770027F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8EA0A4C-9665-DD43-778C-E06D85229894}"/>
              </a:ext>
            </a:extLst>
          </p:cNvPr>
          <p:cNvSpPr>
            <a:spLocks noGrp="1"/>
          </p:cNvSpPr>
          <p:nvPr>
            <p:ph type="sldNum" sz="quarter" idx="5"/>
          </p:nvPr>
        </p:nvSpPr>
        <p:spPr/>
        <p:txBody>
          <a:bodyPr/>
          <a:lstStyle/>
          <a:p>
            <a:fld id="{0C49AC16-2221-4935-809C-2A72A26F729C}" type="slidenum">
              <a:rPr lang="en-US" smtClean="0"/>
              <a:t>230</a:t>
            </a:fld>
            <a:endParaRPr lang="en-US" dirty="0"/>
          </a:p>
        </p:txBody>
      </p:sp>
    </p:spTree>
    <p:extLst>
      <p:ext uri="{BB962C8B-B14F-4D97-AF65-F5344CB8AC3E}">
        <p14:creationId xmlns:p14="http://schemas.microsoft.com/office/powerpoint/2010/main" val="323850323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822723-4A99-C236-F0EF-200624C4A9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0B21A4-9ECC-157C-E351-BF417044C1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F9994B-5499-D75E-7DE7-ACA3E39F058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4F8F752-30AD-C6CA-D57F-407FA95582FA}"/>
              </a:ext>
            </a:extLst>
          </p:cNvPr>
          <p:cNvSpPr>
            <a:spLocks noGrp="1"/>
          </p:cNvSpPr>
          <p:nvPr>
            <p:ph type="sldNum" sz="quarter" idx="5"/>
          </p:nvPr>
        </p:nvSpPr>
        <p:spPr/>
        <p:txBody>
          <a:bodyPr/>
          <a:lstStyle/>
          <a:p>
            <a:fld id="{0C49AC16-2221-4935-809C-2A72A26F729C}" type="slidenum">
              <a:rPr lang="en-US" smtClean="0"/>
              <a:t>231</a:t>
            </a:fld>
            <a:endParaRPr lang="en-US" dirty="0"/>
          </a:p>
        </p:txBody>
      </p:sp>
    </p:spTree>
    <p:extLst>
      <p:ext uri="{BB962C8B-B14F-4D97-AF65-F5344CB8AC3E}">
        <p14:creationId xmlns:p14="http://schemas.microsoft.com/office/powerpoint/2010/main" val="308871186"/>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E49641-1E9D-38AA-750A-0CBF4836D8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70FEE9-B5C6-D8C5-1848-A7568479E4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6CC446-03EC-2C31-C928-0DB380DB24B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1FB5284-9D8C-86F1-ADC6-3DAF40C40942}"/>
              </a:ext>
            </a:extLst>
          </p:cNvPr>
          <p:cNvSpPr>
            <a:spLocks noGrp="1"/>
          </p:cNvSpPr>
          <p:nvPr>
            <p:ph type="sldNum" sz="quarter" idx="5"/>
          </p:nvPr>
        </p:nvSpPr>
        <p:spPr/>
        <p:txBody>
          <a:bodyPr/>
          <a:lstStyle/>
          <a:p>
            <a:fld id="{0C49AC16-2221-4935-809C-2A72A26F729C}" type="slidenum">
              <a:rPr lang="en-US" smtClean="0"/>
              <a:t>232</a:t>
            </a:fld>
            <a:endParaRPr lang="en-US" dirty="0"/>
          </a:p>
        </p:txBody>
      </p:sp>
    </p:spTree>
    <p:extLst>
      <p:ext uri="{BB962C8B-B14F-4D97-AF65-F5344CB8AC3E}">
        <p14:creationId xmlns:p14="http://schemas.microsoft.com/office/powerpoint/2010/main" val="3178998206"/>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4CF6D-B635-3A21-D1E4-2D653F5889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5B8E2C-31A3-B3B0-E501-BB50976385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EF7347-C441-248A-3087-89774382267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50A325A-DE73-FC91-B0BB-2E8282F2A82A}"/>
              </a:ext>
            </a:extLst>
          </p:cNvPr>
          <p:cNvSpPr>
            <a:spLocks noGrp="1"/>
          </p:cNvSpPr>
          <p:nvPr>
            <p:ph type="sldNum" sz="quarter" idx="5"/>
          </p:nvPr>
        </p:nvSpPr>
        <p:spPr/>
        <p:txBody>
          <a:bodyPr/>
          <a:lstStyle/>
          <a:p>
            <a:fld id="{0C49AC16-2221-4935-809C-2A72A26F729C}" type="slidenum">
              <a:rPr lang="en-US" smtClean="0"/>
              <a:t>233</a:t>
            </a:fld>
            <a:endParaRPr lang="en-US" dirty="0"/>
          </a:p>
        </p:txBody>
      </p:sp>
    </p:spTree>
    <p:extLst>
      <p:ext uri="{BB962C8B-B14F-4D97-AF65-F5344CB8AC3E}">
        <p14:creationId xmlns:p14="http://schemas.microsoft.com/office/powerpoint/2010/main" val="3999757889"/>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7CE26-BAA0-C1DE-B5EF-0EF53967A0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FE5815-5460-31F4-45A5-3200599504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7D58ED-38DF-C2C4-9FF0-A5095ECF773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A706D09-6F0F-6A46-06E4-E0CC4E7531A9}"/>
              </a:ext>
            </a:extLst>
          </p:cNvPr>
          <p:cNvSpPr>
            <a:spLocks noGrp="1"/>
          </p:cNvSpPr>
          <p:nvPr>
            <p:ph type="sldNum" sz="quarter" idx="5"/>
          </p:nvPr>
        </p:nvSpPr>
        <p:spPr/>
        <p:txBody>
          <a:bodyPr/>
          <a:lstStyle/>
          <a:p>
            <a:fld id="{0C49AC16-2221-4935-809C-2A72A26F729C}" type="slidenum">
              <a:rPr lang="en-US" smtClean="0"/>
              <a:t>234</a:t>
            </a:fld>
            <a:endParaRPr lang="en-US" dirty="0"/>
          </a:p>
        </p:txBody>
      </p:sp>
    </p:spTree>
    <p:extLst>
      <p:ext uri="{BB962C8B-B14F-4D97-AF65-F5344CB8AC3E}">
        <p14:creationId xmlns:p14="http://schemas.microsoft.com/office/powerpoint/2010/main" val="3944676677"/>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C531B-D341-EB6E-3A8F-80D267CB1E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30AFF0-7D15-AF9F-D63B-C3D31220F6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3D38C7-2D05-3F8C-41DF-C5BDECDDC5B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827ED42-98D7-C8FA-A4B4-C8B1DDD48F7F}"/>
              </a:ext>
            </a:extLst>
          </p:cNvPr>
          <p:cNvSpPr>
            <a:spLocks noGrp="1"/>
          </p:cNvSpPr>
          <p:nvPr>
            <p:ph type="sldNum" sz="quarter" idx="5"/>
          </p:nvPr>
        </p:nvSpPr>
        <p:spPr/>
        <p:txBody>
          <a:bodyPr/>
          <a:lstStyle/>
          <a:p>
            <a:fld id="{0C49AC16-2221-4935-809C-2A72A26F729C}" type="slidenum">
              <a:rPr lang="en-US" smtClean="0"/>
              <a:t>235</a:t>
            </a:fld>
            <a:endParaRPr lang="en-US" dirty="0"/>
          </a:p>
        </p:txBody>
      </p:sp>
    </p:spTree>
    <p:extLst>
      <p:ext uri="{BB962C8B-B14F-4D97-AF65-F5344CB8AC3E}">
        <p14:creationId xmlns:p14="http://schemas.microsoft.com/office/powerpoint/2010/main" val="2085109034"/>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C8FE0-6A1F-7271-BEB3-BD18412FCB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D6C183-D783-0DA2-353B-BBDF936152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9B312C-7E72-B28C-FCFA-17A8C6E2811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68BD801-CA34-B8E1-BA63-60B6A8AA1410}"/>
              </a:ext>
            </a:extLst>
          </p:cNvPr>
          <p:cNvSpPr>
            <a:spLocks noGrp="1"/>
          </p:cNvSpPr>
          <p:nvPr>
            <p:ph type="sldNum" sz="quarter" idx="5"/>
          </p:nvPr>
        </p:nvSpPr>
        <p:spPr/>
        <p:txBody>
          <a:bodyPr/>
          <a:lstStyle/>
          <a:p>
            <a:fld id="{0C49AC16-2221-4935-809C-2A72A26F729C}" type="slidenum">
              <a:rPr lang="en-US" smtClean="0"/>
              <a:t>236</a:t>
            </a:fld>
            <a:endParaRPr lang="en-US" dirty="0"/>
          </a:p>
        </p:txBody>
      </p:sp>
    </p:spTree>
    <p:extLst>
      <p:ext uri="{BB962C8B-B14F-4D97-AF65-F5344CB8AC3E}">
        <p14:creationId xmlns:p14="http://schemas.microsoft.com/office/powerpoint/2010/main" val="15968540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8392E-55EE-20D1-20D3-7F25FC0F65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2991FE-17EE-C0F7-4B09-643DACD5E8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25676-4E5A-6D31-A058-67FAD3E07D5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8C6094B-58A7-DD6C-39D3-9D83E83E613B}"/>
              </a:ext>
            </a:extLst>
          </p:cNvPr>
          <p:cNvSpPr>
            <a:spLocks noGrp="1"/>
          </p:cNvSpPr>
          <p:nvPr>
            <p:ph type="sldNum" sz="quarter" idx="5"/>
          </p:nvPr>
        </p:nvSpPr>
        <p:spPr/>
        <p:txBody>
          <a:bodyPr/>
          <a:lstStyle/>
          <a:p>
            <a:fld id="{0C49AC16-2221-4935-809C-2A72A26F729C}" type="slidenum">
              <a:rPr lang="en-US" smtClean="0"/>
              <a:t>237</a:t>
            </a:fld>
            <a:endParaRPr lang="en-US" dirty="0"/>
          </a:p>
        </p:txBody>
      </p:sp>
    </p:spTree>
    <p:extLst>
      <p:ext uri="{BB962C8B-B14F-4D97-AF65-F5344CB8AC3E}">
        <p14:creationId xmlns:p14="http://schemas.microsoft.com/office/powerpoint/2010/main" val="229225550"/>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D6F3D-997B-33EA-4565-62FB6DE248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8F00A6-1D4C-643C-6C49-3704753C9F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FF9E5D-FBA4-6599-0D70-A02B71AB1B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7511497-771F-9A16-0341-AD66F65E75E1}"/>
              </a:ext>
            </a:extLst>
          </p:cNvPr>
          <p:cNvSpPr>
            <a:spLocks noGrp="1"/>
          </p:cNvSpPr>
          <p:nvPr>
            <p:ph type="sldNum" sz="quarter" idx="5"/>
          </p:nvPr>
        </p:nvSpPr>
        <p:spPr/>
        <p:txBody>
          <a:bodyPr/>
          <a:lstStyle/>
          <a:p>
            <a:fld id="{0C49AC16-2221-4935-809C-2A72A26F729C}" type="slidenum">
              <a:rPr lang="en-US" smtClean="0"/>
              <a:t>238</a:t>
            </a:fld>
            <a:endParaRPr lang="en-US" dirty="0"/>
          </a:p>
        </p:txBody>
      </p:sp>
    </p:spTree>
    <p:extLst>
      <p:ext uri="{BB962C8B-B14F-4D97-AF65-F5344CB8AC3E}">
        <p14:creationId xmlns:p14="http://schemas.microsoft.com/office/powerpoint/2010/main" val="2907779795"/>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C6F489-56C8-E1CC-6696-F095DCAA2D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175BF6-7040-3250-0516-1C1C09D2AD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9C742F-3D4E-FBBE-A42A-7CD92B29BD6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DA90565-3585-54D4-ECAA-41F4A773D106}"/>
              </a:ext>
            </a:extLst>
          </p:cNvPr>
          <p:cNvSpPr>
            <a:spLocks noGrp="1"/>
          </p:cNvSpPr>
          <p:nvPr>
            <p:ph type="sldNum" sz="quarter" idx="5"/>
          </p:nvPr>
        </p:nvSpPr>
        <p:spPr/>
        <p:txBody>
          <a:bodyPr/>
          <a:lstStyle/>
          <a:p>
            <a:fld id="{0C49AC16-2221-4935-809C-2A72A26F729C}" type="slidenum">
              <a:rPr lang="en-US" smtClean="0"/>
              <a:t>239</a:t>
            </a:fld>
            <a:endParaRPr lang="en-US" dirty="0"/>
          </a:p>
        </p:txBody>
      </p:sp>
    </p:spTree>
    <p:extLst>
      <p:ext uri="{BB962C8B-B14F-4D97-AF65-F5344CB8AC3E}">
        <p14:creationId xmlns:p14="http://schemas.microsoft.com/office/powerpoint/2010/main" val="3848918565"/>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CFE77-47E4-9049-9D8A-E1C995AE31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5E6262-4D39-3A6F-E790-92B084C2CB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0F56D2-CC60-CDD0-6E64-EE274080897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C121D57-8A08-1595-B70A-A592C1A67A34}"/>
              </a:ext>
            </a:extLst>
          </p:cNvPr>
          <p:cNvSpPr>
            <a:spLocks noGrp="1"/>
          </p:cNvSpPr>
          <p:nvPr>
            <p:ph type="sldNum" sz="quarter" idx="5"/>
          </p:nvPr>
        </p:nvSpPr>
        <p:spPr/>
        <p:txBody>
          <a:bodyPr/>
          <a:lstStyle/>
          <a:p>
            <a:fld id="{0C49AC16-2221-4935-809C-2A72A26F729C}" type="slidenum">
              <a:rPr lang="en-US" smtClean="0"/>
              <a:t>240</a:t>
            </a:fld>
            <a:endParaRPr lang="en-US" dirty="0"/>
          </a:p>
        </p:txBody>
      </p:sp>
    </p:spTree>
    <p:extLst>
      <p:ext uri="{BB962C8B-B14F-4D97-AF65-F5344CB8AC3E}">
        <p14:creationId xmlns:p14="http://schemas.microsoft.com/office/powerpoint/2010/main" val="2555905518"/>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2C75C2-0D17-086B-F00D-007005FD94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AA1A4A-5CEA-F586-B12C-AC4A2BA7B7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C93E1B-7C70-A2B4-0EBC-87AE64931BC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1FE2C65-8ECA-74FE-8A14-E609174CEB23}"/>
              </a:ext>
            </a:extLst>
          </p:cNvPr>
          <p:cNvSpPr>
            <a:spLocks noGrp="1"/>
          </p:cNvSpPr>
          <p:nvPr>
            <p:ph type="sldNum" sz="quarter" idx="5"/>
          </p:nvPr>
        </p:nvSpPr>
        <p:spPr/>
        <p:txBody>
          <a:bodyPr/>
          <a:lstStyle/>
          <a:p>
            <a:fld id="{0C49AC16-2221-4935-809C-2A72A26F729C}" type="slidenum">
              <a:rPr lang="en-US" smtClean="0"/>
              <a:t>241</a:t>
            </a:fld>
            <a:endParaRPr lang="en-US" dirty="0"/>
          </a:p>
        </p:txBody>
      </p:sp>
    </p:spTree>
    <p:extLst>
      <p:ext uri="{BB962C8B-B14F-4D97-AF65-F5344CB8AC3E}">
        <p14:creationId xmlns:p14="http://schemas.microsoft.com/office/powerpoint/2010/main" val="4053086586"/>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F5B53-5B85-9BD3-5E55-DE28CBEB50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B0BEF9-5A70-522E-1CC3-83381B0B9F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99F4D7-D72C-B6CE-5E8B-DEB43FC7642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5764753-3A9E-0F05-97CE-A36478E53D19}"/>
              </a:ext>
            </a:extLst>
          </p:cNvPr>
          <p:cNvSpPr>
            <a:spLocks noGrp="1"/>
          </p:cNvSpPr>
          <p:nvPr>
            <p:ph type="sldNum" sz="quarter" idx="5"/>
          </p:nvPr>
        </p:nvSpPr>
        <p:spPr/>
        <p:txBody>
          <a:bodyPr/>
          <a:lstStyle/>
          <a:p>
            <a:fld id="{0C49AC16-2221-4935-809C-2A72A26F729C}" type="slidenum">
              <a:rPr lang="en-US" smtClean="0"/>
              <a:t>242</a:t>
            </a:fld>
            <a:endParaRPr lang="en-US" dirty="0"/>
          </a:p>
        </p:txBody>
      </p:sp>
    </p:spTree>
    <p:extLst>
      <p:ext uri="{BB962C8B-B14F-4D97-AF65-F5344CB8AC3E}">
        <p14:creationId xmlns:p14="http://schemas.microsoft.com/office/powerpoint/2010/main" val="4099888354"/>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09545-7859-2656-938A-68DF96D245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418EA3-0F22-463B-D167-A4D65CA6F2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27EE3B-D1DD-E4CD-069C-BEDD0BD59CF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A915305-010A-117E-72B3-B54975F5EF63}"/>
              </a:ext>
            </a:extLst>
          </p:cNvPr>
          <p:cNvSpPr>
            <a:spLocks noGrp="1"/>
          </p:cNvSpPr>
          <p:nvPr>
            <p:ph type="sldNum" sz="quarter" idx="5"/>
          </p:nvPr>
        </p:nvSpPr>
        <p:spPr/>
        <p:txBody>
          <a:bodyPr/>
          <a:lstStyle/>
          <a:p>
            <a:fld id="{0C49AC16-2221-4935-809C-2A72A26F729C}" type="slidenum">
              <a:rPr lang="en-US" smtClean="0"/>
              <a:t>243</a:t>
            </a:fld>
            <a:endParaRPr lang="en-US" dirty="0"/>
          </a:p>
        </p:txBody>
      </p:sp>
    </p:spTree>
    <p:extLst>
      <p:ext uri="{BB962C8B-B14F-4D97-AF65-F5344CB8AC3E}">
        <p14:creationId xmlns:p14="http://schemas.microsoft.com/office/powerpoint/2010/main" val="2253955574"/>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5ED1-2FB1-54F3-DAA2-192E40FF76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495C6C-F4AA-1E08-8436-92A9BE401A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B6B08B-1699-5748-B797-F8F4DF04DBB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B260BA3-7065-2C05-45C0-8736AA546790}"/>
              </a:ext>
            </a:extLst>
          </p:cNvPr>
          <p:cNvSpPr>
            <a:spLocks noGrp="1"/>
          </p:cNvSpPr>
          <p:nvPr>
            <p:ph type="sldNum" sz="quarter" idx="5"/>
          </p:nvPr>
        </p:nvSpPr>
        <p:spPr/>
        <p:txBody>
          <a:bodyPr/>
          <a:lstStyle/>
          <a:p>
            <a:fld id="{0C49AC16-2221-4935-809C-2A72A26F729C}" type="slidenum">
              <a:rPr lang="en-US" smtClean="0"/>
              <a:t>244</a:t>
            </a:fld>
            <a:endParaRPr lang="en-US" dirty="0"/>
          </a:p>
        </p:txBody>
      </p:sp>
    </p:spTree>
    <p:extLst>
      <p:ext uri="{BB962C8B-B14F-4D97-AF65-F5344CB8AC3E}">
        <p14:creationId xmlns:p14="http://schemas.microsoft.com/office/powerpoint/2010/main" val="3796651293"/>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B183C-2391-3F30-B28A-5818FA10A3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2AC534-B906-81AF-E9DC-8738D46F9F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1ED56B-BF3E-014D-09D8-21F04C95BF9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32EEB49-4CBE-6454-2972-5C02935C7E3E}"/>
              </a:ext>
            </a:extLst>
          </p:cNvPr>
          <p:cNvSpPr>
            <a:spLocks noGrp="1"/>
          </p:cNvSpPr>
          <p:nvPr>
            <p:ph type="sldNum" sz="quarter" idx="5"/>
          </p:nvPr>
        </p:nvSpPr>
        <p:spPr/>
        <p:txBody>
          <a:bodyPr/>
          <a:lstStyle/>
          <a:p>
            <a:fld id="{0C49AC16-2221-4935-809C-2A72A26F729C}" type="slidenum">
              <a:rPr lang="en-US" smtClean="0"/>
              <a:t>245</a:t>
            </a:fld>
            <a:endParaRPr lang="en-US" dirty="0"/>
          </a:p>
        </p:txBody>
      </p:sp>
    </p:spTree>
    <p:extLst>
      <p:ext uri="{BB962C8B-B14F-4D97-AF65-F5344CB8AC3E}">
        <p14:creationId xmlns:p14="http://schemas.microsoft.com/office/powerpoint/2010/main" val="710304550"/>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FF010D-A721-0711-9EB4-071C59BF93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73D61F-F794-FEEC-31BD-7ECB26E557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306D93-1362-1B38-2E87-5443813DF70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682180F-654F-905B-0CBE-9FA18C6B016C}"/>
              </a:ext>
            </a:extLst>
          </p:cNvPr>
          <p:cNvSpPr>
            <a:spLocks noGrp="1"/>
          </p:cNvSpPr>
          <p:nvPr>
            <p:ph type="sldNum" sz="quarter" idx="5"/>
          </p:nvPr>
        </p:nvSpPr>
        <p:spPr/>
        <p:txBody>
          <a:bodyPr/>
          <a:lstStyle/>
          <a:p>
            <a:fld id="{0C49AC16-2221-4935-809C-2A72A26F729C}" type="slidenum">
              <a:rPr lang="en-US" smtClean="0"/>
              <a:t>246</a:t>
            </a:fld>
            <a:endParaRPr lang="en-US" dirty="0"/>
          </a:p>
        </p:txBody>
      </p:sp>
    </p:spTree>
    <p:extLst>
      <p:ext uri="{BB962C8B-B14F-4D97-AF65-F5344CB8AC3E}">
        <p14:creationId xmlns:p14="http://schemas.microsoft.com/office/powerpoint/2010/main" val="430554856"/>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ADD5D-BA63-3B5E-4B35-876E9E0B5D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8EA190-8B4B-9B99-0756-7F10132E02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FCBB37-1451-11DC-02C1-56DF658AE8C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E6AE7E2-D81E-F765-EFAE-FF7BE2487DFF}"/>
              </a:ext>
            </a:extLst>
          </p:cNvPr>
          <p:cNvSpPr>
            <a:spLocks noGrp="1"/>
          </p:cNvSpPr>
          <p:nvPr>
            <p:ph type="sldNum" sz="quarter" idx="5"/>
          </p:nvPr>
        </p:nvSpPr>
        <p:spPr/>
        <p:txBody>
          <a:bodyPr/>
          <a:lstStyle/>
          <a:p>
            <a:fld id="{0C49AC16-2221-4935-809C-2A72A26F729C}" type="slidenum">
              <a:rPr lang="en-US" smtClean="0"/>
              <a:t>247</a:t>
            </a:fld>
            <a:endParaRPr lang="en-US" dirty="0"/>
          </a:p>
        </p:txBody>
      </p:sp>
    </p:spTree>
    <p:extLst>
      <p:ext uri="{BB962C8B-B14F-4D97-AF65-F5344CB8AC3E}">
        <p14:creationId xmlns:p14="http://schemas.microsoft.com/office/powerpoint/2010/main" val="2548877119"/>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640A6-FA83-066B-4618-E992A7F803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17B380-DD71-BD8E-569B-6E3713D73D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3F06BA-61A3-571C-5745-08AF149B067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72254E0-613F-0626-B419-C5C308EF3EDE}"/>
              </a:ext>
            </a:extLst>
          </p:cNvPr>
          <p:cNvSpPr>
            <a:spLocks noGrp="1"/>
          </p:cNvSpPr>
          <p:nvPr>
            <p:ph type="sldNum" sz="quarter" idx="5"/>
          </p:nvPr>
        </p:nvSpPr>
        <p:spPr/>
        <p:txBody>
          <a:bodyPr/>
          <a:lstStyle/>
          <a:p>
            <a:fld id="{0C49AC16-2221-4935-809C-2A72A26F729C}" type="slidenum">
              <a:rPr lang="en-US" smtClean="0"/>
              <a:t>248</a:t>
            </a:fld>
            <a:endParaRPr lang="en-US" dirty="0"/>
          </a:p>
        </p:txBody>
      </p:sp>
    </p:spTree>
    <p:extLst>
      <p:ext uri="{BB962C8B-B14F-4D97-AF65-F5344CB8AC3E}">
        <p14:creationId xmlns:p14="http://schemas.microsoft.com/office/powerpoint/2010/main" val="1958392953"/>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57B27-3629-F623-9A52-1CC92CD1E0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AA4CE7-FB7E-1583-9333-5051D7DAFF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847454-FA7D-7649-6786-A3FAA19853A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6B85B1F-9356-C6DD-D169-530DA13AE918}"/>
              </a:ext>
            </a:extLst>
          </p:cNvPr>
          <p:cNvSpPr>
            <a:spLocks noGrp="1"/>
          </p:cNvSpPr>
          <p:nvPr>
            <p:ph type="sldNum" sz="quarter" idx="5"/>
          </p:nvPr>
        </p:nvSpPr>
        <p:spPr/>
        <p:txBody>
          <a:bodyPr/>
          <a:lstStyle/>
          <a:p>
            <a:fld id="{0C49AC16-2221-4935-809C-2A72A26F729C}" type="slidenum">
              <a:rPr lang="en-US" smtClean="0"/>
              <a:t>249</a:t>
            </a:fld>
            <a:endParaRPr lang="en-US" dirty="0"/>
          </a:p>
        </p:txBody>
      </p:sp>
    </p:spTree>
    <p:extLst>
      <p:ext uri="{BB962C8B-B14F-4D97-AF65-F5344CB8AC3E}">
        <p14:creationId xmlns:p14="http://schemas.microsoft.com/office/powerpoint/2010/main" val="1164895605"/>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C85AD-1793-5919-832E-8983EF49FF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D098D-C421-757B-7677-FC1F6B5321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E233FC-14CB-C56C-72DD-37345E43D7D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1E6D8C5-62F4-1CDE-026A-52EC066F953C}"/>
              </a:ext>
            </a:extLst>
          </p:cNvPr>
          <p:cNvSpPr>
            <a:spLocks noGrp="1"/>
          </p:cNvSpPr>
          <p:nvPr>
            <p:ph type="sldNum" sz="quarter" idx="5"/>
          </p:nvPr>
        </p:nvSpPr>
        <p:spPr/>
        <p:txBody>
          <a:bodyPr/>
          <a:lstStyle/>
          <a:p>
            <a:fld id="{0C49AC16-2221-4935-809C-2A72A26F729C}" type="slidenum">
              <a:rPr lang="en-US" smtClean="0"/>
              <a:t>250</a:t>
            </a:fld>
            <a:endParaRPr lang="en-US" dirty="0"/>
          </a:p>
        </p:txBody>
      </p:sp>
    </p:spTree>
    <p:extLst>
      <p:ext uri="{BB962C8B-B14F-4D97-AF65-F5344CB8AC3E}">
        <p14:creationId xmlns:p14="http://schemas.microsoft.com/office/powerpoint/2010/main" val="164771028"/>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427ADA-8BDD-1C0F-EF19-7362B01E7F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BC2E6B-B5D9-E0AF-02DB-C6556D7520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87F70C-C42E-D313-96E4-A2EF84D81D7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7FB2F3A-5F8E-C7FD-3A25-2AC9D50873E6}"/>
              </a:ext>
            </a:extLst>
          </p:cNvPr>
          <p:cNvSpPr>
            <a:spLocks noGrp="1"/>
          </p:cNvSpPr>
          <p:nvPr>
            <p:ph type="sldNum" sz="quarter" idx="5"/>
          </p:nvPr>
        </p:nvSpPr>
        <p:spPr/>
        <p:txBody>
          <a:bodyPr/>
          <a:lstStyle/>
          <a:p>
            <a:fld id="{0C49AC16-2221-4935-809C-2A72A26F729C}" type="slidenum">
              <a:rPr lang="en-US" smtClean="0"/>
              <a:t>251</a:t>
            </a:fld>
            <a:endParaRPr lang="en-US" dirty="0"/>
          </a:p>
        </p:txBody>
      </p:sp>
    </p:spTree>
    <p:extLst>
      <p:ext uri="{BB962C8B-B14F-4D97-AF65-F5344CB8AC3E}">
        <p14:creationId xmlns:p14="http://schemas.microsoft.com/office/powerpoint/2010/main" val="2532889229"/>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C6677-681B-6035-83BF-FDCDD879F3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D8AD02-B85C-F83D-C11E-38371D65F1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AD5F58-E967-8247-DFD7-C14233B838F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61B48F7-CD1A-FC22-E910-B9CE79F126DF}"/>
              </a:ext>
            </a:extLst>
          </p:cNvPr>
          <p:cNvSpPr>
            <a:spLocks noGrp="1"/>
          </p:cNvSpPr>
          <p:nvPr>
            <p:ph type="sldNum" sz="quarter" idx="5"/>
          </p:nvPr>
        </p:nvSpPr>
        <p:spPr/>
        <p:txBody>
          <a:bodyPr/>
          <a:lstStyle/>
          <a:p>
            <a:fld id="{0C49AC16-2221-4935-809C-2A72A26F729C}" type="slidenum">
              <a:rPr lang="en-US" smtClean="0"/>
              <a:t>252</a:t>
            </a:fld>
            <a:endParaRPr lang="en-US" dirty="0"/>
          </a:p>
        </p:txBody>
      </p:sp>
    </p:spTree>
    <p:extLst>
      <p:ext uri="{BB962C8B-B14F-4D97-AF65-F5344CB8AC3E}">
        <p14:creationId xmlns:p14="http://schemas.microsoft.com/office/powerpoint/2010/main" val="429219945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DE0CA-AAE2-D076-ACF8-0398463074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EFBA90-CB86-3E49-0CFB-5B36F4EC8E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1489CD-20D1-B924-CBA2-5694FC18E1A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337FDA0-FCE9-4FC9-911B-7FDDDE10546F}"/>
              </a:ext>
            </a:extLst>
          </p:cNvPr>
          <p:cNvSpPr>
            <a:spLocks noGrp="1"/>
          </p:cNvSpPr>
          <p:nvPr>
            <p:ph type="sldNum" sz="quarter" idx="5"/>
          </p:nvPr>
        </p:nvSpPr>
        <p:spPr/>
        <p:txBody>
          <a:bodyPr/>
          <a:lstStyle/>
          <a:p>
            <a:fld id="{0C49AC16-2221-4935-809C-2A72A26F729C}" type="slidenum">
              <a:rPr lang="en-US" smtClean="0"/>
              <a:t>253</a:t>
            </a:fld>
            <a:endParaRPr lang="en-US" dirty="0"/>
          </a:p>
        </p:txBody>
      </p:sp>
    </p:spTree>
    <p:extLst>
      <p:ext uri="{BB962C8B-B14F-4D97-AF65-F5344CB8AC3E}">
        <p14:creationId xmlns:p14="http://schemas.microsoft.com/office/powerpoint/2010/main" val="1512812285"/>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043EDD-BD3B-79C3-34EB-45FBD39AC7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B3102C-ADB3-E1F0-91D2-521906519E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B36D19-408E-B397-8E6D-1E9C0C0F757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304E8C0-0D2B-2D4E-1F36-27A9591D46DD}"/>
              </a:ext>
            </a:extLst>
          </p:cNvPr>
          <p:cNvSpPr>
            <a:spLocks noGrp="1"/>
          </p:cNvSpPr>
          <p:nvPr>
            <p:ph type="sldNum" sz="quarter" idx="5"/>
          </p:nvPr>
        </p:nvSpPr>
        <p:spPr/>
        <p:txBody>
          <a:bodyPr/>
          <a:lstStyle/>
          <a:p>
            <a:fld id="{0C49AC16-2221-4935-809C-2A72A26F729C}" type="slidenum">
              <a:rPr lang="en-US" smtClean="0"/>
              <a:t>254</a:t>
            </a:fld>
            <a:endParaRPr lang="en-US" dirty="0"/>
          </a:p>
        </p:txBody>
      </p:sp>
    </p:spTree>
    <p:extLst>
      <p:ext uri="{BB962C8B-B14F-4D97-AF65-F5344CB8AC3E}">
        <p14:creationId xmlns:p14="http://schemas.microsoft.com/office/powerpoint/2010/main" val="1161722974"/>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B440E-9B48-CCEF-9781-A657C23957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DFB3C8-A697-D947-1F04-1C9E846E4B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9896B0-6451-F63B-33BE-68A7DBCD343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8027A74-5A1B-8BBA-4DF9-42DAF3EB55D2}"/>
              </a:ext>
            </a:extLst>
          </p:cNvPr>
          <p:cNvSpPr>
            <a:spLocks noGrp="1"/>
          </p:cNvSpPr>
          <p:nvPr>
            <p:ph type="sldNum" sz="quarter" idx="5"/>
          </p:nvPr>
        </p:nvSpPr>
        <p:spPr/>
        <p:txBody>
          <a:bodyPr/>
          <a:lstStyle/>
          <a:p>
            <a:fld id="{0C49AC16-2221-4935-809C-2A72A26F729C}" type="slidenum">
              <a:rPr lang="en-US" smtClean="0"/>
              <a:t>255</a:t>
            </a:fld>
            <a:endParaRPr lang="en-US" dirty="0"/>
          </a:p>
        </p:txBody>
      </p:sp>
    </p:spTree>
    <p:extLst>
      <p:ext uri="{BB962C8B-B14F-4D97-AF65-F5344CB8AC3E}">
        <p14:creationId xmlns:p14="http://schemas.microsoft.com/office/powerpoint/2010/main" val="474589409"/>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61A75-3D7E-9438-E3F4-F0F1A35FB7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F3CC93-B2DD-A0A3-BD9E-EEE709441A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CE45DE-C3F4-F030-E13A-2F39F61726C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4E4456-1182-5F79-BA88-4FEE3CB9FD5D}"/>
              </a:ext>
            </a:extLst>
          </p:cNvPr>
          <p:cNvSpPr>
            <a:spLocks noGrp="1"/>
          </p:cNvSpPr>
          <p:nvPr>
            <p:ph type="sldNum" sz="quarter" idx="5"/>
          </p:nvPr>
        </p:nvSpPr>
        <p:spPr/>
        <p:txBody>
          <a:bodyPr/>
          <a:lstStyle/>
          <a:p>
            <a:fld id="{0C49AC16-2221-4935-809C-2A72A26F729C}" type="slidenum">
              <a:rPr lang="en-US" smtClean="0"/>
              <a:t>256</a:t>
            </a:fld>
            <a:endParaRPr lang="en-US" dirty="0"/>
          </a:p>
        </p:txBody>
      </p:sp>
    </p:spTree>
    <p:extLst>
      <p:ext uri="{BB962C8B-B14F-4D97-AF65-F5344CB8AC3E}">
        <p14:creationId xmlns:p14="http://schemas.microsoft.com/office/powerpoint/2010/main" val="3093792247"/>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91EB3-84FA-0543-EB1F-EBC75F5C69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CD51D6-75D3-CBDF-8C47-B9632986FD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BF6987-A7E7-5146-AB75-18829B2771C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1601429-D96A-3AFF-959A-2230B5A366E0}"/>
              </a:ext>
            </a:extLst>
          </p:cNvPr>
          <p:cNvSpPr>
            <a:spLocks noGrp="1"/>
          </p:cNvSpPr>
          <p:nvPr>
            <p:ph type="sldNum" sz="quarter" idx="5"/>
          </p:nvPr>
        </p:nvSpPr>
        <p:spPr/>
        <p:txBody>
          <a:bodyPr/>
          <a:lstStyle/>
          <a:p>
            <a:fld id="{0C49AC16-2221-4935-809C-2A72A26F729C}" type="slidenum">
              <a:rPr lang="en-US" smtClean="0"/>
              <a:t>257</a:t>
            </a:fld>
            <a:endParaRPr lang="en-US" dirty="0"/>
          </a:p>
        </p:txBody>
      </p:sp>
    </p:spTree>
    <p:extLst>
      <p:ext uri="{BB962C8B-B14F-4D97-AF65-F5344CB8AC3E}">
        <p14:creationId xmlns:p14="http://schemas.microsoft.com/office/powerpoint/2010/main" val="16220088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D7040-0062-F5AF-0382-4A3E9F3CFB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7DE854-5FC8-3ACF-A39A-D9FE22E70B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6DF0D7-50D1-8315-D4DB-720542F0E96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7E54012-74C3-1C10-5879-DD26EC06FC04}"/>
              </a:ext>
            </a:extLst>
          </p:cNvPr>
          <p:cNvSpPr>
            <a:spLocks noGrp="1"/>
          </p:cNvSpPr>
          <p:nvPr>
            <p:ph type="sldNum" sz="quarter" idx="5"/>
          </p:nvPr>
        </p:nvSpPr>
        <p:spPr/>
        <p:txBody>
          <a:bodyPr/>
          <a:lstStyle/>
          <a:p>
            <a:fld id="{0C49AC16-2221-4935-809C-2A72A26F729C}" type="slidenum">
              <a:rPr lang="en-US" smtClean="0"/>
              <a:t>258</a:t>
            </a:fld>
            <a:endParaRPr lang="en-US" dirty="0"/>
          </a:p>
        </p:txBody>
      </p:sp>
    </p:spTree>
    <p:extLst>
      <p:ext uri="{BB962C8B-B14F-4D97-AF65-F5344CB8AC3E}">
        <p14:creationId xmlns:p14="http://schemas.microsoft.com/office/powerpoint/2010/main" val="1749233969"/>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6B387-6F46-B63C-FF55-F8BA497B46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9935D1-6CAC-2E0C-80CE-12BCF10346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F2B297-901B-6E89-1127-841300EAA99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0D0ED34-1369-9A45-58F6-626F4E88D749}"/>
              </a:ext>
            </a:extLst>
          </p:cNvPr>
          <p:cNvSpPr>
            <a:spLocks noGrp="1"/>
          </p:cNvSpPr>
          <p:nvPr>
            <p:ph type="sldNum" sz="quarter" idx="5"/>
          </p:nvPr>
        </p:nvSpPr>
        <p:spPr/>
        <p:txBody>
          <a:bodyPr/>
          <a:lstStyle/>
          <a:p>
            <a:fld id="{0C49AC16-2221-4935-809C-2A72A26F729C}" type="slidenum">
              <a:rPr lang="en-US" smtClean="0"/>
              <a:t>259</a:t>
            </a:fld>
            <a:endParaRPr lang="en-US" dirty="0"/>
          </a:p>
        </p:txBody>
      </p:sp>
    </p:spTree>
    <p:extLst>
      <p:ext uri="{BB962C8B-B14F-4D97-AF65-F5344CB8AC3E}">
        <p14:creationId xmlns:p14="http://schemas.microsoft.com/office/powerpoint/2010/main" val="334911235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921B46-51D9-2DDF-8EB4-663C348801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A9D0C-EF3D-8153-7416-AC0ED80825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F8040D-073A-EAC3-4674-6F2D1F7430E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756D83D-D7B7-9534-90F4-E7037CB89582}"/>
              </a:ext>
            </a:extLst>
          </p:cNvPr>
          <p:cNvSpPr>
            <a:spLocks noGrp="1"/>
          </p:cNvSpPr>
          <p:nvPr>
            <p:ph type="sldNum" sz="quarter" idx="5"/>
          </p:nvPr>
        </p:nvSpPr>
        <p:spPr/>
        <p:txBody>
          <a:bodyPr/>
          <a:lstStyle/>
          <a:p>
            <a:fld id="{0C49AC16-2221-4935-809C-2A72A26F729C}" type="slidenum">
              <a:rPr lang="en-US" smtClean="0"/>
              <a:t>260</a:t>
            </a:fld>
            <a:endParaRPr lang="en-US" dirty="0"/>
          </a:p>
        </p:txBody>
      </p:sp>
    </p:spTree>
    <p:extLst>
      <p:ext uri="{BB962C8B-B14F-4D97-AF65-F5344CB8AC3E}">
        <p14:creationId xmlns:p14="http://schemas.microsoft.com/office/powerpoint/2010/main" val="3043980590"/>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E994C1-ACC1-9FEB-B625-E4558220E2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C50DB2-3A29-542F-2E14-19B747EA85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E98577-C141-F27F-6DE2-8EFB12E31FE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54C7AB5-C077-F751-5785-EB9F1D43C3BD}"/>
              </a:ext>
            </a:extLst>
          </p:cNvPr>
          <p:cNvSpPr>
            <a:spLocks noGrp="1"/>
          </p:cNvSpPr>
          <p:nvPr>
            <p:ph type="sldNum" sz="quarter" idx="5"/>
          </p:nvPr>
        </p:nvSpPr>
        <p:spPr/>
        <p:txBody>
          <a:bodyPr/>
          <a:lstStyle/>
          <a:p>
            <a:fld id="{0C49AC16-2221-4935-809C-2A72A26F729C}" type="slidenum">
              <a:rPr lang="en-US" smtClean="0"/>
              <a:t>261</a:t>
            </a:fld>
            <a:endParaRPr lang="en-US" dirty="0"/>
          </a:p>
        </p:txBody>
      </p:sp>
    </p:spTree>
    <p:extLst>
      <p:ext uri="{BB962C8B-B14F-4D97-AF65-F5344CB8AC3E}">
        <p14:creationId xmlns:p14="http://schemas.microsoft.com/office/powerpoint/2010/main" val="3070112844"/>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96D7FB-5250-14EF-E9C0-AC9B3B7422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BD9F1C-2225-FC85-C71A-F62BAC28F6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4F9FEC-626B-F41B-5EF9-64E4ED7B2B3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648B347-2B59-F717-9784-91B5C318F0E4}"/>
              </a:ext>
            </a:extLst>
          </p:cNvPr>
          <p:cNvSpPr>
            <a:spLocks noGrp="1"/>
          </p:cNvSpPr>
          <p:nvPr>
            <p:ph type="sldNum" sz="quarter" idx="5"/>
          </p:nvPr>
        </p:nvSpPr>
        <p:spPr/>
        <p:txBody>
          <a:bodyPr/>
          <a:lstStyle/>
          <a:p>
            <a:fld id="{0C49AC16-2221-4935-809C-2A72A26F729C}" type="slidenum">
              <a:rPr lang="en-US" smtClean="0"/>
              <a:t>262</a:t>
            </a:fld>
            <a:endParaRPr lang="en-US" dirty="0"/>
          </a:p>
        </p:txBody>
      </p:sp>
    </p:spTree>
    <p:extLst>
      <p:ext uri="{BB962C8B-B14F-4D97-AF65-F5344CB8AC3E}">
        <p14:creationId xmlns:p14="http://schemas.microsoft.com/office/powerpoint/2010/main" val="4166303622"/>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949FEF-0C8C-3D63-1F9F-ADCF09D983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842D75-7C86-5A6F-EBE0-661320A90F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CD0DF4-BC05-8144-5391-CEA8276680D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EFFEFCD-0CC3-CD72-CACF-33ABE4B23BBB}"/>
              </a:ext>
            </a:extLst>
          </p:cNvPr>
          <p:cNvSpPr>
            <a:spLocks noGrp="1"/>
          </p:cNvSpPr>
          <p:nvPr>
            <p:ph type="sldNum" sz="quarter" idx="5"/>
          </p:nvPr>
        </p:nvSpPr>
        <p:spPr/>
        <p:txBody>
          <a:bodyPr/>
          <a:lstStyle/>
          <a:p>
            <a:fld id="{0C49AC16-2221-4935-809C-2A72A26F729C}" type="slidenum">
              <a:rPr lang="en-US" smtClean="0"/>
              <a:t>263</a:t>
            </a:fld>
            <a:endParaRPr lang="en-US" dirty="0"/>
          </a:p>
        </p:txBody>
      </p:sp>
    </p:spTree>
    <p:extLst>
      <p:ext uri="{BB962C8B-B14F-4D97-AF65-F5344CB8AC3E}">
        <p14:creationId xmlns:p14="http://schemas.microsoft.com/office/powerpoint/2010/main" val="1562823496"/>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CAD186-8D50-6D10-5A3C-46AB75270D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7C02AC-4CA7-4DBD-BAF6-C77CB52A6A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D9A09D-80C7-170C-0F22-FE91E094CBF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3ED3008-52E6-F9C0-776A-AE494838F1EC}"/>
              </a:ext>
            </a:extLst>
          </p:cNvPr>
          <p:cNvSpPr>
            <a:spLocks noGrp="1"/>
          </p:cNvSpPr>
          <p:nvPr>
            <p:ph type="sldNum" sz="quarter" idx="5"/>
          </p:nvPr>
        </p:nvSpPr>
        <p:spPr/>
        <p:txBody>
          <a:bodyPr/>
          <a:lstStyle/>
          <a:p>
            <a:fld id="{0C49AC16-2221-4935-809C-2A72A26F729C}" type="slidenum">
              <a:rPr lang="en-US" smtClean="0"/>
              <a:t>264</a:t>
            </a:fld>
            <a:endParaRPr lang="en-US" dirty="0"/>
          </a:p>
        </p:txBody>
      </p:sp>
    </p:spTree>
    <p:extLst>
      <p:ext uri="{BB962C8B-B14F-4D97-AF65-F5344CB8AC3E}">
        <p14:creationId xmlns:p14="http://schemas.microsoft.com/office/powerpoint/2010/main" val="1723788600"/>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5FFF3-47E2-A143-BAAA-34AD51CB9C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AED940-5253-F5E8-EDF3-8F00AB0774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CC4B9A-F67E-F447-EAB4-D1865309167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9DA2DDE-D3E1-B032-7B90-509CDF995186}"/>
              </a:ext>
            </a:extLst>
          </p:cNvPr>
          <p:cNvSpPr>
            <a:spLocks noGrp="1"/>
          </p:cNvSpPr>
          <p:nvPr>
            <p:ph type="sldNum" sz="quarter" idx="5"/>
          </p:nvPr>
        </p:nvSpPr>
        <p:spPr/>
        <p:txBody>
          <a:bodyPr/>
          <a:lstStyle/>
          <a:p>
            <a:fld id="{0C49AC16-2221-4935-809C-2A72A26F729C}" type="slidenum">
              <a:rPr lang="en-US" smtClean="0"/>
              <a:t>265</a:t>
            </a:fld>
            <a:endParaRPr lang="en-US" dirty="0"/>
          </a:p>
        </p:txBody>
      </p:sp>
    </p:spTree>
    <p:extLst>
      <p:ext uri="{BB962C8B-B14F-4D97-AF65-F5344CB8AC3E}">
        <p14:creationId xmlns:p14="http://schemas.microsoft.com/office/powerpoint/2010/main" val="123353605"/>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ABC69-AA65-7062-E99D-ED320FB873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C95867-EBC2-16B9-8825-0B5FCCD033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AA7F8B-AA01-8826-B571-2AB44194B1B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414C5AB-D1A2-3A5A-1819-78E5003EFD1D}"/>
              </a:ext>
            </a:extLst>
          </p:cNvPr>
          <p:cNvSpPr>
            <a:spLocks noGrp="1"/>
          </p:cNvSpPr>
          <p:nvPr>
            <p:ph type="sldNum" sz="quarter" idx="5"/>
          </p:nvPr>
        </p:nvSpPr>
        <p:spPr/>
        <p:txBody>
          <a:bodyPr/>
          <a:lstStyle/>
          <a:p>
            <a:fld id="{0C49AC16-2221-4935-809C-2A72A26F729C}" type="slidenum">
              <a:rPr lang="en-US" smtClean="0"/>
              <a:t>266</a:t>
            </a:fld>
            <a:endParaRPr lang="en-US" dirty="0"/>
          </a:p>
        </p:txBody>
      </p:sp>
    </p:spTree>
    <p:extLst>
      <p:ext uri="{BB962C8B-B14F-4D97-AF65-F5344CB8AC3E}">
        <p14:creationId xmlns:p14="http://schemas.microsoft.com/office/powerpoint/2010/main" val="770097272"/>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4E7C7F-865D-1AE3-3CD8-4DC0AFC393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3D176D-F874-07B5-7DBD-27143D8058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16C8A5-7758-C456-8D70-8D967C98E15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50555CC-9B69-3927-0D0F-3741ADD2DAD8}"/>
              </a:ext>
            </a:extLst>
          </p:cNvPr>
          <p:cNvSpPr>
            <a:spLocks noGrp="1"/>
          </p:cNvSpPr>
          <p:nvPr>
            <p:ph type="sldNum" sz="quarter" idx="5"/>
          </p:nvPr>
        </p:nvSpPr>
        <p:spPr/>
        <p:txBody>
          <a:bodyPr/>
          <a:lstStyle/>
          <a:p>
            <a:fld id="{0C49AC16-2221-4935-809C-2A72A26F729C}" type="slidenum">
              <a:rPr lang="en-US" smtClean="0"/>
              <a:t>267</a:t>
            </a:fld>
            <a:endParaRPr lang="en-US" dirty="0"/>
          </a:p>
        </p:txBody>
      </p:sp>
    </p:spTree>
    <p:extLst>
      <p:ext uri="{BB962C8B-B14F-4D97-AF65-F5344CB8AC3E}">
        <p14:creationId xmlns:p14="http://schemas.microsoft.com/office/powerpoint/2010/main" val="1330083934"/>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53F56D-5E8D-BCC6-E09E-E14EE8FF79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535CFC-E2C1-FFF9-D9A9-8DF5E4A28D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D3E319-331D-A4F8-C5CF-76B8403C0B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032BEE2-CBAA-053B-AB0D-F0BBD1A7F62A}"/>
              </a:ext>
            </a:extLst>
          </p:cNvPr>
          <p:cNvSpPr>
            <a:spLocks noGrp="1"/>
          </p:cNvSpPr>
          <p:nvPr>
            <p:ph type="sldNum" sz="quarter" idx="5"/>
          </p:nvPr>
        </p:nvSpPr>
        <p:spPr/>
        <p:txBody>
          <a:bodyPr/>
          <a:lstStyle/>
          <a:p>
            <a:fld id="{0C49AC16-2221-4935-809C-2A72A26F729C}" type="slidenum">
              <a:rPr lang="en-US" smtClean="0"/>
              <a:t>268</a:t>
            </a:fld>
            <a:endParaRPr lang="en-US" dirty="0"/>
          </a:p>
        </p:txBody>
      </p:sp>
    </p:spTree>
    <p:extLst>
      <p:ext uri="{BB962C8B-B14F-4D97-AF65-F5344CB8AC3E}">
        <p14:creationId xmlns:p14="http://schemas.microsoft.com/office/powerpoint/2010/main" val="2260039573"/>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8D821-E0C5-4836-8052-7B0BC9C59A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186DBB-2C5C-28DE-3671-C6418A0EDE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FEF09E-45C0-1589-C6A9-ADC5D60BF16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F6CC271-A857-2C42-43D1-D9F9AC8CD1E8}"/>
              </a:ext>
            </a:extLst>
          </p:cNvPr>
          <p:cNvSpPr>
            <a:spLocks noGrp="1"/>
          </p:cNvSpPr>
          <p:nvPr>
            <p:ph type="sldNum" sz="quarter" idx="5"/>
          </p:nvPr>
        </p:nvSpPr>
        <p:spPr/>
        <p:txBody>
          <a:bodyPr/>
          <a:lstStyle/>
          <a:p>
            <a:fld id="{0C49AC16-2221-4935-809C-2A72A26F729C}" type="slidenum">
              <a:rPr lang="en-US" smtClean="0"/>
              <a:t>269</a:t>
            </a:fld>
            <a:endParaRPr lang="en-US" dirty="0"/>
          </a:p>
        </p:txBody>
      </p:sp>
    </p:spTree>
    <p:extLst>
      <p:ext uri="{BB962C8B-B14F-4D97-AF65-F5344CB8AC3E}">
        <p14:creationId xmlns:p14="http://schemas.microsoft.com/office/powerpoint/2010/main" val="1676769753"/>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510F79-5151-84CC-F685-31ED14C52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665BA3-FA54-E651-BF32-5DAED12479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EE4590-107C-D343-65D1-9501A1E1BE0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9827F8-EAF0-B19C-3F87-96727629C718}"/>
              </a:ext>
            </a:extLst>
          </p:cNvPr>
          <p:cNvSpPr>
            <a:spLocks noGrp="1"/>
          </p:cNvSpPr>
          <p:nvPr>
            <p:ph type="sldNum" sz="quarter" idx="5"/>
          </p:nvPr>
        </p:nvSpPr>
        <p:spPr/>
        <p:txBody>
          <a:bodyPr/>
          <a:lstStyle/>
          <a:p>
            <a:fld id="{0C49AC16-2221-4935-809C-2A72A26F729C}" type="slidenum">
              <a:rPr lang="en-US" smtClean="0"/>
              <a:t>270</a:t>
            </a:fld>
            <a:endParaRPr lang="en-US" dirty="0"/>
          </a:p>
        </p:txBody>
      </p:sp>
    </p:spTree>
    <p:extLst>
      <p:ext uri="{BB962C8B-B14F-4D97-AF65-F5344CB8AC3E}">
        <p14:creationId xmlns:p14="http://schemas.microsoft.com/office/powerpoint/2010/main" val="113897586"/>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871AA-B77D-58E7-25EC-D0EDF38DAD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D6C5E9-36A4-0254-8625-80A0C5E38F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1BDA99-1281-DC69-F400-90E257A073A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DF3FA47-CD14-15DD-F9CA-DD37FC348332}"/>
              </a:ext>
            </a:extLst>
          </p:cNvPr>
          <p:cNvSpPr>
            <a:spLocks noGrp="1"/>
          </p:cNvSpPr>
          <p:nvPr>
            <p:ph type="sldNum" sz="quarter" idx="5"/>
          </p:nvPr>
        </p:nvSpPr>
        <p:spPr/>
        <p:txBody>
          <a:bodyPr/>
          <a:lstStyle/>
          <a:p>
            <a:fld id="{0C49AC16-2221-4935-809C-2A72A26F729C}" type="slidenum">
              <a:rPr lang="en-US" smtClean="0"/>
              <a:t>271</a:t>
            </a:fld>
            <a:endParaRPr lang="en-US" dirty="0"/>
          </a:p>
        </p:txBody>
      </p:sp>
    </p:spTree>
    <p:extLst>
      <p:ext uri="{BB962C8B-B14F-4D97-AF65-F5344CB8AC3E}">
        <p14:creationId xmlns:p14="http://schemas.microsoft.com/office/powerpoint/2010/main" val="83833827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E9E01-BC81-C0CA-EDEE-FBD069D3AD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6A718D-8A17-B1D8-FC2F-AD8B7876CC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B0EBBA-803D-68FE-9DFE-43FFF903F1E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4E862FE-D82F-2F22-3B21-1756462AFB09}"/>
              </a:ext>
            </a:extLst>
          </p:cNvPr>
          <p:cNvSpPr>
            <a:spLocks noGrp="1"/>
          </p:cNvSpPr>
          <p:nvPr>
            <p:ph type="sldNum" sz="quarter" idx="5"/>
          </p:nvPr>
        </p:nvSpPr>
        <p:spPr/>
        <p:txBody>
          <a:bodyPr/>
          <a:lstStyle/>
          <a:p>
            <a:fld id="{0C49AC16-2221-4935-809C-2A72A26F729C}" type="slidenum">
              <a:rPr lang="en-US" smtClean="0"/>
              <a:t>272</a:t>
            </a:fld>
            <a:endParaRPr lang="en-US" dirty="0"/>
          </a:p>
        </p:txBody>
      </p:sp>
    </p:spTree>
    <p:extLst>
      <p:ext uri="{BB962C8B-B14F-4D97-AF65-F5344CB8AC3E}">
        <p14:creationId xmlns:p14="http://schemas.microsoft.com/office/powerpoint/2010/main" val="1337880173"/>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8C11CA-1D71-D8AF-FA22-558FB9CD2F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6E1728-2CCE-E392-768F-B76C7B3966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4DC195-2403-0A44-CAA3-2472205AA1D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E18D1E5-D4DD-937C-6D8A-7576ED56981A}"/>
              </a:ext>
            </a:extLst>
          </p:cNvPr>
          <p:cNvSpPr>
            <a:spLocks noGrp="1"/>
          </p:cNvSpPr>
          <p:nvPr>
            <p:ph type="sldNum" sz="quarter" idx="5"/>
          </p:nvPr>
        </p:nvSpPr>
        <p:spPr/>
        <p:txBody>
          <a:bodyPr/>
          <a:lstStyle/>
          <a:p>
            <a:fld id="{0C49AC16-2221-4935-809C-2A72A26F729C}" type="slidenum">
              <a:rPr lang="en-US" smtClean="0"/>
              <a:t>273</a:t>
            </a:fld>
            <a:endParaRPr lang="en-US" dirty="0"/>
          </a:p>
        </p:txBody>
      </p:sp>
    </p:spTree>
    <p:extLst>
      <p:ext uri="{BB962C8B-B14F-4D97-AF65-F5344CB8AC3E}">
        <p14:creationId xmlns:p14="http://schemas.microsoft.com/office/powerpoint/2010/main" val="1974300583"/>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EB601-B840-6876-C418-8EBFEBAB76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6DBD03-9EB3-A751-C67C-B563142707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429F0F-AE40-CB8D-C44C-F8823C14EE0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7EA57BC-D967-0B83-3A00-A06FDB27FA12}"/>
              </a:ext>
            </a:extLst>
          </p:cNvPr>
          <p:cNvSpPr>
            <a:spLocks noGrp="1"/>
          </p:cNvSpPr>
          <p:nvPr>
            <p:ph type="sldNum" sz="quarter" idx="5"/>
          </p:nvPr>
        </p:nvSpPr>
        <p:spPr/>
        <p:txBody>
          <a:bodyPr/>
          <a:lstStyle/>
          <a:p>
            <a:fld id="{0C49AC16-2221-4935-809C-2A72A26F729C}" type="slidenum">
              <a:rPr lang="en-US" smtClean="0"/>
              <a:t>274</a:t>
            </a:fld>
            <a:endParaRPr lang="en-US" dirty="0"/>
          </a:p>
        </p:txBody>
      </p:sp>
    </p:spTree>
    <p:extLst>
      <p:ext uri="{BB962C8B-B14F-4D97-AF65-F5344CB8AC3E}">
        <p14:creationId xmlns:p14="http://schemas.microsoft.com/office/powerpoint/2010/main" val="990500694"/>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AF8B3-308D-2886-037C-330D0E0E69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60E332-6145-34B6-5226-4C400E82E9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8DBFB2-2BB3-87D6-8CD4-676B3E007E3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FFCE8A7-4C2B-4B62-245F-17A8239D337A}"/>
              </a:ext>
            </a:extLst>
          </p:cNvPr>
          <p:cNvSpPr>
            <a:spLocks noGrp="1"/>
          </p:cNvSpPr>
          <p:nvPr>
            <p:ph type="sldNum" sz="quarter" idx="5"/>
          </p:nvPr>
        </p:nvSpPr>
        <p:spPr/>
        <p:txBody>
          <a:bodyPr/>
          <a:lstStyle/>
          <a:p>
            <a:fld id="{0C49AC16-2221-4935-809C-2A72A26F729C}" type="slidenum">
              <a:rPr lang="en-US" smtClean="0"/>
              <a:t>275</a:t>
            </a:fld>
            <a:endParaRPr lang="en-US" dirty="0"/>
          </a:p>
        </p:txBody>
      </p:sp>
    </p:spTree>
    <p:extLst>
      <p:ext uri="{BB962C8B-B14F-4D97-AF65-F5344CB8AC3E}">
        <p14:creationId xmlns:p14="http://schemas.microsoft.com/office/powerpoint/2010/main" val="3993216445"/>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B1D63-ED38-66AD-2CBC-EAA5B9EE82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D7E75B-021F-E48B-5A3A-99505C0D21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CF0F56-20FA-F577-99CE-FE5C27498C5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3ADADCA-AE39-041B-3987-5B1780376756}"/>
              </a:ext>
            </a:extLst>
          </p:cNvPr>
          <p:cNvSpPr>
            <a:spLocks noGrp="1"/>
          </p:cNvSpPr>
          <p:nvPr>
            <p:ph type="sldNum" sz="quarter" idx="5"/>
          </p:nvPr>
        </p:nvSpPr>
        <p:spPr/>
        <p:txBody>
          <a:bodyPr/>
          <a:lstStyle/>
          <a:p>
            <a:fld id="{0C49AC16-2221-4935-809C-2A72A26F729C}" type="slidenum">
              <a:rPr lang="en-US" smtClean="0"/>
              <a:t>276</a:t>
            </a:fld>
            <a:endParaRPr lang="en-US" dirty="0"/>
          </a:p>
        </p:txBody>
      </p:sp>
    </p:spTree>
    <p:extLst>
      <p:ext uri="{BB962C8B-B14F-4D97-AF65-F5344CB8AC3E}">
        <p14:creationId xmlns:p14="http://schemas.microsoft.com/office/powerpoint/2010/main" val="1977975694"/>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97A8AD-0C7B-6C4E-219F-12D0B379C8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A4A9F9-9232-6809-C1E1-EE8A7DCA83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B6B9B2-ABE4-6966-4258-487FA3A8E02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C090BE8-B9C4-9A9D-BFB3-E71B224DE0F3}"/>
              </a:ext>
            </a:extLst>
          </p:cNvPr>
          <p:cNvSpPr>
            <a:spLocks noGrp="1"/>
          </p:cNvSpPr>
          <p:nvPr>
            <p:ph type="sldNum" sz="quarter" idx="5"/>
          </p:nvPr>
        </p:nvSpPr>
        <p:spPr/>
        <p:txBody>
          <a:bodyPr/>
          <a:lstStyle/>
          <a:p>
            <a:fld id="{0C49AC16-2221-4935-809C-2A72A26F729C}" type="slidenum">
              <a:rPr lang="en-US" smtClean="0"/>
              <a:t>277</a:t>
            </a:fld>
            <a:endParaRPr lang="en-US" dirty="0"/>
          </a:p>
        </p:txBody>
      </p:sp>
    </p:spTree>
    <p:extLst>
      <p:ext uri="{BB962C8B-B14F-4D97-AF65-F5344CB8AC3E}">
        <p14:creationId xmlns:p14="http://schemas.microsoft.com/office/powerpoint/2010/main" val="1294308129"/>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CF64AF-6C9E-41AC-0CC4-E5ABCE7187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745737-D9B8-0E9D-B6AF-FD09B83FF6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C49CB9-A40C-7AE8-832E-A1F6CF00D44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0D4F2AC-79A0-A977-F769-417B6BAA33D4}"/>
              </a:ext>
            </a:extLst>
          </p:cNvPr>
          <p:cNvSpPr>
            <a:spLocks noGrp="1"/>
          </p:cNvSpPr>
          <p:nvPr>
            <p:ph type="sldNum" sz="quarter" idx="5"/>
          </p:nvPr>
        </p:nvSpPr>
        <p:spPr/>
        <p:txBody>
          <a:bodyPr/>
          <a:lstStyle/>
          <a:p>
            <a:fld id="{0C49AC16-2221-4935-809C-2A72A26F729C}" type="slidenum">
              <a:rPr lang="en-US" smtClean="0"/>
              <a:t>278</a:t>
            </a:fld>
            <a:endParaRPr lang="en-US" dirty="0"/>
          </a:p>
        </p:txBody>
      </p:sp>
    </p:spTree>
    <p:extLst>
      <p:ext uri="{BB962C8B-B14F-4D97-AF65-F5344CB8AC3E}">
        <p14:creationId xmlns:p14="http://schemas.microsoft.com/office/powerpoint/2010/main" val="180766884"/>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96B731-6D77-2E3F-1AE2-8295201A8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90EDE6-20D3-014B-1AA0-1C49366545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C3A4D2-9E1C-C7D1-5BF4-CA406FD57A8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BB0CB05-D1CC-736D-FFE2-0EDDD9D0AB68}"/>
              </a:ext>
            </a:extLst>
          </p:cNvPr>
          <p:cNvSpPr>
            <a:spLocks noGrp="1"/>
          </p:cNvSpPr>
          <p:nvPr>
            <p:ph type="sldNum" sz="quarter" idx="5"/>
          </p:nvPr>
        </p:nvSpPr>
        <p:spPr/>
        <p:txBody>
          <a:bodyPr/>
          <a:lstStyle/>
          <a:p>
            <a:fld id="{0C49AC16-2221-4935-809C-2A72A26F729C}" type="slidenum">
              <a:rPr lang="en-US" smtClean="0"/>
              <a:t>279</a:t>
            </a:fld>
            <a:endParaRPr lang="en-US" dirty="0"/>
          </a:p>
        </p:txBody>
      </p:sp>
    </p:spTree>
    <p:extLst>
      <p:ext uri="{BB962C8B-B14F-4D97-AF65-F5344CB8AC3E}">
        <p14:creationId xmlns:p14="http://schemas.microsoft.com/office/powerpoint/2010/main" val="744337434"/>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398D2-6B5A-6D5D-D46A-57D87090DC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0C0DE-588B-E7B1-D875-D1B16DC6BA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D71BAE-4B4A-6F9F-6E34-ACE469D3920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1B3F391-015F-38F7-C51A-3870DCF99B41}"/>
              </a:ext>
            </a:extLst>
          </p:cNvPr>
          <p:cNvSpPr>
            <a:spLocks noGrp="1"/>
          </p:cNvSpPr>
          <p:nvPr>
            <p:ph type="sldNum" sz="quarter" idx="5"/>
          </p:nvPr>
        </p:nvSpPr>
        <p:spPr/>
        <p:txBody>
          <a:bodyPr/>
          <a:lstStyle/>
          <a:p>
            <a:fld id="{0C49AC16-2221-4935-809C-2A72A26F729C}" type="slidenum">
              <a:rPr lang="en-US" smtClean="0"/>
              <a:t>280</a:t>
            </a:fld>
            <a:endParaRPr lang="en-US" dirty="0"/>
          </a:p>
        </p:txBody>
      </p:sp>
    </p:spTree>
    <p:extLst>
      <p:ext uri="{BB962C8B-B14F-4D97-AF65-F5344CB8AC3E}">
        <p14:creationId xmlns:p14="http://schemas.microsoft.com/office/powerpoint/2010/main" val="2788899846"/>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7D813-9BA0-9BDC-5112-B8E13E9F1B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56F637-122E-593B-E501-5A47EE3631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2E7944-AA4A-976D-EB1A-AD4789193F4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21C5BFB-672E-435A-CC88-D638E55AC35F}"/>
              </a:ext>
            </a:extLst>
          </p:cNvPr>
          <p:cNvSpPr>
            <a:spLocks noGrp="1"/>
          </p:cNvSpPr>
          <p:nvPr>
            <p:ph type="sldNum" sz="quarter" idx="5"/>
          </p:nvPr>
        </p:nvSpPr>
        <p:spPr/>
        <p:txBody>
          <a:bodyPr/>
          <a:lstStyle/>
          <a:p>
            <a:fld id="{0C49AC16-2221-4935-809C-2A72A26F729C}" type="slidenum">
              <a:rPr lang="en-US" smtClean="0"/>
              <a:t>281</a:t>
            </a:fld>
            <a:endParaRPr lang="en-US" dirty="0"/>
          </a:p>
        </p:txBody>
      </p:sp>
    </p:spTree>
    <p:extLst>
      <p:ext uri="{BB962C8B-B14F-4D97-AF65-F5344CB8AC3E}">
        <p14:creationId xmlns:p14="http://schemas.microsoft.com/office/powerpoint/2010/main" val="1340445968"/>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3208EE-8A1E-BD2D-1AE2-901EA5F611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03EA1A-3072-5288-BAAF-7A139D3C5F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7DD95F-3DAA-0CA7-96EE-F120C072E4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05615B6-D9F2-1E1E-AF34-6DDDD0BFC57D}"/>
              </a:ext>
            </a:extLst>
          </p:cNvPr>
          <p:cNvSpPr>
            <a:spLocks noGrp="1"/>
          </p:cNvSpPr>
          <p:nvPr>
            <p:ph type="sldNum" sz="quarter" idx="5"/>
          </p:nvPr>
        </p:nvSpPr>
        <p:spPr/>
        <p:txBody>
          <a:bodyPr/>
          <a:lstStyle/>
          <a:p>
            <a:fld id="{0C49AC16-2221-4935-809C-2A72A26F729C}" type="slidenum">
              <a:rPr lang="en-US" smtClean="0"/>
              <a:t>282</a:t>
            </a:fld>
            <a:endParaRPr lang="en-US" dirty="0"/>
          </a:p>
        </p:txBody>
      </p:sp>
    </p:spTree>
    <p:extLst>
      <p:ext uri="{BB962C8B-B14F-4D97-AF65-F5344CB8AC3E}">
        <p14:creationId xmlns:p14="http://schemas.microsoft.com/office/powerpoint/2010/main" val="1032590131"/>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A41362-F316-8DF0-2CEE-9A472B67CD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91B831-6E27-8A02-C030-5C63296F7C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EFDCE1-F825-5E50-E7CE-86C2C651FD6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06DFCF4-696B-524B-45C5-C1CC3855E4D3}"/>
              </a:ext>
            </a:extLst>
          </p:cNvPr>
          <p:cNvSpPr>
            <a:spLocks noGrp="1"/>
          </p:cNvSpPr>
          <p:nvPr>
            <p:ph type="sldNum" sz="quarter" idx="5"/>
          </p:nvPr>
        </p:nvSpPr>
        <p:spPr/>
        <p:txBody>
          <a:bodyPr/>
          <a:lstStyle/>
          <a:p>
            <a:fld id="{0C49AC16-2221-4935-809C-2A72A26F729C}" type="slidenum">
              <a:rPr lang="en-US" smtClean="0"/>
              <a:t>283</a:t>
            </a:fld>
            <a:endParaRPr lang="en-US" dirty="0"/>
          </a:p>
        </p:txBody>
      </p:sp>
    </p:spTree>
    <p:extLst>
      <p:ext uri="{BB962C8B-B14F-4D97-AF65-F5344CB8AC3E}">
        <p14:creationId xmlns:p14="http://schemas.microsoft.com/office/powerpoint/2010/main" val="1440693391"/>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AA581-AAA2-FCE6-D59A-145F7E132E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B13817-B0FD-F80B-AD73-0DD83FBBCD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7B68AF-F60E-40C1-D279-51D42262B73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FA9699B-C6C3-BD52-70A5-BC41D6D8445D}"/>
              </a:ext>
            </a:extLst>
          </p:cNvPr>
          <p:cNvSpPr>
            <a:spLocks noGrp="1"/>
          </p:cNvSpPr>
          <p:nvPr>
            <p:ph type="sldNum" sz="quarter" idx="5"/>
          </p:nvPr>
        </p:nvSpPr>
        <p:spPr/>
        <p:txBody>
          <a:bodyPr/>
          <a:lstStyle/>
          <a:p>
            <a:fld id="{0C49AC16-2221-4935-809C-2A72A26F729C}" type="slidenum">
              <a:rPr lang="en-US" smtClean="0"/>
              <a:t>284</a:t>
            </a:fld>
            <a:endParaRPr lang="en-US" dirty="0"/>
          </a:p>
        </p:txBody>
      </p:sp>
    </p:spTree>
    <p:extLst>
      <p:ext uri="{BB962C8B-B14F-4D97-AF65-F5344CB8AC3E}">
        <p14:creationId xmlns:p14="http://schemas.microsoft.com/office/powerpoint/2010/main" val="1156805644"/>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67B163-D328-11CD-ECFA-04CA194784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429C20-AFA4-A503-962A-7AE08AE75E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C0F85C-9289-5857-4349-5B832D36524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61572A6-E1C0-ACA0-6D0E-9BD7322E71FC}"/>
              </a:ext>
            </a:extLst>
          </p:cNvPr>
          <p:cNvSpPr>
            <a:spLocks noGrp="1"/>
          </p:cNvSpPr>
          <p:nvPr>
            <p:ph type="sldNum" sz="quarter" idx="5"/>
          </p:nvPr>
        </p:nvSpPr>
        <p:spPr/>
        <p:txBody>
          <a:bodyPr/>
          <a:lstStyle/>
          <a:p>
            <a:fld id="{0C49AC16-2221-4935-809C-2A72A26F729C}" type="slidenum">
              <a:rPr lang="en-US" smtClean="0"/>
              <a:t>285</a:t>
            </a:fld>
            <a:endParaRPr lang="en-US" dirty="0"/>
          </a:p>
        </p:txBody>
      </p:sp>
    </p:spTree>
    <p:extLst>
      <p:ext uri="{BB962C8B-B14F-4D97-AF65-F5344CB8AC3E}">
        <p14:creationId xmlns:p14="http://schemas.microsoft.com/office/powerpoint/2010/main" val="1533334899"/>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83D539-B56A-3782-6B28-2D63657A3B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31ED4D-F5F7-D108-61AE-FF52CEE659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2D33E8-7D12-A610-01E6-CD539BF9D72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CA7F3A8-FA40-D67D-BE5D-F4A15E827404}"/>
              </a:ext>
            </a:extLst>
          </p:cNvPr>
          <p:cNvSpPr>
            <a:spLocks noGrp="1"/>
          </p:cNvSpPr>
          <p:nvPr>
            <p:ph type="sldNum" sz="quarter" idx="5"/>
          </p:nvPr>
        </p:nvSpPr>
        <p:spPr/>
        <p:txBody>
          <a:bodyPr/>
          <a:lstStyle/>
          <a:p>
            <a:fld id="{0C49AC16-2221-4935-809C-2A72A26F729C}" type="slidenum">
              <a:rPr lang="en-US" smtClean="0"/>
              <a:t>286</a:t>
            </a:fld>
            <a:endParaRPr lang="en-US" dirty="0"/>
          </a:p>
        </p:txBody>
      </p:sp>
    </p:spTree>
    <p:extLst>
      <p:ext uri="{BB962C8B-B14F-4D97-AF65-F5344CB8AC3E}">
        <p14:creationId xmlns:p14="http://schemas.microsoft.com/office/powerpoint/2010/main" val="249489610"/>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73D58-6AAD-1EBF-CE1B-B630DF87AD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44C36C-9F94-627A-400B-C0F1906DE3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3A320C-7C30-0365-030A-1E4B0959259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364DA7D-9730-902A-F9D7-B2EC25BB7AAD}"/>
              </a:ext>
            </a:extLst>
          </p:cNvPr>
          <p:cNvSpPr>
            <a:spLocks noGrp="1"/>
          </p:cNvSpPr>
          <p:nvPr>
            <p:ph type="sldNum" sz="quarter" idx="5"/>
          </p:nvPr>
        </p:nvSpPr>
        <p:spPr/>
        <p:txBody>
          <a:bodyPr/>
          <a:lstStyle/>
          <a:p>
            <a:fld id="{0C49AC16-2221-4935-809C-2A72A26F729C}" type="slidenum">
              <a:rPr lang="en-US" smtClean="0"/>
              <a:t>287</a:t>
            </a:fld>
            <a:endParaRPr lang="en-US" dirty="0"/>
          </a:p>
        </p:txBody>
      </p:sp>
    </p:spTree>
    <p:extLst>
      <p:ext uri="{BB962C8B-B14F-4D97-AF65-F5344CB8AC3E}">
        <p14:creationId xmlns:p14="http://schemas.microsoft.com/office/powerpoint/2010/main" val="2843554292"/>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44F3F-8A13-1F0B-3945-85CC9F3894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E5E8CB-EEA3-A31F-EB2A-259C772533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DA9D7E-1051-D359-15AB-9B061098682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2D5038-8746-9E0A-F838-5AC6DE60663D}"/>
              </a:ext>
            </a:extLst>
          </p:cNvPr>
          <p:cNvSpPr>
            <a:spLocks noGrp="1"/>
          </p:cNvSpPr>
          <p:nvPr>
            <p:ph type="sldNum" sz="quarter" idx="5"/>
          </p:nvPr>
        </p:nvSpPr>
        <p:spPr/>
        <p:txBody>
          <a:bodyPr/>
          <a:lstStyle/>
          <a:p>
            <a:fld id="{0C49AC16-2221-4935-809C-2A72A26F729C}" type="slidenum">
              <a:rPr lang="en-US" smtClean="0"/>
              <a:t>288</a:t>
            </a:fld>
            <a:endParaRPr lang="en-US" dirty="0"/>
          </a:p>
        </p:txBody>
      </p:sp>
    </p:spTree>
    <p:extLst>
      <p:ext uri="{BB962C8B-B14F-4D97-AF65-F5344CB8AC3E}">
        <p14:creationId xmlns:p14="http://schemas.microsoft.com/office/powerpoint/2010/main" val="1381083887"/>
      </p:ext>
    </p:extLst>
  </p:cSld>
  <p:clrMapOvr>
    <a:masterClrMapping/>
  </p:clrMapOvr>
</p:notes>
</file>

<file path=ppt/notesSlides/notesSlide2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2EFE1-DC5D-1C55-4076-A7B746D3A3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A6BE5A-3892-6623-55D2-EFACB02223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5060DC-F1AF-98F7-5D93-52B7298B87E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E013327-F9CA-87D9-C9AD-B58BA00FB723}"/>
              </a:ext>
            </a:extLst>
          </p:cNvPr>
          <p:cNvSpPr>
            <a:spLocks noGrp="1"/>
          </p:cNvSpPr>
          <p:nvPr>
            <p:ph type="sldNum" sz="quarter" idx="5"/>
          </p:nvPr>
        </p:nvSpPr>
        <p:spPr/>
        <p:txBody>
          <a:bodyPr/>
          <a:lstStyle/>
          <a:p>
            <a:fld id="{0C49AC16-2221-4935-809C-2A72A26F729C}" type="slidenum">
              <a:rPr lang="en-US" smtClean="0"/>
              <a:t>289</a:t>
            </a:fld>
            <a:endParaRPr lang="en-US" dirty="0"/>
          </a:p>
        </p:txBody>
      </p:sp>
    </p:spTree>
    <p:extLst>
      <p:ext uri="{BB962C8B-B14F-4D97-AF65-F5344CB8AC3E}">
        <p14:creationId xmlns:p14="http://schemas.microsoft.com/office/powerpoint/2010/main" val="367391460"/>
      </p:ext>
    </p:extLst>
  </p:cSld>
  <p:clrMapOvr>
    <a:masterClrMapping/>
  </p:clrMapOvr>
</p:notes>
</file>

<file path=ppt/notesSlides/notesSlide2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3BB59-6CF4-973C-82A5-FEBC739ABE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2C3EA5-15F2-19DF-DC25-A2E68C627C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E13FDF-4149-23F3-9FD3-E4FF68AD612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B8C6B1D-9D66-D9BA-1D76-F81B60630E99}"/>
              </a:ext>
            </a:extLst>
          </p:cNvPr>
          <p:cNvSpPr>
            <a:spLocks noGrp="1"/>
          </p:cNvSpPr>
          <p:nvPr>
            <p:ph type="sldNum" sz="quarter" idx="5"/>
          </p:nvPr>
        </p:nvSpPr>
        <p:spPr/>
        <p:txBody>
          <a:bodyPr/>
          <a:lstStyle/>
          <a:p>
            <a:fld id="{0C49AC16-2221-4935-809C-2A72A26F729C}" type="slidenum">
              <a:rPr lang="en-US" smtClean="0"/>
              <a:t>290</a:t>
            </a:fld>
            <a:endParaRPr lang="en-US" dirty="0"/>
          </a:p>
        </p:txBody>
      </p:sp>
    </p:spTree>
    <p:extLst>
      <p:ext uri="{BB962C8B-B14F-4D97-AF65-F5344CB8AC3E}">
        <p14:creationId xmlns:p14="http://schemas.microsoft.com/office/powerpoint/2010/main" val="361885197"/>
      </p:ext>
    </p:extLst>
  </p:cSld>
  <p:clrMapOvr>
    <a:masterClrMapping/>
  </p:clrMapOvr>
</p:notes>
</file>

<file path=ppt/notesSlides/notesSlide2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FCF3C1-D567-FCE4-2A7B-293435FF0B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F7FDEC-37CA-C907-8867-CB704A0355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38ECC7-6B22-06D1-4DB1-FBA2257DA43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37C0D23-30D0-7F12-7F53-688D4C64BD03}"/>
              </a:ext>
            </a:extLst>
          </p:cNvPr>
          <p:cNvSpPr>
            <a:spLocks noGrp="1"/>
          </p:cNvSpPr>
          <p:nvPr>
            <p:ph type="sldNum" sz="quarter" idx="5"/>
          </p:nvPr>
        </p:nvSpPr>
        <p:spPr/>
        <p:txBody>
          <a:bodyPr/>
          <a:lstStyle/>
          <a:p>
            <a:fld id="{0C49AC16-2221-4935-809C-2A72A26F729C}" type="slidenum">
              <a:rPr lang="en-US" smtClean="0"/>
              <a:t>291</a:t>
            </a:fld>
            <a:endParaRPr lang="en-US" dirty="0"/>
          </a:p>
        </p:txBody>
      </p:sp>
    </p:spTree>
    <p:extLst>
      <p:ext uri="{BB962C8B-B14F-4D97-AF65-F5344CB8AC3E}">
        <p14:creationId xmlns:p14="http://schemas.microsoft.com/office/powerpoint/2010/main" val="2339506674"/>
      </p:ext>
    </p:extLst>
  </p:cSld>
  <p:clrMapOvr>
    <a:masterClrMapping/>
  </p:clrMapOvr>
</p:notes>
</file>

<file path=ppt/notesSlides/notesSlide29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AA09A-9E8F-17D6-E245-4E24F2C58F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AF2B47-D64A-0B8B-BF58-E4C4850CF9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C5656-7B30-5885-24C6-B68E4E94AE4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6F05FCF-9EC8-1E19-8FBD-ACE45D194261}"/>
              </a:ext>
            </a:extLst>
          </p:cNvPr>
          <p:cNvSpPr>
            <a:spLocks noGrp="1"/>
          </p:cNvSpPr>
          <p:nvPr>
            <p:ph type="sldNum" sz="quarter" idx="5"/>
          </p:nvPr>
        </p:nvSpPr>
        <p:spPr/>
        <p:txBody>
          <a:bodyPr/>
          <a:lstStyle/>
          <a:p>
            <a:fld id="{0C49AC16-2221-4935-809C-2A72A26F729C}" type="slidenum">
              <a:rPr lang="en-US" smtClean="0"/>
              <a:t>292</a:t>
            </a:fld>
            <a:endParaRPr lang="en-US" dirty="0"/>
          </a:p>
        </p:txBody>
      </p:sp>
    </p:spTree>
    <p:extLst>
      <p:ext uri="{BB962C8B-B14F-4D97-AF65-F5344CB8AC3E}">
        <p14:creationId xmlns:p14="http://schemas.microsoft.com/office/powerpoint/2010/main" val="2826117785"/>
      </p:ext>
    </p:extLst>
  </p:cSld>
  <p:clrMapOvr>
    <a:masterClrMapping/>
  </p:clrMapOvr>
</p:notes>
</file>

<file path=ppt/notesSlides/notesSlide2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DCD20-967B-2953-AA06-2216E59FC6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6D6F57-D51A-62CB-6BC9-87D80E13ED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F2D81F-B45E-115F-1FE3-02567C7C737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F3A243F-4146-4607-FB68-0328AFA2F348}"/>
              </a:ext>
            </a:extLst>
          </p:cNvPr>
          <p:cNvSpPr>
            <a:spLocks noGrp="1"/>
          </p:cNvSpPr>
          <p:nvPr>
            <p:ph type="sldNum" sz="quarter" idx="5"/>
          </p:nvPr>
        </p:nvSpPr>
        <p:spPr/>
        <p:txBody>
          <a:bodyPr/>
          <a:lstStyle/>
          <a:p>
            <a:fld id="{0C49AC16-2221-4935-809C-2A72A26F729C}" type="slidenum">
              <a:rPr lang="en-US" smtClean="0"/>
              <a:t>293</a:t>
            </a:fld>
            <a:endParaRPr lang="en-US" dirty="0"/>
          </a:p>
        </p:txBody>
      </p:sp>
    </p:spTree>
    <p:extLst>
      <p:ext uri="{BB962C8B-B14F-4D97-AF65-F5344CB8AC3E}">
        <p14:creationId xmlns:p14="http://schemas.microsoft.com/office/powerpoint/2010/main" val="1549614040"/>
      </p:ext>
    </p:extLst>
  </p:cSld>
  <p:clrMapOvr>
    <a:masterClrMapping/>
  </p:clrMapOvr>
</p:notes>
</file>

<file path=ppt/notesSlides/notesSlide29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46A917-E253-C782-A3C0-BBB1E0E423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0A9707-F10F-82CC-06C5-4AFB640F20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C016EC-4CA2-754B-4D69-73BA9D7484C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4A78E33-F8E0-4034-9F6B-B48DFF6EF2F1}"/>
              </a:ext>
            </a:extLst>
          </p:cNvPr>
          <p:cNvSpPr>
            <a:spLocks noGrp="1"/>
          </p:cNvSpPr>
          <p:nvPr>
            <p:ph type="sldNum" sz="quarter" idx="5"/>
          </p:nvPr>
        </p:nvSpPr>
        <p:spPr/>
        <p:txBody>
          <a:bodyPr/>
          <a:lstStyle/>
          <a:p>
            <a:fld id="{0C49AC16-2221-4935-809C-2A72A26F729C}" type="slidenum">
              <a:rPr lang="en-US" smtClean="0"/>
              <a:t>294</a:t>
            </a:fld>
            <a:endParaRPr lang="en-US" dirty="0"/>
          </a:p>
        </p:txBody>
      </p:sp>
    </p:spTree>
    <p:extLst>
      <p:ext uri="{BB962C8B-B14F-4D97-AF65-F5344CB8AC3E}">
        <p14:creationId xmlns:p14="http://schemas.microsoft.com/office/powerpoint/2010/main" val="1167812964"/>
      </p:ext>
    </p:extLst>
  </p:cSld>
  <p:clrMapOvr>
    <a:masterClrMapping/>
  </p:clrMapOvr>
</p:notes>
</file>

<file path=ppt/notesSlides/notesSlide2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63B801-731F-F0BB-A551-9A399DE59B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EF9CDF-4051-80E3-B666-8361C1AD7D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CC7743-CEBF-C3D7-73A7-93BCF9EAB35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2F2871F-11EE-0B25-65FD-D299A0E3DB3A}"/>
              </a:ext>
            </a:extLst>
          </p:cNvPr>
          <p:cNvSpPr>
            <a:spLocks noGrp="1"/>
          </p:cNvSpPr>
          <p:nvPr>
            <p:ph type="sldNum" sz="quarter" idx="5"/>
          </p:nvPr>
        </p:nvSpPr>
        <p:spPr/>
        <p:txBody>
          <a:bodyPr/>
          <a:lstStyle/>
          <a:p>
            <a:fld id="{0C49AC16-2221-4935-809C-2A72A26F729C}" type="slidenum">
              <a:rPr lang="en-US" smtClean="0"/>
              <a:t>295</a:t>
            </a:fld>
            <a:endParaRPr lang="en-US" dirty="0"/>
          </a:p>
        </p:txBody>
      </p:sp>
    </p:spTree>
    <p:extLst>
      <p:ext uri="{BB962C8B-B14F-4D97-AF65-F5344CB8AC3E}">
        <p14:creationId xmlns:p14="http://schemas.microsoft.com/office/powerpoint/2010/main" val="3101129189"/>
      </p:ext>
    </p:extLst>
  </p:cSld>
  <p:clrMapOvr>
    <a:masterClrMapping/>
  </p:clrMapOvr>
</p:notes>
</file>

<file path=ppt/notesSlides/notesSlide2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792B34-4BB2-0BF3-24E0-08B50DE055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AE316A-17BF-74D9-877E-F6A7A689D9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1740C3-F7FC-FDA1-79AC-FE8FC00D9E9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CACD8E9-2A10-48CF-814D-2DEEA25AD24E}"/>
              </a:ext>
            </a:extLst>
          </p:cNvPr>
          <p:cNvSpPr>
            <a:spLocks noGrp="1"/>
          </p:cNvSpPr>
          <p:nvPr>
            <p:ph type="sldNum" sz="quarter" idx="5"/>
          </p:nvPr>
        </p:nvSpPr>
        <p:spPr/>
        <p:txBody>
          <a:bodyPr/>
          <a:lstStyle/>
          <a:p>
            <a:fld id="{0C49AC16-2221-4935-809C-2A72A26F729C}" type="slidenum">
              <a:rPr lang="en-US" smtClean="0"/>
              <a:t>296</a:t>
            </a:fld>
            <a:endParaRPr lang="en-US" dirty="0"/>
          </a:p>
        </p:txBody>
      </p:sp>
    </p:spTree>
    <p:extLst>
      <p:ext uri="{BB962C8B-B14F-4D97-AF65-F5344CB8AC3E}">
        <p14:creationId xmlns:p14="http://schemas.microsoft.com/office/powerpoint/2010/main" val="1486996005"/>
      </p:ext>
    </p:extLst>
  </p:cSld>
  <p:clrMapOvr>
    <a:masterClrMapping/>
  </p:clrMapOvr>
</p:notes>
</file>

<file path=ppt/notesSlides/notesSlide2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CBA71-D11D-5170-9DEF-67583B3B08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5FE150-435B-890B-1EE2-BE66535861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9E2225-CE45-85B9-E747-7159B4BC9B1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4ABC83D-D066-3674-D0AB-C6212AB759F4}"/>
              </a:ext>
            </a:extLst>
          </p:cNvPr>
          <p:cNvSpPr>
            <a:spLocks noGrp="1"/>
          </p:cNvSpPr>
          <p:nvPr>
            <p:ph type="sldNum" sz="quarter" idx="5"/>
          </p:nvPr>
        </p:nvSpPr>
        <p:spPr/>
        <p:txBody>
          <a:bodyPr/>
          <a:lstStyle/>
          <a:p>
            <a:fld id="{0C49AC16-2221-4935-809C-2A72A26F729C}" type="slidenum">
              <a:rPr lang="en-US" smtClean="0"/>
              <a:t>297</a:t>
            </a:fld>
            <a:endParaRPr lang="en-US" dirty="0"/>
          </a:p>
        </p:txBody>
      </p:sp>
    </p:spTree>
    <p:extLst>
      <p:ext uri="{BB962C8B-B14F-4D97-AF65-F5344CB8AC3E}">
        <p14:creationId xmlns:p14="http://schemas.microsoft.com/office/powerpoint/2010/main" val="4292421969"/>
      </p:ext>
    </p:extLst>
  </p:cSld>
  <p:clrMapOvr>
    <a:masterClrMapping/>
  </p:clrMapOvr>
</p:notes>
</file>

<file path=ppt/notesSlides/notesSlide2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67A23E-C31F-2C0F-BC8B-0F5841C089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F5F405-FD24-4A7B-2559-EE09A63EB4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3BE1FA-BF35-195E-6F88-8BA9524516D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29A6B55-D152-8DB9-EDA0-9310C884650E}"/>
              </a:ext>
            </a:extLst>
          </p:cNvPr>
          <p:cNvSpPr>
            <a:spLocks noGrp="1"/>
          </p:cNvSpPr>
          <p:nvPr>
            <p:ph type="sldNum" sz="quarter" idx="5"/>
          </p:nvPr>
        </p:nvSpPr>
        <p:spPr/>
        <p:txBody>
          <a:bodyPr/>
          <a:lstStyle/>
          <a:p>
            <a:fld id="{0C49AC16-2221-4935-809C-2A72A26F729C}" type="slidenum">
              <a:rPr lang="en-US" smtClean="0"/>
              <a:t>299</a:t>
            </a:fld>
            <a:endParaRPr lang="en-US" dirty="0"/>
          </a:p>
        </p:txBody>
      </p:sp>
    </p:spTree>
    <p:extLst>
      <p:ext uri="{BB962C8B-B14F-4D97-AF65-F5344CB8AC3E}">
        <p14:creationId xmlns:p14="http://schemas.microsoft.com/office/powerpoint/2010/main" val="412847059"/>
      </p:ext>
    </p:extLst>
  </p:cSld>
  <p:clrMapOvr>
    <a:masterClrMapping/>
  </p:clrMapOvr>
</p:notes>
</file>

<file path=ppt/notesSlides/notesSlide2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20128-D72E-606C-DC5C-54F0C81F44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ED6224-93C7-A2ED-0104-B84C3C3DC8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E7302D-6964-BA50-5E9E-8E2C48A110B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EF78481-5F12-A9B9-FFED-5A7BC57DDF6F}"/>
              </a:ext>
            </a:extLst>
          </p:cNvPr>
          <p:cNvSpPr>
            <a:spLocks noGrp="1"/>
          </p:cNvSpPr>
          <p:nvPr>
            <p:ph type="sldNum" sz="quarter" idx="5"/>
          </p:nvPr>
        </p:nvSpPr>
        <p:spPr/>
        <p:txBody>
          <a:bodyPr/>
          <a:lstStyle/>
          <a:p>
            <a:fld id="{0C49AC16-2221-4935-809C-2A72A26F729C}" type="slidenum">
              <a:rPr lang="en-US" smtClean="0"/>
              <a:t>300</a:t>
            </a:fld>
            <a:endParaRPr lang="en-US" dirty="0"/>
          </a:p>
        </p:txBody>
      </p:sp>
    </p:spTree>
    <p:extLst>
      <p:ext uri="{BB962C8B-B14F-4D97-AF65-F5344CB8AC3E}">
        <p14:creationId xmlns:p14="http://schemas.microsoft.com/office/powerpoint/2010/main" val="2223379434"/>
      </p:ext>
    </p:extLst>
  </p:cSld>
  <p:clrMapOvr>
    <a:masterClrMapping/>
  </p:clrMapOvr>
</p:notes>
</file>

<file path=ppt/notesSlides/notesSlide2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0E88E-7D34-4F75-2876-FC08363F03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63119F-FFBE-261D-1B84-E0A0440D9B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14EFBF-A912-DE48-5D23-EA88CC01DAB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0EADD03-8AF7-D7CE-E63D-DF29EA87A55F}"/>
              </a:ext>
            </a:extLst>
          </p:cNvPr>
          <p:cNvSpPr>
            <a:spLocks noGrp="1"/>
          </p:cNvSpPr>
          <p:nvPr>
            <p:ph type="sldNum" sz="quarter" idx="5"/>
          </p:nvPr>
        </p:nvSpPr>
        <p:spPr/>
        <p:txBody>
          <a:bodyPr/>
          <a:lstStyle/>
          <a:p>
            <a:fld id="{0C49AC16-2221-4935-809C-2A72A26F729C}" type="slidenum">
              <a:rPr lang="en-US" smtClean="0"/>
              <a:t>301</a:t>
            </a:fld>
            <a:endParaRPr lang="en-US" dirty="0"/>
          </a:p>
        </p:txBody>
      </p:sp>
    </p:spTree>
    <p:extLst>
      <p:ext uri="{BB962C8B-B14F-4D97-AF65-F5344CB8AC3E}">
        <p14:creationId xmlns:p14="http://schemas.microsoft.com/office/powerpoint/2010/main" val="2750259061"/>
      </p:ext>
    </p:extLst>
  </p:cSld>
  <p:clrMapOvr>
    <a:masterClrMapping/>
  </p:clrMapOvr>
</p:notes>
</file>

<file path=ppt/notesSlides/notesSlide2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D08A2-8436-ACA9-59FA-B149863679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DB82C9-4515-6470-60B3-AB6227920B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D0F753-CA43-0AB2-FCC2-48FD686DFB4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8B75883-1BC4-C9B7-E5F4-D7BFFC67B514}"/>
              </a:ext>
            </a:extLst>
          </p:cNvPr>
          <p:cNvSpPr>
            <a:spLocks noGrp="1"/>
          </p:cNvSpPr>
          <p:nvPr>
            <p:ph type="sldNum" sz="quarter" idx="5"/>
          </p:nvPr>
        </p:nvSpPr>
        <p:spPr/>
        <p:txBody>
          <a:bodyPr/>
          <a:lstStyle/>
          <a:p>
            <a:fld id="{0C49AC16-2221-4935-809C-2A72A26F729C}" type="slidenum">
              <a:rPr lang="en-US" smtClean="0"/>
              <a:t>302</a:t>
            </a:fld>
            <a:endParaRPr lang="en-US" dirty="0"/>
          </a:p>
        </p:txBody>
      </p:sp>
    </p:spTree>
    <p:extLst>
      <p:ext uri="{BB962C8B-B14F-4D97-AF65-F5344CB8AC3E}">
        <p14:creationId xmlns:p14="http://schemas.microsoft.com/office/powerpoint/2010/main" val="148338607"/>
      </p:ext>
    </p:extLst>
  </p:cSld>
  <p:clrMapOvr>
    <a:masterClrMapping/>
  </p:clrMapOvr>
</p:notes>
</file>

<file path=ppt/notesSlides/notesSlide3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A0F2D8-E2AE-DEEC-B86D-30ED3F96EA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39FAB-E9F3-8C95-C5FA-AB46540944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C8C7DA-B7CD-D55D-5EBE-A93E3EE42E3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C6B9A42-B78F-6901-AC91-F19C95D10DA9}"/>
              </a:ext>
            </a:extLst>
          </p:cNvPr>
          <p:cNvSpPr>
            <a:spLocks noGrp="1"/>
          </p:cNvSpPr>
          <p:nvPr>
            <p:ph type="sldNum" sz="quarter" idx="5"/>
          </p:nvPr>
        </p:nvSpPr>
        <p:spPr/>
        <p:txBody>
          <a:bodyPr/>
          <a:lstStyle/>
          <a:p>
            <a:fld id="{0C49AC16-2221-4935-809C-2A72A26F729C}" type="slidenum">
              <a:rPr lang="en-US" smtClean="0"/>
              <a:t>303</a:t>
            </a:fld>
            <a:endParaRPr lang="en-US" dirty="0"/>
          </a:p>
        </p:txBody>
      </p:sp>
    </p:spTree>
    <p:extLst>
      <p:ext uri="{BB962C8B-B14F-4D97-AF65-F5344CB8AC3E}">
        <p14:creationId xmlns:p14="http://schemas.microsoft.com/office/powerpoint/2010/main" val="638247625"/>
      </p:ext>
    </p:extLst>
  </p:cSld>
  <p:clrMapOvr>
    <a:masterClrMapping/>
  </p:clrMapOvr>
</p:notes>
</file>

<file path=ppt/notesSlides/notesSlide3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8A6AA4-7241-979A-EC6F-2B009E040D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24FA5-FE39-B68D-51F4-6C0C1C0599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A55AE3-2AF3-9DE9-5B43-F122908DB79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09DCB66-ECEB-2005-9D04-CB93601F59B5}"/>
              </a:ext>
            </a:extLst>
          </p:cNvPr>
          <p:cNvSpPr>
            <a:spLocks noGrp="1"/>
          </p:cNvSpPr>
          <p:nvPr>
            <p:ph type="sldNum" sz="quarter" idx="5"/>
          </p:nvPr>
        </p:nvSpPr>
        <p:spPr/>
        <p:txBody>
          <a:bodyPr/>
          <a:lstStyle/>
          <a:p>
            <a:fld id="{0C49AC16-2221-4935-809C-2A72A26F729C}" type="slidenum">
              <a:rPr lang="en-US" smtClean="0"/>
              <a:t>304</a:t>
            </a:fld>
            <a:endParaRPr lang="en-US" dirty="0"/>
          </a:p>
        </p:txBody>
      </p:sp>
    </p:spTree>
    <p:extLst>
      <p:ext uri="{BB962C8B-B14F-4D97-AF65-F5344CB8AC3E}">
        <p14:creationId xmlns:p14="http://schemas.microsoft.com/office/powerpoint/2010/main" val="3901697085"/>
      </p:ext>
    </p:extLst>
  </p:cSld>
  <p:clrMapOvr>
    <a:masterClrMapping/>
  </p:clrMapOvr>
</p:notes>
</file>

<file path=ppt/notesSlides/notesSlide3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E99F3-CB63-C45F-443D-0AB6976A57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DAF9D0-FDAB-7017-FCA4-182AEF3E7B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A98E98-7EA6-1ABB-9E92-2C9AF3F7C9C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49362F3-896A-46BC-A489-33165C1EF990}"/>
              </a:ext>
            </a:extLst>
          </p:cNvPr>
          <p:cNvSpPr>
            <a:spLocks noGrp="1"/>
          </p:cNvSpPr>
          <p:nvPr>
            <p:ph type="sldNum" sz="quarter" idx="5"/>
          </p:nvPr>
        </p:nvSpPr>
        <p:spPr/>
        <p:txBody>
          <a:bodyPr/>
          <a:lstStyle/>
          <a:p>
            <a:fld id="{0C49AC16-2221-4935-809C-2A72A26F729C}" type="slidenum">
              <a:rPr lang="en-US" smtClean="0"/>
              <a:t>305</a:t>
            </a:fld>
            <a:endParaRPr lang="en-US" dirty="0"/>
          </a:p>
        </p:txBody>
      </p:sp>
    </p:spTree>
    <p:extLst>
      <p:ext uri="{BB962C8B-B14F-4D97-AF65-F5344CB8AC3E}">
        <p14:creationId xmlns:p14="http://schemas.microsoft.com/office/powerpoint/2010/main" val="3863331034"/>
      </p:ext>
    </p:extLst>
  </p:cSld>
  <p:clrMapOvr>
    <a:masterClrMapping/>
  </p:clrMapOvr>
</p:notes>
</file>

<file path=ppt/notesSlides/notesSlide3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57D1B-6C56-E291-F526-74BBD679CB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EF0957-D535-A07C-A795-F3CEE19170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58B8C2-F801-9250-CA98-1A7CBB3F499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DDA81AB-4ADD-ACF4-A234-8053369E2550}"/>
              </a:ext>
            </a:extLst>
          </p:cNvPr>
          <p:cNvSpPr>
            <a:spLocks noGrp="1"/>
          </p:cNvSpPr>
          <p:nvPr>
            <p:ph type="sldNum" sz="quarter" idx="5"/>
          </p:nvPr>
        </p:nvSpPr>
        <p:spPr/>
        <p:txBody>
          <a:bodyPr/>
          <a:lstStyle/>
          <a:p>
            <a:fld id="{0C49AC16-2221-4935-809C-2A72A26F729C}" type="slidenum">
              <a:rPr lang="en-US" smtClean="0"/>
              <a:t>306</a:t>
            </a:fld>
            <a:endParaRPr lang="en-US" dirty="0"/>
          </a:p>
        </p:txBody>
      </p:sp>
    </p:spTree>
    <p:extLst>
      <p:ext uri="{BB962C8B-B14F-4D97-AF65-F5344CB8AC3E}">
        <p14:creationId xmlns:p14="http://schemas.microsoft.com/office/powerpoint/2010/main" val="150800904"/>
      </p:ext>
    </p:extLst>
  </p:cSld>
  <p:clrMapOvr>
    <a:masterClrMapping/>
  </p:clrMapOvr>
</p:notes>
</file>

<file path=ppt/notesSlides/notesSlide3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94984B-CA86-E318-00BE-D7469CD1B7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4C9BAD-4F4D-526F-873D-8B28332853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411B20-653A-4ECC-E7B6-2E524028CD5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AB3744D-4BE3-65B1-2876-A67874226255}"/>
              </a:ext>
            </a:extLst>
          </p:cNvPr>
          <p:cNvSpPr>
            <a:spLocks noGrp="1"/>
          </p:cNvSpPr>
          <p:nvPr>
            <p:ph type="sldNum" sz="quarter" idx="5"/>
          </p:nvPr>
        </p:nvSpPr>
        <p:spPr/>
        <p:txBody>
          <a:bodyPr/>
          <a:lstStyle/>
          <a:p>
            <a:fld id="{0C49AC16-2221-4935-809C-2A72A26F729C}" type="slidenum">
              <a:rPr lang="en-US" smtClean="0"/>
              <a:t>307</a:t>
            </a:fld>
            <a:endParaRPr lang="en-US" dirty="0"/>
          </a:p>
        </p:txBody>
      </p:sp>
    </p:spTree>
    <p:extLst>
      <p:ext uri="{BB962C8B-B14F-4D97-AF65-F5344CB8AC3E}">
        <p14:creationId xmlns:p14="http://schemas.microsoft.com/office/powerpoint/2010/main" val="4039496433"/>
      </p:ext>
    </p:extLst>
  </p:cSld>
  <p:clrMapOvr>
    <a:masterClrMapping/>
  </p:clrMapOvr>
</p:notes>
</file>

<file path=ppt/notesSlides/notesSlide3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B4D12-1A30-D9FB-B8E9-E64CA84760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567FD8-6E40-6F18-6D38-A61CFAA025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9F995D-4ED7-0761-2B04-16562E2A109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2FCAAD0-31B6-E92D-B472-D9CBBD85DCF9}"/>
              </a:ext>
            </a:extLst>
          </p:cNvPr>
          <p:cNvSpPr>
            <a:spLocks noGrp="1"/>
          </p:cNvSpPr>
          <p:nvPr>
            <p:ph type="sldNum" sz="quarter" idx="5"/>
          </p:nvPr>
        </p:nvSpPr>
        <p:spPr/>
        <p:txBody>
          <a:bodyPr/>
          <a:lstStyle/>
          <a:p>
            <a:fld id="{0C49AC16-2221-4935-809C-2A72A26F729C}" type="slidenum">
              <a:rPr lang="en-US" smtClean="0"/>
              <a:t>308</a:t>
            </a:fld>
            <a:endParaRPr lang="en-US" dirty="0"/>
          </a:p>
        </p:txBody>
      </p:sp>
    </p:spTree>
    <p:extLst>
      <p:ext uri="{BB962C8B-B14F-4D97-AF65-F5344CB8AC3E}">
        <p14:creationId xmlns:p14="http://schemas.microsoft.com/office/powerpoint/2010/main" val="2574800049"/>
      </p:ext>
    </p:extLst>
  </p:cSld>
  <p:clrMapOvr>
    <a:masterClrMapping/>
  </p:clrMapOvr>
</p:notes>
</file>

<file path=ppt/notesSlides/notesSlide3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7FD10-43FE-DA5B-934C-573BF7907F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643717-43C6-23FD-5594-35E80C97FD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A3BC5B-771E-3273-6669-B2F72135A4F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6B0D9FF-54EF-919D-C919-5622EF96A086}"/>
              </a:ext>
            </a:extLst>
          </p:cNvPr>
          <p:cNvSpPr>
            <a:spLocks noGrp="1"/>
          </p:cNvSpPr>
          <p:nvPr>
            <p:ph type="sldNum" sz="quarter" idx="5"/>
          </p:nvPr>
        </p:nvSpPr>
        <p:spPr/>
        <p:txBody>
          <a:bodyPr/>
          <a:lstStyle/>
          <a:p>
            <a:fld id="{0C49AC16-2221-4935-809C-2A72A26F729C}" type="slidenum">
              <a:rPr lang="en-US" smtClean="0"/>
              <a:t>309</a:t>
            </a:fld>
            <a:endParaRPr lang="en-US" dirty="0"/>
          </a:p>
        </p:txBody>
      </p:sp>
    </p:spTree>
    <p:extLst>
      <p:ext uri="{BB962C8B-B14F-4D97-AF65-F5344CB8AC3E}">
        <p14:creationId xmlns:p14="http://schemas.microsoft.com/office/powerpoint/2010/main" val="989522800"/>
      </p:ext>
    </p:extLst>
  </p:cSld>
  <p:clrMapOvr>
    <a:masterClrMapping/>
  </p:clrMapOvr>
</p:notes>
</file>

<file path=ppt/notesSlides/notesSlide3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06B3F-0B8B-F625-CCC0-E1E882A816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F7EC5C-5496-9E23-4D5D-7E57EEB122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EECAAD-A273-81D9-07E5-A7A9696624B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2352895-6BAA-6002-C3BB-500F6084F42F}"/>
              </a:ext>
            </a:extLst>
          </p:cNvPr>
          <p:cNvSpPr>
            <a:spLocks noGrp="1"/>
          </p:cNvSpPr>
          <p:nvPr>
            <p:ph type="sldNum" sz="quarter" idx="5"/>
          </p:nvPr>
        </p:nvSpPr>
        <p:spPr/>
        <p:txBody>
          <a:bodyPr/>
          <a:lstStyle/>
          <a:p>
            <a:fld id="{0C49AC16-2221-4935-809C-2A72A26F729C}" type="slidenum">
              <a:rPr lang="en-US" smtClean="0"/>
              <a:t>310</a:t>
            </a:fld>
            <a:endParaRPr lang="en-US" dirty="0"/>
          </a:p>
        </p:txBody>
      </p:sp>
    </p:spTree>
    <p:extLst>
      <p:ext uri="{BB962C8B-B14F-4D97-AF65-F5344CB8AC3E}">
        <p14:creationId xmlns:p14="http://schemas.microsoft.com/office/powerpoint/2010/main" val="1146074176"/>
      </p:ext>
    </p:extLst>
  </p:cSld>
  <p:clrMapOvr>
    <a:masterClrMapping/>
  </p:clrMapOvr>
</p:notes>
</file>

<file path=ppt/notesSlides/notesSlide30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CF579-D0D7-1188-D26C-B1BAD98739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73AEA3-D755-0886-595F-5F407D3962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F61D51-F4D1-A29F-F772-5BF5FD9655D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91BEAAD-E4B1-AECA-0E39-C98F9458478C}"/>
              </a:ext>
            </a:extLst>
          </p:cNvPr>
          <p:cNvSpPr>
            <a:spLocks noGrp="1"/>
          </p:cNvSpPr>
          <p:nvPr>
            <p:ph type="sldNum" sz="quarter" idx="5"/>
          </p:nvPr>
        </p:nvSpPr>
        <p:spPr/>
        <p:txBody>
          <a:bodyPr/>
          <a:lstStyle/>
          <a:p>
            <a:fld id="{0C49AC16-2221-4935-809C-2A72A26F729C}" type="slidenum">
              <a:rPr lang="en-US" smtClean="0"/>
              <a:t>318</a:t>
            </a:fld>
            <a:endParaRPr lang="en-US" dirty="0"/>
          </a:p>
        </p:txBody>
      </p:sp>
    </p:spTree>
    <p:extLst>
      <p:ext uri="{BB962C8B-B14F-4D97-AF65-F5344CB8AC3E}">
        <p14:creationId xmlns:p14="http://schemas.microsoft.com/office/powerpoint/2010/main" val="2493855683"/>
      </p:ext>
    </p:extLst>
  </p:cSld>
  <p:clrMapOvr>
    <a:masterClrMapping/>
  </p:clrMapOvr>
</p:notes>
</file>

<file path=ppt/notesSlides/notesSlide3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B2043-4020-B33E-3B7E-C58D00E5F0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A87445-5AF8-0AA6-4080-E4BD7D2A11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02866E-F27F-E2D7-7296-16C20D4BC50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18139D5-1926-2ED6-78D4-E567E9AB3702}"/>
              </a:ext>
            </a:extLst>
          </p:cNvPr>
          <p:cNvSpPr>
            <a:spLocks noGrp="1"/>
          </p:cNvSpPr>
          <p:nvPr>
            <p:ph type="sldNum" sz="quarter" idx="5"/>
          </p:nvPr>
        </p:nvSpPr>
        <p:spPr/>
        <p:txBody>
          <a:bodyPr/>
          <a:lstStyle/>
          <a:p>
            <a:fld id="{0C49AC16-2221-4935-809C-2A72A26F729C}" type="slidenum">
              <a:rPr lang="en-US" smtClean="0"/>
              <a:t>319</a:t>
            </a:fld>
            <a:endParaRPr lang="en-US" dirty="0"/>
          </a:p>
        </p:txBody>
      </p:sp>
    </p:spTree>
    <p:extLst>
      <p:ext uri="{BB962C8B-B14F-4D97-AF65-F5344CB8AC3E}">
        <p14:creationId xmlns:p14="http://schemas.microsoft.com/office/powerpoint/2010/main" val="3474529891"/>
      </p:ext>
    </p:extLst>
  </p:cSld>
  <p:clrMapOvr>
    <a:masterClrMapping/>
  </p:clrMapOvr>
</p:notes>
</file>

<file path=ppt/notesSlides/notesSlide3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BD9367-303C-2801-747D-5967B2E953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A25B84-BE58-353C-4E92-0DDEC9D449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C74AB7-A1B8-EB2B-9FC1-17C84F03A00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B92728-6678-9A96-EBC5-0E80B4BD491B}"/>
              </a:ext>
            </a:extLst>
          </p:cNvPr>
          <p:cNvSpPr>
            <a:spLocks noGrp="1"/>
          </p:cNvSpPr>
          <p:nvPr>
            <p:ph type="sldNum" sz="quarter" idx="5"/>
          </p:nvPr>
        </p:nvSpPr>
        <p:spPr/>
        <p:txBody>
          <a:bodyPr/>
          <a:lstStyle/>
          <a:p>
            <a:fld id="{0C49AC16-2221-4935-809C-2A72A26F729C}" type="slidenum">
              <a:rPr lang="en-US" smtClean="0"/>
              <a:t>320</a:t>
            </a:fld>
            <a:endParaRPr lang="en-US" dirty="0"/>
          </a:p>
        </p:txBody>
      </p:sp>
    </p:spTree>
    <p:extLst>
      <p:ext uri="{BB962C8B-B14F-4D97-AF65-F5344CB8AC3E}">
        <p14:creationId xmlns:p14="http://schemas.microsoft.com/office/powerpoint/2010/main" val="2847972500"/>
      </p:ext>
    </p:extLst>
  </p:cSld>
  <p:clrMapOvr>
    <a:masterClrMapping/>
  </p:clrMapOvr>
</p:notes>
</file>

<file path=ppt/notesSlides/notesSlide3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E1DAF5-1DB9-1696-9388-13FA534630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995FFB-934A-6B72-9777-AB3949311C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96CF33-C8A7-569C-7DCC-C4230B2D32D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B922B66-A338-F4A9-9B5C-1E6C267FC551}"/>
              </a:ext>
            </a:extLst>
          </p:cNvPr>
          <p:cNvSpPr>
            <a:spLocks noGrp="1"/>
          </p:cNvSpPr>
          <p:nvPr>
            <p:ph type="sldNum" sz="quarter" idx="5"/>
          </p:nvPr>
        </p:nvSpPr>
        <p:spPr/>
        <p:txBody>
          <a:bodyPr/>
          <a:lstStyle/>
          <a:p>
            <a:fld id="{0C49AC16-2221-4935-809C-2A72A26F729C}" type="slidenum">
              <a:rPr lang="en-US" smtClean="0"/>
              <a:t>321</a:t>
            </a:fld>
            <a:endParaRPr lang="en-US" dirty="0"/>
          </a:p>
        </p:txBody>
      </p:sp>
    </p:spTree>
    <p:extLst>
      <p:ext uri="{BB962C8B-B14F-4D97-AF65-F5344CB8AC3E}">
        <p14:creationId xmlns:p14="http://schemas.microsoft.com/office/powerpoint/2010/main" val="157565134"/>
      </p:ext>
    </p:extLst>
  </p:cSld>
  <p:clrMapOvr>
    <a:masterClrMapping/>
  </p:clrMapOvr>
</p:notes>
</file>

<file path=ppt/notesSlides/notesSlide3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4ED97-014F-23EA-2D07-EA0D142834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456568-AEFF-5ADB-F844-907E134B48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8106F7-7DD8-700B-4390-953BFF52CF1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9CA87DB-9EE4-355B-40DF-22B77C02EA4F}"/>
              </a:ext>
            </a:extLst>
          </p:cNvPr>
          <p:cNvSpPr>
            <a:spLocks noGrp="1"/>
          </p:cNvSpPr>
          <p:nvPr>
            <p:ph type="sldNum" sz="quarter" idx="5"/>
          </p:nvPr>
        </p:nvSpPr>
        <p:spPr/>
        <p:txBody>
          <a:bodyPr/>
          <a:lstStyle/>
          <a:p>
            <a:fld id="{0C49AC16-2221-4935-809C-2A72A26F729C}" type="slidenum">
              <a:rPr lang="en-US" smtClean="0"/>
              <a:t>322</a:t>
            </a:fld>
            <a:endParaRPr lang="en-US" dirty="0"/>
          </a:p>
        </p:txBody>
      </p:sp>
    </p:spTree>
    <p:extLst>
      <p:ext uri="{BB962C8B-B14F-4D97-AF65-F5344CB8AC3E}">
        <p14:creationId xmlns:p14="http://schemas.microsoft.com/office/powerpoint/2010/main" val="3928838498"/>
      </p:ext>
    </p:extLst>
  </p:cSld>
  <p:clrMapOvr>
    <a:masterClrMapping/>
  </p:clrMapOvr>
</p:notes>
</file>

<file path=ppt/notesSlides/notesSlide3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BD062-3FCE-5AA0-6A0C-087CF4D7EA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8A1ED1-6C2A-9FAF-E2C9-F1ED2552B0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1DC5F8-90E1-24F7-F6C4-9B9BC4685B2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A2A90B-40EF-69DF-C9C4-F6DF6208DF70}"/>
              </a:ext>
            </a:extLst>
          </p:cNvPr>
          <p:cNvSpPr>
            <a:spLocks noGrp="1"/>
          </p:cNvSpPr>
          <p:nvPr>
            <p:ph type="sldNum" sz="quarter" idx="5"/>
          </p:nvPr>
        </p:nvSpPr>
        <p:spPr/>
        <p:txBody>
          <a:bodyPr/>
          <a:lstStyle/>
          <a:p>
            <a:fld id="{0C49AC16-2221-4935-809C-2A72A26F729C}" type="slidenum">
              <a:rPr lang="en-US" smtClean="0"/>
              <a:t>323</a:t>
            </a:fld>
            <a:endParaRPr lang="en-US" dirty="0"/>
          </a:p>
        </p:txBody>
      </p:sp>
    </p:spTree>
    <p:extLst>
      <p:ext uri="{BB962C8B-B14F-4D97-AF65-F5344CB8AC3E}">
        <p14:creationId xmlns:p14="http://schemas.microsoft.com/office/powerpoint/2010/main" val="456458482"/>
      </p:ext>
    </p:extLst>
  </p:cSld>
  <p:clrMapOvr>
    <a:masterClrMapping/>
  </p:clrMapOvr>
</p:notes>
</file>

<file path=ppt/notesSlides/notesSlide3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A0F9F-B80D-BBF6-F52B-BCA4FD7F1F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0D715A-E87D-B6E0-4413-06604A74F7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819AE5-357B-8D78-D9D7-5BEF702B04A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D9B96C1-6FF4-1465-D939-2E3557012E7B}"/>
              </a:ext>
            </a:extLst>
          </p:cNvPr>
          <p:cNvSpPr>
            <a:spLocks noGrp="1"/>
          </p:cNvSpPr>
          <p:nvPr>
            <p:ph type="sldNum" sz="quarter" idx="5"/>
          </p:nvPr>
        </p:nvSpPr>
        <p:spPr/>
        <p:txBody>
          <a:bodyPr/>
          <a:lstStyle/>
          <a:p>
            <a:fld id="{0C49AC16-2221-4935-809C-2A72A26F729C}" type="slidenum">
              <a:rPr lang="en-US" smtClean="0"/>
              <a:t>324</a:t>
            </a:fld>
            <a:endParaRPr lang="en-US" dirty="0"/>
          </a:p>
        </p:txBody>
      </p:sp>
    </p:spTree>
    <p:extLst>
      <p:ext uri="{BB962C8B-B14F-4D97-AF65-F5344CB8AC3E}">
        <p14:creationId xmlns:p14="http://schemas.microsoft.com/office/powerpoint/2010/main" val="2927688734"/>
      </p:ext>
    </p:extLst>
  </p:cSld>
  <p:clrMapOvr>
    <a:masterClrMapping/>
  </p:clrMapOvr>
</p:notes>
</file>

<file path=ppt/notesSlides/notesSlide3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050EEC-537D-3B00-28BF-DBD530DF59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842703-DDEC-7416-2800-8E1963CFCA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14F4E5-85F6-4DBF-3FAE-7BE6FE4E069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518572A-9719-CE67-2D12-817BE7D9810B}"/>
              </a:ext>
            </a:extLst>
          </p:cNvPr>
          <p:cNvSpPr>
            <a:spLocks noGrp="1"/>
          </p:cNvSpPr>
          <p:nvPr>
            <p:ph type="sldNum" sz="quarter" idx="5"/>
          </p:nvPr>
        </p:nvSpPr>
        <p:spPr/>
        <p:txBody>
          <a:bodyPr/>
          <a:lstStyle/>
          <a:p>
            <a:fld id="{0C49AC16-2221-4935-809C-2A72A26F729C}" type="slidenum">
              <a:rPr lang="en-US" smtClean="0"/>
              <a:t>325</a:t>
            </a:fld>
            <a:endParaRPr lang="en-US" dirty="0"/>
          </a:p>
        </p:txBody>
      </p:sp>
    </p:spTree>
    <p:extLst>
      <p:ext uri="{BB962C8B-B14F-4D97-AF65-F5344CB8AC3E}">
        <p14:creationId xmlns:p14="http://schemas.microsoft.com/office/powerpoint/2010/main" val="3936567117"/>
      </p:ext>
    </p:extLst>
  </p:cSld>
  <p:clrMapOvr>
    <a:masterClrMapping/>
  </p:clrMapOvr>
</p:notes>
</file>

<file path=ppt/notesSlides/notesSlide3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95BF96-D498-F14C-293A-548875B0D8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87ED16-B143-2B0E-B823-D1E9D3CEB7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F066D5-1D15-D51E-34F5-67FF1CDC057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95CD6C7-DB12-2819-0669-EE7C1C5055F9}"/>
              </a:ext>
            </a:extLst>
          </p:cNvPr>
          <p:cNvSpPr>
            <a:spLocks noGrp="1"/>
          </p:cNvSpPr>
          <p:nvPr>
            <p:ph type="sldNum" sz="quarter" idx="5"/>
          </p:nvPr>
        </p:nvSpPr>
        <p:spPr/>
        <p:txBody>
          <a:bodyPr/>
          <a:lstStyle/>
          <a:p>
            <a:fld id="{0C49AC16-2221-4935-809C-2A72A26F729C}" type="slidenum">
              <a:rPr lang="en-US" smtClean="0"/>
              <a:t>326</a:t>
            </a:fld>
            <a:endParaRPr lang="en-US" dirty="0"/>
          </a:p>
        </p:txBody>
      </p:sp>
    </p:spTree>
    <p:extLst>
      <p:ext uri="{BB962C8B-B14F-4D97-AF65-F5344CB8AC3E}">
        <p14:creationId xmlns:p14="http://schemas.microsoft.com/office/powerpoint/2010/main" val="433919380"/>
      </p:ext>
    </p:extLst>
  </p:cSld>
  <p:clrMapOvr>
    <a:masterClrMapping/>
  </p:clrMapOvr>
</p:notes>
</file>

<file path=ppt/notesSlides/notesSlide3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83D623-4F27-A69D-A936-B6D9B96CFD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4CBA26-859B-BFF6-A0AE-AE1F356177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51D6A6-AC29-2144-2C6C-13C7C249144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891C9C2-4588-F900-2B8A-2CF9DEEFBAFE}"/>
              </a:ext>
            </a:extLst>
          </p:cNvPr>
          <p:cNvSpPr>
            <a:spLocks noGrp="1"/>
          </p:cNvSpPr>
          <p:nvPr>
            <p:ph type="sldNum" sz="quarter" idx="5"/>
          </p:nvPr>
        </p:nvSpPr>
        <p:spPr/>
        <p:txBody>
          <a:bodyPr/>
          <a:lstStyle/>
          <a:p>
            <a:fld id="{0C49AC16-2221-4935-809C-2A72A26F729C}" type="slidenum">
              <a:rPr lang="en-US" smtClean="0"/>
              <a:t>327</a:t>
            </a:fld>
            <a:endParaRPr lang="en-US" dirty="0"/>
          </a:p>
        </p:txBody>
      </p:sp>
    </p:spTree>
    <p:extLst>
      <p:ext uri="{BB962C8B-B14F-4D97-AF65-F5344CB8AC3E}">
        <p14:creationId xmlns:p14="http://schemas.microsoft.com/office/powerpoint/2010/main" val="2261580150"/>
      </p:ext>
    </p:extLst>
  </p:cSld>
  <p:clrMapOvr>
    <a:masterClrMapping/>
  </p:clrMapOvr>
</p:notes>
</file>

<file path=ppt/notesSlides/notesSlide3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EBDA50-030F-91B9-2AE2-7A95AC3CF7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96B80E-0CF6-C705-AC87-F850546E6C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F3F2C2-E010-0755-390C-D09EC922ADD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2EFFCC7-8859-1731-7EC9-7B505B5B7230}"/>
              </a:ext>
            </a:extLst>
          </p:cNvPr>
          <p:cNvSpPr>
            <a:spLocks noGrp="1"/>
          </p:cNvSpPr>
          <p:nvPr>
            <p:ph type="sldNum" sz="quarter" idx="5"/>
          </p:nvPr>
        </p:nvSpPr>
        <p:spPr/>
        <p:txBody>
          <a:bodyPr/>
          <a:lstStyle/>
          <a:p>
            <a:fld id="{0C49AC16-2221-4935-809C-2A72A26F729C}" type="slidenum">
              <a:rPr lang="en-US" smtClean="0"/>
              <a:t>328</a:t>
            </a:fld>
            <a:endParaRPr lang="en-US" dirty="0"/>
          </a:p>
        </p:txBody>
      </p:sp>
    </p:spTree>
    <p:extLst>
      <p:ext uri="{BB962C8B-B14F-4D97-AF65-F5344CB8AC3E}">
        <p14:creationId xmlns:p14="http://schemas.microsoft.com/office/powerpoint/2010/main" val="367705671"/>
      </p:ext>
    </p:extLst>
  </p:cSld>
  <p:clrMapOvr>
    <a:masterClrMapping/>
  </p:clrMapOvr>
</p:notes>
</file>

<file path=ppt/notesSlides/notesSlide3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AD83C3-096A-EF7A-1FB6-ABC5E22946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66843A-3E58-88F8-C657-20BC3E7B09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09CDFC-2AFE-A232-E98F-D691E3D7531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00C7CC7-4B70-C6F4-DC36-8D8BF756ADD3}"/>
              </a:ext>
            </a:extLst>
          </p:cNvPr>
          <p:cNvSpPr>
            <a:spLocks noGrp="1"/>
          </p:cNvSpPr>
          <p:nvPr>
            <p:ph type="sldNum" sz="quarter" idx="5"/>
          </p:nvPr>
        </p:nvSpPr>
        <p:spPr/>
        <p:txBody>
          <a:bodyPr/>
          <a:lstStyle/>
          <a:p>
            <a:fld id="{0C49AC16-2221-4935-809C-2A72A26F729C}" type="slidenum">
              <a:rPr lang="en-US" smtClean="0"/>
              <a:t>329</a:t>
            </a:fld>
            <a:endParaRPr lang="en-US" dirty="0"/>
          </a:p>
        </p:txBody>
      </p:sp>
    </p:spTree>
    <p:extLst>
      <p:ext uri="{BB962C8B-B14F-4D97-AF65-F5344CB8AC3E}">
        <p14:creationId xmlns:p14="http://schemas.microsoft.com/office/powerpoint/2010/main" val="1176886351"/>
      </p:ext>
    </p:extLst>
  </p:cSld>
  <p:clrMapOvr>
    <a:masterClrMapping/>
  </p:clrMapOvr>
</p:notes>
</file>

<file path=ppt/notesSlides/notesSlide3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F36EA-9823-EEB6-3C8C-D4C738DD4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AA75D7-829F-70F6-4A0C-489E940FDF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13547F-6B4F-0E8D-5B9F-926F6822C0D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35B0994-B302-C2EC-6472-94BC47410A5E}"/>
              </a:ext>
            </a:extLst>
          </p:cNvPr>
          <p:cNvSpPr>
            <a:spLocks noGrp="1"/>
          </p:cNvSpPr>
          <p:nvPr>
            <p:ph type="sldNum" sz="quarter" idx="5"/>
          </p:nvPr>
        </p:nvSpPr>
        <p:spPr/>
        <p:txBody>
          <a:bodyPr/>
          <a:lstStyle/>
          <a:p>
            <a:fld id="{0C49AC16-2221-4935-809C-2A72A26F729C}" type="slidenum">
              <a:rPr lang="en-US" smtClean="0"/>
              <a:t>330</a:t>
            </a:fld>
            <a:endParaRPr lang="en-US" dirty="0"/>
          </a:p>
        </p:txBody>
      </p:sp>
    </p:spTree>
    <p:extLst>
      <p:ext uri="{BB962C8B-B14F-4D97-AF65-F5344CB8AC3E}">
        <p14:creationId xmlns:p14="http://schemas.microsoft.com/office/powerpoint/2010/main" val="3567935532"/>
      </p:ext>
    </p:extLst>
  </p:cSld>
  <p:clrMapOvr>
    <a:masterClrMapping/>
  </p:clrMapOvr>
</p:notes>
</file>

<file path=ppt/notesSlides/notesSlide3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9E8FF-EB41-AE9A-F1D8-AEE4BF8881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B8E134-3CD0-B28F-3947-ACD6DA9708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4E26C0-2153-8DE2-4369-39AC157527F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81A28B0-009A-DAA9-5258-36DC27B43FBE}"/>
              </a:ext>
            </a:extLst>
          </p:cNvPr>
          <p:cNvSpPr>
            <a:spLocks noGrp="1"/>
          </p:cNvSpPr>
          <p:nvPr>
            <p:ph type="sldNum" sz="quarter" idx="5"/>
          </p:nvPr>
        </p:nvSpPr>
        <p:spPr/>
        <p:txBody>
          <a:bodyPr/>
          <a:lstStyle/>
          <a:p>
            <a:fld id="{0C49AC16-2221-4935-809C-2A72A26F729C}" type="slidenum">
              <a:rPr lang="en-US" smtClean="0"/>
              <a:t>331</a:t>
            </a:fld>
            <a:endParaRPr lang="en-US" dirty="0"/>
          </a:p>
        </p:txBody>
      </p:sp>
    </p:spTree>
    <p:extLst>
      <p:ext uri="{BB962C8B-B14F-4D97-AF65-F5344CB8AC3E}">
        <p14:creationId xmlns:p14="http://schemas.microsoft.com/office/powerpoint/2010/main" val="2054467355"/>
      </p:ext>
    </p:extLst>
  </p:cSld>
  <p:clrMapOvr>
    <a:masterClrMapping/>
  </p:clrMapOvr>
</p:notes>
</file>

<file path=ppt/notesSlides/notesSlide3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9007ED-5ED8-C10B-BD90-8A389F6EB0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281C00-5FA4-BA3E-EE96-44394ED45A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73923B-1FF0-9129-8423-D1A787BF327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9463CCA-40FA-B0B6-D441-DC2416CB9F63}"/>
              </a:ext>
            </a:extLst>
          </p:cNvPr>
          <p:cNvSpPr>
            <a:spLocks noGrp="1"/>
          </p:cNvSpPr>
          <p:nvPr>
            <p:ph type="sldNum" sz="quarter" idx="5"/>
          </p:nvPr>
        </p:nvSpPr>
        <p:spPr/>
        <p:txBody>
          <a:bodyPr/>
          <a:lstStyle/>
          <a:p>
            <a:fld id="{0C49AC16-2221-4935-809C-2A72A26F729C}" type="slidenum">
              <a:rPr lang="en-US" smtClean="0"/>
              <a:t>332</a:t>
            </a:fld>
            <a:endParaRPr lang="en-US" dirty="0"/>
          </a:p>
        </p:txBody>
      </p:sp>
    </p:spTree>
    <p:extLst>
      <p:ext uri="{BB962C8B-B14F-4D97-AF65-F5344CB8AC3E}">
        <p14:creationId xmlns:p14="http://schemas.microsoft.com/office/powerpoint/2010/main" val="2518603537"/>
      </p:ext>
    </p:extLst>
  </p:cSld>
  <p:clrMapOvr>
    <a:masterClrMapping/>
  </p:clrMapOvr>
</p:notes>
</file>

<file path=ppt/notesSlides/notesSlide3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33D74-3798-D5A2-A811-F662310708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D53F16-3CBF-D4D3-9A7B-6C8F892B4C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5369BE-5F9F-9E6A-3E39-88DEBA88D12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F3B3CAB-037E-64FA-F78B-0C32A9164F3A}"/>
              </a:ext>
            </a:extLst>
          </p:cNvPr>
          <p:cNvSpPr>
            <a:spLocks noGrp="1"/>
          </p:cNvSpPr>
          <p:nvPr>
            <p:ph type="sldNum" sz="quarter" idx="5"/>
          </p:nvPr>
        </p:nvSpPr>
        <p:spPr/>
        <p:txBody>
          <a:bodyPr/>
          <a:lstStyle/>
          <a:p>
            <a:fld id="{0C49AC16-2221-4935-809C-2A72A26F729C}" type="slidenum">
              <a:rPr lang="en-US" smtClean="0"/>
              <a:t>333</a:t>
            </a:fld>
            <a:endParaRPr lang="en-US" dirty="0"/>
          </a:p>
        </p:txBody>
      </p:sp>
    </p:spTree>
    <p:extLst>
      <p:ext uri="{BB962C8B-B14F-4D97-AF65-F5344CB8AC3E}">
        <p14:creationId xmlns:p14="http://schemas.microsoft.com/office/powerpoint/2010/main" val="991410476"/>
      </p:ext>
    </p:extLst>
  </p:cSld>
  <p:clrMapOvr>
    <a:masterClrMapping/>
  </p:clrMapOvr>
</p:notes>
</file>

<file path=ppt/notesSlides/notesSlide3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08736F-166B-F705-DA4F-C710BE1B6B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B83BB0-3026-EA2F-5927-7715934646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60744C-1E98-3667-CD49-63944094C38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097C433-639E-3785-DE92-8AF86AF5F685}"/>
              </a:ext>
            </a:extLst>
          </p:cNvPr>
          <p:cNvSpPr>
            <a:spLocks noGrp="1"/>
          </p:cNvSpPr>
          <p:nvPr>
            <p:ph type="sldNum" sz="quarter" idx="5"/>
          </p:nvPr>
        </p:nvSpPr>
        <p:spPr/>
        <p:txBody>
          <a:bodyPr/>
          <a:lstStyle/>
          <a:p>
            <a:fld id="{0C49AC16-2221-4935-809C-2A72A26F729C}" type="slidenum">
              <a:rPr lang="en-US" smtClean="0"/>
              <a:t>334</a:t>
            </a:fld>
            <a:endParaRPr lang="en-US" dirty="0"/>
          </a:p>
        </p:txBody>
      </p:sp>
    </p:spTree>
    <p:extLst>
      <p:ext uri="{BB962C8B-B14F-4D97-AF65-F5344CB8AC3E}">
        <p14:creationId xmlns:p14="http://schemas.microsoft.com/office/powerpoint/2010/main" val="2446576188"/>
      </p:ext>
    </p:extLst>
  </p:cSld>
  <p:clrMapOvr>
    <a:masterClrMapping/>
  </p:clrMapOvr>
</p:notes>
</file>

<file path=ppt/notesSlides/notesSlide3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B9E5D-E3FA-7C3E-7041-1E2768A236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2A286F-7E0B-BBF6-DDBD-E48B646E52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813E55-D7E5-D2CC-EFAD-2046DA9F42D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C994A83-5DB0-BBC1-D43F-609F0339662F}"/>
              </a:ext>
            </a:extLst>
          </p:cNvPr>
          <p:cNvSpPr>
            <a:spLocks noGrp="1"/>
          </p:cNvSpPr>
          <p:nvPr>
            <p:ph type="sldNum" sz="quarter" idx="5"/>
          </p:nvPr>
        </p:nvSpPr>
        <p:spPr/>
        <p:txBody>
          <a:bodyPr/>
          <a:lstStyle/>
          <a:p>
            <a:fld id="{0C49AC16-2221-4935-809C-2A72A26F729C}" type="slidenum">
              <a:rPr lang="en-US" smtClean="0"/>
              <a:t>335</a:t>
            </a:fld>
            <a:endParaRPr lang="en-US" dirty="0"/>
          </a:p>
        </p:txBody>
      </p:sp>
    </p:spTree>
    <p:extLst>
      <p:ext uri="{BB962C8B-B14F-4D97-AF65-F5344CB8AC3E}">
        <p14:creationId xmlns:p14="http://schemas.microsoft.com/office/powerpoint/2010/main" val="2217939542"/>
      </p:ext>
    </p:extLst>
  </p:cSld>
  <p:clrMapOvr>
    <a:masterClrMapping/>
  </p:clrMapOvr>
</p:notes>
</file>

<file path=ppt/notesSlides/notesSlide3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F58270-4190-E7EC-B6E4-536B0E1BE8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882D7E-029E-C759-C679-1BD65305E4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14B487-7D1A-F7E1-A05F-687FB974521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F28D27A-EDE4-1BDD-B3A6-3BE4880D7680}"/>
              </a:ext>
            </a:extLst>
          </p:cNvPr>
          <p:cNvSpPr>
            <a:spLocks noGrp="1"/>
          </p:cNvSpPr>
          <p:nvPr>
            <p:ph type="sldNum" sz="quarter" idx="5"/>
          </p:nvPr>
        </p:nvSpPr>
        <p:spPr/>
        <p:txBody>
          <a:bodyPr/>
          <a:lstStyle/>
          <a:p>
            <a:fld id="{0C49AC16-2221-4935-809C-2A72A26F729C}" type="slidenum">
              <a:rPr lang="en-US" smtClean="0"/>
              <a:t>336</a:t>
            </a:fld>
            <a:endParaRPr lang="en-US" dirty="0"/>
          </a:p>
        </p:txBody>
      </p:sp>
    </p:spTree>
    <p:extLst>
      <p:ext uri="{BB962C8B-B14F-4D97-AF65-F5344CB8AC3E}">
        <p14:creationId xmlns:p14="http://schemas.microsoft.com/office/powerpoint/2010/main" val="2263136427"/>
      </p:ext>
    </p:extLst>
  </p:cSld>
  <p:clrMapOvr>
    <a:masterClrMapping/>
  </p:clrMapOvr>
</p:notes>
</file>

<file path=ppt/notesSlides/notesSlide3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1E96AC-8A46-E9A6-D37A-B57256F0FE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49DF06-6531-85AA-8E4A-456145D3B3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D88BF3-A726-0070-EF59-38C37D3CA0C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C03C93F-DAB5-3FAA-1825-E0F8B5040B8D}"/>
              </a:ext>
            </a:extLst>
          </p:cNvPr>
          <p:cNvSpPr>
            <a:spLocks noGrp="1"/>
          </p:cNvSpPr>
          <p:nvPr>
            <p:ph type="sldNum" sz="quarter" idx="5"/>
          </p:nvPr>
        </p:nvSpPr>
        <p:spPr/>
        <p:txBody>
          <a:bodyPr/>
          <a:lstStyle/>
          <a:p>
            <a:fld id="{0C49AC16-2221-4935-809C-2A72A26F729C}" type="slidenum">
              <a:rPr lang="en-US" smtClean="0"/>
              <a:t>337</a:t>
            </a:fld>
            <a:endParaRPr lang="en-US" dirty="0"/>
          </a:p>
        </p:txBody>
      </p:sp>
    </p:spTree>
    <p:extLst>
      <p:ext uri="{BB962C8B-B14F-4D97-AF65-F5344CB8AC3E}">
        <p14:creationId xmlns:p14="http://schemas.microsoft.com/office/powerpoint/2010/main" val="3890696676"/>
      </p:ext>
    </p:extLst>
  </p:cSld>
  <p:clrMapOvr>
    <a:masterClrMapping/>
  </p:clrMapOvr>
</p:notes>
</file>

<file path=ppt/notesSlides/notesSlide3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BBF7E1-4963-C691-4FC8-D16EFE572C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316306-026C-BF25-AEC5-03D83B2042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3EECAC-4812-4B3C-B39D-C6B667F3B7C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52F80D9-8B5B-A2FA-FA65-E2FEC8E3D847}"/>
              </a:ext>
            </a:extLst>
          </p:cNvPr>
          <p:cNvSpPr>
            <a:spLocks noGrp="1"/>
          </p:cNvSpPr>
          <p:nvPr>
            <p:ph type="sldNum" sz="quarter" idx="5"/>
          </p:nvPr>
        </p:nvSpPr>
        <p:spPr/>
        <p:txBody>
          <a:bodyPr/>
          <a:lstStyle/>
          <a:p>
            <a:fld id="{0C49AC16-2221-4935-809C-2A72A26F729C}" type="slidenum">
              <a:rPr lang="en-US" smtClean="0"/>
              <a:t>338</a:t>
            </a:fld>
            <a:endParaRPr lang="en-US" dirty="0"/>
          </a:p>
        </p:txBody>
      </p:sp>
    </p:spTree>
    <p:extLst>
      <p:ext uri="{BB962C8B-B14F-4D97-AF65-F5344CB8AC3E}">
        <p14:creationId xmlns:p14="http://schemas.microsoft.com/office/powerpoint/2010/main" val="2181764316"/>
      </p:ext>
    </p:extLst>
  </p:cSld>
  <p:clrMapOvr>
    <a:masterClrMapping/>
  </p:clrMapOvr>
</p:notes>
</file>

<file path=ppt/notesSlides/notesSlide3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0D9E6-8146-7C97-B41A-6C39837D59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86CED-64E9-6C77-AA97-C7BD1CD8A7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760B55-62C3-EAA0-980C-63505920B5D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8AD4769-4261-970D-4B44-A5A27031B49D}"/>
              </a:ext>
            </a:extLst>
          </p:cNvPr>
          <p:cNvSpPr>
            <a:spLocks noGrp="1"/>
          </p:cNvSpPr>
          <p:nvPr>
            <p:ph type="sldNum" sz="quarter" idx="5"/>
          </p:nvPr>
        </p:nvSpPr>
        <p:spPr/>
        <p:txBody>
          <a:bodyPr/>
          <a:lstStyle/>
          <a:p>
            <a:fld id="{0C49AC16-2221-4935-809C-2A72A26F729C}" type="slidenum">
              <a:rPr lang="en-US" smtClean="0"/>
              <a:t>339</a:t>
            </a:fld>
            <a:endParaRPr lang="en-US" dirty="0"/>
          </a:p>
        </p:txBody>
      </p:sp>
    </p:spTree>
    <p:extLst>
      <p:ext uri="{BB962C8B-B14F-4D97-AF65-F5344CB8AC3E}">
        <p14:creationId xmlns:p14="http://schemas.microsoft.com/office/powerpoint/2010/main" val="2036996649"/>
      </p:ext>
    </p:extLst>
  </p:cSld>
  <p:clrMapOvr>
    <a:masterClrMapping/>
  </p:clrMapOvr>
</p:notes>
</file>

<file path=ppt/notesSlides/notesSlide3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D0EE32-F5B7-A705-B048-565779CA8F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E7130C-BCD7-E941-C1C1-29A127AFA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CA1E9E-503B-4DD7-A44E-72D6766A823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E91C2D5-85BB-3ED0-DAFB-DB244C5DAC79}"/>
              </a:ext>
            </a:extLst>
          </p:cNvPr>
          <p:cNvSpPr>
            <a:spLocks noGrp="1"/>
          </p:cNvSpPr>
          <p:nvPr>
            <p:ph type="sldNum" sz="quarter" idx="5"/>
          </p:nvPr>
        </p:nvSpPr>
        <p:spPr/>
        <p:txBody>
          <a:bodyPr/>
          <a:lstStyle/>
          <a:p>
            <a:fld id="{0C49AC16-2221-4935-809C-2A72A26F729C}" type="slidenum">
              <a:rPr lang="en-US" smtClean="0"/>
              <a:t>340</a:t>
            </a:fld>
            <a:endParaRPr lang="en-US" dirty="0"/>
          </a:p>
        </p:txBody>
      </p:sp>
    </p:spTree>
    <p:extLst>
      <p:ext uri="{BB962C8B-B14F-4D97-AF65-F5344CB8AC3E}">
        <p14:creationId xmlns:p14="http://schemas.microsoft.com/office/powerpoint/2010/main" val="629415834"/>
      </p:ext>
    </p:extLst>
  </p:cSld>
  <p:clrMapOvr>
    <a:masterClrMapping/>
  </p:clrMapOvr>
</p:notes>
</file>

<file path=ppt/notesSlides/notesSlide3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3DA1CF-FD34-D2DE-C09F-365EB8AB86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F22C58-9134-FBB3-FAB0-62589DE895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DEBE8C-2EC0-6702-F493-8E46BDF91BD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3B8D10A-E743-8C1E-6E23-04B339C924AA}"/>
              </a:ext>
            </a:extLst>
          </p:cNvPr>
          <p:cNvSpPr>
            <a:spLocks noGrp="1"/>
          </p:cNvSpPr>
          <p:nvPr>
            <p:ph type="sldNum" sz="quarter" idx="5"/>
          </p:nvPr>
        </p:nvSpPr>
        <p:spPr/>
        <p:txBody>
          <a:bodyPr/>
          <a:lstStyle/>
          <a:p>
            <a:fld id="{0C49AC16-2221-4935-809C-2A72A26F729C}" type="slidenum">
              <a:rPr lang="en-US" smtClean="0"/>
              <a:t>341</a:t>
            </a:fld>
            <a:endParaRPr lang="en-US" dirty="0"/>
          </a:p>
        </p:txBody>
      </p:sp>
    </p:spTree>
    <p:extLst>
      <p:ext uri="{BB962C8B-B14F-4D97-AF65-F5344CB8AC3E}">
        <p14:creationId xmlns:p14="http://schemas.microsoft.com/office/powerpoint/2010/main" val="1809015715"/>
      </p:ext>
    </p:extLst>
  </p:cSld>
  <p:clrMapOvr>
    <a:masterClrMapping/>
  </p:clrMapOvr>
</p:notes>
</file>

<file path=ppt/notesSlides/notesSlide3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4FDCB-B5E5-F1A9-69FC-431B833B65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812384-9530-8EFF-B4C7-EE8EB7F372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E1C20A-2B22-61ED-DBA2-31860988E69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69BA5B7-F372-4ABB-DADE-9EA0711AD960}"/>
              </a:ext>
            </a:extLst>
          </p:cNvPr>
          <p:cNvSpPr>
            <a:spLocks noGrp="1"/>
          </p:cNvSpPr>
          <p:nvPr>
            <p:ph type="sldNum" sz="quarter" idx="5"/>
          </p:nvPr>
        </p:nvSpPr>
        <p:spPr/>
        <p:txBody>
          <a:bodyPr/>
          <a:lstStyle/>
          <a:p>
            <a:fld id="{0C49AC16-2221-4935-809C-2A72A26F729C}" type="slidenum">
              <a:rPr lang="en-US" smtClean="0"/>
              <a:t>342</a:t>
            </a:fld>
            <a:endParaRPr lang="en-US" dirty="0"/>
          </a:p>
        </p:txBody>
      </p:sp>
    </p:spTree>
    <p:extLst>
      <p:ext uri="{BB962C8B-B14F-4D97-AF65-F5344CB8AC3E}">
        <p14:creationId xmlns:p14="http://schemas.microsoft.com/office/powerpoint/2010/main" val="3448717479"/>
      </p:ext>
    </p:extLst>
  </p:cSld>
  <p:clrMapOvr>
    <a:masterClrMapping/>
  </p:clrMapOvr>
</p:notes>
</file>

<file path=ppt/notesSlides/notesSlide3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F36FA-58AC-39EF-D3B8-4053DD909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BDCC97-5BBA-6A76-0065-7622833F9A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D6109D-A598-B416-906B-85BBD5C7BD9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7CAFFC5-2E17-F716-9057-FB7DB98102D0}"/>
              </a:ext>
            </a:extLst>
          </p:cNvPr>
          <p:cNvSpPr>
            <a:spLocks noGrp="1"/>
          </p:cNvSpPr>
          <p:nvPr>
            <p:ph type="sldNum" sz="quarter" idx="5"/>
          </p:nvPr>
        </p:nvSpPr>
        <p:spPr/>
        <p:txBody>
          <a:bodyPr/>
          <a:lstStyle/>
          <a:p>
            <a:fld id="{0C49AC16-2221-4935-809C-2A72A26F729C}" type="slidenum">
              <a:rPr lang="en-US" smtClean="0"/>
              <a:t>343</a:t>
            </a:fld>
            <a:endParaRPr lang="en-US" dirty="0"/>
          </a:p>
        </p:txBody>
      </p:sp>
    </p:spTree>
    <p:extLst>
      <p:ext uri="{BB962C8B-B14F-4D97-AF65-F5344CB8AC3E}">
        <p14:creationId xmlns:p14="http://schemas.microsoft.com/office/powerpoint/2010/main" val="765260850"/>
      </p:ext>
    </p:extLst>
  </p:cSld>
  <p:clrMapOvr>
    <a:masterClrMapping/>
  </p:clrMapOvr>
</p:notes>
</file>

<file path=ppt/notesSlides/notesSlide3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FAF108-EA9A-D842-BEEA-D9B5C3A4BE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9D5019-DBC9-45D1-F6A7-B7E03C79A2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D2C570-66FF-3C58-2793-B44D3B489F9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AF57BA1-BED5-E106-5EB9-3B497768E8D1}"/>
              </a:ext>
            </a:extLst>
          </p:cNvPr>
          <p:cNvSpPr>
            <a:spLocks noGrp="1"/>
          </p:cNvSpPr>
          <p:nvPr>
            <p:ph type="sldNum" sz="quarter" idx="5"/>
          </p:nvPr>
        </p:nvSpPr>
        <p:spPr/>
        <p:txBody>
          <a:bodyPr/>
          <a:lstStyle/>
          <a:p>
            <a:fld id="{0C49AC16-2221-4935-809C-2A72A26F729C}" type="slidenum">
              <a:rPr lang="en-US" smtClean="0"/>
              <a:t>344</a:t>
            </a:fld>
            <a:endParaRPr lang="en-US" dirty="0"/>
          </a:p>
        </p:txBody>
      </p:sp>
    </p:spTree>
    <p:extLst>
      <p:ext uri="{BB962C8B-B14F-4D97-AF65-F5344CB8AC3E}">
        <p14:creationId xmlns:p14="http://schemas.microsoft.com/office/powerpoint/2010/main" val="1725604903"/>
      </p:ext>
    </p:extLst>
  </p:cSld>
  <p:clrMapOvr>
    <a:masterClrMapping/>
  </p:clrMapOvr>
</p:notes>
</file>

<file path=ppt/notesSlides/notesSlide3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3B6F94-0AF1-BCE3-A81D-26C3956F4D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0FD87B-0549-6C27-DE69-7FE77041DC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254DAE-0ACF-8971-EFB0-839A4B1D9AD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F500DDD-ED2A-AA21-32B9-87E0443B0403}"/>
              </a:ext>
            </a:extLst>
          </p:cNvPr>
          <p:cNvSpPr>
            <a:spLocks noGrp="1"/>
          </p:cNvSpPr>
          <p:nvPr>
            <p:ph type="sldNum" sz="quarter" idx="5"/>
          </p:nvPr>
        </p:nvSpPr>
        <p:spPr/>
        <p:txBody>
          <a:bodyPr/>
          <a:lstStyle/>
          <a:p>
            <a:fld id="{0C49AC16-2221-4935-809C-2A72A26F729C}" type="slidenum">
              <a:rPr lang="en-US" smtClean="0"/>
              <a:t>345</a:t>
            </a:fld>
            <a:endParaRPr lang="en-US" dirty="0"/>
          </a:p>
        </p:txBody>
      </p:sp>
    </p:spTree>
    <p:extLst>
      <p:ext uri="{BB962C8B-B14F-4D97-AF65-F5344CB8AC3E}">
        <p14:creationId xmlns:p14="http://schemas.microsoft.com/office/powerpoint/2010/main" val="3306869776"/>
      </p:ext>
    </p:extLst>
  </p:cSld>
  <p:clrMapOvr>
    <a:masterClrMapping/>
  </p:clrMapOvr>
</p:notes>
</file>

<file path=ppt/notesSlides/notesSlide3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B1506A-896E-A60B-670E-30BFB5660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6F115C-B5C4-0FA0-F53C-69BDF9AA89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5120D7-9CB1-E578-04E4-E431FC1B6C8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E1DF092-4824-5A66-2532-57EDDAAD6ECC}"/>
              </a:ext>
            </a:extLst>
          </p:cNvPr>
          <p:cNvSpPr>
            <a:spLocks noGrp="1"/>
          </p:cNvSpPr>
          <p:nvPr>
            <p:ph type="sldNum" sz="quarter" idx="5"/>
          </p:nvPr>
        </p:nvSpPr>
        <p:spPr/>
        <p:txBody>
          <a:bodyPr/>
          <a:lstStyle/>
          <a:p>
            <a:fld id="{0C49AC16-2221-4935-809C-2A72A26F729C}" type="slidenum">
              <a:rPr lang="en-US" smtClean="0"/>
              <a:t>346</a:t>
            </a:fld>
            <a:endParaRPr lang="en-US" dirty="0"/>
          </a:p>
        </p:txBody>
      </p:sp>
    </p:spTree>
    <p:extLst>
      <p:ext uri="{BB962C8B-B14F-4D97-AF65-F5344CB8AC3E}">
        <p14:creationId xmlns:p14="http://schemas.microsoft.com/office/powerpoint/2010/main" val="1821423861"/>
      </p:ext>
    </p:extLst>
  </p:cSld>
  <p:clrMapOvr>
    <a:masterClrMapping/>
  </p:clrMapOvr>
</p:notes>
</file>

<file path=ppt/notesSlides/notesSlide3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1B1AB9-CA11-9843-A0C1-7377250C3F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FC9CB5-B572-9A28-AC78-5EC88F37A6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8BCED2-1A31-F660-FAF1-E95562A0548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5D6AFF0-38A0-D56E-D57C-6983E10E626E}"/>
              </a:ext>
            </a:extLst>
          </p:cNvPr>
          <p:cNvSpPr>
            <a:spLocks noGrp="1"/>
          </p:cNvSpPr>
          <p:nvPr>
            <p:ph type="sldNum" sz="quarter" idx="5"/>
          </p:nvPr>
        </p:nvSpPr>
        <p:spPr/>
        <p:txBody>
          <a:bodyPr/>
          <a:lstStyle/>
          <a:p>
            <a:fld id="{0C49AC16-2221-4935-809C-2A72A26F729C}" type="slidenum">
              <a:rPr lang="en-US" smtClean="0"/>
              <a:t>347</a:t>
            </a:fld>
            <a:endParaRPr lang="en-US" dirty="0"/>
          </a:p>
        </p:txBody>
      </p:sp>
    </p:spTree>
    <p:extLst>
      <p:ext uri="{BB962C8B-B14F-4D97-AF65-F5344CB8AC3E}">
        <p14:creationId xmlns:p14="http://schemas.microsoft.com/office/powerpoint/2010/main" val="1184962020"/>
      </p:ext>
    </p:extLst>
  </p:cSld>
  <p:clrMapOvr>
    <a:masterClrMapping/>
  </p:clrMapOvr>
</p:notes>
</file>

<file path=ppt/notesSlides/notesSlide3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CC6D8-5DA3-4EF6-E5CF-D28216CED6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962788-4782-B79B-3FBA-DAC26265B1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C3DE8E-20D4-326B-F56D-7634D373B32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EA32A83-A646-C5A8-0BBC-CCDE38CEADA8}"/>
              </a:ext>
            </a:extLst>
          </p:cNvPr>
          <p:cNvSpPr>
            <a:spLocks noGrp="1"/>
          </p:cNvSpPr>
          <p:nvPr>
            <p:ph type="sldNum" sz="quarter" idx="5"/>
          </p:nvPr>
        </p:nvSpPr>
        <p:spPr/>
        <p:txBody>
          <a:bodyPr/>
          <a:lstStyle/>
          <a:p>
            <a:fld id="{0C49AC16-2221-4935-809C-2A72A26F729C}" type="slidenum">
              <a:rPr lang="en-US" smtClean="0"/>
              <a:t>348</a:t>
            </a:fld>
            <a:endParaRPr lang="en-US" dirty="0"/>
          </a:p>
        </p:txBody>
      </p:sp>
    </p:spTree>
    <p:extLst>
      <p:ext uri="{BB962C8B-B14F-4D97-AF65-F5344CB8AC3E}">
        <p14:creationId xmlns:p14="http://schemas.microsoft.com/office/powerpoint/2010/main" val="712215232"/>
      </p:ext>
    </p:extLst>
  </p:cSld>
  <p:clrMapOvr>
    <a:masterClrMapping/>
  </p:clrMapOvr>
</p:notes>
</file>

<file path=ppt/notesSlides/notesSlide3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26F4A0-8228-4036-A911-BE8590714F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E90CC9-FC7E-89F4-3352-14DDCB2E2F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16BF51-93F7-3260-A14E-1163B5804BA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EB44E0F-D70A-99EB-5A29-597BAACB9872}"/>
              </a:ext>
            </a:extLst>
          </p:cNvPr>
          <p:cNvSpPr>
            <a:spLocks noGrp="1"/>
          </p:cNvSpPr>
          <p:nvPr>
            <p:ph type="sldNum" sz="quarter" idx="5"/>
          </p:nvPr>
        </p:nvSpPr>
        <p:spPr/>
        <p:txBody>
          <a:bodyPr/>
          <a:lstStyle/>
          <a:p>
            <a:fld id="{0C49AC16-2221-4935-809C-2A72A26F729C}" type="slidenum">
              <a:rPr lang="en-US" smtClean="0"/>
              <a:t>349</a:t>
            </a:fld>
            <a:endParaRPr lang="en-US" dirty="0"/>
          </a:p>
        </p:txBody>
      </p:sp>
    </p:spTree>
    <p:extLst>
      <p:ext uri="{BB962C8B-B14F-4D97-AF65-F5344CB8AC3E}">
        <p14:creationId xmlns:p14="http://schemas.microsoft.com/office/powerpoint/2010/main" val="412209045"/>
      </p:ext>
    </p:extLst>
  </p:cSld>
  <p:clrMapOvr>
    <a:masterClrMapping/>
  </p:clrMapOvr>
</p:notes>
</file>

<file path=ppt/notesSlides/notesSlide3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3B082-5DDB-ED72-DAD3-F68E9C3EE4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812A13-B4AC-984A-5E47-A69540FE41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7BBD48-C23F-A63B-D6D7-DD136B9C93A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0B5908F-A8C3-89BE-3AFF-E1D205C8E4CA}"/>
              </a:ext>
            </a:extLst>
          </p:cNvPr>
          <p:cNvSpPr>
            <a:spLocks noGrp="1"/>
          </p:cNvSpPr>
          <p:nvPr>
            <p:ph type="sldNum" sz="quarter" idx="5"/>
          </p:nvPr>
        </p:nvSpPr>
        <p:spPr/>
        <p:txBody>
          <a:bodyPr/>
          <a:lstStyle/>
          <a:p>
            <a:fld id="{0C49AC16-2221-4935-809C-2A72A26F729C}" type="slidenum">
              <a:rPr lang="en-US" smtClean="0"/>
              <a:t>350</a:t>
            </a:fld>
            <a:endParaRPr lang="en-US" dirty="0"/>
          </a:p>
        </p:txBody>
      </p:sp>
    </p:spTree>
    <p:extLst>
      <p:ext uri="{BB962C8B-B14F-4D97-AF65-F5344CB8AC3E}">
        <p14:creationId xmlns:p14="http://schemas.microsoft.com/office/powerpoint/2010/main" val="2310004013"/>
      </p:ext>
    </p:extLst>
  </p:cSld>
  <p:clrMapOvr>
    <a:masterClrMapping/>
  </p:clrMapOvr>
</p:notes>
</file>

<file path=ppt/notesSlides/notesSlide3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A2131A-6785-341A-5879-AF04BA3E58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7594B4-A48B-6E70-9003-DF2BC0487B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824713-7996-E839-09AE-682CC424BD8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170C225-3153-A250-29C6-BC4C9102CE63}"/>
              </a:ext>
            </a:extLst>
          </p:cNvPr>
          <p:cNvSpPr>
            <a:spLocks noGrp="1"/>
          </p:cNvSpPr>
          <p:nvPr>
            <p:ph type="sldNum" sz="quarter" idx="5"/>
          </p:nvPr>
        </p:nvSpPr>
        <p:spPr/>
        <p:txBody>
          <a:bodyPr/>
          <a:lstStyle/>
          <a:p>
            <a:fld id="{0C49AC16-2221-4935-809C-2A72A26F729C}" type="slidenum">
              <a:rPr lang="en-US" smtClean="0"/>
              <a:t>351</a:t>
            </a:fld>
            <a:endParaRPr lang="en-US" dirty="0"/>
          </a:p>
        </p:txBody>
      </p:sp>
    </p:spTree>
    <p:extLst>
      <p:ext uri="{BB962C8B-B14F-4D97-AF65-F5344CB8AC3E}">
        <p14:creationId xmlns:p14="http://schemas.microsoft.com/office/powerpoint/2010/main" val="571522561"/>
      </p:ext>
    </p:extLst>
  </p:cSld>
  <p:clrMapOvr>
    <a:masterClrMapping/>
  </p:clrMapOvr>
</p:notes>
</file>

<file path=ppt/notesSlides/notesSlide3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55188-C838-64B8-CCC3-A939BC2271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346A6C-9255-6B7B-1697-FABC70D099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782331-D305-A1D3-C725-09AE92CDC27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79B99B7-9F3F-520A-B723-D023236062DC}"/>
              </a:ext>
            </a:extLst>
          </p:cNvPr>
          <p:cNvSpPr>
            <a:spLocks noGrp="1"/>
          </p:cNvSpPr>
          <p:nvPr>
            <p:ph type="sldNum" sz="quarter" idx="5"/>
          </p:nvPr>
        </p:nvSpPr>
        <p:spPr/>
        <p:txBody>
          <a:bodyPr/>
          <a:lstStyle/>
          <a:p>
            <a:fld id="{0C49AC16-2221-4935-809C-2A72A26F729C}" type="slidenum">
              <a:rPr lang="en-US" smtClean="0"/>
              <a:t>352</a:t>
            </a:fld>
            <a:endParaRPr lang="en-US" dirty="0"/>
          </a:p>
        </p:txBody>
      </p:sp>
    </p:spTree>
    <p:extLst>
      <p:ext uri="{BB962C8B-B14F-4D97-AF65-F5344CB8AC3E}">
        <p14:creationId xmlns:p14="http://schemas.microsoft.com/office/powerpoint/2010/main" val="4223156384"/>
      </p:ext>
    </p:extLst>
  </p:cSld>
  <p:clrMapOvr>
    <a:masterClrMapping/>
  </p:clrMapOvr>
</p:notes>
</file>

<file path=ppt/notesSlides/notesSlide3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6F39E7-7AA1-9BBE-CF5B-9A09A9E0C3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BFE2CD-8546-E4BC-F196-CB18E68F33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720D60-ADF6-A624-320A-C8D56C8A179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5B4CFCF-F3A5-47FD-0CBE-51DBDB580EE4}"/>
              </a:ext>
            </a:extLst>
          </p:cNvPr>
          <p:cNvSpPr>
            <a:spLocks noGrp="1"/>
          </p:cNvSpPr>
          <p:nvPr>
            <p:ph type="sldNum" sz="quarter" idx="5"/>
          </p:nvPr>
        </p:nvSpPr>
        <p:spPr/>
        <p:txBody>
          <a:bodyPr/>
          <a:lstStyle/>
          <a:p>
            <a:fld id="{0C49AC16-2221-4935-809C-2A72A26F729C}" type="slidenum">
              <a:rPr lang="en-US" smtClean="0"/>
              <a:t>353</a:t>
            </a:fld>
            <a:endParaRPr lang="en-US" dirty="0"/>
          </a:p>
        </p:txBody>
      </p:sp>
    </p:spTree>
    <p:extLst>
      <p:ext uri="{BB962C8B-B14F-4D97-AF65-F5344CB8AC3E}">
        <p14:creationId xmlns:p14="http://schemas.microsoft.com/office/powerpoint/2010/main" val="571271625"/>
      </p:ext>
    </p:extLst>
  </p:cSld>
  <p:clrMapOvr>
    <a:masterClrMapping/>
  </p:clrMapOvr>
</p:notes>
</file>

<file path=ppt/notesSlides/notesSlide3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5B541-6FE5-F8F5-9639-FF5730EC7A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71CEA4-E95C-12BC-EF7F-8BD274703E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9155CB-F04B-D55C-1353-2A6F3281648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2166392-E34B-A3DA-EA59-8126295B9A2A}"/>
              </a:ext>
            </a:extLst>
          </p:cNvPr>
          <p:cNvSpPr>
            <a:spLocks noGrp="1"/>
          </p:cNvSpPr>
          <p:nvPr>
            <p:ph type="sldNum" sz="quarter" idx="5"/>
          </p:nvPr>
        </p:nvSpPr>
        <p:spPr/>
        <p:txBody>
          <a:bodyPr/>
          <a:lstStyle/>
          <a:p>
            <a:fld id="{0C49AC16-2221-4935-809C-2A72A26F729C}" type="slidenum">
              <a:rPr lang="en-US" smtClean="0"/>
              <a:t>354</a:t>
            </a:fld>
            <a:endParaRPr lang="en-US" dirty="0"/>
          </a:p>
        </p:txBody>
      </p:sp>
    </p:spTree>
    <p:extLst>
      <p:ext uri="{BB962C8B-B14F-4D97-AF65-F5344CB8AC3E}">
        <p14:creationId xmlns:p14="http://schemas.microsoft.com/office/powerpoint/2010/main" val="2306403765"/>
      </p:ext>
    </p:extLst>
  </p:cSld>
  <p:clrMapOvr>
    <a:masterClrMapping/>
  </p:clrMapOvr>
</p:notes>
</file>

<file path=ppt/notesSlides/notesSlide3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CBCAF-0B58-C956-0E59-3EB0F6F110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E7F715-5746-3010-8A06-E494CA8D4F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D5136A-4A68-10D6-A06D-25E98FBBBE4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6C9E110-424C-042D-2EE1-D5D8414D98F1}"/>
              </a:ext>
            </a:extLst>
          </p:cNvPr>
          <p:cNvSpPr>
            <a:spLocks noGrp="1"/>
          </p:cNvSpPr>
          <p:nvPr>
            <p:ph type="sldNum" sz="quarter" idx="5"/>
          </p:nvPr>
        </p:nvSpPr>
        <p:spPr/>
        <p:txBody>
          <a:bodyPr/>
          <a:lstStyle/>
          <a:p>
            <a:fld id="{0C49AC16-2221-4935-809C-2A72A26F729C}" type="slidenum">
              <a:rPr lang="en-US" smtClean="0"/>
              <a:t>355</a:t>
            </a:fld>
            <a:endParaRPr lang="en-US" dirty="0"/>
          </a:p>
        </p:txBody>
      </p:sp>
    </p:spTree>
    <p:extLst>
      <p:ext uri="{BB962C8B-B14F-4D97-AF65-F5344CB8AC3E}">
        <p14:creationId xmlns:p14="http://schemas.microsoft.com/office/powerpoint/2010/main" val="1583004022"/>
      </p:ext>
    </p:extLst>
  </p:cSld>
  <p:clrMapOvr>
    <a:masterClrMapping/>
  </p:clrMapOvr>
</p:notes>
</file>

<file path=ppt/notesSlides/notesSlide3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F97F42-2C20-A673-6781-9E41886A77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4260B7-1426-8479-819D-F0139B759E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5668C6-91C5-E5DE-AAC7-A572C79C1E3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F5E6B98-B161-9B41-B433-D75F3963498B}"/>
              </a:ext>
            </a:extLst>
          </p:cNvPr>
          <p:cNvSpPr>
            <a:spLocks noGrp="1"/>
          </p:cNvSpPr>
          <p:nvPr>
            <p:ph type="sldNum" sz="quarter" idx="5"/>
          </p:nvPr>
        </p:nvSpPr>
        <p:spPr/>
        <p:txBody>
          <a:bodyPr/>
          <a:lstStyle/>
          <a:p>
            <a:fld id="{0C49AC16-2221-4935-809C-2A72A26F729C}" type="slidenum">
              <a:rPr lang="en-US" smtClean="0"/>
              <a:t>356</a:t>
            </a:fld>
            <a:endParaRPr lang="en-US" dirty="0"/>
          </a:p>
        </p:txBody>
      </p:sp>
    </p:spTree>
    <p:extLst>
      <p:ext uri="{BB962C8B-B14F-4D97-AF65-F5344CB8AC3E}">
        <p14:creationId xmlns:p14="http://schemas.microsoft.com/office/powerpoint/2010/main" val="3509835197"/>
      </p:ext>
    </p:extLst>
  </p:cSld>
  <p:clrMapOvr>
    <a:masterClrMapping/>
  </p:clrMapOvr>
</p:notes>
</file>

<file path=ppt/notesSlides/notesSlide3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E5DF4-6FF4-0AFD-F15C-2C3143A952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397D05-5D5F-98E3-9F98-D5E8DC09E4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03697A-3E1F-7EB9-0043-0D085F6DC57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5A7E920-D9C9-4A5F-E695-59B6FE11B30C}"/>
              </a:ext>
            </a:extLst>
          </p:cNvPr>
          <p:cNvSpPr>
            <a:spLocks noGrp="1"/>
          </p:cNvSpPr>
          <p:nvPr>
            <p:ph type="sldNum" sz="quarter" idx="5"/>
          </p:nvPr>
        </p:nvSpPr>
        <p:spPr/>
        <p:txBody>
          <a:bodyPr/>
          <a:lstStyle/>
          <a:p>
            <a:fld id="{0C49AC16-2221-4935-809C-2A72A26F729C}" type="slidenum">
              <a:rPr lang="en-US" smtClean="0"/>
              <a:t>357</a:t>
            </a:fld>
            <a:endParaRPr lang="en-US" dirty="0"/>
          </a:p>
        </p:txBody>
      </p:sp>
    </p:spTree>
    <p:extLst>
      <p:ext uri="{BB962C8B-B14F-4D97-AF65-F5344CB8AC3E}">
        <p14:creationId xmlns:p14="http://schemas.microsoft.com/office/powerpoint/2010/main" val="588275681"/>
      </p:ext>
    </p:extLst>
  </p:cSld>
  <p:clrMapOvr>
    <a:masterClrMapping/>
  </p:clrMapOvr>
</p:notes>
</file>

<file path=ppt/notesSlides/notesSlide3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5EC57-2895-8D02-62E6-A2DFA2D2A6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CAFC4-EBC0-4351-DDF7-80770DC78C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EB799-E7D5-51E1-2D1F-866152DCD8E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B61B70F-C29D-B616-BA2D-141D4311D0E3}"/>
              </a:ext>
            </a:extLst>
          </p:cNvPr>
          <p:cNvSpPr>
            <a:spLocks noGrp="1"/>
          </p:cNvSpPr>
          <p:nvPr>
            <p:ph type="sldNum" sz="quarter" idx="5"/>
          </p:nvPr>
        </p:nvSpPr>
        <p:spPr/>
        <p:txBody>
          <a:bodyPr/>
          <a:lstStyle/>
          <a:p>
            <a:fld id="{0C49AC16-2221-4935-809C-2A72A26F729C}" type="slidenum">
              <a:rPr lang="en-US" smtClean="0"/>
              <a:t>358</a:t>
            </a:fld>
            <a:endParaRPr lang="en-US" dirty="0"/>
          </a:p>
        </p:txBody>
      </p:sp>
    </p:spTree>
    <p:extLst>
      <p:ext uri="{BB962C8B-B14F-4D97-AF65-F5344CB8AC3E}">
        <p14:creationId xmlns:p14="http://schemas.microsoft.com/office/powerpoint/2010/main" val="1258915633"/>
      </p:ext>
    </p:extLst>
  </p:cSld>
  <p:clrMapOvr>
    <a:masterClrMapping/>
  </p:clrMapOvr>
</p:notes>
</file>

<file path=ppt/notesSlides/notesSlide3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7FF82-E532-2976-0B7E-C6C5272232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E019AA-C835-37F2-C9FC-367D05A478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D3B5D5-4566-5E77-5598-40B9CEE18DE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8E71BF5-0F75-355E-28FA-76551C3DD495}"/>
              </a:ext>
            </a:extLst>
          </p:cNvPr>
          <p:cNvSpPr>
            <a:spLocks noGrp="1"/>
          </p:cNvSpPr>
          <p:nvPr>
            <p:ph type="sldNum" sz="quarter" idx="5"/>
          </p:nvPr>
        </p:nvSpPr>
        <p:spPr/>
        <p:txBody>
          <a:bodyPr/>
          <a:lstStyle/>
          <a:p>
            <a:fld id="{0C49AC16-2221-4935-809C-2A72A26F729C}" type="slidenum">
              <a:rPr lang="en-US" smtClean="0"/>
              <a:t>359</a:t>
            </a:fld>
            <a:endParaRPr lang="en-US" dirty="0"/>
          </a:p>
        </p:txBody>
      </p:sp>
    </p:spTree>
    <p:extLst>
      <p:ext uri="{BB962C8B-B14F-4D97-AF65-F5344CB8AC3E}">
        <p14:creationId xmlns:p14="http://schemas.microsoft.com/office/powerpoint/2010/main" val="3740810281"/>
      </p:ext>
    </p:extLst>
  </p:cSld>
  <p:clrMapOvr>
    <a:masterClrMapping/>
  </p:clrMapOvr>
</p:notes>
</file>

<file path=ppt/notesSlides/notesSlide3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91B03-1069-3844-EB79-895E2336B8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C3CCA-91B1-ECCE-CC83-8ECA5FCDFA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2CFCDB-BDC2-2E7C-CDE3-C5F72E715B3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89EFAC6-E0AE-1A67-B548-8B09FA4A99EF}"/>
              </a:ext>
            </a:extLst>
          </p:cNvPr>
          <p:cNvSpPr>
            <a:spLocks noGrp="1"/>
          </p:cNvSpPr>
          <p:nvPr>
            <p:ph type="sldNum" sz="quarter" idx="5"/>
          </p:nvPr>
        </p:nvSpPr>
        <p:spPr/>
        <p:txBody>
          <a:bodyPr/>
          <a:lstStyle/>
          <a:p>
            <a:fld id="{0C49AC16-2221-4935-809C-2A72A26F729C}" type="slidenum">
              <a:rPr lang="en-US" smtClean="0"/>
              <a:t>360</a:t>
            </a:fld>
            <a:endParaRPr lang="en-US" dirty="0"/>
          </a:p>
        </p:txBody>
      </p:sp>
    </p:spTree>
    <p:extLst>
      <p:ext uri="{BB962C8B-B14F-4D97-AF65-F5344CB8AC3E}">
        <p14:creationId xmlns:p14="http://schemas.microsoft.com/office/powerpoint/2010/main" val="1507269732"/>
      </p:ext>
    </p:extLst>
  </p:cSld>
  <p:clrMapOvr>
    <a:masterClrMapping/>
  </p:clrMapOvr>
</p:notes>
</file>

<file path=ppt/notesSlides/notesSlide3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F0706-E9CB-CF34-ED18-7BC550DED7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EE2EE4-9CAD-97A4-FD96-42A8EC1F73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AA93BB-390F-252D-C2BD-638B749FECF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0CDF2F6-325C-EED4-7AAF-08F319432E1D}"/>
              </a:ext>
            </a:extLst>
          </p:cNvPr>
          <p:cNvSpPr>
            <a:spLocks noGrp="1"/>
          </p:cNvSpPr>
          <p:nvPr>
            <p:ph type="sldNum" sz="quarter" idx="5"/>
          </p:nvPr>
        </p:nvSpPr>
        <p:spPr/>
        <p:txBody>
          <a:bodyPr/>
          <a:lstStyle/>
          <a:p>
            <a:fld id="{0C49AC16-2221-4935-809C-2A72A26F729C}" type="slidenum">
              <a:rPr lang="en-US" smtClean="0"/>
              <a:t>361</a:t>
            </a:fld>
            <a:endParaRPr lang="en-US" dirty="0"/>
          </a:p>
        </p:txBody>
      </p:sp>
    </p:spTree>
    <p:extLst>
      <p:ext uri="{BB962C8B-B14F-4D97-AF65-F5344CB8AC3E}">
        <p14:creationId xmlns:p14="http://schemas.microsoft.com/office/powerpoint/2010/main" val="3609968069"/>
      </p:ext>
    </p:extLst>
  </p:cSld>
  <p:clrMapOvr>
    <a:masterClrMapping/>
  </p:clrMapOvr>
</p:notes>
</file>

<file path=ppt/notesSlides/notesSlide3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62F8E5-95AB-9E9C-1A4D-EA78745B45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5A36B1-B456-97F4-BBE4-C2524B757F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64913C-C83A-23C3-F988-2E78F827CD8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5F860FD-78C8-83DC-3849-FD5A8CEAA50F}"/>
              </a:ext>
            </a:extLst>
          </p:cNvPr>
          <p:cNvSpPr>
            <a:spLocks noGrp="1"/>
          </p:cNvSpPr>
          <p:nvPr>
            <p:ph type="sldNum" sz="quarter" idx="5"/>
          </p:nvPr>
        </p:nvSpPr>
        <p:spPr/>
        <p:txBody>
          <a:bodyPr/>
          <a:lstStyle/>
          <a:p>
            <a:fld id="{0C49AC16-2221-4935-809C-2A72A26F729C}" type="slidenum">
              <a:rPr lang="en-US" smtClean="0"/>
              <a:t>362</a:t>
            </a:fld>
            <a:endParaRPr lang="en-US" dirty="0"/>
          </a:p>
        </p:txBody>
      </p:sp>
    </p:spTree>
    <p:extLst>
      <p:ext uri="{BB962C8B-B14F-4D97-AF65-F5344CB8AC3E}">
        <p14:creationId xmlns:p14="http://schemas.microsoft.com/office/powerpoint/2010/main" val="4077284469"/>
      </p:ext>
    </p:extLst>
  </p:cSld>
  <p:clrMapOvr>
    <a:masterClrMapping/>
  </p:clrMapOvr>
</p:notes>
</file>

<file path=ppt/notesSlides/notesSlide3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E95977-D068-CB5E-7A2E-471BB48880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53B646-C738-F7F0-3C85-A10DA373BF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186E8E-0603-786E-3D83-5A9CDEFFDB4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8153E62-DB5C-ECC1-3517-F87C21398E38}"/>
              </a:ext>
            </a:extLst>
          </p:cNvPr>
          <p:cNvSpPr>
            <a:spLocks noGrp="1"/>
          </p:cNvSpPr>
          <p:nvPr>
            <p:ph type="sldNum" sz="quarter" idx="5"/>
          </p:nvPr>
        </p:nvSpPr>
        <p:spPr/>
        <p:txBody>
          <a:bodyPr/>
          <a:lstStyle/>
          <a:p>
            <a:fld id="{0C49AC16-2221-4935-809C-2A72A26F729C}" type="slidenum">
              <a:rPr lang="en-US" smtClean="0"/>
              <a:t>363</a:t>
            </a:fld>
            <a:endParaRPr lang="en-US" dirty="0"/>
          </a:p>
        </p:txBody>
      </p:sp>
    </p:spTree>
    <p:extLst>
      <p:ext uri="{BB962C8B-B14F-4D97-AF65-F5344CB8AC3E}">
        <p14:creationId xmlns:p14="http://schemas.microsoft.com/office/powerpoint/2010/main" val="4021073299"/>
      </p:ext>
    </p:extLst>
  </p:cSld>
  <p:clrMapOvr>
    <a:masterClrMapping/>
  </p:clrMapOvr>
</p:notes>
</file>

<file path=ppt/notesSlides/notesSlide3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A815E-E08C-5E1E-3723-F515EBBBB7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586E47-A65F-7CA0-232C-CA171635E9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0B164D-CA95-9C2B-82A5-09B23681268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3B9B309-115E-A0AE-3857-0F00DADEAC49}"/>
              </a:ext>
            </a:extLst>
          </p:cNvPr>
          <p:cNvSpPr>
            <a:spLocks noGrp="1"/>
          </p:cNvSpPr>
          <p:nvPr>
            <p:ph type="sldNum" sz="quarter" idx="5"/>
          </p:nvPr>
        </p:nvSpPr>
        <p:spPr/>
        <p:txBody>
          <a:bodyPr/>
          <a:lstStyle/>
          <a:p>
            <a:fld id="{0C49AC16-2221-4935-809C-2A72A26F729C}" type="slidenum">
              <a:rPr lang="en-US" smtClean="0"/>
              <a:t>364</a:t>
            </a:fld>
            <a:endParaRPr lang="en-US" dirty="0"/>
          </a:p>
        </p:txBody>
      </p:sp>
    </p:spTree>
    <p:extLst>
      <p:ext uri="{BB962C8B-B14F-4D97-AF65-F5344CB8AC3E}">
        <p14:creationId xmlns:p14="http://schemas.microsoft.com/office/powerpoint/2010/main" val="329969331"/>
      </p:ext>
    </p:extLst>
  </p:cSld>
  <p:clrMapOvr>
    <a:masterClrMapping/>
  </p:clrMapOvr>
</p:notes>
</file>

<file path=ppt/notesSlides/notesSlide3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AD54D3-60ED-5862-18A9-1C5F5C6918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04A685-7055-B294-1F09-0A94A3A18E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99FE83-0300-741B-3BE0-439BE1FBD56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1E32A7A-F700-367F-11D2-C64F6E756E60}"/>
              </a:ext>
            </a:extLst>
          </p:cNvPr>
          <p:cNvSpPr>
            <a:spLocks noGrp="1"/>
          </p:cNvSpPr>
          <p:nvPr>
            <p:ph type="sldNum" sz="quarter" idx="5"/>
          </p:nvPr>
        </p:nvSpPr>
        <p:spPr/>
        <p:txBody>
          <a:bodyPr/>
          <a:lstStyle/>
          <a:p>
            <a:fld id="{0C49AC16-2221-4935-809C-2A72A26F729C}" type="slidenum">
              <a:rPr lang="en-US" smtClean="0"/>
              <a:t>365</a:t>
            </a:fld>
            <a:endParaRPr lang="en-US" dirty="0"/>
          </a:p>
        </p:txBody>
      </p:sp>
    </p:spTree>
    <p:extLst>
      <p:ext uri="{BB962C8B-B14F-4D97-AF65-F5344CB8AC3E}">
        <p14:creationId xmlns:p14="http://schemas.microsoft.com/office/powerpoint/2010/main" val="2404077305"/>
      </p:ext>
    </p:extLst>
  </p:cSld>
  <p:clrMapOvr>
    <a:masterClrMapping/>
  </p:clrMapOvr>
</p:notes>
</file>

<file path=ppt/notesSlides/notesSlide3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F7C645-A526-5030-8BA5-CF715899FE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2111E6-8173-9849-947F-DAE350C825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F8EFB3-38A7-C13C-7779-63D859D2043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74A7DB6-F3E5-3A74-C9C2-70CD85327191}"/>
              </a:ext>
            </a:extLst>
          </p:cNvPr>
          <p:cNvSpPr>
            <a:spLocks noGrp="1"/>
          </p:cNvSpPr>
          <p:nvPr>
            <p:ph type="sldNum" sz="quarter" idx="5"/>
          </p:nvPr>
        </p:nvSpPr>
        <p:spPr/>
        <p:txBody>
          <a:bodyPr/>
          <a:lstStyle/>
          <a:p>
            <a:fld id="{0C49AC16-2221-4935-809C-2A72A26F729C}" type="slidenum">
              <a:rPr lang="en-US" smtClean="0"/>
              <a:t>366</a:t>
            </a:fld>
            <a:endParaRPr lang="en-US" dirty="0"/>
          </a:p>
        </p:txBody>
      </p:sp>
    </p:spTree>
    <p:extLst>
      <p:ext uri="{BB962C8B-B14F-4D97-AF65-F5344CB8AC3E}">
        <p14:creationId xmlns:p14="http://schemas.microsoft.com/office/powerpoint/2010/main" val="534221791"/>
      </p:ext>
    </p:extLst>
  </p:cSld>
  <p:clrMapOvr>
    <a:masterClrMapping/>
  </p:clrMapOvr>
</p:notes>
</file>

<file path=ppt/notesSlides/notesSlide3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7152B-73A1-4466-7340-BA01CF004E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13A896-8542-5B83-D85E-1E1917791A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F51EFE-F3FD-863B-23EA-A4BCE9D4414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33964A2-63E1-087B-2482-C9103E4906A1}"/>
              </a:ext>
            </a:extLst>
          </p:cNvPr>
          <p:cNvSpPr>
            <a:spLocks noGrp="1"/>
          </p:cNvSpPr>
          <p:nvPr>
            <p:ph type="sldNum" sz="quarter" idx="5"/>
          </p:nvPr>
        </p:nvSpPr>
        <p:spPr/>
        <p:txBody>
          <a:bodyPr/>
          <a:lstStyle/>
          <a:p>
            <a:fld id="{0C49AC16-2221-4935-809C-2A72A26F729C}" type="slidenum">
              <a:rPr lang="en-US" smtClean="0"/>
              <a:t>367</a:t>
            </a:fld>
            <a:endParaRPr lang="en-US" dirty="0"/>
          </a:p>
        </p:txBody>
      </p:sp>
    </p:spTree>
    <p:extLst>
      <p:ext uri="{BB962C8B-B14F-4D97-AF65-F5344CB8AC3E}">
        <p14:creationId xmlns:p14="http://schemas.microsoft.com/office/powerpoint/2010/main" val="1687525876"/>
      </p:ext>
    </p:extLst>
  </p:cSld>
  <p:clrMapOvr>
    <a:masterClrMapping/>
  </p:clrMapOvr>
</p:notes>
</file>

<file path=ppt/notesSlides/notesSlide3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0A3A2-7B39-52A6-C261-587C2711C5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9A0447-9C36-B6D7-4B98-CEFFBAE375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2F4197-C571-EA88-8AA4-800DD953D17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D818035-8DDE-1CA0-3C23-EF853A764A1C}"/>
              </a:ext>
            </a:extLst>
          </p:cNvPr>
          <p:cNvSpPr>
            <a:spLocks noGrp="1"/>
          </p:cNvSpPr>
          <p:nvPr>
            <p:ph type="sldNum" sz="quarter" idx="5"/>
          </p:nvPr>
        </p:nvSpPr>
        <p:spPr/>
        <p:txBody>
          <a:bodyPr/>
          <a:lstStyle/>
          <a:p>
            <a:fld id="{0C49AC16-2221-4935-809C-2A72A26F729C}" type="slidenum">
              <a:rPr lang="en-US" smtClean="0"/>
              <a:t>368</a:t>
            </a:fld>
            <a:endParaRPr lang="en-US" dirty="0"/>
          </a:p>
        </p:txBody>
      </p:sp>
    </p:spTree>
    <p:extLst>
      <p:ext uri="{BB962C8B-B14F-4D97-AF65-F5344CB8AC3E}">
        <p14:creationId xmlns:p14="http://schemas.microsoft.com/office/powerpoint/2010/main" val="3333169362"/>
      </p:ext>
    </p:extLst>
  </p:cSld>
  <p:clrMapOvr>
    <a:masterClrMapping/>
  </p:clrMapOvr>
</p:notes>
</file>

<file path=ppt/notesSlides/notesSlide3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6B27C9-B1CC-DCF3-7BEF-4ACF3AB966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7B3230-8A0A-7AC2-D22A-172F3722BE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4983AA-AA8E-5757-389E-AD82603DAA1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3A695E9-B199-97AF-EB34-0189A6B287D7}"/>
              </a:ext>
            </a:extLst>
          </p:cNvPr>
          <p:cNvSpPr>
            <a:spLocks noGrp="1"/>
          </p:cNvSpPr>
          <p:nvPr>
            <p:ph type="sldNum" sz="quarter" idx="5"/>
          </p:nvPr>
        </p:nvSpPr>
        <p:spPr/>
        <p:txBody>
          <a:bodyPr/>
          <a:lstStyle/>
          <a:p>
            <a:fld id="{0C49AC16-2221-4935-809C-2A72A26F729C}" type="slidenum">
              <a:rPr lang="en-US" smtClean="0"/>
              <a:t>369</a:t>
            </a:fld>
            <a:endParaRPr lang="en-US" dirty="0"/>
          </a:p>
        </p:txBody>
      </p:sp>
    </p:spTree>
    <p:extLst>
      <p:ext uri="{BB962C8B-B14F-4D97-AF65-F5344CB8AC3E}">
        <p14:creationId xmlns:p14="http://schemas.microsoft.com/office/powerpoint/2010/main" val="3799305248"/>
      </p:ext>
    </p:extLst>
  </p:cSld>
  <p:clrMapOvr>
    <a:masterClrMapping/>
  </p:clrMapOvr>
</p:notes>
</file>

<file path=ppt/notesSlides/notesSlide3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55596-304A-BF97-D0C3-EAAACA899C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0D60B6-F06A-454A-2839-BA2FF6AA1F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2DC17C-7999-60ED-F494-3BBFC988331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F0C0B5C-C992-DCE4-61BA-80B42783E361}"/>
              </a:ext>
            </a:extLst>
          </p:cNvPr>
          <p:cNvSpPr>
            <a:spLocks noGrp="1"/>
          </p:cNvSpPr>
          <p:nvPr>
            <p:ph type="sldNum" sz="quarter" idx="5"/>
          </p:nvPr>
        </p:nvSpPr>
        <p:spPr/>
        <p:txBody>
          <a:bodyPr/>
          <a:lstStyle/>
          <a:p>
            <a:fld id="{0C49AC16-2221-4935-809C-2A72A26F729C}" type="slidenum">
              <a:rPr lang="en-US" smtClean="0"/>
              <a:t>370</a:t>
            </a:fld>
            <a:endParaRPr lang="en-US" dirty="0"/>
          </a:p>
        </p:txBody>
      </p:sp>
    </p:spTree>
    <p:extLst>
      <p:ext uri="{BB962C8B-B14F-4D97-AF65-F5344CB8AC3E}">
        <p14:creationId xmlns:p14="http://schemas.microsoft.com/office/powerpoint/2010/main" val="2016138419"/>
      </p:ext>
    </p:extLst>
  </p:cSld>
  <p:clrMapOvr>
    <a:masterClrMapping/>
  </p:clrMapOvr>
</p:notes>
</file>

<file path=ppt/notesSlides/notesSlide3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DB212-9954-09EE-2257-1F88C27993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CD4FC5-917D-699F-84AF-CF24E634C1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CB870B-D50F-A6F8-5EA0-EA7BBB8CD3D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79D781D-6A6C-EC27-25F3-8C61AE7F025C}"/>
              </a:ext>
            </a:extLst>
          </p:cNvPr>
          <p:cNvSpPr>
            <a:spLocks noGrp="1"/>
          </p:cNvSpPr>
          <p:nvPr>
            <p:ph type="sldNum" sz="quarter" idx="5"/>
          </p:nvPr>
        </p:nvSpPr>
        <p:spPr/>
        <p:txBody>
          <a:bodyPr/>
          <a:lstStyle/>
          <a:p>
            <a:fld id="{0C49AC16-2221-4935-809C-2A72A26F729C}" type="slidenum">
              <a:rPr lang="en-US" smtClean="0"/>
              <a:t>371</a:t>
            </a:fld>
            <a:endParaRPr lang="en-US" dirty="0"/>
          </a:p>
        </p:txBody>
      </p:sp>
    </p:spTree>
    <p:extLst>
      <p:ext uri="{BB962C8B-B14F-4D97-AF65-F5344CB8AC3E}">
        <p14:creationId xmlns:p14="http://schemas.microsoft.com/office/powerpoint/2010/main" val="1944683278"/>
      </p:ext>
    </p:extLst>
  </p:cSld>
  <p:clrMapOvr>
    <a:masterClrMapping/>
  </p:clrMapOvr>
</p:notes>
</file>

<file path=ppt/notesSlides/notesSlide3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021AD2-77A6-C519-F499-7372F9869B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6DE914-370F-AA15-CA5F-33E6BDD7DE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382CA5-9563-E33A-7C7B-7A92FCF4A68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F161644-5A72-11F0-C4F6-1D3C21259EDF}"/>
              </a:ext>
            </a:extLst>
          </p:cNvPr>
          <p:cNvSpPr>
            <a:spLocks noGrp="1"/>
          </p:cNvSpPr>
          <p:nvPr>
            <p:ph type="sldNum" sz="quarter" idx="5"/>
          </p:nvPr>
        </p:nvSpPr>
        <p:spPr/>
        <p:txBody>
          <a:bodyPr/>
          <a:lstStyle/>
          <a:p>
            <a:fld id="{0C49AC16-2221-4935-809C-2A72A26F729C}" type="slidenum">
              <a:rPr lang="en-US" smtClean="0"/>
              <a:t>372</a:t>
            </a:fld>
            <a:endParaRPr lang="en-US" dirty="0"/>
          </a:p>
        </p:txBody>
      </p:sp>
    </p:spTree>
    <p:extLst>
      <p:ext uri="{BB962C8B-B14F-4D97-AF65-F5344CB8AC3E}">
        <p14:creationId xmlns:p14="http://schemas.microsoft.com/office/powerpoint/2010/main" val="77947707"/>
      </p:ext>
    </p:extLst>
  </p:cSld>
  <p:clrMapOvr>
    <a:masterClrMapping/>
  </p:clrMapOvr>
</p:notes>
</file>

<file path=ppt/notesSlides/notesSlide3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144F7-6D95-A932-8A47-48AB8C285E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004B02-E8EC-83C6-53D4-78CBC956EE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C2288A-DE80-B5C1-779D-A653EFFC7CD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8AFF779-D2ED-48C0-3432-E554DBAB6A2B}"/>
              </a:ext>
            </a:extLst>
          </p:cNvPr>
          <p:cNvSpPr>
            <a:spLocks noGrp="1"/>
          </p:cNvSpPr>
          <p:nvPr>
            <p:ph type="sldNum" sz="quarter" idx="5"/>
          </p:nvPr>
        </p:nvSpPr>
        <p:spPr/>
        <p:txBody>
          <a:bodyPr/>
          <a:lstStyle/>
          <a:p>
            <a:fld id="{0C49AC16-2221-4935-809C-2A72A26F729C}" type="slidenum">
              <a:rPr lang="en-US" smtClean="0"/>
              <a:t>373</a:t>
            </a:fld>
            <a:endParaRPr lang="en-US" dirty="0"/>
          </a:p>
        </p:txBody>
      </p:sp>
    </p:spTree>
    <p:extLst>
      <p:ext uri="{BB962C8B-B14F-4D97-AF65-F5344CB8AC3E}">
        <p14:creationId xmlns:p14="http://schemas.microsoft.com/office/powerpoint/2010/main" val="3319602134"/>
      </p:ext>
    </p:extLst>
  </p:cSld>
  <p:clrMapOvr>
    <a:masterClrMapping/>
  </p:clrMapOvr>
</p:notes>
</file>

<file path=ppt/notesSlides/notesSlide3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948D1-3E91-04C3-D1F2-B125C28EDF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1268DB-4999-4476-E047-894FA1AC12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FC44C7-9D90-7524-370B-D4BFB8780C1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268CA9-5B4C-ABD7-22D5-B36F12116DC1}"/>
              </a:ext>
            </a:extLst>
          </p:cNvPr>
          <p:cNvSpPr>
            <a:spLocks noGrp="1"/>
          </p:cNvSpPr>
          <p:nvPr>
            <p:ph type="sldNum" sz="quarter" idx="5"/>
          </p:nvPr>
        </p:nvSpPr>
        <p:spPr/>
        <p:txBody>
          <a:bodyPr/>
          <a:lstStyle/>
          <a:p>
            <a:fld id="{0C49AC16-2221-4935-809C-2A72A26F729C}" type="slidenum">
              <a:rPr lang="en-US" smtClean="0"/>
              <a:t>374</a:t>
            </a:fld>
            <a:endParaRPr lang="en-US" dirty="0"/>
          </a:p>
        </p:txBody>
      </p:sp>
    </p:spTree>
    <p:extLst>
      <p:ext uri="{BB962C8B-B14F-4D97-AF65-F5344CB8AC3E}">
        <p14:creationId xmlns:p14="http://schemas.microsoft.com/office/powerpoint/2010/main" val="477601921"/>
      </p:ext>
    </p:extLst>
  </p:cSld>
  <p:clrMapOvr>
    <a:masterClrMapping/>
  </p:clrMapOvr>
</p:notes>
</file>

<file path=ppt/notesSlides/notesSlide3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D18023-9505-4C80-8D39-249A5A6D90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FC39B7-FA79-688B-53E6-327FEB2BA2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B44730-D417-CC72-745F-F25E6C5B1F5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2BAF75-7D40-9A06-365E-A194E9489F72}"/>
              </a:ext>
            </a:extLst>
          </p:cNvPr>
          <p:cNvSpPr>
            <a:spLocks noGrp="1"/>
          </p:cNvSpPr>
          <p:nvPr>
            <p:ph type="sldNum" sz="quarter" idx="5"/>
          </p:nvPr>
        </p:nvSpPr>
        <p:spPr/>
        <p:txBody>
          <a:bodyPr/>
          <a:lstStyle/>
          <a:p>
            <a:fld id="{0C49AC16-2221-4935-809C-2A72A26F729C}" type="slidenum">
              <a:rPr lang="en-US" smtClean="0"/>
              <a:t>375</a:t>
            </a:fld>
            <a:endParaRPr lang="en-US" dirty="0"/>
          </a:p>
        </p:txBody>
      </p:sp>
    </p:spTree>
    <p:extLst>
      <p:ext uri="{BB962C8B-B14F-4D97-AF65-F5344CB8AC3E}">
        <p14:creationId xmlns:p14="http://schemas.microsoft.com/office/powerpoint/2010/main" val="1831694425"/>
      </p:ext>
    </p:extLst>
  </p:cSld>
  <p:clrMapOvr>
    <a:masterClrMapping/>
  </p:clrMapOvr>
</p:notes>
</file>

<file path=ppt/notesSlides/notesSlide3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5340D3-843A-6070-97FE-E432C2108F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244EEF-2C2E-4C41-E322-58D0AA9B28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B59195-ECA6-CC77-88FC-437693FD37D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ED04AC9-C142-98AA-E9DA-5DE047A0BBF8}"/>
              </a:ext>
            </a:extLst>
          </p:cNvPr>
          <p:cNvSpPr>
            <a:spLocks noGrp="1"/>
          </p:cNvSpPr>
          <p:nvPr>
            <p:ph type="sldNum" sz="quarter" idx="5"/>
          </p:nvPr>
        </p:nvSpPr>
        <p:spPr/>
        <p:txBody>
          <a:bodyPr/>
          <a:lstStyle/>
          <a:p>
            <a:fld id="{0C49AC16-2221-4935-809C-2A72A26F729C}" type="slidenum">
              <a:rPr lang="en-US" smtClean="0"/>
              <a:t>376</a:t>
            </a:fld>
            <a:endParaRPr lang="en-US" dirty="0"/>
          </a:p>
        </p:txBody>
      </p:sp>
    </p:spTree>
    <p:extLst>
      <p:ext uri="{BB962C8B-B14F-4D97-AF65-F5344CB8AC3E}">
        <p14:creationId xmlns:p14="http://schemas.microsoft.com/office/powerpoint/2010/main" val="1097064746"/>
      </p:ext>
    </p:extLst>
  </p:cSld>
  <p:clrMapOvr>
    <a:masterClrMapping/>
  </p:clrMapOvr>
</p:notes>
</file>

<file path=ppt/notesSlides/notesSlide3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8AD93-74A7-9AF4-6B0B-68375DA4C3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85E0D9-D0D7-6252-A0EB-BE6AB88A10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DF6CC3-20B4-D677-6477-CFA09D96C47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2B86306-0CCA-2F1F-5BE7-266637327DFE}"/>
              </a:ext>
            </a:extLst>
          </p:cNvPr>
          <p:cNvSpPr>
            <a:spLocks noGrp="1"/>
          </p:cNvSpPr>
          <p:nvPr>
            <p:ph type="sldNum" sz="quarter" idx="5"/>
          </p:nvPr>
        </p:nvSpPr>
        <p:spPr/>
        <p:txBody>
          <a:bodyPr/>
          <a:lstStyle/>
          <a:p>
            <a:fld id="{0C49AC16-2221-4935-809C-2A72A26F729C}" type="slidenum">
              <a:rPr lang="en-US" smtClean="0"/>
              <a:t>377</a:t>
            </a:fld>
            <a:endParaRPr lang="en-US" dirty="0"/>
          </a:p>
        </p:txBody>
      </p:sp>
    </p:spTree>
    <p:extLst>
      <p:ext uri="{BB962C8B-B14F-4D97-AF65-F5344CB8AC3E}">
        <p14:creationId xmlns:p14="http://schemas.microsoft.com/office/powerpoint/2010/main" val="3995694899"/>
      </p:ext>
    </p:extLst>
  </p:cSld>
  <p:clrMapOvr>
    <a:masterClrMapping/>
  </p:clrMapOvr>
</p:notes>
</file>

<file path=ppt/notesSlides/notesSlide3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13D95E-E0A3-6CEB-349E-FD38D29212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086EDD-5EFB-140C-E208-589F2DE34C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47E82B-B356-4D86-B150-3EE4B49BB61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788B9FD-8AE8-E113-8FF9-5981581872E9}"/>
              </a:ext>
            </a:extLst>
          </p:cNvPr>
          <p:cNvSpPr>
            <a:spLocks noGrp="1"/>
          </p:cNvSpPr>
          <p:nvPr>
            <p:ph type="sldNum" sz="quarter" idx="5"/>
          </p:nvPr>
        </p:nvSpPr>
        <p:spPr/>
        <p:txBody>
          <a:bodyPr/>
          <a:lstStyle/>
          <a:p>
            <a:fld id="{0C49AC16-2221-4935-809C-2A72A26F729C}" type="slidenum">
              <a:rPr lang="en-US" smtClean="0"/>
              <a:t>378</a:t>
            </a:fld>
            <a:endParaRPr lang="en-US" dirty="0"/>
          </a:p>
        </p:txBody>
      </p:sp>
    </p:spTree>
    <p:extLst>
      <p:ext uri="{BB962C8B-B14F-4D97-AF65-F5344CB8AC3E}">
        <p14:creationId xmlns:p14="http://schemas.microsoft.com/office/powerpoint/2010/main" val="3270622419"/>
      </p:ext>
    </p:extLst>
  </p:cSld>
  <p:clrMapOvr>
    <a:masterClrMapping/>
  </p:clrMapOvr>
</p:notes>
</file>

<file path=ppt/notesSlides/notesSlide3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85E63-F6B0-D01D-D4D7-947F4094A8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A3E7D3-83D5-763D-3D0C-844728386A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A94170-6DB1-295D-C63D-D96D6075664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33A82FD-E728-A312-7C45-876F99A512D8}"/>
              </a:ext>
            </a:extLst>
          </p:cNvPr>
          <p:cNvSpPr>
            <a:spLocks noGrp="1"/>
          </p:cNvSpPr>
          <p:nvPr>
            <p:ph type="sldNum" sz="quarter" idx="5"/>
          </p:nvPr>
        </p:nvSpPr>
        <p:spPr/>
        <p:txBody>
          <a:bodyPr/>
          <a:lstStyle/>
          <a:p>
            <a:fld id="{0C49AC16-2221-4935-809C-2A72A26F729C}" type="slidenum">
              <a:rPr lang="en-US" smtClean="0"/>
              <a:t>379</a:t>
            </a:fld>
            <a:endParaRPr lang="en-US" dirty="0"/>
          </a:p>
        </p:txBody>
      </p:sp>
    </p:spTree>
    <p:extLst>
      <p:ext uri="{BB962C8B-B14F-4D97-AF65-F5344CB8AC3E}">
        <p14:creationId xmlns:p14="http://schemas.microsoft.com/office/powerpoint/2010/main" val="1407979031"/>
      </p:ext>
    </p:extLst>
  </p:cSld>
  <p:clrMapOvr>
    <a:masterClrMapping/>
  </p:clrMapOvr>
</p:notes>
</file>

<file path=ppt/notesSlides/notesSlide3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6FE7F-4C96-CC18-A3EC-33941B699A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6484FF-F5AD-B5C4-3EAA-C5DDBCC6DE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B320EC-BE08-DD30-229B-7A6405C4094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67AF3DA-02D0-6466-15A4-D25569D0E815}"/>
              </a:ext>
            </a:extLst>
          </p:cNvPr>
          <p:cNvSpPr>
            <a:spLocks noGrp="1"/>
          </p:cNvSpPr>
          <p:nvPr>
            <p:ph type="sldNum" sz="quarter" idx="5"/>
          </p:nvPr>
        </p:nvSpPr>
        <p:spPr/>
        <p:txBody>
          <a:bodyPr/>
          <a:lstStyle/>
          <a:p>
            <a:fld id="{0C49AC16-2221-4935-809C-2A72A26F729C}" type="slidenum">
              <a:rPr lang="en-US" smtClean="0"/>
              <a:t>380</a:t>
            </a:fld>
            <a:endParaRPr lang="en-US" dirty="0"/>
          </a:p>
        </p:txBody>
      </p:sp>
    </p:spTree>
    <p:extLst>
      <p:ext uri="{BB962C8B-B14F-4D97-AF65-F5344CB8AC3E}">
        <p14:creationId xmlns:p14="http://schemas.microsoft.com/office/powerpoint/2010/main" val="3018663653"/>
      </p:ext>
    </p:extLst>
  </p:cSld>
  <p:clrMapOvr>
    <a:masterClrMapping/>
  </p:clrMapOvr>
</p:notes>
</file>

<file path=ppt/notesSlides/notesSlide3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B93A7-7DF7-8346-1992-06F3997987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D1A38B-B371-EFE7-FC66-2BA2F31275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AF15A7-481C-84A5-171C-40896C0CAFB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7819422-91C1-E10E-D71B-D639138B550E}"/>
              </a:ext>
            </a:extLst>
          </p:cNvPr>
          <p:cNvSpPr>
            <a:spLocks noGrp="1"/>
          </p:cNvSpPr>
          <p:nvPr>
            <p:ph type="sldNum" sz="quarter" idx="5"/>
          </p:nvPr>
        </p:nvSpPr>
        <p:spPr/>
        <p:txBody>
          <a:bodyPr/>
          <a:lstStyle/>
          <a:p>
            <a:fld id="{0C49AC16-2221-4935-809C-2A72A26F729C}" type="slidenum">
              <a:rPr lang="en-US" smtClean="0"/>
              <a:t>381</a:t>
            </a:fld>
            <a:endParaRPr lang="en-US" dirty="0"/>
          </a:p>
        </p:txBody>
      </p:sp>
    </p:spTree>
    <p:extLst>
      <p:ext uri="{BB962C8B-B14F-4D97-AF65-F5344CB8AC3E}">
        <p14:creationId xmlns:p14="http://schemas.microsoft.com/office/powerpoint/2010/main" val="750347618"/>
      </p:ext>
    </p:extLst>
  </p:cSld>
  <p:clrMapOvr>
    <a:masterClrMapping/>
  </p:clrMapOvr>
</p:notes>
</file>

<file path=ppt/notesSlides/notesSlide3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08AB6-B7DB-6BF3-0CE4-EEB6460082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8F8BE2-3CB9-8E43-AA66-2CA16D3615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CD6264-E03D-5764-B3C2-AF8ECA57FC6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00C9989-59BB-7D71-74DE-E699BA86F3DF}"/>
              </a:ext>
            </a:extLst>
          </p:cNvPr>
          <p:cNvSpPr>
            <a:spLocks noGrp="1"/>
          </p:cNvSpPr>
          <p:nvPr>
            <p:ph type="sldNum" sz="quarter" idx="5"/>
          </p:nvPr>
        </p:nvSpPr>
        <p:spPr/>
        <p:txBody>
          <a:bodyPr/>
          <a:lstStyle/>
          <a:p>
            <a:fld id="{0C49AC16-2221-4935-809C-2A72A26F729C}" type="slidenum">
              <a:rPr lang="en-US" smtClean="0"/>
              <a:t>382</a:t>
            </a:fld>
            <a:endParaRPr lang="en-US" dirty="0"/>
          </a:p>
        </p:txBody>
      </p:sp>
    </p:spTree>
    <p:extLst>
      <p:ext uri="{BB962C8B-B14F-4D97-AF65-F5344CB8AC3E}">
        <p14:creationId xmlns:p14="http://schemas.microsoft.com/office/powerpoint/2010/main" val="439591823"/>
      </p:ext>
    </p:extLst>
  </p:cSld>
  <p:clrMapOvr>
    <a:masterClrMapping/>
  </p:clrMapOvr>
</p:notes>
</file>

<file path=ppt/notesSlides/notesSlide3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A6E7A-2036-02C5-40CF-51AE937F4A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2BCD96-F47B-1022-CA7B-09204128EA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B9B325-F4CB-F9C3-E120-9136E17538C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E868972-2FA4-75F7-4828-57DB5314FCBF}"/>
              </a:ext>
            </a:extLst>
          </p:cNvPr>
          <p:cNvSpPr>
            <a:spLocks noGrp="1"/>
          </p:cNvSpPr>
          <p:nvPr>
            <p:ph type="sldNum" sz="quarter" idx="5"/>
          </p:nvPr>
        </p:nvSpPr>
        <p:spPr/>
        <p:txBody>
          <a:bodyPr/>
          <a:lstStyle/>
          <a:p>
            <a:fld id="{0C49AC16-2221-4935-809C-2A72A26F729C}" type="slidenum">
              <a:rPr lang="en-US" smtClean="0"/>
              <a:t>383</a:t>
            </a:fld>
            <a:endParaRPr lang="en-US" dirty="0"/>
          </a:p>
        </p:txBody>
      </p:sp>
    </p:spTree>
    <p:extLst>
      <p:ext uri="{BB962C8B-B14F-4D97-AF65-F5344CB8AC3E}">
        <p14:creationId xmlns:p14="http://schemas.microsoft.com/office/powerpoint/2010/main" val="845317333"/>
      </p:ext>
    </p:extLst>
  </p:cSld>
  <p:clrMapOvr>
    <a:masterClrMapping/>
  </p:clrMapOvr>
</p:notes>
</file>

<file path=ppt/notesSlides/notesSlide3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4E2A56-6911-27DF-A5AC-93F48CA513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C7F24A-4B4A-C935-C323-C818D84D05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2C2C1C-F0A1-47A3-4492-F244A023CDA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A68A407-B2D7-73D4-20B7-8DAE5FB238A0}"/>
              </a:ext>
            </a:extLst>
          </p:cNvPr>
          <p:cNvSpPr>
            <a:spLocks noGrp="1"/>
          </p:cNvSpPr>
          <p:nvPr>
            <p:ph type="sldNum" sz="quarter" idx="5"/>
          </p:nvPr>
        </p:nvSpPr>
        <p:spPr/>
        <p:txBody>
          <a:bodyPr/>
          <a:lstStyle/>
          <a:p>
            <a:fld id="{0C49AC16-2221-4935-809C-2A72A26F729C}" type="slidenum">
              <a:rPr lang="en-US" smtClean="0"/>
              <a:t>384</a:t>
            </a:fld>
            <a:endParaRPr lang="en-US" dirty="0"/>
          </a:p>
        </p:txBody>
      </p:sp>
    </p:spTree>
    <p:extLst>
      <p:ext uri="{BB962C8B-B14F-4D97-AF65-F5344CB8AC3E}">
        <p14:creationId xmlns:p14="http://schemas.microsoft.com/office/powerpoint/2010/main" val="248242476"/>
      </p:ext>
    </p:extLst>
  </p:cSld>
  <p:clrMapOvr>
    <a:masterClrMapping/>
  </p:clrMapOvr>
</p:notes>
</file>

<file path=ppt/notesSlides/notesSlide3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2916E0-5115-AB55-0D8F-D10AB87472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3B8702-5889-B51B-4287-4C91868082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E8E3E8-AF15-B9CA-CDBA-3BC4FE462F5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6B93BBF-FCF3-6912-6834-0159E415A852}"/>
              </a:ext>
            </a:extLst>
          </p:cNvPr>
          <p:cNvSpPr>
            <a:spLocks noGrp="1"/>
          </p:cNvSpPr>
          <p:nvPr>
            <p:ph type="sldNum" sz="quarter" idx="5"/>
          </p:nvPr>
        </p:nvSpPr>
        <p:spPr/>
        <p:txBody>
          <a:bodyPr/>
          <a:lstStyle/>
          <a:p>
            <a:fld id="{0C49AC16-2221-4935-809C-2A72A26F729C}" type="slidenum">
              <a:rPr lang="en-US" smtClean="0"/>
              <a:t>385</a:t>
            </a:fld>
            <a:endParaRPr lang="en-US" dirty="0"/>
          </a:p>
        </p:txBody>
      </p:sp>
    </p:spTree>
    <p:extLst>
      <p:ext uri="{BB962C8B-B14F-4D97-AF65-F5344CB8AC3E}">
        <p14:creationId xmlns:p14="http://schemas.microsoft.com/office/powerpoint/2010/main" val="1790733670"/>
      </p:ext>
    </p:extLst>
  </p:cSld>
  <p:clrMapOvr>
    <a:masterClrMapping/>
  </p:clrMapOvr>
</p:notes>
</file>

<file path=ppt/notesSlides/notesSlide3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27C91-C6FD-1F9F-D258-E46C391933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426BFE-6F4F-5E2B-C721-E4DC999C38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1435AE-5AB9-43F4-3011-69DE40D944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DA4B261-D085-424C-EFA4-48729A68B833}"/>
              </a:ext>
            </a:extLst>
          </p:cNvPr>
          <p:cNvSpPr>
            <a:spLocks noGrp="1"/>
          </p:cNvSpPr>
          <p:nvPr>
            <p:ph type="sldNum" sz="quarter" idx="5"/>
          </p:nvPr>
        </p:nvSpPr>
        <p:spPr/>
        <p:txBody>
          <a:bodyPr/>
          <a:lstStyle/>
          <a:p>
            <a:fld id="{0C49AC16-2221-4935-809C-2A72A26F729C}" type="slidenum">
              <a:rPr lang="en-US" smtClean="0"/>
              <a:t>386</a:t>
            </a:fld>
            <a:endParaRPr lang="en-US" dirty="0"/>
          </a:p>
        </p:txBody>
      </p:sp>
    </p:spTree>
    <p:extLst>
      <p:ext uri="{BB962C8B-B14F-4D97-AF65-F5344CB8AC3E}">
        <p14:creationId xmlns:p14="http://schemas.microsoft.com/office/powerpoint/2010/main" val="3068877650"/>
      </p:ext>
    </p:extLst>
  </p:cSld>
  <p:clrMapOvr>
    <a:masterClrMapping/>
  </p:clrMapOvr>
</p:notes>
</file>

<file path=ppt/notesSlides/notesSlide3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8349D0-4CD1-FC3E-5316-6A969F1BD9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2A7E1E-9928-4AA5-EA95-4CAE88C86B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91A822-507D-3D67-8224-24E72810B56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B3B3979-2462-C83A-4C94-36B9AC24437A}"/>
              </a:ext>
            </a:extLst>
          </p:cNvPr>
          <p:cNvSpPr>
            <a:spLocks noGrp="1"/>
          </p:cNvSpPr>
          <p:nvPr>
            <p:ph type="sldNum" sz="quarter" idx="5"/>
          </p:nvPr>
        </p:nvSpPr>
        <p:spPr/>
        <p:txBody>
          <a:bodyPr/>
          <a:lstStyle/>
          <a:p>
            <a:fld id="{0C49AC16-2221-4935-809C-2A72A26F729C}" type="slidenum">
              <a:rPr lang="en-US" smtClean="0"/>
              <a:t>387</a:t>
            </a:fld>
            <a:endParaRPr lang="en-US" dirty="0"/>
          </a:p>
        </p:txBody>
      </p:sp>
    </p:spTree>
    <p:extLst>
      <p:ext uri="{BB962C8B-B14F-4D97-AF65-F5344CB8AC3E}">
        <p14:creationId xmlns:p14="http://schemas.microsoft.com/office/powerpoint/2010/main" val="4274625950"/>
      </p:ext>
    </p:extLst>
  </p:cSld>
  <p:clrMapOvr>
    <a:masterClrMapping/>
  </p:clrMapOvr>
</p:notes>
</file>

<file path=ppt/notesSlides/notesSlide3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A5ACA-2416-3025-5356-E139965ED9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45F31E-D700-0BD3-06E7-7CDDDFA489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572E53-2919-DA2C-2403-73B5168F35D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897C541-2E1A-C766-5655-DA19BD69782C}"/>
              </a:ext>
            </a:extLst>
          </p:cNvPr>
          <p:cNvSpPr>
            <a:spLocks noGrp="1"/>
          </p:cNvSpPr>
          <p:nvPr>
            <p:ph type="sldNum" sz="quarter" idx="5"/>
          </p:nvPr>
        </p:nvSpPr>
        <p:spPr/>
        <p:txBody>
          <a:bodyPr/>
          <a:lstStyle/>
          <a:p>
            <a:fld id="{0C49AC16-2221-4935-809C-2A72A26F729C}" type="slidenum">
              <a:rPr lang="en-US" smtClean="0"/>
              <a:t>388</a:t>
            </a:fld>
            <a:endParaRPr lang="en-US" dirty="0"/>
          </a:p>
        </p:txBody>
      </p:sp>
    </p:spTree>
    <p:extLst>
      <p:ext uri="{BB962C8B-B14F-4D97-AF65-F5344CB8AC3E}">
        <p14:creationId xmlns:p14="http://schemas.microsoft.com/office/powerpoint/2010/main" val="288279884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11/26/2025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11/26/2025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11/26/2025</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11/26/2025</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11/26/2025</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11/26/2025</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11.xml"/><Relationship Id="rId7" Type="http://schemas.microsoft.com/office/2007/relationships/diagramDrawing" Target="../diagrams/drawing11.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diagramColors" Target="../diagrams/colors11.xml"/><Relationship Id="rId5" Type="http://schemas.openxmlformats.org/officeDocument/2006/relationships/diagramQuickStyle" Target="../diagrams/quickStyle11.xml"/><Relationship Id="rId4" Type="http://schemas.openxmlformats.org/officeDocument/2006/relationships/diagramLayout" Target="../diagrams/layout11.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12.xml"/><Relationship Id="rId7" Type="http://schemas.microsoft.com/office/2007/relationships/diagramDrawing" Target="../diagrams/drawing12.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diagramColors" Target="../diagrams/colors12.xml"/><Relationship Id="rId5" Type="http://schemas.openxmlformats.org/officeDocument/2006/relationships/diagramQuickStyle" Target="../diagrams/quickStyle12.xml"/><Relationship Id="rId4" Type="http://schemas.openxmlformats.org/officeDocument/2006/relationships/diagramLayout" Target="../diagrams/layout12.xml"/></Relationships>
</file>

<file path=ppt/slides/_rels/slide13.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14.xml"/><Relationship Id="rId7" Type="http://schemas.microsoft.com/office/2007/relationships/diagramDrawing" Target="../diagrams/drawing14.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14.xml"/><Relationship Id="rId5" Type="http://schemas.openxmlformats.org/officeDocument/2006/relationships/diagramQuickStyle" Target="../diagrams/quickStyle14.xml"/><Relationship Id="rId4" Type="http://schemas.openxmlformats.org/officeDocument/2006/relationships/diagramLayout" Target="../diagrams/layout14.xml"/></Relationships>
</file>

<file path=ppt/slides/_rels/slide15.xml.rels><?xml version="1.0" encoding="UTF-8" standalone="yes"?>
<Relationships xmlns="http://schemas.openxmlformats.org/package/2006/relationships"><Relationship Id="rId8" Type="http://schemas.openxmlformats.org/officeDocument/2006/relationships/hyperlink" Target="https://designerup.co/design-systems" TargetMode="External"/><Relationship Id="rId13" Type="http://schemas.openxmlformats.org/officeDocument/2006/relationships/hyperlink" Target="https://github.com/PacktPublishing/Design-Beyond-Limits-with-Figma" TargetMode="External"/><Relationship Id="rId3" Type="http://schemas.openxmlformats.org/officeDocument/2006/relationships/diagramData" Target="../diagrams/data15.xml"/><Relationship Id="rId7" Type="http://schemas.microsoft.com/office/2007/relationships/diagramDrawing" Target="../diagrams/drawing15.xml"/><Relationship Id="rId12" Type="http://schemas.openxmlformats.org/officeDocument/2006/relationships/hyperlink" Target="https://designcode.io/figma-handbook"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Colors" Target="../diagrams/colors15.xml"/><Relationship Id="rId11" Type="http://schemas.openxmlformats.org/officeDocument/2006/relationships/hyperlink" Target="https://fluent2.microsoft.design/" TargetMode="External"/><Relationship Id="rId5" Type="http://schemas.openxmlformats.org/officeDocument/2006/relationships/diagramQuickStyle" Target="../diagrams/quickStyle15.xml"/><Relationship Id="rId15" Type="http://schemas.openxmlformats.org/officeDocument/2006/relationships/hyperlink" Target="https://roadmap.sh/ux-design" TargetMode="External"/><Relationship Id="rId10" Type="http://schemas.openxmlformats.org/officeDocument/2006/relationships/hyperlink" Target="https://roadmap.sh/design-system" TargetMode="External"/><Relationship Id="rId4" Type="http://schemas.openxmlformats.org/officeDocument/2006/relationships/diagramLayout" Target="../diagrams/layout15.xml"/><Relationship Id="rId9" Type="http://schemas.openxmlformats.org/officeDocument/2006/relationships/hyperlink" Target="https://dribbble.com/resources/education/design-tokens" TargetMode="External"/><Relationship Id="rId14" Type="http://schemas.openxmlformats.org/officeDocument/2006/relationships/hyperlink" Target="https://figmabook.com/" TargetMode="External"/></Relationships>
</file>

<file path=ppt/slides/_rels/slide16.xml.rels><?xml version="1.0" encoding="UTF-8" standalone="yes"?>
<Relationships xmlns="http://schemas.openxmlformats.org/package/2006/relationships"><Relationship Id="rId3" Type="http://schemas.openxmlformats.org/officeDocument/2006/relationships/diagramData" Target="../diagrams/data16.xml"/><Relationship Id="rId7" Type="http://schemas.microsoft.com/office/2007/relationships/diagramDrawing" Target="../diagrams/drawing16.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diagramColors" Target="../diagrams/colors16.xml"/><Relationship Id="rId5" Type="http://schemas.openxmlformats.org/officeDocument/2006/relationships/diagramQuickStyle" Target="../diagrams/quickStyle16.xml"/><Relationship Id="rId4" Type="http://schemas.openxmlformats.org/officeDocument/2006/relationships/diagramLayout" Target="../diagrams/layout16.xml"/></Relationships>
</file>

<file path=ppt/slides/_rels/slide17.xml.rels><?xml version="1.0" encoding="UTF-8" standalone="yes"?>
<Relationships xmlns="http://schemas.openxmlformats.org/package/2006/relationships"><Relationship Id="rId3" Type="http://schemas.openxmlformats.org/officeDocument/2006/relationships/diagramData" Target="../diagrams/data17.xml"/><Relationship Id="rId7" Type="http://schemas.microsoft.com/office/2007/relationships/diagramDrawing" Target="../diagrams/drawing17.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diagramColors" Target="../diagrams/colors17.xml"/><Relationship Id="rId5" Type="http://schemas.openxmlformats.org/officeDocument/2006/relationships/diagramQuickStyle" Target="../diagrams/quickStyle17.xml"/><Relationship Id="rId4" Type="http://schemas.openxmlformats.org/officeDocument/2006/relationships/diagramLayout" Target="../diagrams/layout17.xml"/></Relationships>
</file>

<file path=ppt/slides/_rels/slide18.xml.rels><?xml version="1.0" encoding="UTF-8" standalone="yes"?>
<Relationships xmlns="http://schemas.openxmlformats.org/package/2006/relationships"><Relationship Id="rId3" Type="http://schemas.openxmlformats.org/officeDocument/2006/relationships/diagramData" Target="../diagrams/data18.xml"/><Relationship Id="rId7" Type="http://schemas.microsoft.com/office/2007/relationships/diagramDrawing" Target="../diagrams/drawing18.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diagramColors" Target="../diagrams/colors18.xml"/><Relationship Id="rId5" Type="http://schemas.openxmlformats.org/officeDocument/2006/relationships/diagramQuickStyle" Target="../diagrams/quickStyle18.xml"/><Relationship Id="rId4" Type="http://schemas.openxmlformats.org/officeDocument/2006/relationships/diagramLayout" Target="../diagrams/layout18.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19.xml"/><Relationship Id="rId7" Type="http://schemas.microsoft.com/office/2007/relationships/diagramDrawing" Target="../diagrams/drawing19.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Colors" Target="../diagrams/colors19.xml"/><Relationship Id="rId5" Type="http://schemas.openxmlformats.org/officeDocument/2006/relationships/diagramQuickStyle" Target="../diagrams/quickStyle19.xml"/><Relationship Id="rId4" Type="http://schemas.openxmlformats.org/officeDocument/2006/relationships/diagramLayout" Target="../diagrams/layout19.xml"/></Relationships>
</file>

<file path=ppt/slides/_rels/slide20.xml.rels><?xml version="1.0" encoding="UTF-8" standalone="yes"?>
<Relationships xmlns="http://schemas.openxmlformats.org/package/2006/relationships"><Relationship Id="rId3" Type="http://schemas.openxmlformats.org/officeDocument/2006/relationships/diagramData" Target="../diagrams/data20.xml"/><Relationship Id="rId7" Type="http://schemas.microsoft.com/office/2007/relationships/diagramDrawing" Target="../diagrams/drawing20.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Colors" Target="../diagrams/colors20.xml"/><Relationship Id="rId5" Type="http://schemas.openxmlformats.org/officeDocument/2006/relationships/diagramQuickStyle" Target="../diagrams/quickStyle20.xml"/><Relationship Id="rId4" Type="http://schemas.openxmlformats.org/officeDocument/2006/relationships/diagramLayout" Target="../diagrams/layout20.xml"/></Relationships>
</file>

<file path=ppt/slides/_rels/slide21.xml.rels><?xml version="1.0" encoding="UTF-8" standalone="yes"?>
<Relationships xmlns="http://schemas.openxmlformats.org/package/2006/relationships"><Relationship Id="rId3" Type="http://schemas.openxmlformats.org/officeDocument/2006/relationships/diagramData" Target="../diagrams/data21.xml"/><Relationship Id="rId7" Type="http://schemas.microsoft.com/office/2007/relationships/diagramDrawing" Target="../diagrams/drawing21.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diagramColors" Target="../diagrams/colors21.xml"/><Relationship Id="rId5" Type="http://schemas.openxmlformats.org/officeDocument/2006/relationships/diagramQuickStyle" Target="../diagrams/quickStyle21.xml"/><Relationship Id="rId4" Type="http://schemas.openxmlformats.org/officeDocument/2006/relationships/diagramLayout" Target="../diagrams/layout21.xml"/></Relationships>
</file>

<file path=ppt/slides/_rels/slide22.xml.rels><?xml version="1.0" encoding="UTF-8" standalone="yes"?>
<Relationships xmlns="http://schemas.openxmlformats.org/package/2006/relationships"><Relationship Id="rId8" Type="http://schemas.openxmlformats.org/officeDocument/2006/relationships/hyperlink" Target="https://roadmap.sh/frontend" TargetMode="External"/><Relationship Id="rId3" Type="http://schemas.openxmlformats.org/officeDocument/2006/relationships/diagramData" Target="../diagrams/data22.xml"/><Relationship Id="rId7" Type="http://schemas.microsoft.com/office/2007/relationships/diagramDrawing" Target="../diagrams/drawing22.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diagramColors" Target="../diagrams/colors22.xml"/><Relationship Id="rId5" Type="http://schemas.openxmlformats.org/officeDocument/2006/relationships/diagramQuickStyle" Target="../diagrams/quickStyle22.xml"/><Relationship Id="rId4" Type="http://schemas.openxmlformats.org/officeDocument/2006/relationships/diagramLayout" Target="../diagrams/layout22.xml"/></Relationships>
</file>

<file path=ppt/slides/_rels/slide23.xml.rels><?xml version="1.0" encoding="UTF-8" standalone="yes"?>
<Relationships xmlns="http://schemas.openxmlformats.org/package/2006/relationships"><Relationship Id="rId3" Type="http://schemas.openxmlformats.org/officeDocument/2006/relationships/diagramData" Target="../diagrams/data23.xml"/><Relationship Id="rId7" Type="http://schemas.microsoft.com/office/2007/relationships/diagramDrawing" Target="../diagrams/drawing23.xm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diagramColors" Target="../diagrams/colors23.xml"/><Relationship Id="rId5" Type="http://schemas.openxmlformats.org/officeDocument/2006/relationships/diagramQuickStyle" Target="../diagrams/quickStyle23.xml"/><Relationship Id="rId4" Type="http://schemas.openxmlformats.org/officeDocument/2006/relationships/diagramLayout" Target="../diagrams/layout23.xml"/></Relationships>
</file>

<file path=ppt/slides/_rels/slide24.xml.rels><?xml version="1.0" encoding="UTF-8" standalone="yes"?>
<Relationships xmlns="http://schemas.openxmlformats.org/package/2006/relationships"><Relationship Id="rId3" Type="http://schemas.openxmlformats.org/officeDocument/2006/relationships/diagramData" Target="../diagrams/data24.xml"/><Relationship Id="rId7" Type="http://schemas.microsoft.com/office/2007/relationships/diagramDrawing" Target="../diagrams/drawing24.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diagramColors" Target="../diagrams/colors24.xml"/><Relationship Id="rId5" Type="http://schemas.openxmlformats.org/officeDocument/2006/relationships/diagramQuickStyle" Target="../diagrams/quickStyle24.xml"/><Relationship Id="rId4" Type="http://schemas.openxmlformats.org/officeDocument/2006/relationships/diagramLayout" Target="../diagrams/layout24.xml"/></Relationships>
</file>

<file path=ppt/slides/_rels/slide25.xml.rels><?xml version="1.0" encoding="UTF-8" standalone="yes"?>
<Relationships xmlns="http://schemas.openxmlformats.org/package/2006/relationships"><Relationship Id="rId3" Type="http://schemas.openxmlformats.org/officeDocument/2006/relationships/diagramData" Target="../diagrams/data25.xml"/><Relationship Id="rId7" Type="http://schemas.microsoft.com/office/2007/relationships/diagramDrawing" Target="../diagrams/drawing25.xm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diagramColors" Target="../diagrams/colors25.xml"/><Relationship Id="rId5" Type="http://schemas.openxmlformats.org/officeDocument/2006/relationships/diagramQuickStyle" Target="../diagrams/quickStyle25.xml"/><Relationship Id="rId4" Type="http://schemas.openxmlformats.org/officeDocument/2006/relationships/diagramLayout" Target="../diagrams/layout25.xml"/></Relationships>
</file>

<file path=ppt/slides/_rels/slide26.xml.rels><?xml version="1.0" encoding="UTF-8" standalone="yes"?>
<Relationships xmlns="http://schemas.openxmlformats.org/package/2006/relationships"><Relationship Id="rId3" Type="http://schemas.openxmlformats.org/officeDocument/2006/relationships/diagramData" Target="../diagrams/data26.xml"/><Relationship Id="rId7" Type="http://schemas.microsoft.com/office/2007/relationships/diagramDrawing" Target="../diagrams/drawing26.xm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diagramColors" Target="../diagrams/colors26.xml"/><Relationship Id="rId5" Type="http://schemas.openxmlformats.org/officeDocument/2006/relationships/diagramQuickStyle" Target="../diagrams/quickStyle26.xml"/><Relationship Id="rId4" Type="http://schemas.openxmlformats.org/officeDocument/2006/relationships/diagramLayout" Target="../diagrams/layout26.xml"/></Relationships>
</file>

<file path=ppt/slides/_rels/slide27.xml.rels><?xml version="1.0" encoding="UTF-8" standalone="yes"?>
<Relationships xmlns="http://schemas.openxmlformats.org/package/2006/relationships"><Relationship Id="rId3" Type="http://schemas.openxmlformats.org/officeDocument/2006/relationships/diagramData" Target="../diagrams/data27.xml"/><Relationship Id="rId7" Type="http://schemas.microsoft.com/office/2007/relationships/diagramDrawing" Target="../diagrams/drawing27.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7.xml"/><Relationship Id="rId5" Type="http://schemas.openxmlformats.org/officeDocument/2006/relationships/diagramQuickStyle" Target="../diagrams/quickStyle27.xml"/><Relationship Id="rId4" Type="http://schemas.openxmlformats.org/officeDocument/2006/relationships/diagramLayout" Target="../diagrams/layout27.xml"/></Relationships>
</file>

<file path=ppt/slides/_rels/slide28.xml.rels><?xml version="1.0" encoding="UTF-8" standalone="yes"?>
<Relationships xmlns="http://schemas.openxmlformats.org/package/2006/relationships"><Relationship Id="rId8" Type="http://schemas.openxmlformats.org/officeDocument/2006/relationships/hyperlink" Target="https://javascriptmaster.medium.com/mastering-semantic-html5-the-foundation-of-modern-web-development-2940f5602555" TargetMode="External"/><Relationship Id="rId13" Type="http://schemas.openxmlformats.org/officeDocument/2006/relationships/hyperlink" Target="https://www.martinfowler.com/articles/tdd-html-templates.html" TargetMode="External"/><Relationship Id="rId3" Type="http://schemas.openxmlformats.org/officeDocument/2006/relationships/diagramData" Target="../diagrams/data28.xml"/><Relationship Id="rId7" Type="http://schemas.microsoft.com/office/2007/relationships/diagramDrawing" Target="../diagrams/drawing28.xml"/><Relationship Id="rId12" Type="http://schemas.openxmlformats.org/officeDocument/2006/relationships/hyperlink" Target="https://martinfowler.com/books/refactoringHtml.html"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diagramColors" Target="../diagrams/colors28.xml"/><Relationship Id="rId11" Type="http://schemas.openxmlformats.org/officeDocument/2006/relationships/hyperlink" Target="https://books.goalkicker.com/HTML5CanvasBook/" TargetMode="External"/><Relationship Id="rId5" Type="http://schemas.openxmlformats.org/officeDocument/2006/relationships/diagramQuickStyle" Target="../diagrams/quickStyle28.xml"/><Relationship Id="rId10" Type="http://schemas.openxmlformats.org/officeDocument/2006/relationships/hyperlink" Target="https://books.goalkicker.com/HTML5Book/" TargetMode="External"/><Relationship Id="rId4" Type="http://schemas.openxmlformats.org/officeDocument/2006/relationships/diagramLayout" Target="../diagrams/layout28.xml"/><Relationship Id="rId9" Type="http://schemas.openxmlformats.org/officeDocument/2006/relationships/hyperlink" Target="https://dev.to/kaliacad/guide-to-semantic-html5-tags-2n5b" TargetMode="External"/></Relationships>
</file>

<file path=ppt/slides/_rels/slide29.xml.rels><?xml version="1.0" encoding="UTF-8" standalone="yes"?>
<Relationships xmlns="http://schemas.openxmlformats.org/package/2006/relationships"><Relationship Id="rId3" Type="http://schemas.openxmlformats.org/officeDocument/2006/relationships/diagramData" Target="../diagrams/data29.xml"/><Relationship Id="rId7" Type="http://schemas.microsoft.com/office/2007/relationships/diagramDrawing" Target="../diagrams/drawing29.xm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diagramColors" Target="../diagrams/colors29.xml"/><Relationship Id="rId5" Type="http://schemas.openxmlformats.org/officeDocument/2006/relationships/diagramQuickStyle" Target="../diagrams/quickStyle29.xml"/><Relationship Id="rId4" Type="http://schemas.openxmlformats.org/officeDocument/2006/relationships/diagramLayout" Target="../diagrams/layout29.xml"/></Relationships>
</file>

<file path=ppt/slides/_rels/slide30.xml.rels><?xml version="1.0" encoding="UTF-8" standalone="yes"?>
<Relationships xmlns="http://schemas.openxmlformats.org/package/2006/relationships"><Relationship Id="rId3" Type="http://schemas.openxmlformats.org/officeDocument/2006/relationships/diagramData" Target="../diagrams/data30.xml"/><Relationship Id="rId7" Type="http://schemas.microsoft.com/office/2007/relationships/diagramDrawing" Target="../diagrams/drawing30.xm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diagramColors" Target="../diagrams/colors30.xml"/><Relationship Id="rId5" Type="http://schemas.openxmlformats.org/officeDocument/2006/relationships/diagramQuickStyle" Target="../diagrams/quickStyle30.xml"/><Relationship Id="rId4" Type="http://schemas.openxmlformats.org/officeDocument/2006/relationships/diagramLayout" Target="../diagrams/layout30.xml"/></Relationships>
</file>

<file path=ppt/slides/_rels/slide31.xml.rels><?xml version="1.0" encoding="UTF-8" standalone="yes"?>
<Relationships xmlns="http://schemas.openxmlformats.org/package/2006/relationships"><Relationship Id="rId3" Type="http://schemas.openxmlformats.org/officeDocument/2006/relationships/diagramData" Target="../diagrams/data31.xml"/><Relationship Id="rId7" Type="http://schemas.microsoft.com/office/2007/relationships/diagramDrawing" Target="../diagrams/drawing31.xm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diagramColors" Target="../diagrams/colors31.xml"/><Relationship Id="rId5" Type="http://schemas.openxmlformats.org/officeDocument/2006/relationships/diagramQuickStyle" Target="../diagrams/quickStyle31.xml"/><Relationship Id="rId4" Type="http://schemas.openxmlformats.org/officeDocument/2006/relationships/diagramLayout" Target="../diagrams/layout31.xml"/></Relationships>
</file>

<file path=ppt/slides/_rels/slide32.xml.rels><?xml version="1.0" encoding="UTF-8" standalone="yes"?>
<Relationships xmlns="http://schemas.openxmlformats.org/package/2006/relationships"><Relationship Id="rId3" Type="http://schemas.openxmlformats.org/officeDocument/2006/relationships/diagramData" Target="../diagrams/data32.xml"/><Relationship Id="rId7" Type="http://schemas.microsoft.com/office/2007/relationships/diagramDrawing" Target="../diagrams/drawing32.xm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diagramColors" Target="../diagrams/colors32.xml"/><Relationship Id="rId5" Type="http://schemas.openxmlformats.org/officeDocument/2006/relationships/diagramQuickStyle" Target="../diagrams/quickStyle32.xml"/><Relationship Id="rId4" Type="http://schemas.openxmlformats.org/officeDocument/2006/relationships/diagramLayout" Target="../diagrams/layout32.xml"/></Relationships>
</file>

<file path=ppt/slides/_rels/slide33.xml.rels><?xml version="1.0" encoding="UTF-8" standalone="yes"?>
<Relationships xmlns="http://schemas.openxmlformats.org/package/2006/relationships"><Relationship Id="rId3" Type="http://schemas.openxmlformats.org/officeDocument/2006/relationships/diagramData" Target="../diagrams/data33.xml"/><Relationship Id="rId7" Type="http://schemas.microsoft.com/office/2007/relationships/diagramDrawing" Target="../diagrams/drawing33.xml"/><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diagramColors" Target="../diagrams/colors33.xml"/><Relationship Id="rId5" Type="http://schemas.openxmlformats.org/officeDocument/2006/relationships/diagramQuickStyle" Target="../diagrams/quickStyle33.xml"/><Relationship Id="rId4" Type="http://schemas.openxmlformats.org/officeDocument/2006/relationships/diagramLayout" Target="../diagrams/layout33.xml"/></Relationships>
</file>

<file path=ppt/slides/_rels/slide34.xml.rels><?xml version="1.0" encoding="UTF-8" standalone="yes"?>
<Relationships xmlns="http://schemas.openxmlformats.org/package/2006/relationships"><Relationship Id="rId3" Type="http://schemas.openxmlformats.org/officeDocument/2006/relationships/diagramData" Target="../diagrams/data34.xml"/><Relationship Id="rId7" Type="http://schemas.microsoft.com/office/2007/relationships/diagramDrawing" Target="../diagrams/drawing34.xm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diagramColors" Target="../diagrams/colors34.xml"/><Relationship Id="rId5" Type="http://schemas.openxmlformats.org/officeDocument/2006/relationships/diagramQuickStyle" Target="../diagrams/quickStyle34.xml"/><Relationship Id="rId4" Type="http://schemas.openxmlformats.org/officeDocument/2006/relationships/diagramLayout" Target="../diagrams/layout34.xml"/></Relationships>
</file>

<file path=ppt/slides/_rels/slide35.xml.rels><?xml version="1.0" encoding="UTF-8" standalone="yes"?>
<Relationships xmlns="http://schemas.openxmlformats.org/package/2006/relationships"><Relationship Id="rId3" Type="http://schemas.openxmlformats.org/officeDocument/2006/relationships/diagramData" Target="../diagrams/data35.xml"/><Relationship Id="rId7" Type="http://schemas.microsoft.com/office/2007/relationships/diagramDrawing" Target="../diagrams/drawing35.xml"/><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diagramColors" Target="../diagrams/colors35.xml"/><Relationship Id="rId5" Type="http://schemas.openxmlformats.org/officeDocument/2006/relationships/diagramQuickStyle" Target="../diagrams/quickStyle35.xml"/><Relationship Id="rId4" Type="http://schemas.openxmlformats.org/officeDocument/2006/relationships/diagramLayout" Target="../diagrams/layout35.xml"/></Relationships>
</file>

<file path=ppt/slides/_rels/slide36.xml.rels><?xml version="1.0" encoding="UTF-8" standalone="yes"?>
<Relationships xmlns="http://schemas.openxmlformats.org/package/2006/relationships"><Relationship Id="rId3" Type="http://schemas.openxmlformats.org/officeDocument/2006/relationships/diagramData" Target="../diagrams/data36.xml"/><Relationship Id="rId7" Type="http://schemas.microsoft.com/office/2007/relationships/diagramDrawing" Target="../diagrams/drawing36.xm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diagramColors" Target="../diagrams/colors36.xml"/><Relationship Id="rId5" Type="http://schemas.openxmlformats.org/officeDocument/2006/relationships/diagramQuickStyle" Target="../diagrams/quickStyle36.xml"/><Relationship Id="rId4" Type="http://schemas.openxmlformats.org/officeDocument/2006/relationships/diagramLayout" Target="../diagrams/layout36.xml"/></Relationships>
</file>

<file path=ppt/slides/_rels/slide37.xml.rels><?xml version="1.0" encoding="UTF-8" standalone="yes"?>
<Relationships xmlns="http://schemas.openxmlformats.org/package/2006/relationships"><Relationship Id="rId3" Type="http://schemas.openxmlformats.org/officeDocument/2006/relationships/diagramData" Target="../diagrams/data37.xml"/><Relationship Id="rId7" Type="http://schemas.microsoft.com/office/2007/relationships/diagramDrawing" Target="../diagrams/drawing37.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diagramColors" Target="../diagrams/colors37.xml"/><Relationship Id="rId5" Type="http://schemas.openxmlformats.org/officeDocument/2006/relationships/diagramQuickStyle" Target="../diagrams/quickStyle37.xml"/><Relationship Id="rId4" Type="http://schemas.openxmlformats.org/officeDocument/2006/relationships/diagramLayout" Target="../diagrams/layout37.xml"/></Relationships>
</file>

<file path=ppt/slides/_rels/slide38.xml.rels><?xml version="1.0" encoding="UTF-8" standalone="yes"?>
<Relationships xmlns="http://schemas.openxmlformats.org/package/2006/relationships"><Relationship Id="rId3" Type="http://schemas.openxmlformats.org/officeDocument/2006/relationships/diagramData" Target="../diagrams/data38.xml"/><Relationship Id="rId7" Type="http://schemas.microsoft.com/office/2007/relationships/diagramDrawing" Target="../diagrams/drawing38.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38.xml"/><Relationship Id="rId5" Type="http://schemas.openxmlformats.org/officeDocument/2006/relationships/diagramQuickStyle" Target="../diagrams/quickStyle38.xml"/><Relationship Id="rId4" Type="http://schemas.openxmlformats.org/officeDocument/2006/relationships/diagramLayout" Target="../diagrams/layout38.xml"/></Relationships>
</file>

<file path=ppt/slides/_rels/slide39.xml.rels><?xml version="1.0" encoding="UTF-8" standalone="yes"?>
<Relationships xmlns="http://schemas.openxmlformats.org/package/2006/relationships"><Relationship Id="rId3" Type="http://schemas.openxmlformats.org/officeDocument/2006/relationships/diagramData" Target="../diagrams/data39.xml"/><Relationship Id="rId7" Type="http://schemas.microsoft.com/office/2007/relationships/diagramDrawing" Target="../diagrams/drawing39.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diagramColors" Target="../diagrams/colors39.xml"/><Relationship Id="rId5" Type="http://schemas.openxmlformats.org/officeDocument/2006/relationships/diagramQuickStyle" Target="../diagrams/quickStyle39.xml"/><Relationship Id="rId4" Type="http://schemas.openxmlformats.org/officeDocument/2006/relationships/diagramLayout" Target="../diagrams/layout39.xml"/></Relationships>
</file>

<file path=ppt/slides/_rels/slide40.xml.rels><?xml version="1.0" encoding="UTF-8" standalone="yes"?>
<Relationships xmlns="http://schemas.openxmlformats.org/package/2006/relationships"><Relationship Id="rId3" Type="http://schemas.openxmlformats.org/officeDocument/2006/relationships/diagramData" Target="../diagrams/data40.xml"/><Relationship Id="rId7" Type="http://schemas.microsoft.com/office/2007/relationships/diagramDrawing" Target="../diagrams/drawing40.xm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diagramColors" Target="../diagrams/colors40.xml"/><Relationship Id="rId5" Type="http://schemas.openxmlformats.org/officeDocument/2006/relationships/diagramQuickStyle" Target="../diagrams/quickStyle40.xml"/><Relationship Id="rId4" Type="http://schemas.openxmlformats.org/officeDocument/2006/relationships/diagramLayout" Target="../diagrams/layout40.xml"/></Relationships>
</file>

<file path=ppt/slides/_rels/slide41.xml.rels><?xml version="1.0" encoding="UTF-8" standalone="yes"?>
<Relationships xmlns="http://schemas.openxmlformats.org/package/2006/relationships"><Relationship Id="rId3" Type="http://schemas.openxmlformats.org/officeDocument/2006/relationships/diagramData" Target="../diagrams/data41.xml"/><Relationship Id="rId7" Type="http://schemas.microsoft.com/office/2007/relationships/diagramDrawing" Target="../diagrams/drawing41.xm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diagramColors" Target="../diagrams/colors41.xml"/><Relationship Id="rId5" Type="http://schemas.openxmlformats.org/officeDocument/2006/relationships/diagramQuickStyle" Target="../diagrams/quickStyle41.xml"/><Relationship Id="rId4" Type="http://schemas.openxmlformats.org/officeDocument/2006/relationships/diagramLayout" Target="../diagrams/layout41.xml"/></Relationships>
</file>

<file path=ppt/slides/_rels/slide42.xml.rels><?xml version="1.0" encoding="UTF-8" standalone="yes"?>
<Relationships xmlns="http://schemas.openxmlformats.org/package/2006/relationships"><Relationship Id="rId3" Type="http://schemas.openxmlformats.org/officeDocument/2006/relationships/diagramData" Target="../diagrams/data42.xml"/><Relationship Id="rId7" Type="http://schemas.microsoft.com/office/2007/relationships/diagramDrawing" Target="../diagrams/drawing42.xm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diagramColors" Target="../diagrams/colors42.xml"/><Relationship Id="rId5" Type="http://schemas.openxmlformats.org/officeDocument/2006/relationships/diagramQuickStyle" Target="../diagrams/quickStyle42.xml"/><Relationship Id="rId4" Type="http://schemas.openxmlformats.org/officeDocument/2006/relationships/diagramLayout" Target="../diagrams/layout42.xml"/></Relationships>
</file>

<file path=ppt/slides/_rels/slide43.xml.rels><?xml version="1.0" encoding="UTF-8" standalone="yes"?>
<Relationships xmlns="http://schemas.openxmlformats.org/package/2006/relationships"><Relationship Id="rId8" Type="http://schemas.openxmlformats.org/officeDocument/2006/relationships/hyperlink" Target="https://www.w3.org/WAI/fundamentals/accessibility-intro/" TargetMode="External"/><Relationship Id="rId13" Type="http://schemas.openxmlformats.org/officeDocument/2006/relationships/hyperlink" Target="https://alison.com/course/web-accessibility-development?utm_source=google&amp;utm_medium=cpc&amp;utm_campaign=Performance-Max_Tier-5_Workplace-Personality-Assessment&amp;gad_source=1&amp;gad_campaignid=21247195883&amp;gbraid=0AAAAADt7cD35BaSL-tqsOWEVkuD7DZ7zE&amp;gclid=CjwKCAiAuIDJBhBoEiwAxhgyFpC1AcAlfuNpCfH2jdH-T_47_B0PglLxQ2XEQHB8RKUPFqef4Lg4xBoC63EQAvD_BwE" TargetMode="External"/><Relationship Id="rId3" Type="http://schemas.openxmlformats.org/officeDocument/2006/relationships/diagramData" Target="../diagrams/data43.xml"/><Relationship Id="rId7" Type="http://schemas.microsoft.com/office/2007/relationships/diagramDrawing" Target="../diagrams/drawing43.xml"/><Relationship Id="rId12" Type="http://schemas.openxmlformats.org/officeDocument/2006/relationships/hyperlink" Target="https://www.w3.org/WAI/WCAG22/quickref/"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diagramColors" Target="../diagrams/colors43.xml"/><Relationship Id="rId11" Type="http://schemas.openxmlformats.org/officeDocument/2006/relationships/hyperlink" Target="https://www.w3.org/WAI/ARIA/apg/" TargetMode="External"/><Relationship Id="rId5" Type="http://schemas.openxmlformats.org/officeDocument/2006/relationships/diagramQuickStyle" Target="../diagrams/quickStyle43.xml"/><Relationship Id="rId10" Type="http://schemas.openxmlformats.org/officeDocument/2006/relationships/hyperlink" Target="https://www.w3.org/WAI/courses/foundations-course/" TargetMode="External"/><Relationship Id="rId4" Type="http://schemas.openxmlformats.org/officeDocument/2006/relationships/diagramLayout" Target="../diagrams/layout43.xml"/><Relationship Id="rId9" Type="http://schemas.openxmlformats.org/officeDocument/2006/relationships/hyperlink" Target="https://alison.com/course/intro-to-web-accessibility?utm_source=google&amp;utm_medium=cpc&amp;utm_campaign=Performance-Max_Tier-5_Workplace-Personality-Assessment&amp;gad_source=1&amp;gad_campaignid=21247195883&amp;gbraid=0AAAAADt7cD35BaSL-tqsOWEVkuD7DZ7zE&amp;gclid=CjwKCAiAuIDJBhBoEiwAxhgyFk4kdOfpNLMXhSOgokEF6lk52GapLNsnA600HvzXJDKWhbmfnhSq-xoCHWkQAvD_BwE" TargetMode="External"/><Relationship Id="rId14" Type="http://schemas.openxmlformats.org/officeDocument/2006/relationships/hyperlink" Target="https://alison.com/course/diploma-in-web-accessibility?utm_source=google&amp;utm_medium=cpc&amp;utm_campaign=Performance-Max_Tier-5_Workplace-Personality-Assessment&amp;gad_source=1&amp;gad_campaignid=21247195883&amp;gbraid=0AAAAADt7cD35BaSL-tqsOWEVkuD7DZ7zE&amp;gclid=CjwKCAiAuIDJBhBoEiwAxhgyFqfhYxLMpWSmR5xZEjUkslIjxxm4rGsKNDlNQ9W3nwUtlQN8cMGbRRoCW_wQAvD_BwE" TargetMode="External"/></Relationships>
</file>

<file path=ppt/slides/_rels/slide44.xml.rels><?xml version="1.0" encoding="UTF-8" standalone="yes"?>
<Relationships xmlns="http://schemas.openxmlformats.org/package/2006/relationships"><Relationship Id="rId3" Type="http://schemas.openxmlformats.org/officeDocument/2006/relationships/diagramData" Target="../diagrams/data44.xml"/><Relationship Id="rId7" Type="http://schemas.microsoft.com/office/2007/relationships/diagramDrawing" Target="../diagrams/drawing44.xm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diagramColors" Target="../diagrams/colors44.xml"/><Relationship Id="rId5" Type="http://schemas.openxmlformats.org/officeDocument/2006/relationships/diagramQuickStyle" Target="../diagrams/quickStyle44.xml"/><Relationship Id="rId4" Type="http://schemas.openxmlformats.org/officeDocument/2006/relationships/diagramLayout" Target="../diagrams/layout44.xml"/></Relationships>
</file>

<file path=ppt/slides/_rels/slide45.xml.rels><?xml version="1.0" encoding="UTF-8" standalone="yes"?>
<Relationships xmlns="http://schemas.openxmlformats.org/package/2006/relationships"><Relationship Id="rId3" Type="http://schemas.openxmlformats.org/officeDocument/2006/relationships/diagramData" Target="../diagrams/data45.xml"/><Relationship Id="rId7" Type="http://schemas.microsoft.com/office/2007/relationships/diagramDrawing" Target="../diagrams/drawing45.xml"/><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diagramColors" Target="../diagrams/colors45.xml"/><Relationship Id="rId5" Type="http://schemas.openxmlformats.org/officeDocument/2006/relationships/diagramQuickStyle" Target="../diagrams/quickStyle45.xml"/><Relationship Id="rId4" Type="http://schemas.openxmlformats.org/officeDocument/2006/relationships/diagramLayout" Target="../diagrams/layout45.xml"/></Relationships>
</file>

<file path=ppt/slides/_rels/slide46.xml.rels><?xml version="1.0" encoding="UTF-8" standalone="yes"?>
<Relationships xmlns="http://schemas.openxmlformats.org/package/2006/relationships"><Relationship Id="rId3" Type="http://schemas.openxmlformats.org/officeDocument/2006/relationships/diagramData" Target="../diagrams/data46.xml"/><Relationship Id="rId7" Type="http://schemas.microsoft.com/office/2007/relationships/diagramDrawing" Target="../diagrams/drawing46.xm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diagramColors" Target="../diagrams/colors46.xml"/><Relationship Id="rId5" Type="http://schemas.openxmlformats.org/officeDocument/2006/relationships/diagramQuickStyle" Target="../diagrams/quickStyle46.xml"/><Relationship Id="rId4" Type="http://schemas.openxmlformats.org/officeDocument/2006/relationships/diagramLayout" Target="../diagrams/layout46.xml"/></Relationships>
</file>

<file path=ppt/slides/_rels/slide47.xml.rels><?xml version="1.0" encoding="UTF-8" standalone="yes"?>
<Relationships xmlns="http://schemas.openxmlformats.org/package/2006/relationships"><Relationship Id="rId3" Type="http://schemas.openxmlformats.org/officeDocument/2006/relationships/diagramData" Target="../diagrams/data47.xml"/><Relationship Id="rId7" Type="http://schemas.microsoft.com/office/2007/relationships/diagramDrawing" Target="../diagrams/drawing47.xm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diagramColors" Target="../diagrams/colors47.xml"/><Relationship Id="rId5" Type="http://schemas.openxmlformats.org/officeDocument/2006/relationships/diagramQuickStyle" Target="../diagrams/quickStyle47.xml"/><Relationship Id="rId4" Type="http://schemas.openxmlformats.org/officeDocument/2006/relationships/diagramLayout" Target="../diagrams/layout47.xml"/></Relationships>
</file>

<file path=ppt/slides/_rels/slide48.xml.rels><?xml version="1.0" encoding="UTF-8" standalone="yes"?>
<Relationships xmlns="http://schemas.openxmlformats.org/package/2006/relationships"><Relationship Id="rId3" Type="http://schemas.openxmlformats.org/officeDocument/2006/relationships/diagramData" Target="../diagrams/data48.xml"/><Relationship Id="rId7" Type="http://schemas.microsoft.com/office/2007/relationships/diagramDrawing" Target="../diagrams/drawing48.xm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diagramColors" Target="../diagrams/colors48.xml"/><Relationship Id="rId5" Type="http://schemas.openxmlformats.org/officeDocument/2006/relationships/diagramQuickStyle" Target="../diagrams/quickStyle48.xml"/><Relationship Id="rId4" Type="http://schemas.openxmlformats.org/officeDocument/2006/relationships/diagramLayout" Target="../diagrams/layout48.xml"/></Relationships>
</file>

<file path=ppt/slides/_rels/slide49.xml.rels><?xml version="1.0" encoding="UTF-8" standalone="yes"?>
<Relationships xmlns="http://schemas.openxmlformats.org/package/2006/relationships"><Relationship Id="rId3" Type="http://schemas.openxmlformats.org/officeDocument/2006/relationships/diagramData" Target="../diagrams/data49.xml"/><Relationship Id="rId7" Type="http://schemas.microsoft.com/office/2007/relationships/diagramDrawing" Target="../diagrams/drawing49.xm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diagramColors" Target="../diagrams/colors49.xml"/><Relationship Id="rId5" Type="http://schemas.openxmlformats.org/officeDocument/2006/relationships/diagramQuickStyle" Target="../diagrams/quickStyle49.xml"/><Relationship Id="rId4" Type="http://schemas.openxmlformats.org/officeDocument/2006/relationships/diagramLayout" Target="../diagrams/layout49.xml"/></Relationships>
</file>

<file path=ppt/slides/_rels/slide50.xml.rels><?xml version="1.0" encoding="UTF-8" standalone="yes"?>
<Relationships xmlns="http://schemas.openxmlformats.org/package/2006/relationships"><Relationship Id="rId3" Type="http://schemas.openxmlformats.org/officeDocument/2006/relationships/diagramData" Target="../diagrams/data50.xml"/><Relationship Id="rId7" Type="http://schemas.microsoft.com/office/2007/relationships/diagramDrawing" Target="../diagrams/drawing50.xm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diagramColors" Target="../diagrams/colors50.xml"/><Relationship Id="rId5" Type="http://schemas.openxmlformats.org/officeDocument/2006/relationships/diagramQuickStyle" Target="../diagrams/quickStyle50.xml"/><Relationship Id="rId4" Type="http://schemas.openxmlformats.org/officeDocument/2006/relationships/diagramLayout" Target="../diagrams/layout50.xml"/></Relationships>
</file>

<file path=ppt/slides/_rels/slide51.xml.rels><?xml version="1.0" encoding="UTF-8" standalone="yes"?>
<Relationships xmlns="http://schemas.openxmlformats.org/package/2006/relationships"><Relationship Id="rId3" Type="http://schemas.openxmlformats.org/officeDocument/2006/relationships/diagramData" Target="../diagrams/data51.xml"/><Relationship Id="rId7" Type="http://schemas.microsoft.com/office/2007/relationships/diagramDrawing" Target="../diagrams/drawing51.xm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diagramColors" Target="../diagrams/colors51.xml"/><Relationship Id="rId5" Type="http://schemas.openxmlformats.org/officeDocument/2006/relationships/diagramQuickStyle" Target="../diagrams/quickStyle51.xml"/><Relationship Id="rId4" Type="http://schemas.openxmlformats.org/officeDocument/2006/relationships/diagramLayout" Target="../diagrams/layout51.xml"/></Relationships>
</file>

<file path=ppt/slides/_rels/slide52.xml.rels><?xml version="1.0" encoding="UTF-8" standalone="yes"?>
<Relationships xmlns="http://schemas.openxmlformats.org/package/2006/relationships"><Relationship Id="rId3" Type="http://schemas.openxmlformats.org/officeDocument/2006/relationships/diagramData" Target="../diagrams/data52.xml"/><Relationship Id="rId7" Type="http://schemas.microsoft.com/office/2007/relationships/diagramDrawing" Target="../diagrams/drawing52.xm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diagramColors" Target="../diagrams/colors52.xml"/><Relationship Id="rId5" Type="http://schemas.openxmlformats.org/officeDocument/2006/relationships/diagramQuickStyle" Target="../diagrams/quickStyle52.xml"/><Relationship Id="rId4" Type="http://schemas.openxmlformats.org/officeDocument/2006/relationships/diagramLayout" Target="../diagrams/layout52.xml"/></Relationships>
</file>

<file path=ppt/slides/_rels/slide53.xml.rels><?xml version="1.0" encoding="UTF-8" standalone="yes"?>
<Relationships xmlns="http://schemas.openxmlformats.org/package/2006/relationships"><Relationship Id="rId3" Type="http://schemas.openxmlformats.org/officeDocument/2006/relationships/diagramData" Target="../diagrams/data53.xml"/><Relationship Id="rId7" Type="http://schemas.microsoft.com/office/2007/relationships/diagramDrawing" Target="../diagrams/drawing53.xm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diagramColors" Target="../diagrams/colors53.xml"/><Relationship Id="rId5" Type="http://schemas.openxmlformats.org/officeDocument/2006/relationships/diagramQuickStyle" Target="../diagrams/quickStyle53.xml"/><Relationship Id="rId4" Type="http://schemas.openxmlformats.org/officeDocument/2006/relationships/diagramLayout" Target="../diagrams/layout53.xml"/></Relationships>
</file>

<file path=ppt/slides/_rels/slide54.xml.rels><?xml version="1.0" encoding="UTF-8" standalone="yes"?>
<Relationships xmlns="http://schemas.openxmlformats.org/package/2006/relationships"><Relationship Id="rId3" Type="http://schemas.openxmlformats.org/officeDocument/2006/relationships/diagramData" Target="../diagrams/data54.xml"/><Relationship Id="rId7" Type="http://schemas.microsoft.com/office/2007/relationships/diagramDrawing" Target="../diagrams/drawing54.xm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diagramColors" Target="../diagrams/colors54.xml"/><Relationship Id="rId5" Type="http://schemas.openxmlformats.org/officeDocument/2006/relationships/diagramQuickStyle" Target="../diagrams/quickStyle54.xml"/><Relationship Id="rId4" Type="http://schemas.openxmlformats.org/officeDocument/2006/relationships/diagramLayout" Target="../diagrams/layout54.xml"/></Relationships>
</file>

<file path=ppt/slides/_rels/slide55.xml.rels><?xml version="1.0" encoding="UTF-8" standalone="yes"?>
<Relationships xmlns="http://schemas.openxmlformats.org/package/2006/relationships"><Relationship Id="rId3" Type="http://schemas.openxmlformats.org/officeDocument/2006/relationships/diagramData" Target="../diagrams/data55.xml"/><Relationship Id="rId7" Type="http://schemas.microsoft.com/office/2007/relationships/diagramDrawing" Target="../diagrams/drawing55.xml"/><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diagramColors" Target="../diagrams/colors55.xml"/><Relationship Id="rId5" Type="http://schemas.openxmlformats.org/officeDocument/2006/relationships/diagramQuickStyle" Target="../diagrams/quickStyle55.xml"/><Relationship Id="rId4" Type="http://schemas.openxmlformats.org/officeDocument/2006/relationships/diagramLayout" Target="../diagrams/layout55.xml"/></Relationships>
</file>

<file path=ppt/slides/_rels/slide56.xml.rels><?xml version="1.0" encoding="UTF-8" standalone="yes"?>
<Relationships xmlns="http://schemas.openxmlformats.org/package/2006/relationships"><Relationship Id="rId3" Type="http://schemas.openxmlformats.org/officeDocument/2006/relationships/diagramData" Target="../diagrams/data56.xml"/><Relationship Id="rId7" Type="http://schemas.microsoft.com/office/2007/relationships/diagramDrawing" Target="../diagrams/drawing56.xml"/><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diagramColors" Target="../diagrams/colors56.xml"/><Relationship Id="rId5" Type="http://schemas.openxmlformats.org/officeDocument/2006/relationships/diagramQuickStyle" Target="../diagrams/quickStyle56.xml"/><Relationship Id="rId4" Type="http://schemas.openxmlformats.org/officeDocument/2006/relationships/diagramLayout" Target="../diagrams/layout56.xml"/></Relationships>
</file>

<file path=ppt/slides/_rels/slide57.xml.rels><?xml version="1.0" encoding="UTF-8" standalone="yes"?>
<Relationships xmlns="http://schemas.openxmlformats.org/package/2006/relationships"><Relationship Id="rId3" Type="http://schemas.openxmlformats.org/officeDocument/2006/relationships/diagramData" Target="../diagrams/data57.xml"/><Relationship Id="rId7" Type="http://schemas.microsoft.com/office/2007/relationships/diagramDrawing" Target="../diagrams/drawing57.xml"/><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diagramColors" Target="../diagrams/colors57.xml"/><Relationship Id="rId5" Type="http://schemas.openxmlformats.org/officeDocument/2006/relationships/diagramQuickStyle" Target="../diagrams/quickStyle57.xml"/><Relationship Id="rId4" Type="http://schemas.openxmlformats.org/officeDocument/2006/relationships/diagramLayout" Target="../diagrams/layout57.xml"/></Relationships>
</file>

<file path=ppt/slides/_rels/slide58.xml.rels><?xml version="1.0" encoding="UTF-8" standalone="yes"?>
<Relationships xmlns="http://schemas.openxmlformats.org/package/2006/relationships"><Relationship Id="rId3" Type="http://schemas.openxmlformats.org/officeDocument/2006/relationships/diagramData" Target="../diagrams/data58.xml"/><Relationship Id="rId7" Type="http://schemas.microsoft.com/office/2007/relationships/diagramDrawing" Target="../diagrams/drawing58.xml"/><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diagramColors" Target="../diagrams/colors58.xml"/><Relationship Id="rId5" Type="http://schemas.openxmlformats.org/officeDocument/2006/relationships/diagramQuickStyle" Target="../diagrams/quickStyle58.xml"/><Relationship Id="rId4" Type="http://schemas.openxmlformats.org/officeDocument/2006/relationships/diagramLayout" Target="../diagrams/layout58.xml"/></Relationships>
</file>

<file path=ppt/slides/_rels/slide59.xml.rels><?xml version="1.0" encoding="UTF-8" standalone="yes"?>
<Relationships xmlns="http://schemas.openxmlformats.org/package/2006/relationships"><Relationship Id="rId3" Type="http://schemas.openxmlformats.org/officeDocument/2006/relationships/diagramData" Target="../diagrams/data59.xml"/><Relationship Id="rId7" Type="http://schemas.microsoft.com/office/2007/relationships/diagramDrawing" Target="../diagrams/drawing59.xml"/><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diagramColors" Target="../diagrams/colors59.xml"/><Relationship Id="rId5" Type="http://schemas.openxmlformats.org/officeDocument/2006/relationships/diagramQuickStyle" Target="../diagrams/quickStyle59.xml"/><Relationship Id="rId4" Type="http://schemas.openxmlformats.org/officeDocument/2006/relationships/diagramLayout" Target="../diagrams/layout59.xml"/></Relationships>
</file>

<file path=ppt/slides/_rels/slide60.xml.rels><?xml version="1.0" encoding="UTF-8" standalone="yes"?>
<Relationships xmlns="http://schemas.openxmlformats.org/package/2006/relationships"><Relationship Id="rId3" Type="http://schemas.openxmlformats.org/officeDocument/2006/relationships/diagramData" Target="../diagrams/data60.xml"/><Relationship Id="rId7" Type="http://schemas.microsoft.com/office/2007/relationships/diagramDrawing" Target="../diagrams/drawing60.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60.xml"/><Relationship Id="rId5" Type="http://schemas.openxmlformats.org/officeDocument/2006/relationships/diagramQuickStyle" Target="../diagrams/quickStyle60.xml"/><Relationship Id="rId4" Type="http://schemas.openxmlformats.org/officeDocument/2006/relationships/diagramLayout" Target="../diagrams/layout60.xml"/></Relationships>
</file>

<file path=ppt/slides/_rels/slide61.xml.rels><?xml version="1.0" encoding="UTF-8" standalone="yes"?>
<Relationships xmlns="http://schemas.openxmlformats.org/package/2006/relationships"><Relationship Id="rId3" Type="http://schemas.openxmlformats.org/officeDocument/2006/relationships/diagramData" Target="../diagrams/data61.xml"/><Relationship Id="rId7" Type="http://schemas.microsoft.com/office/2007/relationships/diagramDrawing" Target="../diagrams/drawing61.xml"/><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diagramColors" Target="../diagrams/colors61.xml"/><Relationship Id="rId5" Type="http://schemas.openxmlformats.org/officeDocument/2006/relationships/diagramQuickStyle" Target="../diagrams/quickStyle61.xml"/><Relationship Id="rId4" Type="http://schemas.openxmlformats.org/officeDocument/2006/relationships/diagramLayout" Target="../diagrams/layout61.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62.xml"/><Relationship Id="rId7" Type="http://schemas.microsoft.com/office/2007/relationships/diagramDrawing" Target="../diagrams/drawing62.xml"/><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diagramColors" Target="../diagrams/colors62.xml"/><Relationship Id="rId5" Type="http://schemas.openxmlformats.org/officeDocument/2006/relationships/diagramQuickStyle" Target="../diagrams/quickStyle62.xml"/><Relationship Id="rId4" Type="http://schemas.openxmlformats.org/officeDocument/2006/relationships/diagramLayout" Target="../diagrams/layout62.xml"/></Relationships>
</file>

<file path=ppt/slides/_rels/slide63.xml.rels><?xml version="1.0" encoding="UTF-8" standalone="yes"?>
<Relationships xmlns="http://schemas.openxmlformats.org/package/2006/relationships"><Relationship Id="rId3" Type="http://schemas.openxmlformats.org/officeDocument/2006/relationships/diagramData" Target="../diagrams/data63.xml"/><Relationship Id="rId7" Type="http://schemas.microsoft.com/office/2007/relationships/diagramDrawing" Target="../diagrams/drawing63.xml"/><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diagramColors" Target="../diagrams/colors63.xml"/><Relationship Id="rId5" Type="http://schemas.openxmlformats.org/officeDocument/2006/relationships/diagramQuickStyle" Target="../diagrams/quickStyle63.xml"/><Relationship Id="rId4" Type="http://schemas.openxmlformats.org/officeDocument/2006/relationships/diagramLayout" Target="../diagrams/layout63.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64.xml"/><Relationship Id="rId7" Type="http://schemas.microsoft.com/office/2007/relationships/diagramDrawing" Target="../diagrams/drawing64.xml"/><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diagramColors" Target="../diagrams/colors64.xml"/><Relationship Id="rId5" Type="http://schemas.openxmlformats.org/officeDocument/2006/relationships/diagramQuickStyle" Target="../diagrams/quickStyle64.xml"/><Relationship Id="rId4" Type="http://schemas.openxmlformats.org/officeDocument/2006/relationships/diagramLayout" Target="../diagrams/layout64.xml"/></Relationships>
</file>

<file path=ppt/slides/_rels/slide65.xml.rels><?xml version="1.0" encoding="UTF-8" standalone="yes"?>
<Relationships xmlns="http://schemas.openxmlformats.org/package/2006/relationships"><Relationship Id="rId3" Type="http://schemas.openxmlformats.org/officeDocument/2006/relationships/diagramData" Target="../diagrams/data65.xml"/><Relationship Id="rId7" Type="http://schemas.microsoft.com/office/2007/relationships/diagramDrawing" Target="../diagrams/drawing65.xml"/><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diagramColors" Target="../diagrams/colors65.xml"/><Relationship Id="rId5" Type="http://schemas.openxmlformats.org/officeDocument/2006/relationships/diagramQuickStyle" Target="../diagrams/quickStyle65.xml"/><Relationship Id="rId4" Type="http://schemas.openxmlformats.org/officeDocument/2006/relationships/diagramLayout" Target="../diagrams/layout65.xml"/></Relationships>
</file>

<file path=ppt/slides/_rels/slide66.xml.rels><?xml version="1.0" encoding="UTF-8" standalone="yes"?>
<Relationships xmlns="http://schemas.openxmlformats.org/package/2006/relationships"><Relationship Id="rId3" Type="http://schemas.openxmlformats.org/officeDocument/2006/relationships/diagramData" Target="../diagrams/data66.xml"/><Relationship Id="rId7" Type="http://schemas.microsoft.com/office/2007/relationships/diagramDrawing" Target="../diagrams/drawing66.xml"/><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diagramColors" Target="../diagrams/colors66.xml"/><Relationship Id="rId5" Type="http://schemas.openxmlformats.org/officeDocument/2006/relationships/diagramQuickStyle" Target="../diagrams/quickStyle66.xml"/><Relationship Id="rId4" Type="http://schemas.openxmlformats.org/officeDocument/2006/relationships/diagramLayout" Target="../diagrams/layout66.xml"/></Relationships>
</file>

<file path=ppt/slides/_rels/slide67.xml.rels><?xml version="1.0" encoding="UTF-8" standalone="yes"?>
<Relationships xmlns="http://schemas.openxmlformats.org/package/2006/relationships"><Relationship Id="rId3" Type="http://schemas.openxmlformats.org/officeDocument/2006/relationships/diagramData" Target="../diagrams/data67.xml"/><Relationship Id="rId7" Type="http://schemas.microsoft.com/office/2007/relationships/diagramDrawing" Target="../diagrams/drawing67.xml"/><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diagramColors" Target="../diagrams/colors67.xml"/><Relationship Id="rId5" Type="http://schemas.openxmlformats.org/officeDocument/2006/relationships/diagramQuickStyle" Target="../diagrams/quickStyle67.xml"/><Relationship Id="rId4" Type="http://schemas.openxmlformats.org/officeDocument/2006/relationships/diagramLayout" Target="../diagrams/layout67.xml"/></Relationships>
</file>

<file path=ppt/slides/_rels/slide68.xml.rels><?xml version="1.0" encoding="UTF-8" standalone="yes"?>
<Relationships xmlns="http://schemas.openxmlformats.org/package/2006/relationships"><Relationship Id="rId3" Type="http://schemas.openxmlformats.org/officeDocument/2006/relationships/diagramData" Target="../diagrams/data68.xml"/><Relationship Id="rId7" Type="http://schemas.microsoft.com/office/2007/relationships/diagramDrawing" Target="../diagrams/drawing68.xml"/><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diagramColors" Target="../diagrams/colors68.xml"/><Relationship Id="rId5" Type="http://schemas.openxmlformats.org/officeDocument/2006/relationships/diagramQuickStyle" Target="../diagrams/quickStyle68.xml"/><Relationship Id="rId4" Type="http://schemas.openxmlformats.org/officeDocument/2006/relationships/diagramLayout" Target="../diagrams/layout68.xml"/></Relationships>
</file>

<file path=ppt/slides/_rels/slide69.xml.rels><?xml version="1.0" encoding="UTF-8" standalone="yes"?>
<Relationships xmlns="http://schemas.openxmlformats.org/package/2006/relationships"><Relationship Id="rId3" Type="http://schemas.openxmlformats.org/officeDocument/2006/relationships/diagramData" Target="../diagrams/data69.xml"/><Relationship Id="rId7" Type="http://schemas.microsoft.com/office/2007/relationships/diagramDrawing" Target="../diagrams/drawing69.xml"/><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diagramColors" Target="../diagrams/colors69.xml"/><Relationship Id="rId5" Type="http://schemas.openxmlformats.org/officeDocument/2006/relationships/diagramQuickStyle" Target="../diagrams/quickStyle69.xml"/><Relationship Id="rId4" Type="http://schemas.openxmlformats.org/officeDocument/2006/relationships/diagramLayout" Target="../diagrams/layout69.xml"/></Relationships>
</file>

<file path=ppt/slides/_rels/slide70.xml.rels><?xml version="1.0" encoding="UTF-8" standalone="yes"?>
<Relationships xmlns="http://schemas.openxmlformats.org/package/2006/relationships"><Relationship Id="rId3" Type="http://schemas.openxmlformats.org/officeDocument/2006/relationships/diagramData" Target="../diagrams/data70.xml"/><Relationship Id="rId7" Type="http://schemas.microsoft.com/office/2007/relationships/diagramDrawing" Target="../diagrams/drawing70.xml"/><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diagramColors" Target="../diagrams/colors70.xml"/><Relationship Id="rId5" Type="http://schemas.openxmlformats.org/officeDocument/2006/relationships/diagramQuickStyle" Target="../diagrams/quickStyle70.xml"/><Relationship Id="rId4" Type="http://schemas.openxmlformats.org/officeDocument/2006/relationships/diagramLayout" Target="../diagrams/layout70.xml"/></Relationships>
</file>

<file path=ppt/slides/_rels/slide71.xml.rels><?xml version="1.0" encoding="UTF-8" standalone="yes"?>
<Relationships xmlns="http://schemas.openxmlformats.org/package/2006/relationships"><Relationship Id="rId3" Type="http://schemas.openxmlformats.org/officeDocument/2006/relationships/diagramData" Target="../diagrams/data71.xml"/><Relationship Id="rId7" Type="http://schemas.microsoft.com/office/2007/relationships/diagramDrawing" Target="../diagrams/drawing71.xml"/><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diagramColors" Target="../diagrams/colors71.xml"/><Relationship Id="rId5" Type="http://schemas.openxmlformats.org/officeDocument/2006/relationships/diagramQuickStyle" Target="../diagrams/quickStyle71.xml"/><Relationship Id="rId4" Type="http://schemas.openxmlformats.org/officeDocument/2006/relationships/diagramLayout" Target="../diagrams/layout71.xml"/></Relationships>
</file>

<file path=ppt/slides/_rels/slide72.xml.rels><?xml version="1.0" encoding="UTF-8" standalone="yes"?>
<Relationships xmlns="http://schemas.openxmlformats.org/package/2006/relationships"><Relationship Id="rId3" Type="http://schemas.openxmlformats.org/officeDocument/2006/relationships/diagramData" Target="../diagrams/data72.xml"/><Relationship Id="rId7" Type="http://schemas.microsoft.com/office/2007/relationships/diagramDrawing" Target="../diagrams/drawing72.xml"/><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diagramColors" Target="../diagrams/colors72.xml"/><Relationship Id="rId5" Type="http://schemas.openxmlformats.org/officeDocument/2006/relationships/diagramQuickStyle" Target="../diagrams/quickStyle72.xml"/><Relationship Id="rId4" Type="http://schemas.openxmlformats.org/officeDocument/2006/relationships/diagramLayout" Target="../diagrams/layout72.xml"/></Relationships>
</file>

<file path=ppt/slides/_rels/slide73.xml.rels><?xml version="1.0" encoding="UTF-8" standalone="yes"?>
<Relationships xmlns="http://schemas.openxmlformats.org/package/2006/relationships"><Relationship Id="rId3" Type="http://schemas.openxmlformats.org/officeDocument/2006/relationships/diagramData" Target="../diagrams/data73.xml"/><Relationship Id="rId7" Type="http://schemas.microsoft.com/office/2007/relationships/diagramDrawing" Target="../diagrams/drawing73.xml"/><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diagramColors" Target="../diagrams/colors73.xml"/><Relationship Id="rId5" Type="http://schemas.openxmlformats.org/officeDocument/2006/relationships/diagramQuickStyle" Target="../diagrams/quickStyle73.xml"/><Relationship Id="rId4" Type="http://schemas.openxmlformats.org/officeDocument/2006/relationships/diagramLayout" Target="../diagrams/layout73.xml"/></Relationships>
</file>

<file path=ppt/slides/_rels/slide74.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diagramData" Target="../diagrams/data74.xml"/><Relationship Id="rId7" Type="http://schemas.microsoft.com/office/2007/relationships/diagramDrawing" Target="../diagrams/drawing74.xml"/><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diagramColors" Target="../diagrams/colors74.xml"/><Relationship Id="rId5" Type="http://schemas.openxmlformats.org/officeDocument/2006/relationships/diagramQuickStyle" Target="../diagrams/quickStyle74.xml"/><Relationship Id="rId4" Type="http://schemas.openxmlformats.org/officeDocument/2006/relationships/diagramLayout" Target="../diagrams/layout74.xml"/></Relationships>
</file>

<file path=ppt/slides/_rels/slide7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75.xml"/><Relationship Id="rId7" Type="http://schemas.microsoft.com/office/2007/relationships/diagramDrawing" Target="../diagrams/drawing75.xml"/><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diagramColors" Target="../diagrams/colors75.xml"/><Relationship Id="rId5" Type="http://schemas.openxmlformats.org/officeDocument/2006/relationships/diagramQuickStyle" Target="../diagrams/quickStyle75.xml"/><Relationship Id="rId4" Type="http://schemas.openxmlformats.org/officeDocument/2006/relationships/diagramLayout" Target="../diagrams/layout75.xml"/></Relationships>
</file>

<file path=ppt/slides/_rels/slide76.xml.rels><?xml version="1.0" encoding="UTF-8" standalone="yes"?>
<Relationships xmlns="http://schemas.openxmlformats.org/package/2006/relationships"><Relationship Id="rId3" Type="http://schemas.openxmlformats.org/officeDocument/2006/relationships/diagramData" Target="../diagrams/data76.xml"/><Relationship Id="rId7" Type="http://schemas.microsoft.com/office/2007/relationships/diagramDrawing" Target="../diagrams/drawing76.xml"/><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diagramColors" Target="../diagrams/colors76.xml"/><Relationship Id="rId5" Type="http://schemas.openxmlformats.org/officeDocument/2006/relationships/diagramQuickStyle" Target="../diagrams/quickStyle76.xml"/><Relationship Id="rId4" Type="http://schemas.openxmlformats.org/officeDocument/2006/relationships/diagramLayout" Target="../diagrams/layout76.xml"/></Relationships>
</file>

<file path=ppt/slides/_rels/slide77.xml.rels><?xml version="1.0" encoding="UTF-8" standalone="yes"?>
<Relationships xmlns="http://schemas.openxmlformats.org/package/2006/relationships"><Relationship Id="rId3" Type="http://schemas.openxmlformats.org/officeDocument/2006/relationships/diagramData" Target="../diagrams/data77.xml"/><Relationship Id="rId7" Type="http://schemas.microsoft.com/office/2007/relationships/diagramDrawing" Target="../diagrams/drawing77.xml"/><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diagramColors" Target="../diagrams/colors77.xml"/><Relationship Id="rId5" Type="http://schemas.openxmlformats.org/officeDocument/2006/relationships/diagramQuickStyle" Target="../diagrams/quickStyle77.xml"/><Relationship Id="rId4" Type="http://schemas.openxmlformats.org/officeDocument/2006/relationships/diagramLayout" Target="../diagrams/layout77.xml"/></Relationships>
</file>

<file path=ppt/slides/_rels/slide78.xml.rels><?xml version="1.0" encoding="UTF-8" standalone="yes"?>
<Relationships xmlns="http://schemas.openxmlformats.org/package/2006/relationships"><Relationship Id="rId3" Type="http://schemas.openxmlformats.org/officeDocument/2006/relationships/diagramData" Target="../diagrams/data78.xml"/><Relationship Id="rId7" Type="http://schemas.microsoft.com/office/2007/relationships/diagramDrawing" Target="../diagrams/drawing78.xml"/><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diagramColors" Target="../diagrams/colors78.xml"/><Relationship Id="rId5" Type="http://schemas.openxmlformats.org/officeDocument/2006/relationships/diagramQuickStyle" Target="../diagrams/quickStyle78.xml"/><Relationship Id="rId4" Type="http://schemas.openxmlformats.org/officeDocument/2006/relationships/diagramLayout" Target="../diagrams/layout78.xml"/></Relationships>
</file>

<file path=ppt/slides/_rels/slide79.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Data" Target="../diagrams/data79.xml"/><Relationship Id="rId7" Type="http://schemas.microsoft.com/office/2007/relationships/diagramDrawing" Target="../diagrams/drawing79.xml"/><Relationship Id="rId2" Type="http://schemas.openxmlformats.org/officeDocument/2006/relationships/notesSlide" Target="../notesSlides/notesSlide78.xml"/><Relationship Id="rId1" Type="http://schemas.openxmlformats.org/officeDocument/2006/relationships/slideLayout" Target="../slideLayouts/slideLayout2.xml"/><Relationship Id="rId6" Type="http://schemas.openxmlformats.org/officeDocument/2006/relationships/diagramColors" Target="../diagrams/colors79.xml"/><Relationship Id="rId5" Type="http://schemas.openxmlformats.org/officeDocument/2006/relationships/diagramQuickStyle" Target="../diagrams/quickStyle79.xml"/><Relationship Id="rId4" Type="http://schemas.openxmlformats.org/officeDocument/2006/relationships/diagramLayout" Target="../diagrams/layout79.xml"/></Relationships>
</file>

<file path=ppt/slides/_rels/slide80.xml.rels><?xml version="1.0" encoding="UTF-8" standalone="yes"?>
<Relationships xmlns="http://schemas.openxmlformats.org/package/2006/relationships"><Relationship Id="rId3" Type="http://schemas.openxmlformats.org/officeDocument/2006/relationships/diagramData" Target="../diagrams/data80.xml"/><Relationship Id="rId7" Type="http://schemas.microsoft.com/office/2007/relationships/diagramDrawing" Target="../diagrams/drawing80.xml"/><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diagramColors" Target="../diagrams/colors80.xml"/><Relationship Id="rId5" Type="http://schemas.openxmlformats.org/officeDocument/2006/relationships/diagramQuickStyle" Target="../diagrams/quickStyle80.xml"/><Relationship Id="rId4" Type="http://schemas.openxmlformats.org/officeDocument/2006/relationships/diagramLayout" Target="../diagrams/layout80.xml"/></Relationships>
</file>

<file path=ppt/slides/_rels/slide81.xml.rels><?xml version="1.0" encoding="UTF-8" standalone="yes"?>
<Relationships xmlns="http://schemas.openxmlformats.org/package/2006/relationships"><Relationship Id="rId3" Type="http://schemas.openxmlformats.org/officeDocument/2006/relationships/diagramData" Target="../diagrams/data81.xml"/><Relationship Id="rId7" Type="http://schemas.microsoft.com/office/2007/relationships/diagramDrawing" Target="../diagrams/drawing81.xml"/><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diagramColors" Target="../diagrams/colors81.xml"/><Relationship Id="rId5" Type="http://schemas.openxmlformats.org/officeDocument/2006/relationships/diagramQuickStyle" Target="../diagrams/quickStyle81.xml"/><Relationship Id="rId4" Type="http://schemas.openxmlformats.org/officeDocument/2006/relationships/diagramLayout" Target="../diagrams/layout81.xml"/></Relationships>
</file>

<file path=ppt/slides/_rels/slide82.xml.rels><?xml version="1.0" encoding="UTF-8" standalone="yes"?>
<Relationships xmlns="http://schemas.openxmlformats.org/package/2006/relationships"><Relationship Id="rId3" Type="http://schemas.openxmlformats.org/officeDocument/2006/relationships/diagramData" Target="../diagrams/data82.xml"/><Relationship Id="rId7" Type="http://schemas.microsoft.com/office/2007/relationships/diagramDrawing" Target="../diagrams/drawing82.xml"/><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diagramColors" Target="../diagrams/colors82.xml"/><Relationship Id="rId5" Type="http://schemas.openxmlformats.org/officeDocument/2006/relationships/diagramQuickStyle" Target="../diagrams/quickStyle82.xml"/><Relationship Id="rId4" Type="http://schemas.openxmlformats.org/officeDocument/2006/relationships/diagramLayout" Target="../diagrams/layout82.xml"/></Relationships>
</file>

<file path=ppt/slides/_rels/slide83.xml.rels><?xml version="1.0" encoding="UTF-8" standalone="yes"?>
<Relationships xmlns="http://schemas.openxmlformats.org/package/2006/relationships"><Relationship Id="rId3" Type="http://schemas.openxmlformats.org/officeDocument/2006/relationships/diagramData" Target="../diagrams/data83.xml"/><Relationship Id="rId7" Type="http://schemas.microsoft.com/office/2007/relationships/diagramDrawing" Target="../diagrams/drawing83.xml"/><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diagramColors" Target="../diagrams/colors83.xml"/><Relationship Id="rId5" Type="http://schemas.openxmlformats.org/officeDocument/2006/relationships/diagramQuickStyle" Target="../diagrams/quickStyle83.xml"/><Relationship Id="rId4" Type="http://schemas.openxmlformats.org/officeDocument/2006/relationships/diagramLayout" Target="../diagrams/layout83.xml"/></Relationships>
</file>

<file path=ppt/slides/_rels/slide84.xml.rels><?xml version="1.0" encoding="UTF-8" standalone="yes"?>
<Relationships xmlns="http://schemas.openxmlformats.org/package/2006/relationships"><Relationship Id="rId3" Type="http://schemas.openxmlformats.org/officeDocument/2006/relationships/diagramData" Target="../diagrams/data84.xml"/><Relationship Id="rId7" Type="http://schemas.microsoft.com/office/2007/relationships/diagramDrawing" Target="../diagrams/drawing84.xml"/><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diagramColors" Target="../diagrams/colors84.xml"/><Relationship Id="rId5" Type="http://schemas.openxmlformats.org/officeDocument/2006/relationships/diagramQuickStyle" Target="../diagrams/quickStyle84.xml"/><Relationship Id="rId4" Type="http://schemas.openxmlformats.org/officeDocument/2006/relationships/diagramLayout" Target="../diagrams/layout84.xml"/></Relationships>
</file>

<file path=ppt/slides/_rels/slide85.xml.rels><?xml version="1.0" encoding="UTF-8" standalone="yes"?>
<Relationships xmlns="http://schemas.openxmlformats.org/package/2006/relationships"><Relationship Id="rId3" Type="http://schemas.openxmlformats.org/officeDocument/2006/relationships/diagramData" Target="../diagrams/data85.xml"/><Relationship Id="rId7" Type="http://schemas.microsoft.com/office/2007/relationships/diagramDrawing" Target="../diagrams/drawing85.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diagramColors" Target="../diagrams/colors85.xml"/><Relationship Id="rId5" Type="http://schemas.openxmlformats.org/officeDocument/2006/relationships/diagramQuickStyle" Target="../diagrams/quickStyle85.xml"/><Relationship Id="rId4" Type="http://schemas.openxmlformats.org/officeDocument/2006/relationships/diagramLayout" Target="../diagrams/layout85.xml"/></Relationships>
</file>

<file path=ppt/slides/_rels/slide86.xml.rels><?xml version="1.0" encoding="UTF-8" standalone="yes"?>
<Relationships xmlns="http://schemas.openxmlformats.org/package/2006/relationships"><Relationship Id="rId3" Type="http://schemas.openxmlformats.org/officeDocument/2006/relationships/diagramData" Target="../diagrams/data86.xml"/><Relationship Id="rId7" Type="http://schemas.microsoft.com/office/2007/relationships/diagramDrawing" Target="../diagrams/drawing86.xml"/><Relationship Id="rId2" Type="http://schemas.openxmlformats.org/officeDocument/2006/relationships/notesSlide" Target="../notesSlides/notesSlide85.xml"/><Relationship Id="rId1" Type="http://schemas.openxmlformats.org/officeDocument/2006/relationships/slideLayout" Target="../slideLayouts/slideLayout2.xml"/><Relationship Id="rId6" Type="http://schemas.openxmlformats.org/officeDocument/2006/relationships/diagramColors" Target="../diagrams/colors86.xml"/><Relationship Id="rId5" Type="http://schemas.openxmlformats.org/officeDocument/2006/relationships/diagramQuickStyle" Target="../diagrams/quickStyle86.xml"/><Relationship Id="rId4" Type="http://schemas.openxmlformats.org/officeDocument/2006/relationships/diagramLayout" Target="../diagrams/layout86.xml"/></Relationships>
</file>

<file path=ppt/slides/_rels/slide87.xml.rels><?xml version="1.0" encoding="UTF-8" standalone="yes"?>
<Relationships xmlns="http://schemas.openxmlformats.org/package/2006/relationships"><Relationship Id="rId3" Type="http://schemas.openxmlformats.org/officeDocument/2006/relationships/diagramData" Target="../diagrams/data87.xml"/><Relationship Id="rId7" Type="http://schemas.microsoft.com/office/2007/relationships/diagramDrawing" Target="../diagrams/drawing87.xml"/><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diagramColors" Target="../diagrams/colors87.xml"/><Relationship Id="rId5" Type="http://schemas.openxmlformats.org/officeDocument/2006/relationships/diagramQuickStyle" Target="../diagrams/quickStyle87.xml"/><Relationship Id="rId4" Type="http://schemas.openxmlformats.org/officeDocument/2006/relationships/diagramLayout" Target="../diagrams/layout87.xml"/></Relationships>
</file>

<file path=ppt/slides/_rels/slide88.xml.rels><?xml version="1.0" encoding="UTF-8" standalone="yes"?>
<Relationships xmlns="http://schemas.openxmlformats.org/package/2006/relationships"><Relationship Id="rId3" Type="http://schemas.openxmlformats.org/officeDocument/2006/relationships/diagramData" Target="../diagrams/data88.xml"/><Relationship Id="rId7" Type="http://schemas.microsoft.com/office/2007/relationships/diagramDrawing" Target="../diagrams/drawing88.xml"/><Relationship Id="rId2" Type="http://schemas.openxmlformats.org/officeDocument/2006/relationships/notesSlide" Target="../notesSlides/notesSlide87.xml"/><Relationship Id="rId1" Type="http://schemas.openxmlformats.org/officeDocument/2006/relationships/slideLayout" Target="../slideLayouts/slideLayout2.xml"/><Relationship Id="rId6" Type="http://schemas.openxmlformats.org/officeDocument/2006/relationships/diagramColors" Target="../diagrams/colors88.xml"/><Relationship Id="rId5" Type="http://schemas.openxmlformats.org/officeDocument/2006/relationships/diagramQuickStyle" Target="../diagrams/quickStyle88.xml"/><Relationship Id="rId4" Type="http://schemas.openxmlformats.org/officeDocument/2006/relationships/diagramLayout" Target="../diagrams/layout88.xml"/></Relationships>
</file>

<file path=ppt/slides/_rels/slide89.xml.rels><?xml version="1.0" encoding="UTF-8" standalone="yes"?>
<Relationships xmlns="http://schemas.openxmlformats.org/package/2006/relationships"><Relationship Id="rId3" Type="http://schemas.openxmlformats.org/officeDocument/2006/relationships/diagramData" Target="../diagrams/data89.xml"/><Relationship Id="rId7" Type="http://schemas.microsoft.com/office/2007/relationships/diagramDrawing" Target="../diagrams/drawing89.xml"/><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diagramColors" Target="../diagrams/colors89.xml"/><Relationship Id="rId5" Type="http://schemas.openxmlformats.org/officeDocument/2006/relationships/diagramQuickStyle" Target="../diagrams/quickStyle89.xml"/><Relationship Id="rId4" Type="http://schemas.openxmlformats.org/officeDocument/2006/relationships/diagramLayout" Target="../diagrams/layout89.xml"/></Relationships>
</file>

<file path=ppt/slides/_rels/slide90.xml.rels><?xml version="1.0" encoding="UTF-8" standalone="yes"?>
<Relationships xmlns="http://schemas.openxmlformats.org/package/2006/relationships"><Relationship Id="rId3" Type="http://schemas.openxmlformats.org/officeDocument/2006/relationships/diagramData" Target="../diagrams/data90.xml"/><Relationship Id="rId7" Type="http://schemas.microsoft.com/office/2007/relationships/diagramDrawing" Target="../diagrams/drawing90.xml"/><Relationship Id="rId2" Type="http://schemas.openxmlformats.org/officeDocument/2006/relationships/notesSlide" Target="../notesSlides/notesSlide89.xml"/><Relationship Id="rId1" Type="http://schemas.openxmlformats.org/officeDocument/2006/relationships/slideLayout" Target="../slideLayouts/slideLayout2.xml"/><Relationship Id="rId6" Type="http://schemas.openxmlformats.org/officeDocument/2006/relationships/diagramColors" Target="../diagrams/colors90.xml"/><Relationship Id="rId5" Type="http://schemas.openxmlformats.org/officeDocument/2006/relationships/diagramQuickStyle" Target="../diagrams/quickStyle90.xml"/><Relationship Id="rId4" Type="http://schemas.openxmlformats.org/officeDocument/2006/relationships/diagramLayout" Target="../diagrams/layout90.xml"/></Relationships>
</file>

<file path=ppt/slides/_rels/slide91.xml.rels><?xml version="1.0" encoding="UTF-8" standalone="yes"?>
<Relationships xmlns="http://schemas.openxmlformats.org/package/2006/relationships"><Relationship Id="rId3" Type="http://schemas.openxmlformats.org/officeDocument/2006/relationships/diagramData" Target="../diagrams/data91.xml"/><Relationship Id="rId7" Type="http://schemas.microsoft.com/office/2007/relationships/diagramDrawing" Target="../diagrams/drawing91.xml"/><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diagramColors" Target="../diagrams/colors91.xml"/><Relationship Id="rId5" Type="http://schemas.openxmlformats.org/officeDocument/2006/relationships/diagramQuickStyle" Target="../diagrams/quickStyle91.xml"/><Relationship Id="rId4" Type="http://schemas.openxmlformats.org/officeDocument/2006/relationships/diagramLayout" Target="../diagrams/layout91.xml"/></Relationships>
</file>

<file path=ppt/slides/_rels/slide92.xml.rels><?xml version="1.0" encoding="UTF-8" standalone="yes"?>
<Relationships xmlns="http://schemas.openxmlformats.org/package/2006/relationships"><Relationship Id="rId3" Type="http://schemas.openxmlformats.org/officeDocument/2006/relationships/diagramData" Target="../diagrams/data92.xml"/><Relationship Id="rId7" Type="http://schemas.microsoft.com/office/2007/relationships/diagramDrawing" Target="../diagrams/drawing92.xml"/><Relationship Id="rId2" Type="http://schemas.openxmlformats.org/officeDocument/2006/relationships/notesSlide" Target="../notesSlides/notesSlide91.xml"/><Relationship Id="rId1" Type="http://schemas.openxmlformats.org/officeDocument/2006/relationships/slideLayout" Target="../slideLayouts/slideLayout2.xml"/><Relationship Id="rId6" Type="http://schemas.openxmlformats.org/officeDocument/2006/relationships/diagramColors" Target="../diagrams/colors92.xml"/><Relationship Id="rId5" Type="http://schemas.openxmlformats.org/officeDocument/2006/relationships/diagramQuickStyle" Target="../diagrams/quickStyle92.xml"/><Relationship Id="rId4" Type="http://schemas.openxmlformats.org/officeDocument/2006/relationships/diagramLayout" Target="../diagrams/layout92.xml"/></Relationships>
</file>

<file path=ppt/slides/_rels/slide93.xml.rels><?xml version="1.0" encoding="UTF-8" standalone="yes"?>
<Relationships xmlns="http://schemas.openxmlformats.org/package/2006/relationships"><Relationship Id="rId3" Type="http://schemas.openxmlformats.org/officeDocument/2006/relationships/diagramData" Target="../diagrams/data93.xml"/><Relationship Id="rId7" Type="http://schemas.microsoft.com/office/2007/relationships/diagramDrawing" Target="../diagrams/drawing93.xml"/><Relationship Id="rId2" Type="http://schemas.openxmlformats.org/officeDocument/2006/relationships/notesSlide" Target="../notesSlides/notesSlide92.xml"/><Relationship Id="rId1" Type="http://schemas.openxmlformats.org/officeDocument/2006/relationships/slideLayout" Target="../slideLayouts/slideLayout2.xml"/><Relationship Id="rId6" Type="http://schemas.openxmlformats.org/officeDocument/2006/relationships/diagramColors" Target="../diagrams/colors93.xml"/><Relationship Id="rId5" Type="http://schemas.openxmlformats.org/officeDocument/2006/relationships/diagramQuickStyle" Target="../diagrams/quickStyle93.xml"/><Relationship Id="rId4" Type="http://schemas.openxmlformats.org/officeDocument/2006/relationships/diagramLayout" Target="../diagrams/layout93.xml"/></Relationships>
</file>

<file path=ppt/slides/_rels/slide94.xml.rels><?xml version="1.0" encoding="UTF-8" standalone="yes"?>
<Relationships xmlns="http://schemas.openxmlformats.org/package/2006/relationships"><Relationship Id="rId3" Type="http://schemas.openxmlformats.org/officeDocument/2006/relationships/diagramData" Target="../diagrams/data94.xml"/><Relationship Id="rId7" Type="http://schemas.microsoft.com/office/2007/relationships/diagramDrawing" Target="../diagrams/drawing94.xml"/><Relationship Id="rId2" Type="http://schemas.openxmlformats.org/officeDocument/2006/relationships/notesSlide" Target="../notesSlides/notesSlide93.xml"/><Relationship Id="rId1" Type="http://schemas.openxmlformats.org/officeDocument/2006/relationships/slideLayout" Target="../slideLayouts/slideLayout2.xml"/><Relationship Id="rId6" Type="http://schemas.openxmlformats.org/officeDocument/2006/relationships/diagramColors" Target="../diagrams/colors94.xml"/><Relationship Id="rId5" Type="http://schemas.openxmlformats.org/officeDocument/2006/relationships/diagramQuickStyle" Target="../diagrams/quickStyle94.xml"/><Relationship Id="rId4" Type="http://schemas.openxmlformats.org/officeDocument/2006/relationships/diagramLayout" Target="../diagrams/layout94.xml"/></Relationships>
</file>

<file path=ppt/slides/_rels/slide95.xml.rels><?xml version="1.0" encoding="UTF-8" standalone="yes"?>
<Relationships xmlns="http://schemas.openxmlformats.org/package/2006/relationships"><Relationship Id="rId3" Type="http://schemas.openxmlformats.org/officeDocument/2006/relationships/diagramData" Target="../diagrams/data95.xml"/><Relationship Id="rId7" Type="http://schemas.microsoft.com/office/2007/relationships/diagramDrawing" Target="../diagrams/drawing95.xml"/><Relationship Id="rId2" Type="http://schemas.openxmlformats.org/officeDocument/2006/relationships/notesSlide" Target="../notesSlides/notesSlide94.xml"/><Relationship Id="rId1" Type="http://schemas.openxmlformats.org/officeDocument/2006/relationships/slideLayout" Target="../slideLayouts/slideLayout2.xml"/><Relationship Id="rId6" Type="http://schemas.openxmlformats.org/officeDocument/2006/relationships/diagramColors" Target="../diagrams/colors95.xml"/><Relationship Id="rId5" Type="http://schemas.openxmlformats.org/officeDocument/2006/relationships/diagramQuickStyle" Target="../diagrams/quickStyle95.xml"/><Relationship Id="rId4" Type="http://schemas.openxmlformats.org/officeDocument/2006/relationships/diagramLayout" Target="../diagrams/layout95.xml"/></Relationships>
</file>

<file path=ppt/slides/_rels/slide96.xml.rels><?xml version="1.0" encoding="UTF-8" standalone="yes"?>
<Relationships xmlns="http://schemas.openxmlformats.org/package/2006/relationships"><Relationship Id="rId3" Type="http://schemas.openxmlformats.org/officeDocument/2006/relationships/diagramData" Target="../diagrams/data96.xml"/><Relationship Id="rId7" Type="http://schemas.microsoft.com/office/2007/relationships/diagramDrawing" Target="../diagrams/drawing96.xml"/><Relationship Id="rId2" Type="http://schemas.openxmlformats.org/officeDocument/2006/relationships/notesSlide" Target="../notesSlides/notesSlide95.xml"/><Relationship Id="rId1" Type="http://schemas.openxmlformats.org/officeDocument/2006/relationships/slideLayout" Target="../slideLayouts/slideLayout2.xml"/><Relationship Id="rId6" Type="http://schemas.openxmlformats.org/officeDocument/2006/relationships/diagramColors" Target="../diagrams/colors96.xml"/><Relationship Id="rId5" Type="http://schemas.openxmlformats.org/officeDocument/2006/relationships/diagramQuickStyle" Target="../diagrams/quickStyle96.xml"/><Relationship Id="rId4" Type="http://schemas.openxmlformats.org/officeDocument/2006/relationships/diagramLayout" Target="../diagrams/layout96.xml"/></Relationships>
</file>

<file path=ppt/slides/_rels/slide97.xml.rels><?xml version="1.0" encoding="UTF-8" standalone="yes"?>
<Relationships xmlns="http://schemas.openxmlformats.org/package/2006/relationships"><Relationship Id="rId3" Type="http://schemas.openxmlformats.org/officeDocument/2006/relationships/diagramData" Target="../diagrams/data97.xml"/><Relationship Id="rId7" Type="http://schemas.microsoft.com/office/2007/relationships/diagramDrawing" Target="../diagrams/drawing97.xml"/><Relationship Id="rId2" Type="http://schemas.openxmlformats.org/officeDocument/2006/relationships/notesSlide" Target="../notesSlides/notesSlide96.xml"/><Relationship Id="rId1" Type="http://schemas.openxmlformats.org/officeDocument/2006/relationships/slideLayout" Target="../slideLayouts/slideLayout2.xml"/><Relationship Id="rId6" Type="http://schemas.openxmlformats.org/officeDocument/2006/relationships/diagramColors" Target="../diagrams/colors97.xml"/><Relationship Id="rId5" Type="http://schemas.openxmlformats.org/officeDocument/2006/relationships/diagramQuickStyle" Target="../diagrams/quickStyle97.xml"/><Relationship Id="rId4" Type="http://schemas.openxmlformats.org/officeDocument/2006/relationships/diagramLayout" Target="../diagrams/layout97.xml"/></Relationships>
</file>

<file path=ppt/slides/_rels/slide98.xml.rels><?xml version="1.0" encoding="UTF-8" standalone="yes"?>
<Relationships xmlns="http://schemas.openxmlformats.org/package/2006/relationships"><Relationship Id="rId3" Type="http://schemas.openxmlformats.org/officeDocument/2006/relationships/diagramData" Target="../diagrams/data98.xml"/><Relationship Id="rId7" Type="http://schemas.microsoft.com/office/2007/relationships/diagramDrawing" Target="../diagrams/drawing98.xml"/><Relationship Id="rId2" Type="http://schemas.openxmlformats.org/officeDocument/2006/relationships/notesSlide" Target="../notesSlides/notesSlide97.xml"/><Relationship Id="rId1" Type="http://schemas.openxmlformats.org/officeDocument/2006/relationships/slideLayout" Target="../slideLayouts/slideLayout2.xml"/><Relationship Id="rId6" Type="http://schemas.openxmlformats.org/officeDocument/2006/relationships/diagramColors" Target="../diagrams/colors98.xml"/><Relationship Id="rId5" Type="http://schemas.openxmlformats.org/officeDocument/2006/relationships/diagramQuickStyle" Target="../diagrams/quickStyle98.xml"/><Relationship Id="rId4" Type="http://schemas.openxmlformats.org/officeDocument/2006/relationships/diagramLayout" Target="../diagrams/layout98.xml"/></Relationships>
</file>

<file path=ppt/slides/_rels/slide99.xml.rels><?xml version="1.0" encoding="UTF-8" standalone="yes"?>
<Relationships xmlns="http://schemas.openxmlformats.org/package/2006/relationships"><Relationship Id="rId3" Type="http://schemas.openxmlformats.org/officeDocument/2006/relationships/diagramData" Target="../diagrams/data99.xml"/><Relationship Id="rId7" Type="http://schemas.microsoft.com/office/2007/relationships/diagramDrawing" Target="../diagrams/drawing99.xml"/><Relationship Id="rId2" Type="http://schemas.openxmlformats.org/officeDocument/2006/relationships/notesSlide" Target="../notesSlides/notesSlide98.xml"/><Relationship Id="rId1" Type="http://schemas.openxmlformats.org/officeDocument/2006/relationships/slideLayout" Target="../slideLayouts/slideLayout2.xml"/><Relationship Id="rId6" Type="http://schemas.openxmlformats.org/officeDocument/2006/relationships/diagramColors" Target="../diagrams/colors99.xml"/><Relationship Id="rId5" Type="http://schemas.openxmlformats.org/officeDocument/2006/relationships/diagramQuickStyle" Target="../diagrams/quickStyle99.xml"/><Relationship Id="rId4" Type="http://schemas.openxmlformats.org/officeDocument/2006/relationships/diagramLayout" Target="../diagrams/layout99.xml"/></Relationships>
</file>

<file path=ppt/slides/_rels/slide100.xml.rels><?xml version="1.0" encoding="UTF-8" standalone="yes"?>
<Relationships xmlns="http://schemas.openxmlformats.org/package/2006/relationships"><Relationship Id="rId3" Type="http://schemas.openxmlformats.org/officeDocument/2006/relationships/diagramData" Target="../diagrams/data100.xml"/><Relationship Id="rId7" Type="http://schemas.microsoft.com/office/2007/relationships/diagramDrawing" Target="../diagrams/drawing100.xml"/><Relationship Id="rId2" Type="http://schemas.openxmlformats.org/officeDocument/2006/relationships/notesSlide" Target="../notesSlides/notesSlide99.xml"/><Relationship Id="rId1" Type="http://schemas.openxmlformats.org/officeDocument/2006/relationships/slideLayout" Target="../slideLayouts/slideLayout2.xml"/><Relationship Id="rId6" Type="http://schemas.openxmlformats.org/officeDocument/2006/relationships/diagramColors" Target="../diagrams/colors100.xml"/><Relationship Id="rId5" Type="http://schemas.openxmlformats.org/officeDocument/2006/relationships/diagramQuickStyle" Target="../diagrams/quickStyle100.xml"/><Relationship Id="rId4" Type="http://schemas.openxmlformats.org/officeDocument/2006/relationships/diagramLayout" Target="../diagrams/layout100.xml"/></Relationships>
</file>

<file path=ppt/slides/_rels/slide101.xml.rels><?xml version="1.0" encoding="UTF-8" standalone="yes"?>
<Relationships xmlns="http://schemas.openxmlformats.org/package/2006/relationships"><Relationship Id="rId3" Type="http://schemas.openxmlformats.org/officeDocument/2006/relationships/diagramData" Target="../diagrams/data101.xml"/><Relationship Id="rId7" Type="http://schemas.microsoft.com/office/2007/relationships/diagramDrawing" Target="../diagrams/drawing101.xml"/><Relationship Id="rId2" Type="http://schemas.openxmlformats.org/officeDocument/2006/relationships/notesSlide" Target="../notesSlides/notesSlide100.xml"/><Relationship Id="rId1" Type="http://schemas.openxmlformats.org/officeDocument/2006/relationships/slideLayout" Target="../slideLayouts/slideLayout2.xml"/><Relationship Id="rId6" Type="http://schemas.openxmlformats.org/officeDocument/2006/relationships/diagramColors" Target="../diagrams/colors101.xml"/><Relationship Id="rId5" Type="http://schemas.openxmlformats.org/officeDocument/2006/relationships/diagramQuickStyle" Target="../diagrams/quickStyle101.xml"/><Relationship Id="rId4" Type="http://schemas.openxmlformats.org/officeDocument/2006/relationships/diagramLayout" Target="../diagrams/layout101.xml"/></Relationships>
</file>

<file path=ppt/slides/_rels/slide102.xml.rels><?xml version="1.0" encoding="UTF-8" standalone="yes"?>
<Relationships xmlns="http://schemas.openxmlformats.org/package/2006/relationships"><Relationship Id="rId3" Type="http://schemas.openxmlformats.org/officeDocument/2006/relationships/diagramData" Target="../diagrams/data102.xml"/><Relationship Id="rId7" Type="http://schemas.microsoft.com/office/2007/relationships/diagramDrawing" Target="../diagrams/drawing102.xml"/><Relationship Id="rId2" Type="http://schemas.openxmlformats.org/officeDocument/2006/relationships/notesSlide" Target="../notesSlides/notesSlide101.xml"/><Relationship Id="rId1" Type="http://schemas.openxmlformats.org/officeDocument/2006/relationships/slideLayout" Target="../slideLayouts/slideLayout2.xml"/><Relationship Id="rId6" Type="http://schemas.openxmlformats.org/officeDocument/2006/relationships/diagramColors" Target="../diagrams/colors102.xml"/><Relationship Id="rId5" Type="http://schemas.openxmlformats.org/officeDocument/2006/relationships/diagramQuickStyle" Target="../diagrams/quickStyle102.xml"/><Relationship Id="rId4" Type="http://schemas.openxmlformats.org/officeDocument/2006/relationships/diagramLayout" Target="../diagrams/layout102.xml"/></Relationships>
</file>

<file path=ppt/slides/_rels/slide103.xml.rels><?xml version="1.0" encoding="UTF-8" standalone="yes"?>
<Relationships xmlns="http://schemas.openxmlformats.org/package/2006/relationships"><Relationship Id="rId3" Type="http://schemas.openxmlformats.org/officeDocument/2006/relationships/diagramData" Target="../diagrams/data103.xml"/><Relationship Id="rId7" Type="http://schemas.microsoft.com/office/2007/relationships/diagramDrawing" Target="../diagrams/drawing103.xml"/><Relationship Id="rId2" Type="http://schemas.openxmlformats.org/officeDocument/2006/relationships/notesSlide" Target="../notesSlides/notesSlide102.xml"/><Relationship Id="rId1" Type="http://schemas.openxmlformats.org/officeDocument/2006/relationships/slideLayout" Target="../slideLayouts/slideLayout2.xml"/><Relationship Id="rId6" Type="http://schemas.openxmlformats.org/officeDocument/2006/relationships/diagramColors" Target="../diagrams/colors103.xml"/><Relationship Id="rId5" Type="http://schemas.openxmlformats.org/officeDocument/2006/relationships/diagramQuickStyle" Target="../diagrams/quickStyle103.xml"/><Relationship Id="rId4" Type="http://schemas.openxmlformats.org/officeDocument/2006/relationships/diagramLayout" Target="../diagrams/layout103.xml"/></Relationships>
</file>

<file path=ppt/slides/_rels/slide104.xml.rels><?xml version="1.0" encoding="UTF-8" standalone="yes"?>
<Relationships xmlns="http://schemas.openxmlformats.org/package/2006/relationships"><Relationship Id="rId3" Type="http://schemas.openxmlformats.org/officeDocument/2006/relationships/diagramData" Target="../diagrams/data104.xml"/><Relationship Id="rId7" Type="http://schemas.microsoft.com/office/2007/relationships/diagramDrawing" Target="../diagrams/drawing104.xml"/><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diagramColors" Target="../diagrams/colors104.xml"/><Relationship Id="rId5" Type="http://schemas.openxmlformats.org/officeDocument/2006/relationships/diagramQuickStyle" Target="../diagrams/quickStyle104.xml"/><Relationship Id="rId4" Type="http://schemas.openxmlformats.org/officeDocument/2006/relationships/diagramLayout" Target="../diagrams/layout104.xml"/></Relationships>
</file>

<file path=ppt/slides/_rels/slide105.xml.rels><?xml version="1.0" encoding="UTF-8" standalone="yes"?>
<Relationships xmlns="http://schemas.openxmlformats.org/package/2006/relationships"><Relationship Id="rId3" Type="http://schemas.openxmlformats.org/officeDocument/2006/relationships/diagramData" Target="../diagrams/data105.xml"/><Relationship Id="rId7" Type="http://schemas.microsoft.com/office/2007/relationships/diagramDrawing" Target="../diagrams/drawing105.xml"/><Relationship Id="rId2" Type="http://schemas.openxmlformats.org/officeDocument/2006/relationships/notesSlide" Target="../notesSlides/notesSlide104.xml"/><Relationship Id="rId1" Type="http://schemas.openxmlformats.org/officeDocument/2006/relationships/slideLayout" Target="../slideLayouts/slideLayout2.xml"/><Relationship Id="rId6" Type="http://schemas.openxmlformats.org/officeDocument/2006/relationships/diagramColors" Target="../diagrams/colors105.xml"/><Relationship Id="rId5" Type="http://schemas.openxmlformats.org/officeDocument/2006/relationships/diagramQuickStyle" Target="../diagrams/quickStyle105.xml"/><Relationship Id="rId4" Type="http://schemas.openxmlformats.org/officeDocument/2006/relationships/diagramLayout" Target="../diagrams/layout105.xml"/></Relationships>
</file>

<file path=ppt/slides/_rels/slide106.xml.rels><?xml version="1.0" encoding="UTF-8" standalone="yes"?>
<Relationships xmlns="http://schemas.openxmlformats.org/package/2006/relationships"><Relationship Id="rId3" Type="http://schemas.openxmlformats.org/officeDocument/2006/relationships/diagramData" Target="../diagrams/data106.xml"/><Relationship Id="rId7" Type="http://schemas.microsoft.com/office/2007/relationships/diagramDrawing" Target="../diagrams/drawing106.xml"/><Relationship Id="rId2" Type="http://schemas.openxmlformats.org/officeDocument/2006/relationships/notesSlide" Target="../notesSlides/notesSlide105.xml"/><Relationship Id="rId1" Type="http://schemas.openxmlformats.org/officeDocument/2006/relationships/slideLayout" Target="../slideLayouts/slideLayout2.xml"/><Relationship Id="rId6" Type="http://schemas.openxmlformats.org/officeDocument/2006/relationships/diagramColors" Target="../diagrams/colors106.xml"/><Relationship Id="rId5" Type="http://schemas.openxmlformats.org/officeDocument/2006/relationships/diagramQuickStyle" Target="../diagrams/quickStyle106.xml"/><Relationship Id="rId4" Type="http://schemas.openxmlformats.org/officeDocument/2006/relationships/diagramLayout" Target="../diagrams/layout106.xml"/></Relationships>
</file>

<file path=ppt/slides/_rels/slide107.xml.rels><?xml version="1.0" encoding="UTF-8" standalone="yes"?>
<Relationships xmlns="http://schemas.openxmlformats.org/package/2006/relationships"><Relationship Id="rId3" Type="http://schemas.openxmlformats.org/officeDocument/2006/relationships/diagramData" Target="../diagrams/data107.xml"/><Relationship Id="rId7" Type="http://schemas.microsoft.com/office/2007/relationships/diagramDrawing" Target="../diagrams/drawing107.xml"/><Relationship Id="rId2" Type="http://schemas.openxmlformats.org/officeDocument/2006/relationships/notesSlide" Target="../notesSlides/notesSlide106.xml"/><Relationship Id="rId1" Type="http://schemas.openxmlformats.org/officeDocument/2006/relationships/slideLayout" Target="../slideLayouts/slideLayout2.xml"/><Relationship Id="rId6" Type="http://schemas.openxmlformats.org/officeDocument/2006/relationships/diagramColors" Target="../diagrams/colors107.xml"/><Relationship Id="rId5" Type="http://schemas.openxmlformats.org/officeDocument/2006/relationships/diagramQuickStyle" Target="../diagrams/quickStyle107.xml"/><Relationship Id="rId4" Type="http://schemas.openxmlformats.org/officeDocument/2006/relationships/diagramLayout" Target="../diagrams/layout107.xml"/></Relationships>
</file>

<file path=ppt/slides/_rels/slide108.xml.rels><?xml version="1.0" encoding="UTF-8" standalone="yes"?>
<Relationships xmlns="http://schemas.openxmlformats.org/package/2006/relationships"><Relationship Id="rId3" Type="http://schemas.openxmlformats.org/officeDocument/2006/relationships/diagramData" Target="../diagrams/data108.xml"/><Relationship Id="rId7" Type="http://schemas.microsoft.com/office/2007/relationships/diagramDrawing" Target="../diagrams/drawing108.xml"/><Relationship Id="rId2" Type="http://schemas.openxmlformats.org/officeDocument/2006/relationships/notesSlide" Target="../notesSlides/notesSlide107.xml"/><Relationship Id="rId1" Type="http://schemas.openxmlformats.org/officeDocument/2006/relationships/slideLayout" Target="../slideLayouts/slideLayout2.xml"/><Relationship Id="rId6" Type="http://schemas.openxmlformats.org/officeDocument/2006/relationships/diagramColors" Target="../diagrams/colors108.xml"/><Relationship Id="rId5" Type="http://schemas.openxmlformats.org/officeDocument/2006/relationships/diagramQuickStyle" Target="../diagrams/quickStyle108.xml"/><Relationship Id="rId4" Type="http://schemas.openxmlformats.org/officeDocument/2006/relationships/diagramLayout" Target="../diagrams/layout108.xml"/></Relationships>
</file>

<file path=ppt/slides/_rels/slide109.xml.rels><?xml version="1.0" encoding="UTF-8" standalone="yes"?>
<Relationships xmlns="http://schemas.openxmlformats.org/package/2006/relationships"><Relationship Id="rId3" Type="http://schemas.openxmlformats.org/officeDocument/2006/relationships/diagramData" Target="../diagrams/data109.xml"/><Relationship Id="rId7" Type="http://schemas.microsoft.com/office/2007/relationships/diagramDrawing" Target="../diagrams/drawing109.xml"/><Relationship Id="rId2" Type="http://schemas.openxmlformats.org/officeDocument/2006/relationships/notesSlide" Target="../notesSlides/notesSlide108.xml"/><Relationship Id="rId1" Type="http://schemas.openxmlformats.org/officeDocument/2006/relationships/slideLayout" Target="../slideLayouts/slideLayout2.xml"/><Relationship Id="rId6" Type="http://schemas.openxmlformats.org/officeDocument/2006/relationships/diagramColors" Target="../diagrams/colors109.xml"/><Relationship Id="rId5" Type="http://schemas.openxmlformats.org/officeDocument/2006/relationships/diagramQuickStyle" Target="../diagrams/quickStyle109.xml"/><Relationship Id="rId4" Type="http://schemas.openxmlformats.org/officeDocument/2006/relationships/diagramLayout" Target="../diagrams/layout109.xml"/></Relationships>
</file>

<file path=ppt/slides/_rels/slide110.xml.rels><?xml version="1.0" encoding="UTF-8" standalone="yes"?>
<Relationships xmlns="http://schemas.openxmlformats.org/package/2006/relationships"><Relationship Id="rId3" Type="http://schemas.openxmlformats.org/officeDocument/2006/relationships/diagramData" Target="../diagrams/data110.xml"/><Relationship Id="rId7" Type="http://schemas.microsoft.com/office/2007/relationships/diagramDrawing" Target="../diagrams/drawing110.xml"/><Relationship Id="rId2" Type="http://schemas.openxmlformats.org/officeDocument/2006/relationships/notesSlide" Target="../notesSlides/notesSlide109.xml"/><Relationship Id="rId1" Type="http://schemas.openxmlformats.org/officeDocument/2006/relationships/slideLayout" Target="../slideLayouts/slideLayout2.xml"/><Relationship Id="rId6" Type="http://schemas.openxmlformats.org/officeDocument/2006/relationships/diagramColors" Target="../diagrams/colors110.xml"/><Relationship Id="rId5" Type="http://schemas.openxmlformats.org/officeDocument/2006/relationships/diagramQuickStyle" Target="../diagrams/quickStyle110.xml"/><Relationship Id="rId4" Type="http://schemas.openxmlformats.org/officeDocument/2006/relationships/diagramLayout" Target="../diagrams/layout110.xml"/></Relationships>
</file>

<file path=ppt/slides/_rels/slide111.xml.rels><?xml version="1.0" encoding="UTF-8" standalone="yes"?>
<Relationships xmlns="http://schemas.openxmlformats.org/package/2006/relationships"><Relationship Id="rId3" Type="http://schemas.openxmlformats.org/officeDocument/2006/relationships/diagramData" Target="../diagrams/data111.xml"/><Relationship Id="rId7" Type="http://schemas.microsoft.com/office/2007/relationships/diagramDrawing" Target="../diagrams/drawing111.xml"/><Relationship Id="rId2" Type="http://schemas.openxmlformats.org/officeDocument/2006/relationships/notesSlide" Target="../notesSlides/notesSlide110.xml"/><Relationship Id="rId1" Type="http://schemas.openxmlformats.org/officeDocument/2006/relationships/slideLayout" Target="../slideLayouts/slideLayout2.xml"/><Relationship Id="rId6" Type="http://schemas.openxmlformats.org/officeDocument/2006/relationships/diagramColors" Target="../diagrams/colors111.xml"/><Relationship Id="rId5" Type="http://schemas.openxmlformats.org/officeDocument/2006/relationships/diagramQuickStyle" Target="../diagrams/quickStyle111.xml"/><Relationship Id="rId4" Type="http://schemas.openxmlformats.org/officeDocument/2006/relationships/diagramLayout" Target="../diagrams/layout111.xml"/></Relationships>
</file>

<file path=ppt/slides/_rels/slide112.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diagramData" Target="../diagrams/data112.xml"/><Relationship Id="rId7" Type="http://schemas.microsoft.com/office/2007/relationships/diagramDrawing" Target="../diagrams/drawing112.xml"/><Relationship Id="rId2" Type="http://schemas.openxmlformats.org/officeDocument/2006/relationships/notesSlide" Target="../notesSlides/notesSlide111.xml"/><Relationship Id="rId1" Type="http://schemas.openxmlformats.org/officeDocument/2006/relationships/slideLayout" Target="../slideLayouts/slideLayout2.xml"/><Relationship Id="rId6" Type="http://schemas.openxmlformats.org/officeDocument/2006/relationships/diagramColors" Target="../diagrams/colors112.xml"/><Relationship Id="rId5" Type="http://schemas.openxmlformats.org/officeDocument/2006/relationships/diagramQuickStyle" Target="../diagrams/quickStyle112.xml"/><Relationship Id="rId4" Type="http://schemas.openxmlformats.org/officeDocument/2006/relationships/diagramLayout" Target="../diagrams/layout112.xml"/></Relationships>
</file>

<file path=ppt/slides/_rels/slide113.xml.rels><?xml version="1.0" encoding="UTF-8" standalone="yes"?>
<Relationships xmlns="http://schemas.openxmlformats.org/package/2006/relationships"><Relationship Id="rId3" Type="http://schemas.openxmlformats.org/officeDocument/2006/relationships/diagramData" Target="../diagrams/data113.xml"/><Relationship Id="rId7" Type="http://schemas.microsoft.com/office/2007/relationships/diagramDrawing" Target="../diagrams/drawing113.xml"/><Relationship Id="rId2" Type="http://schemas.openxmlformats.org/officeDocument/2006/relationships/notesSlide" Target="../notesSlides/notesSlide112.xml"/><Relationship Id="rId1" Type="http://schemas.openxmlformats.org/officeDocument/2006/relationships/slideLayout" Target="../slideLayouts/slideLayout2.xml"/><Relationship Id="rId6" Type="http://schemas.openxmlformats.org/officeDocument/2006/relationships/diagramColors" Target="../diagrams/colors113.xml"/><Relationship Id="rId5" Type="http://schemas.openxmlformats.org/officeDocument/2006/relationships/diagramQuickStyle" Target="../diagrams/quickStyle113.xml"/><Relationship Id="rId4" Type="http://schemas.openxmlformats.org/officeDocument/2006/relationships/diagramLayout" Target="../diagrams/layout113.xml"/></Relationships>
</file>

<file path=ppt/slides/_rels/slide114.xml.rels><?xml version="1.0" encoding="UTF-8" standalone="yes"?>
<Relationships xmlns="http://schemas.openxmlformats.org/package/2006/relationships"><Relationship Id="rId8" Type="http://schemas.openxmlformats.org/officeDocument/2006/relationships/hyperlink" Target="https://developers.google.com/profile/badges/playlists/webdev/learn-css" TargetMode="External"/><Relationship Id="rId13" Type="http://schemas.openxmlformats.org/officeDocument/2006/relationships/hyperlink" Target="https://apollo13themes.com/10-great-resources-to-master-your-css-skills/" TargetMode="External"/><Relationship Id="rId18" Type="http://schemas.openxmlformats.org/officeDocument/2006/relationships/hyperlink" Target="https://strapi.io/blog/bootstrap-vs-tailwind-css-a-comparison-of-top-css-frameworks" TargetMode="External"/><Relationship Id="rId3" Type="http://schemas.openxmlformats.org/officeDocument/2006/relationships/diagramData" Target="../diagrams/data114.xml"/><Relationship Id="rId7" Type="http://schemas.microsoft.com/office/2007/relationships/diagramDrawing" Target="../diagrams/drawing114.xml"/><Relationship Id="rId12" Type="http://schemas.openxmlformats.org/officeDocument/2006/relationships/hyperlink" Target="https://tutsflow.com/top-free-sources-to-learn-css-easily/" TargetMode="External"/><Relationship Id="rId17" Type="http://schemas.openxmlformats.org/officeDocument/2006/relationships/hyperlink" Target="https://www.udemy.com/course/css-layouts-masterclass/" TargetMode="External"/><Relationship Id="rId2" Type="http://schemas.openxmlformats.org/officeDocument/2006/relationships/notesSlide" Target="../notesSlides/notesSlide113.xml"/><Relationship Id="rId16" Type="http://schemas.openxmlformats.org/officeDocument/2006/relationships/hyperlink" Target="https://books.goalkicker.com/CSSBook/" TargetMode="External"/><Relationship Id="rId20" Type="http://schemas.openxmlformats.org/officeDocument/2006/relationships/hyperlink" Target="https://www.udemy.com/course/tailwind-from-scratch/" TargetMode="External"/><Relationship Id="rId1" Type="http://schemas.openxmlformats.org/officeDocument/2006/relationships/slideLayout" Target="../slideLayouts/slideLayout2.xml"/><Relationship Id="rId6" Type="http://schemas.openxmlformats.org/officeDocument/2006/relationships/diagramColors" Target="../diagrams/colors114.xml"/><Relationship Id="rId11" Type="http://schemas.openxmlformats.org/officeDocument/2006/relationships/hyperlink" Target="https://css-tricks.com/author/chriscoyier/" TargetMode="External"/><Relationship Id="rId5" Type="http://schemas.openxmlformats.org/officeDocument/2006/relationships/diagramQuickStyle" Target="../diagrams/quickStyle114.xml"/><Relationship Id="rId15" Type="http://schemas.openxmlformats.org/officeDocument/2006/relationships/hyperlink" Target="https://www.syncfusion.com/succinctly-free-ebooks/css3" TargetMode="External"/><Relationship Id="rId10" Type="http://schemas.openxmlformats.org/officeDocument/2006/relationships/hyperlink" Target="https://developer.mozilla.org/en-US/docs/Web/CSS/Reference" TargetMode="External"/><Relationship Id="rId19" Type="http://schemas.openxmlformats.org/officeDocument/2006/relationships/hyperlink" Target="https://www.udemy.com/course/bootstrap-from-scratch/" TargetMode="External"/><Relationship Id="rId4" Type="http://schemas.openxmlformats.org/officeDocument/2006/relationships/diagramLayout" Target="../diagrams/layout114.xml"/><Relationship Id="rId9" Type="http://schemas.openxmlformats.org/officeDocument/2006/relationships/hyperlink" Target="https://www.freecodecamp.org/news/want-to-learn-css-heres-our-free-20-part-course-9fb3dcb0a971/" TargetMode="External"/><Relationship Id="rId14" Type="http://schemas.openxmlformats.org/officeDocument/2006/relationships/hyperlink" Target="https://www.syncfusion.com/succinctly-free-ebooks/w3-css-succinctly" TargetMode="External"/></Relationships>
</file>

<file path=ppt/slides/_rels/slide115.xml.rels><?xml version="1.0" encoding="UTF-8" standalone="yes"?>
<Relationships xmlns="http://schemas.openxmlformats.org/package/2006/relationships"><Relationship Id="rId3" Type="http://schemas.openxmlformats.org/officeDocument/2006/relationships/diagramData" Target="../diagrams/data115.xml"/><Relationship Id="rId7" Type="http://schemas.microsoft.com/office/2007/relationships/diagramDrawing" Target="../diagrams/drawing115.xml"/><Relationship Id="rId2" Type="http://schemas.openxmlformats.org/officeDocument/2006/relationships/notesSlide" Target="../notesSlides/notesSlide114.xml"/><Relationship Id="rId1" Type="http://schemas.openxmlformats.org/officeDocument/2006/relationships/slideLayout" Target="../slideLayouts/slideLayout2.xml"/><Relationship Id="rId6" Type="http://schemas.openxmlformats.org/officeDocument/2006/relationships/diagramColors" Target="../diagrams/colors115.xml"/><Relationship Id="rId5" Type="http://schemas.openxmlformats.org/officeDocument/2006/relationships/diagramQuickStyle" Target="../diagrams/quickStyle115.xml"/><Relationship Id="rId4" Type="http://schemas.openxmlformats.org/officeDocument/2006/relationships/diagramLayout" Target="../diagrams/layout115.xml"/></Relationships>
</file>

<file path=ppt/slides/_rels/slide116.xml.rels><?xml version="1.0" encoding="UTF-8" standalone="yes"?>
<Relationships xmlns="http://schemas.openxmlformats.org/package/2006/relationships"><Relationship Id="rId3" Type="http://schemas.openxmlformats.org/officeDocument/2006/relationships/diagramData" Target="../diagrams/data116.xml"/><Relationship Id="rId7" Type="http://schemas.microsoft.com/office/2007/relationships/diagramDrawing" Target="../diagrams/drawing116.xml"/><Relationship Id="rId2" Type="http://schemas.openxmlformats.org/officeDocument/2006/relationships/notesSlide" Target="../notesSlides/notesSlide115.xml"/><Relationship Id="rId1" Type="http://schemas.openxmlformats.org/officeDocument/2006/relationships/slideLayout" Target="../slideLayouts/slideLayout2.xml"/><Relationship Id="rId6" Type="http://schemas.openxmlformats.org/officeDocument/2006/relationships/diagramColors" Target="../diagrams/colors116.xml"/><Relationship Id="rId5" Type="http://schemas.openxmlformats.org/officeDocument/2006/relationships/diagramQuickStyle" Target="../diagrams/quickStyle116.xml"/><Relationship Id="rId4" Type="http://schemas.openxmlformats.org/officeDocument/2006/relationships/diagramLayout" Target="../diagrams/layout116.xml"/></Relationships>
</file>

<file path=ppt/slides/_rels/slide117.xml.rels><?xml version="1.0" encoding="UTF-8" standalone="yes"?>
<Relationships xmlns="http://schemas.openxmlformats.org/package/2006/relationships"><Relationship Id="rId3" Type="http://schemas.openxmlformats.org/officeDocument/2006/relationships/diagramData" Target="../diagrams/data117.xml"/><Relationship Id="rId7" Type="http://schemas.microsoft.com/office/2007/relationships/diagramDrawing" Target="../diagrams/drawing117.xml"/><Relationship Id="rId2" Type="http://schemas.openxmlformats.org/officeDocument/2006/relationships/notesSlide" Target="../notesSlides/notesSlide116.xml"/><Relationship Id="rId1" Type="http://schemas.openxmlformats.org/officeDocument/2006/relationships/slideLayout" Target="../slideLayouts/slideLayout2.xml"/><Relationship Id="rId6" Type="http://schemas.openxmlformats.org/officeDocument/2006/relationships/diagramColors" Target="../diagrams/colors117.xml"/><Relationship Id="rId5" Type="http://schemas.openxmlformats.org/officeDocument/2006/relationships/diagramQuickStyle" Target="../diagrams/quickStyle117.xml"/><Relationship Id="rId4" Type="http://schemas.openxmlformats.org/officeDocument/2006/relationships/diagramLayout" Target="../diagrams/layout117.xml"/></Relationships>
</file>

<file path=ppt/slides/_rels/slide118.xml.rels><?xml version="1.0" encoding="UTF-8" standalone="yes"?>
<Relationships xmlns="http://schemas.openxmlformats.org/package/2006/relationships"><Relationship Id="rId3" Type="http://schemas.openxmlformats.org/officeDocument/2006/relationships/diagramData" Target="../diagrams/data118.xml"/><Relationship Id="rId7" Type="http://schemas.microsoft.com/office/2007/relationships/diagramDrawing" Target="../diagrams/drawing118.xml"/><Relationship Id="rId2" Type="http://schemas.openxmlformats.org/officeDocument/2006/relationships/notesSlide" Target="../notesSlides/notesSlide117.xml"/><Relationship Id="rId1" Type="http://schemas.openxmlformats.org/officeDocument/2006/relationships/slideLayout" Target="../slideLayouts/slideLayout2.xml"/><Relationship Id="rId6" Type="http://schemas.openxmlformats.org/officeDocument/2006/relationships/diagramColors" Target="../diagrams/colors118.xml"/><Relationship Id="rId5" Type="http://schemas.openxmlformats.org/officeDocument/2006/relationships/diagramQuickStyle" Target="../diagrams/quickStyle118.xml"/><Relationship Id="rId4" Type="http://schemas.openxmlformats.org/officeDocument/2006/relationships/diagramLayout" Target="../diagrams/layout118.xml"/></Relationships>
</file>

<file path=ppt/slides/_rels/slide119.xml.rels><?xml version="1.0" encoding="UTF-8" standalone="yes"?>
<Relationships xmlns="http://schemas.openxmlformats.org/package/2006/relationships"><Relationship Id="rId3" Type="http://schemas.openxmlformats.org/officeDocument/2006/relationships/diagramData" Target="../diagrams/data119.xml"/><Relationship Id="rId7" Type="http://schemas.microsoft.com/office/2007/relationships/diagramDrawing" Target="../diagrams/drawing119.xml"/><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diagramColors" Target="../diagrams/colors119.xml"/><Relationship Id="rId5" Type="http://schemas.openxmlformats.org/officeDocument/2006/relationships/diagramQuickStyle" Target="../diagrams/quickStyle119.xml"/><Relationship Id="rId4" Type="http://schemas.openxmlformats.org/officeDocument/2006/relationships/diagramLayout" Target="../diagrams/layout119.xml"/></Relationships>
</file>

<file path=ppt/slides/_rels/slide120.xml.rels><?xml version="1.0" encoding="UTF-8" standalone="yes"?>
<Relationships xmlns="http://schemas.openxmlformats.org/package/2006/relationships"><Relationship Id="rId3" Type="http://schemas.openxmlformats.org/officeDocument/2006/relationships/diagramData" Target="../diagrams/data120.xml"/><Relationship Id="rId7" Type="http://schemas.microsoft.com/office/2007/relationships/diagramDrawing" Target="../diagrams/drawing120.xml"/><Relationship Id="rId2" Type="http://schemas.openxmlformats.org/officeDocument/2006/relationships/notesSlide" Target="../notesSlides/notesSlide119.xml"/><Relationship Id="rId1" Type="http://schemas.openxmlformats.org/officeDocument/2006/relationships/slideLayout" Target="../slideLayouts/slideLayout2.xml"/><Relationship Id="rId6" Type="http://schemas.openxmlformats.org/officeDocument/2006/relationships/diagramColors" Target="../diagrams/colors120.xml"/><Relationship Id="rId5" Type="http://schemas.openxmlformats.org/officeDocument/2006/relationships/diagramQuickStyle" Target="../diagrams/quickStyle120.xml"/><Relationship Id="rId4" Type="http://schemas.openxmlformats.org/officeDocument/2006/relationships/diagramLayout" Target="../diagrams/layout120.xml"/></Relationships>
</file>

<file path=ppt/slides/_rels/slide121.xml.rels><?xml version="1.0" encoding="UTF-8" standalone="yes"?>
<Relationships xmlns="http://schemas.openxmlformats.org/package/2006/relationships"><Relationship Id="rId3" Type="http://schemas.openxmlformats.org/officeDocument/2006/relationships/diagramData" Target="../diagrams/data121.xml"/><Relationship Id="rId7" Type="http://schemas.microsoft.com/office/2007/relationships/diagramDrawing" Target="../diagrams/drawing121.xml"/><Relationship Id="rId2" Type="http://schemas.openxmlformats.org/officeDocument/2006/relationships/notesSlide" Target="../notesSlides/notesSlide120.xml"/><Relationship Id="rId1" Type="http://schemas.openxmlformats.org/officeDocument/2006/relationships/slideLayout" Target="../slideLayouts/slideLayout2.xml"/><Relationship Id="rId6" Type="http://schemas.openxmlformats.org/officeDocument/2006/relationships/diagramColors" Target="../diagrams/colors121.xml"/><Relationship Id="rId5" Type="http://schemas.openxmlformats.org/officeDocument/2006/relationships/diagramQuickStyle" Target="../diagrams/quickStyle121.xml"/><Relationship Id="rId4" Type="http://schemas.openxmlformats.org/officeDocument/2006/relationships/diagramLayout" Target="../diagrams/layout121.xml"/></Relationships>
</file>

<file path=ppt/slides/_rels/slide122.xml.rels><?xml version="1.0" encoding="UTF-8" standalone="yes"?>
<Relationships xmlns="http://schemas.openxmlformats.org/package/2006/relationships"><Relationship Id="rId3" Type="http://schemas.openxmlformats.org/officeDocument/2006/relationships/diagramData" Target="../diagrams/data122.xml"/><Relationship Id="rId7" Type="http://schemas.microsoft.com/office/2007/relationships/diagramDrawing" Target="../diagrams/drawing122.xml"/><Relationship Id="rId2" Type="http://schemas.openxmlformats.org/officeDocument/2006/relationships/notesSlide" Target="../notesSlides/notesSlide121.xml"/><Relationship Id="rId1" Type="http://schemas.openxmlformats.org/officeDocument/2006/relationships/slideLayout" Target="../slideLayouts/slideLayout2.xml"/><Relationship Id="rId6" Type="http://schemas.openxmlformats.org/officeDocument/2006/relationships/diagramColors" Target="../diagrams/colors122.xml"/><Relationship Id="rId5" Type="http://schemas.openxmlformats.org/officeDocument/2006/relationships/diagramQuickStyle" Target="../diagrams/quickStyle122.xml"/><Relationship Id="rId4" Type="http://schemas.openxmlformats.org/officeDocument/2006/relationships/diagramLayout" Target="../diagrams/layout122.xml"/></Relationships>
</file>

<file path=ppt/slides/_rels/slide123.xml.rels><?xml version="1.0" encoding="UTF-8" standalone="yes"?>
<Relationships xmlns="http://schemas.openxmlformats.org/package/2006/relationships"><Relationship Id="rId3" Type="http://schemas.openxmlformats.org/officeDocument/2006/relationships/diagramData" Target="../diagrams/data123.xml"/><Relationship Id="rId7" Type="http://schemas.microsoft.com/office/2007/relationships/diagramDrawing" Target="../diagrams/drawing123.xml"/><Relationship Id="rId2" Type="http://schemas.openxmlformats.org/officeDocument/2006/relationships/notesSlide" Target="../notesSlides/notesSlide122.xml"/><Relationship Id="rId1" Type="http://schemas.openxmlformats.org/officeDocument/2006/relationships/slideLayout" Target="../slideLayouts/slideLayout2.xml"/><Relationship Id="rId6" Type="http://schemas.openxmlformats.org/officeDocument/2006/relationships/diagramColors" Target="../diagrams/colors123.xml"/><Relationship Id="rId5" Type="http://schemas.openxmlformats.org/officeDocument/2006/relationships/diagramQuickStyle" Target="../diagrams/quickStyle123.xml"/><Relationship Id="rId4" Type="http://schemas.openxmlformats.org/officeDocument/2006/relationships/diagramLayout" Target="../diagrams/layout123.xml"/></Relationships>
</file>

<file path=ppt/slides/_rels/slide124.xml.rels><?xml version="1.0" encoding="UTF-8" standalone="yes"?>
<Relationships xmlns="http://schemas.openxmlformats.org/package/2006/relationships"><Relationship Id="rId3" Type="http://schemas.openxmlformats.org/officeDocument/2006/relationships/diagramData" Target="../diagrams/data124.xml"/><Relationship Id="rId7" Type="http://schemas.microsoft.com/office/2007/relationships/diagramDrawing" Target="../diagrams/drawing124.xml"/><Relationship Id="rId2" Type="http://schemas.openxmlformats.org/officeDocument/2006/relationships/notesSlide" Target="../notesSlides/notesSlide123.xml"/><Relationship Id="rId1" Type="http://schemas.openxmlformats.org/officeDocument/2006/relationships/slideLayout" Target="../slideLayouts/slideLayout2.xml"/><Relationship Id="rId6" Type="http://schemas.openxmlformats.org/officeDocument/2006/relationships/diagramColors" Target="../diagrams/colors124.xml"/><Relationship Id="rId5" Type="http://schemas.openxmlformats.org/officeDocument/2006/relationships/diagramQuickStyle" Target="../diagrams/quickStyle124.xml"/><Relationship Id="rId4" Type="http://schemas.openxmlformats.org/officeDocument/2006/relationships/diagramLayout" Target="../diagrams/layout124.xml"/></Relationships>
</file>

<file path=ppt/slides/_rels/slide125.xml.rels><?xml version="1.0" encoding="UTF-8" standalone="yes"?>
<Relationships xmlns="http://schemas.openxmlformats.org/package/2006/relationships"><Relationship Id="rId3" Type="http://schemas.openxmlformats.org/officeDocument/2006/relationships/diagramData" Target="../diagrams/data125.xml"/><Relationship Id="rId7" Type="http://schemas.microsoft.com/office/2007/relationships/diagramDrawing" Target="../diagrams/drawing125.xml"/><Relationship Id="rId2" Type="http://schemas.openxmlformats.org/officeDocument/2006/relationships/notesSlide" Target="../notesSlides/notesSlide124.xml"/><Relationship Id="rId1" Type="http://schemas.openxmlformats.org/officeDocument/2006/relationships/slideLayout" Target="../slideLayouts/slideLayout2.xml"/><Relationship Id="rId6" Type="http://schemas.openxmlformats.org/officeDocument/2006/relationships/diagramColors" Target="../diagrams/colors125.xml"/><Relationship Id="rId5" Type="http://schemas.openxmlformats.org/officeDocument/2006/relationships/diagramQuickStyle" Target="../diagrams/quickStyle125.xml"/><Relationship Id="rId4" Type="http://schemas.openxmlformats.org/officeDocument/2006/relationships/diagramLayout" Target="../diagrams/layout125.xml"/></Relationships>
</file>

<file path=ppt/slides/_rels/slide126.xml.rels><?xml version="1.0" encoding="UTF-8" standalone="yes"?>
<Relationships xmlns="http://schemas.openxmlformats.org/package/2006/relationships"><Relationship Id="rId3" Type="http://schemas.openxmlformats.org/officeDocument/2006/relationships/diagramData" Target="../diagrams/data126.xml"/><Relationship Id="rId7" Type="http://schemas.microsoft.com/office/2007/relationships/diagramDrawing" Target="../diagrams/drawing126.xml"/><Relationship Id="rId2" Type="http://schemas.openxmlformats.org/officeDocument/2006/relationships/notesSlide" Target="../notesSlides/notesSlide125.xml"/><Relationship Id="rId1" Type="http://schemas.openxmlformats.org/officeDocument/2006/relationships/slideLayout" Target="../slideLayouts/slideLayout2.xml"/><Relationship Id="rId6" Type="http://schemas.openxmlformats.org/officeDocument/2006/relationships/diagramColors" Target="../diagrams/colors126.xml"/><Relationship Id="rId5" Type="http://schemas.openxmlformats.org/officeDocument/2006/relationships/diagramQuickStyle" Target="../diagrams/quickStyle126.xml"/><Relationship Id="rId4" Type="http://schemas.openxmlformats.org/officeDocument/2006/relationships/diagramLayout" Target="../diagrams/layout126.xml"/></Relationships>
</file>

<file path=ppt/slides/_rels/slide127.xml.rels><?xml version="1.0" encoding="UTF-8" standalone="yes"?>
<Relationships xmlns="http://schemas.openxmlformats.org/package/2006/relationships"><Relationship Id="rId3" Type="http://schemas.openxmlformats.org/officeDocument/2006/relationships/diagramData" Target="../diagrams/data127.xml"/><Relationship Id="rId7" Type="http://schemas.microsoft.com/office/2007/relationships/diagramDrawing" Target="../diagrams/drawing127.xml"/><Relationship Id="rId2" Type="http://schemas.openxmlformats.org/officeDocument/2006/relationships/notesSlide" Target="../notesSlides/notesSlide126.xml"/><Relationship Id="rId1" Type="http://schemas.openxmlformats.org/officeDocument/2006/relationships/slideLayout" Target="../slideLayouts/slideLayout2.xml"/><Relationship Id="rId6" Type="http://schemas.openxmlformats.org/officeDocument/2006/relationships/diagramColors" Target="../diagrams/colors127.xml"/><Relationship Id="rId5" Type="http://schemas.openxmlformats.org/officeDocument/2006/relationships/diagramQuickStyle" Target="../diagrams/quickStyle127.xml"/><Relationship Id="rId4" Type="http://schemas.openxmlformats.org/officeDocument/2006/relationships/diagramLayout" Target="../diagrams/layout127.xml"/></Relationships>
</file>

<file path=ppt/slides/_rels/slide128.xml.rels><?xml version="1.0" encoding="UTF-8" standalone="yes"?>
<Relationships xmlns="http://schemas.openxmlformats.org/package/2006/relationships"><Relationship Id="rId3" Type="http://schemas.openxmlformats.org/officeDocument/2006/relationships/diagramData" Target="../diagrams/data128.xml"/><Relationship Id="rId7" Type="http://schemas.microsoft.com/office/2007/relationships/diagramDrawing" Target="../diagrams/drawing128.xml"/><Relationship Id="rId2" Type="http://schemas.openxmlformats.org/officeDocument/2006/relationships/notesSlide" Target="../notesSlides/notesSlide127.xml"/><Relationship Id="rId1" Type="http://schemas.openxmlformats.org/officeDocument/2006/relationships/slideLayout" Target="../slideLayouts/slideLayout2.xml"/><Relationship Id="rId6" Type="http://schemas.openxmlformats.org/officeDocument/2006/relationships/diagramColors" Target="../diagrams/colors128.xml"/><Relationship Id="rId5" Type="http://schemas.openxmlformats.org/officeDocument/2006/relationships/diagramQuickStyle" Target="../diagrams/quickStyle128.xml"/><Relationship Id="rId4" Type="http://schemas.openxmlformats.org/officeDocument/2006/relationships/diagramLayout" Target="../diagrams/layout128.xml"/></Relationships>
</file>

<file path=ppt/slides/_rels/slide129.xml.rels><?xml version="1.0" encoding="UTF-8" standalone="yes"?>
<Relationships xmlns="http://schemas.openxmlformats.org/package/2006/relationships"><Relationship Id="rId3" Type="http://schemas.openxmlformats.org/officeDocument/2006/relationships/diagramData" Target="../diagrams/data129.xml"/><Relationship Id="rId7" Type="http://schemas.microsoft.com/office/2007/relationships/diagramDrawing" Target="../diagrams/drawing129.xml"/><Relationship Id="rId2" Type="http://schemas.openxmlformats.org/officeDocument/2006/relationships/notesSlide" Target="../notesSlides/notesSlide128.xml"/><Relationship Id="rId1" Type="http://schemas.openxmlformats.org/officeDocument/2006/relationships/slideLayout" Target="../slideLayouts/slideLayout2.xml"/><Relationship Id="rId6" Type="http://schemas.openxmlformats.org/officeDocument/2006/relationships/diagramColors" Target="../diagrams/colors129.xml"/><Relationship Id="rId5" Type="http://schemas.openxmlformats.org/officeDocument/2006/relationships/diagramQuickStyle" Target="../diagrams/quickStyle129.xml"/><Relationship Id="rId4" Type="http://schemas.openxmlformats.org/officeDocument/2006/relationships/diagramLayout" Target="../diagrams/layout129.xml"/></Relationships>
</file>

<file path=ppt/slides/_rels/slide130.xml.rels><?xml version="1.0" encoding="UTF-8" standalone="yes"?>
<Relationships xmlns="http://schemas.openxmlformats.org/package/2006/relationships"><Relationship Id="rId3" Type="http://schemas.openxmlformats.org/officeDocument/2006/relationships/diagramData" Target="../diagrams/data130.xml"/><Relationship Id="rId7" Type="http://schemas.microsoft.com/office/2007/relationships/diagramDrawing" Target="../diagrams/drawing130.xml"/><Relationship Id="rId2" Type="http://schemas.openxmlformats.org/officeDocument/2006/relationships/notesSlide" Target="../notesSlides/notesSlide129.xml"/><Relationship Id="rId1" Type="http://schemas.openxmlformats.org/officeDocument/2006/relationships/slideLayout" Target="../slideLayouts/slideLayout2.xml"/><Relationship Id="rId6" Type="http://schemas.openxmlformats.org/officeDocument/2006/relationships/diagramColors" Target="../diagrams/colors130.xml"/><Relationship Id="rId5" Type="http://schemas.openxmlformats.org/officeDocument/2006/relationships/diagramQuickStyle" Target="../diagrams/quickStyle130.xml"/><Relationship Id="rId4" Type="http://schemas.openxmlformats.org/officeDocument/2006/relationships/diagramLayout" Target="../diagrams/layout130.xml"/></Relationships>
</file>

<file path=ppt/slides/_rels/slide131.xml.rels><?xml version="1.0" encoding="UTF-8" standalone="yes"?>
<Relationships xmlns="http://schemas.openxmlformats.org/package/2006/relationships"><Relationship Id="rId3" Type="http://schemas.openxmlformats.org/officeDocument/2006/relationships/diagramData" Target="../diagrams/data131.xml"/><Relationship Id="rId7" Type="http://schemas.microsoft.com/office/2007/relationships/diagramDrawing" Target="../diagrams/drawing131.xml"/><Relationship Id="rId2" Type="http://schemas.openxmlformats.org/officeDocument/2006/relationships/notesSlide" Target="../notesSlides/notesSlide130.xml"/><Relationship Id="rId1" Type="http://schemas.openxmlformats.org/officeDocument/2006/relationships/slideLayout" Target="../slideLayouts/slideLayout2.xml"/><Relationship Id="rId6" Type="http://schemas.openxmlformats.org/officeDocument/2006/relationships/diagramColors" Target="../diagrams/colors131.xml"/><Relationship Id="rId5" Type="http://schemas.openxmlformats.org/officeDocument/2006/relationships/diagramQuickStyle" Target="../diagrams/quickStyle131.xml"/><Relationship Id="rId4" Type="http://schemas.openxmlformats.org/officeDocument/2006/relationships/diagramLayout" Target="../diagrams/layout131.xml"/></Relationships>
</file>

<file path=ppt/slides/_rels/slide132.xml.rels><?xml version="1.0" encoding="UTF-8" standalone="yes"?>
<Relationships xmlns="http://schemas.openxmlformats.org/package/2006/relationships"><Relationship Id="rId3" Type="http://schemas.openxmlformats.org/officeDocument/2006/relationships/diagramData" Target="../diagrams/data132.xml"/><Relationship Id="rId7" Type="http://schemas.microsoft.com/office/2007/relationships/diagramDrawing" Target="../diagrams/drawing132.xml"/><Relationship Id="rId2" Type="http://schemas.openxmlformats.org/officeDocument/2006/relationships/notesSlide" Target="../notesSlides/notesSlide131.xml"/><Relationship Id="rId1" Type="http://schemas.openxmlformats.org/officeDocument/2006/relationships/slideLayout" Target="../slideLayouts/slideLayout2.xml"/><Relationship Id="rId6" Type="http://schemas.openxmlformats.org/officeDocument/2006/relationships/diagramColors" Target="../diagrams/colors132.xml"/><Relationship Id="rId5" Type="http://schemas.openxmlformats.org/officeDocument/2006/relationships/diagramQuickStyle" Target="../diagrams/quickStyle132.xml"/><Relationship Id="rId4" Type="http://schemas.openxmlformats.org/officeDocument/2006/relationships/diagramLayout" Target="../diagrams/layout132.xml"/></Relationships>
</file>

<file path=ppt/slides/_rels/slide133.xml.rels><?xml version="1.0" encoding="UTF-8" standalone="yes"?>
<Relationships xmlns="http://schemas.openxmlformats.org/package/2006/relationships"><Relationship Id="rId3" Type="http://schemas.openxmlformats.org/officeDocument/2006/relationships/diagramData" Target="../diagrams/data133.xml"/><Relationship Id="rId7" Type="http://schemas.microsoft.com/office/2007/relationships/diagramDrawing" Target="../diagrams/drawing133.xml"/><Relationship Id="rId2" Type="http://schemas.openxmlformats.org/officeDocument/2006/relationships/notesSlide" Target="../notesSlides/notesSlide132.xml"/><Relationship Id="rId1" Type="http://schemas.openxmlformats.org/officeDocument/2006/relationships/slideLayout" Target="../slideLayouts/slideLayout2.xml"/><Relationship Id="rId6" Type="http://schemas.openxmlformats.org/officeDocument/2006/relationships/diagramColors" Target="../diagrams/colors133.xml"/><Relationship Id="rId5" Type="http://schemas.openxmlformats.org/officeDocument/2006/relationships/diagramQuickStyle" Target="../diagrams/quickStyle133.xml"/><Relationship Id="rId4" Type="http://schemas.openxmlformats.org/officeDocument/2006/relationships/diagramLayout" Target="../diagrams/layout133.xml"/></Relationships>
</file>

<file path=ppt/slides/_rels/slide134.xml.rels><?xml version="1.0" encoding="UTF-8" standalone="yes"?>
<Relationships xmlns="http://schemas.openxmlformats.org/package/2006/relationships"><Relationship Id="rId3" Type="http://schemas.openxmlformats.org/officeDocument/2006/relationships/diagramData" Target="../diagrams/data134.xml"/><Relationship Id="rId7" Type="http://schemas.microsoft.com/office/2007/relationships/diagramDrawing" Target="../diagrams/drawing134.xml"/><Relationship Id="rId2" Type="http://schemas.openxmlformats.org/officeDocument/2006/relationships/notesSlide" Target="../notesSlides/notesSlide133.xml"/><Relationship Id="rId1" Type="http://schemas.openxmlformats.org/officeDocument/2006/relationships/slideLayout" Target="../slideLayouts/slideLayout2.xml"/><Relationship Id="rId6" Type="http://schemas.openxmlformats.org/officeDocument/2006/relationships/diagramColors" Target="../diagrams/colors134.xml"/><Relationship Id="rId5" Type="http://schemas.openxmlformats.org/officeDocument/2006/relationships/diagramQuickStyle" Target="../diagrams/quickStyle134.xml"/><Relationship Id="rId4" Type="http://schemas.openxmlformats.org/officeDocument/2006/relationships/diagramLayout" Target="../diagrams/layout134.xml"/></Relationships>
</file>

<file path=ppt/slides/_rels/slide135.xml.rels><?xml version="1.0" encoding="UTF-8" standalone="yes"?>
<Relationships xmlns="http://schemas.openxmlformats.org/package/2006/relationships"><Relationship Id="rId3" Type="http://schemas.openxmlformats.org/officeDocument/2006/relationships/diagramData" Target="../diagrams/data135.xml"/><Relationship Id="rId7" Type="http://schemas.microsoft.com/office/2007/relationships/diagramDrawing" Target="../diagrams/drawing135.xml"/><Relationship Id="rId2" Type="http://schemas.openxmlformats.org/officeDocument/2006/relationships/notesSlide" Target="../notesSlides/notesSlide134.xml"/><Relationship Id="rId1" Type="http://schemas.openxmlformats.org/officeDocument/2006/relationships/slideLayout" Target="../slideLayouts/slideLayout2.xml"/><Relationship Id="rId6" Type="http://schemas.openxmlformats.org/officeDocument/2006/relationships/diagramColors" Target="../diagrams/colors135.xml"/><Relationship Id="rId5" Type="http://schemas.openxmlformats.org/officeDocument/2006/relationships/diagramQuickStyle" Target="../diagrams/quickStyle135.xml"/><Relationship Id="rId4" Type="http://schemas.openxmlformats.org/officeDocument/2006/relationships/diagramLayout" Target="../diagrams/layout135.xml"/></Relationships>
</file>

<file path=ppt/slides/_rels/slide136.xml.rels><?xml version="1.0" encoding="UTF-8" standalone="yes"?>
<Relationships xmlns="http://schemas.openxmlformats.org/package/2006/relationships"><Relationship Id="rId3" Type="http://schemas.openxmlformats.org/officeDocument/2006/relationships/diagramData" Target="../diagrams/data136.xml"/><Relationship Id="rId7" Type="http://schemas.microsoft.com/office/2007/relationships/diagramDrawing" Target="../diagrams/drawing136.xml"/><Relationship Id="rId2" Type="http://schemas.openxmlformats.org/officeDocument/2006/relationships/notesSlide" Target="../notesSlides/notesSlide135.xml"/><Relationship Id="rId1" Type="http://schemas.openxmlformats.org/officeDocument/2006/relationships/slideLayout" Target="../slideLayouts/slideLayout2.xml"/><Relationship Id="rId6" Type="http://schemas.openxmlformats.org/officeDocument/2006/relationships/diagramColors" Target="../diagrams/colors136.xml"/><Relationship Id="rId5" Type="http://schemas.openxmlformats.org/officeDocument/2006/relationships/diagramQuickStyle" Target="../diagrams/quickStyle136.xml"/><Relationship Id="rId4" Type="http://schemas.openxmlformats.org/officeDocument/2006/relationships/diagramLayout" Target="../diagrams/layout136.xml"/></Relationships>
</file>

<file path=ppt/slides/_rels/slide137.xml.rels><?xml version="1.0" encoding="UTF-8" standalone="yes"?>
<Relationships xmlns="http://schemas.openxmlformats.org/package/2006/relationships"><Relationship Id="rId3" Type="http://schemas.openxmlformats.org/officeDocument/2006/relationships/diagramData" Target="../diagrams/data137.xml"/><Relationship Id="rId7" Type="http://schemas.microsoft.com/office/2007/relationships/diagramDrawing" Target="../diagrams/drawing137.xml"/><Relationship Id="rId2" Type="http://schemas.openxmlformats.org/officeDocument/2006/relationships/notesSlide" Target="../notesSlides/notesSlide136.xml"/><Relationship Id="rId1" Type="http://schemas.openxmlformats.org/officeDocument/2006/relationships/slideLayout" Target="../slideLayouts/slideLayout2.xml"/><Relationship Id="rId6" Type="http://schemas.openxmlformats.org/officeDocument/2006/relationships/diagramColors" Target="../diagrams/colors137.xml"/><Relationship Id="rId5" Type="http://schemas.openxmlformats.org/officeDocument/2006/relationships/diagramQuickStyle" Target="../diagrams/quickStyle137.xml"/><Relationship Id="rId4" Type="http://schemas.openxmlformats.org/officeDocument/2006/relationships/diagramLayout" Target="../diagrams/layout137.xml"/></Relationships>
</file>

<file path=ppt/slides/_rels/slide138.xml.rels><?xml version="1.0" encoding="UTF-8" standalone="yes"?>
<Relationships xmlns="http://schemas.openxmlformats.org/package/2006/relationships"><Relationship Id="rId3" Type="http://schemas.openxmlformats.org/officeDocument/2006/relationships/diagramData" Target="../diagrams/data138.xml"/><Relationship Id="rId7" Type="http://schemas.microsoft.com/office/2007/relationships/diagramDrawing" Target="../diagrams/drawing138.xml"/><Relationship Id="rId2" Type="http://schemas.openxmlformats.org/officeDocument/2006/relationships/notesSlide" Target="../notesSlides/notesSlide137.xml"/><Relationship Id="rId1" Type="http://schemas.openxmlformats.org/officeDocument/2006/relationships/slideLayout" Target="../slideLayouts/slideLayout2.xml"/><Relationship Id="rId6" Type="http://schemas.openxmlformats.org/officeDocument/2006/relationships/diagramColors" Target="../diagrams/colors138.xml"/><Relationship Id="rId5" Type="http://schemas.openxmlformats.org/officeDocument/2006/relationships/diagramQuickStyle" Target="../diagrams/quickStyle138.xml"/><Relationship Id="rId4" Type="http://schemas.openxmlformats.org/officeDocument/2006/relationships/diagramLayout" Target="../diagrams/layout138.xml"/></Relationships>
</file>

<file path=ppt/slides/_rels/slide139.xml.rels><?xml version="1.0" encoding="UTF-8" standalone="yes"?>
<Relationships xmlns="http://schemas.openxmlformats.org/package/2006/relationships"><Relationship Id="rId3" Type="http://schemas.openxmlformats.org/officeDocument/2006/relationships/diagramData" Target="../diagrams/data139.xml"/><Relationship Id="rId7" Type="http://schemas.microsoft.com/office/2007/relationships/diagramDrawing" Target="../diagrams/drawing139.xml"/><Relationship Id="rId2" Type="http://schemas.openxmlformats.org/officeDocument/2006/relationships/notesSlide" Target="../notesSlides/notesSlide138.xml"/><Relationship Id="rId1" Type="http://schemas.openxmlformats.org/officeDocument/2006/relationships/slideLayout" Target="../slideLayouts/slideLayout2.xml"/><Relationship Id="rId6" Type="http://schemas.openxmlformats.org/officeDocument/2006/relationships/diagramColors" Target="../diagrams/colors139.xml"/><Relationship Id="rId5" Type="http://schemas.openxmlformats.org/officeDocument/2006/relationships/diagramQuickStyle" Target="../diagrams/quickStyle139.xml"/><Relationship Id="rId4" Type="http://schemas.openxmlformats.org/officeDocument/2006/relationships/diagramLayout" Target="../diagrams/layout139.xml"/></Relationships>
</file>

<file path=ppt/slides/_rels/slide140.xml.rels><?xml version="1.0" encoding="UTF-8" standalone="yes"?>
<Relationships xmlns="http://schemas.openxmlformats.org/package/2006/relationships"><Relationship Id="rId3" Type="http://schemas.openxmlformats.org/officeDocument/2006/relationships/diagramData" Target="../diagrams/data140.xml"/><Relationship Id="rId7" Type="http://schemas.microsoft.com/office/2007/relationships/diagramDrawing" Target="../diagrams/drawing140.xml"/><Relationship Id="rId2" Type="http://schemas.openxmlformats.org/officeDocument/2006/relationships/notesSlide" Target="../notesSlides/notesSlide139.xml"/><Relationship Id="rId1" Type="http://schemas.openxmlformats.org/officeDocument/2006/relationships/slideLayout" Target="../slideLayouts/slideLayout2.xml"/><Relationship Id="rId6" Type="http://schemas.openxmlformats.org/officeDocument/2006/relationships/diagramColors" Target="../diagrams/colors140.xml"/><Relationship Id="rId5" Type="http://schemas.openxmlformats.org/officeDocument/2006/relationships/diagramQuickStyle" Target="../diagrams/quickStyle140.xml"/><Relationship Id="rId4" Type="http://schemas.openxmlformats.org/officeDocument/2006/relationships/diagramLayout" Target="../diagrams/layout140.xml"/></Relationships>
</file>

<file path=ppt/slides/_rels/slide141.xml.rels><?xml version="1.0" encoding="UTF-8" standalone="yes"?>
<Relationships xmlns="http://schemas.openxmlformats.org/package/2006/relationships"><Relationship Id="rId3" Type="http://schemas.openxmlformats.org/officeDocument/2006/relationships/diagramData" Target="../diagrams/data141.xml"/><Relationship Id="rId7" Type="http://schemas.microsoft.com/office/2007/relationships/diagramDrawing" Target="../diagrams/drawing141.xml"/><Relationship Id="rId2" Type="http://schemas.openxmlformats.org/officeDocument/2006/relationships/notesSlide" Target="../notesSlides/notesSlide140.xml"/><Relationship Id="rId1" Type="http://schemas.openxmlformats.org/officeDocument/2006/relationships/slideLayout" Target="../slideLayouts/slideLayout2.xml"/><Relationship Id="rId6" Type="http://schemas.openxmlformats.org/officeDocument/2006/relationships/diagramColors" Target="../diagrams/colors141.xml"/><Relationship Id="rId5" Type="http://schemas.openxmlformats.org/officeDocument/2006/relationships/diagramQuickStyle" Target="../diagrams/quickStyle141.xml"/><Relationship Id="rId4" Type="http://schemas.openxmlformats.org/officeDocument/2006/relationships/diagramLayout" Target="../diagrams/layout141.xml"/></Relationships>
</file>

<file path=ppt/slides/_rels/slide142.xml.rels><?xml version="1.0" encoding="UTF-8" standalone="yes"?>
<Relationships xmlns="http://schemas.openxmlformats.org/package/2006/relationships"><Relationship Id="rId3" Type="http://schemas.openxmlformats.org/officeDocument/2006/relationships/diagramData" Target="../diagrams/data142.xml"/><Relationship Id="rId7" Type="http://schemas.microsoft.com/office/2007/relationships/diagramDrawing" Target="../diagrams/drawing142.xml"/><Relationship Id="rId2" Type="http://schemas.openxmlformats.org/officeDocument/2006/relationships/notesSlide" Target="../notesSlides/notesSlide141.xml"/><Relationship Id="rId1" Type="http://schemas.openxmlformats.org/officeDocument/2006/relationships/slideLayout" Target="../slideLayouts/slideLayout2.xml"/><Relationship Id="rId6" Type="http://schemas.openxmlformats.org/officeDocument/2006/relationships/diagramColors" Target="../diagrams/colors142.xml"/><Relationship Id="rId5" Type="http://schemas.openxmlformats.org/officeDocument/2006/relationships/diagramQuickStyle" Target="../diagrams/quickStyle142.xml"/><Relationship Id="rId4" Type="http://schemas.openxmlformats.org/officeDocument/2006/relationships/diagramLayout" Target="../diagrams/layout142.xml"/></Relationships>
</file>

<file path=ppt/slides/_rels/slide143.xml.rels><?xml version="1.0" encoding="UTF-8" standalone="yes"?>
<Relationships xmlns="http://schemas.openxmlformats.org/package/2006/relationships"><Relationship Id="rId3" Type="http://schemas.openxmlformats.org/officeDocument/2006/relationships/diagramData" Target="../diagrams/data143.xml"/><Relationship Id="rId7" Type="http://schemas.microsoft.com/office/2007/relationships/diagramDrawing" Target="../diagrams/drawing143.xml"/><Relationship Id="rId2" Type="http://schemas.openxmlformats.org/officeDocument/2006/relationships/notesSlide" Target="../notesSlides/notesSlide142.xml"/><Relationship Id="rId1" Type="http://schemas.openxmlformats.org/officeDocument/2006/relationships/slideLayout" Target="../slideLayouts/slideLayout2.xml"/><Relationship Id="rId6" Type="http://schemas.openxmlformats.org/officeDocument/2006/relationships/diagramColors" Target="../diagrams/colors143.xml"/><Relationship Id="rId5" Type="http://schemas.openxmlformats.org/officeDocument/2006/relationships/diagramQuickStyle" Target="../diagrams/quickStyle143.xml"/><Relationship Id="rId4" Type="http://schemas.openxmlformats.org/officeDocument/2006/relationships/diagramLayout" Target="../diagrams/layout143.xml"/></Relationships>
</file>

<file path=ppt/slides/_rels/slide144.xml.rels><?xml version="1.0" encoding="UTF-8" standalone="yes"?>
<Relationships xmlns="http://schemas.openxmlformats.org/package/2006/relationships"><Relationship Id="rId3" Type="http://schemas.openxmlformats.org/officeDocument/2006/relationships/diagramData" Target="../diagrams/data144.xml"/><Relationship Id="rId7" Type="http://schemas.microsoft.com/office/2007/relationships/diagramDrawing" Target="../diagrams/drawing144.xml"/><Relationship Id="rId2" Type="http://schemas.openxmlformats.org/officeDocument/2006/relationships/notesSlide" Target="../notesSlides/notesSlide143.xml"/><Relationship Id="rId1" Type="http://schemas.openxmlformats.org/officeDocument/2006/relationships/slideLayout" Target="../slideLayouts/slideLayout2.xml"/><Relationship Id="rId6" Type="http://schemas.openxmlformats.org/officeDocument/2006/relationships/diagramColors" Target="../diagrams/colors144.xml"/><Relationship Id="rId5" Type="http://schemas.openxmlformats.org/officeDocument/2006/relationships/diagramQuickStyle" Target="../diagrams/quickStyle144.xml"/><Relationship Id="rId4" Type="http://schemas.openxmlformats.org/officeDocument/2006/relationships/diagramLayout" Target="../diagrams/layout144.xml"/></Relationships>
</file>

<file path=ppt/slides/_rels/slide145.xml.rels><?xml version="1.0" encoding="UTF-8" standalone="yes"?>
<Relationships xmlns="http://schemas.openxmlformats.org/package/2006/relationships"><Relationship Id="rId3" Type="http://schemas.openxmlformats.org/officeDocument/2006/relationships/diagramData" Target="../diagrams/data145.xml"/><Relationship Id="rId7" Type="http://schemas.microsoft.com/office/2007/relationships/diagramDrawing" Target="../diagrams/drawing145.xml"/><Relationship Id="rId2" Type="http://schemas.openxmlformats.org/officeDocument/2006/relationships/notesSlide" Target="../notesSlides/notesSlide144.xml"/><Relationship Id="rId1" Type="http://schemas.openxmlformats.org/officeDocument/2006/relationships/slideLayout" Target="../slideLayouts/slideLayout2.xml"/><Relationship Id="rId6" Type="http://schemas.openxmlformats.org/officeDocument/2006/relationships/diagramColors" Target="../diagrams/colors145.xml"/><Relationship Id="rId5" Type="http://schemas.openxmlformats.org/officeDocument/2006/relationships/diagramQuickStyle" Target="../diagrams/quickStyle145.xml"/><Relationship Id="rId4" Type="http://schemas.openxmlformats.org/officeDocument/2006/relationships/diagramLayout" Target="../diagrams/layout145.xml"/></Relationships>
</file>

<file path=ppt/slides/_rels/slide146.xml.rels><?xml version="1.0" encoding="UTF-8" standalone="yes"?>
<Relationships xmlns="http://schemas.openxmlformats.org/package/2006/relationships"><Relationship Id="rId3" Type="http://schemas.openxmlformats.org/officeDocument/2006/relationships/diagramData" Target="../diagrams/data146.xml"/><Relationship Id="rId7" Type="http://schemas.microsoft.com/office/2007/relationships/diagramDrawing" Target="../diagrams/drawing146.xml"/><Relationship Id="rId2" Type="http://schemas.openxmlformats.org/officeDocument/2006/relationships/notesSlide" Target="../notesSlides/notesSlide145.xml"/><Relationship Id="rId1" Type="http://schemas.openxmlformats.org/officeDocument/2006/relationships/slideLayout" Target="../slideLayouts/slideLayout2.xml"/><Relationship Id="rId6" Type="http://schemas.openxmlformats.org/officeDocument/2006/relationships/diagramColors" Target="../diagrams/colors146.xml"/><Relationship Id="rId5" Type="http://schemas.openxmlformats.org/officeDocument/2006/relationships/diagramQuickStyle" Target="../diagrams/quickStyle146.xml"/><Relationship Id="rId4" Type="http://schemas.openxmlformats.org/officeDocument/2006/relationships/diagramLayout" Target="../diagrams/layout146.xml"/></Relationships>
</file>

<file path=ppt/slides/_rels/slide147.xml.rels><?xml version="1.0" encoding="UTF-8" standalone="yes"?>
<Relationships xmlns="http://schemas.openxmlformats.org/package/2006/relationships"><Relationship Id="rId3" Type="http://schemas.openxmlformats.org/officeDocument/2006/relationships/diagramData" Target="../diagrams/data147.xml"/><Relationship Id="rId7" Type="http://schemas.microsoft.com/office/2007/relationships/diagramDrawing" Target="../diagrams/drawing147.xml"/><Relationship Id="rId2" Type="http://schemas.openxmlformats.org/officeDocument/2006/relationships/notesSlide" Target="../notesSlides/notesSlide146.xml"/><Relationship Id="rId1" Type="http://schemas.openxmlformats.org/officeDocument/2006/relationships/slideLayout" Target="../slideLayouts/slideLayout2.xml"/><Relationship Id="rId6" Type="http://schemas.openxmlformats.org/officeDocument/2006/relationships/diagramColors" Target="../diagrams/colors147.xml"/><Relationship Id="rId5" Type="http://schemas.openxmlformats.org/officeDocument/2006/relationships/diagramQuickStyle" Target="../diagrams/quickStyle147.xml"/><Relationship Id="rId4" Type="http://schemas.openxmlformats.org/officeDocument/2006/relationships/diagramLayout" Target="../diagrams/layout147.xml"/></Relationships>
</file>

<file path=ppt/slides/_rels/slide148.xml.rels><?xml version="1.0" encoding="UTF-8" standalone="yes"?>
<Relationships xmlns="http://schemas.openxmlformats.org/package/2006/relationships"><Relationship Id="rId3" Type="http://schemas.openxmlformats.org/officeDocument/2006/relationships/diagramData" Target="../diagrams/data148.xml"/><Relationship Id="rId7" Type="http://schemas.microsoft.com/office/2007/relationships/diagramDrawing" Target="../diagrams/drawing148.xml"/><Relationship Id="rId2" Type="http://schemas.openxmlformats.org/officeDocument/2006/relationships/notesSlide" Target="../notesSlides/notesSlide147.xml"/><Relationship Id="rId1" Type="http://schemas.openxmlformats.org/officeDocument/2006/relationships/slideLayout" Target="../slideLayouts/slideLayout2.xml"/><Relationship Id="rId6" Type="http://schemas.openxmlformats.org/officeDocument/2006/relationships/diagramColors" Target="../diagrams/colors148.xml"/><Relationship Id="rId5" Type="http://schemas.openxmlformats.org/officeDocument/2006/relationships/diagramQuickStyle" Target="../diagrams/quickStyle148.xml"/><Relationship Id="rId4" Type="http://schemas.openxmlformats.org/officeDocument/2006/relationships/diagramLayout" Target="../diagrams/layout148.xml"/></Relationships>
</file>

<file path=ppt/slides/_rels/slide149.xml.rels><?xml version="1.0" encoding="UTF-8" standalone="yes"?>
<Relationships xmlns="http://schemas.openxmlformats.org/package/2006/relationships"><Relationship Id="rId3" Type="http://schemas.openxmlformats.org/officeDocument/2006/relationships/diagramData" Target="../diagrams/data149.xml"/><Relationship Id="rId7" Type="http://schemas.microsoft.com/office/2007/relationships/diagramDrawing" Target="../diagrams/drawing149.xml"/><Relationship Id="rId2" Type="http://schemas.openxmlformats.org/officeDocument/2006/relationships/notesSlide" Target="../notesSlides/notesSlide148.xml"/><Relationship Id="rId1" Type="http://schemas.openxmlformats.org/officeDocument/2006/relationships/slideLayout" Target="../slideLayouts/slideLayout2.xml"/><Relationship Id="rId6" Type="http://schemas.openxmlformats.org/officeDocument/2006/relationships/diagramColors" Target="../diagrams/colors149.xml"/><Relationship Id="rId5" Type="http://schemas.openxmlformats.org/officeDocument/2006/relationships/diagramQuickStyle" Target="../diagrams/quickStyle149.xml"/><Relationship Id="rId4" Type="http://schemas.openxmlformats.org/officeDocument/2006/relationships/diagramLayout" Target="../diagrams/layout149.xml"/></Relationships>
</file>

<file path=ppt/slides/_rels/slide150.xml.rels><?xml version="1.0" encoding="UTF-8" standalone="yes"?>
<Relationships xmlns="http://schemas.openxmlformats.org/package/2006/relationships"><Relationship Id="rId3" Type="http://schemas.openxmlformats.org/officeDocument/2006/relationships/diagramData" Target="../diagrams/data150.xml"/><Relationship Id="rId7" Type="http://schemas.microsoft.com/office/2007/relationships/diagramDrawing" Target="../diagrams/drawing150.xml"/><Relationship Id="rId2" Type="http://schemas.openxmlformats.org/officeDocument/2006/relationships/notesSlide" Target="../notesSlides/notesSlide149.xml"/><Relationship Id="rId1" Type="http://schemas.openxmlformats.org/officeDocument/2006/relationships/slideLayout" Target="../slideLayouts/slideLayout2.xml"/><Relationship Id="rId6" Type="http://schemas.openxmlformats.org/officeDocument/2006/relationships/diagramColors" Target="../diagrams/colors150.xml"/><Relationship Id="rId5" Type="http://schemas.openxmlformats.org/officeDocument/2006/relationships/diagramQuickStyle" Target="../diagrams/quickStyle150.xml"/><Relationship Id="rId4" Type="http://schemas.openxmlformats.org/officeDocument/2006/relationships/diagramLayout" Target="../diagrams/layout150.xml"/></Relationships>
</file>

<file path=ppt/slides/_rels/slide151.xml.rels><?xml version="1.0" encoding="UTF-8" standalone="yes"?>
<Relationships xmlns="http://schemas.openxmlformats.org/package/2006/relationships"><Relationship Id="rId3" Type="http://schemas.openxmlformats.org/officeDocument/2006/relationships/diagramData" Target="../diagrams/data151.xml"/><Relationship Id="rId7" Type="http://schemas.microsoft.com/office/2007/relationships/diagramDrawing" Target="../diagrams/drawing151.xml"/><Relationship Id="rId2" Type="http://schemas.openxmlformats.org/officeDocument/2006/relationships/notesSlide" Target="../notesSlides/notesSlide150.xml"/><Relationship Id="rId1" Type="http://schemas.openxmlformats.org/officeDocument/2006/relationships/slideLayout" Target="../slideLayouts/slideLayout2.xml"/><Relationship Id="rId6" Type="http://schemas.openxmlformats.org/officeDocument/2006/relationships/diagramColors" Target="../diagrams/colors151.xml"/><Relationship Id="rId5" Type="http://schemas.openxmlformats.org/officeDocument/2006/relationships/diagramQuickStyle" Target="../diagrams/quickStyle151.xml"/><Relationship Id="rId4" Type="http://schemas.openxmlformats.org/officeDocument/2006/relationships/diagramLayout" Target="../diagrams/layout151.xml"/></Relationships>
</file>

<file path=ppt/slides/_rels/slide152.xml.rels><?xml version="1.0" encoding="UTF-8" standalone="yes"?>
<Relationships xmlns="http://schemas.openxmlformats.org/package/2006/relationships"><Relationship Id="rId3" Type="http://schemas.openxmlformats.org/officeDocument/2006/relationships/diagramData" Target="../diagrams/data152.xml"/><Relationship Id="rId7" Type="http://schemas.microsoft.com/office/2007/relationships/diagramDrawing" Target="../diagrams/drawing152.xml"/><Relationship Id="rId2" Type="http://schemas.openxmlformats.org/officeDocument/2006/relationships/notesSlide" Target="../notesSlides/notesSlide151.xml"/><Relationship Id="rId1" Type="http://schemas.openxmlformats.org/officeDocument/2006/relationships/slideLayout" Target="../slideLayouts/slideLayout2.xml"/><Relationship Id="rId6" Type="http://schemas.openxmlformats.org/officeDocument/2006/relationships/diagramColors" Target="../diagrams/colors152.xml"/><Relationship Id="rId5" Type="http://schemas.openxmlformats.org/officeDocument/2006/relationships/diagramQuickStyle" Target="../diagrams/quickStyle152.xml"/><Relationship Id="rId4" Type="http://schemas.openxmlformats.org/officeDocument/2006/relationships/diagramLayout" Target="../diagrams/layout152.xml"/></Relationships>
</file>

<file path=ppt/slides/_rels/slide153.xml.rels><?xml version="1.0" encoding="UTF-8" standalone="yes"?>
<Relationships xmlns="http://schemas.openxmlformats.org/package/2006/relationships"><Relationship Id="rId3" Type="http://schemas.openxmlformats.org/officeDocument/2006/relationships/diagramData" Target="../diagrams/data153.xml"/><Relationship Id="rId7" Type="http://schemas.microsoft.com/office/2007/relationships/diagramDrawing" Target="../diagrams/drawing153.xml"/><Relationship Id="rId2" Type="http://schemas.openxmlformats.org/officeDocument/2006/relationships/notesSlide" Target="../notesSlides/notesSlide152.xml"/><Relationship Id="rId1" Type="http://schemas.openxmlformats.org/officeDocument/2006/relationships/slideLayout" Target="../slideLayouts/slideLayout2.xml"/><Relationship Id="rId6" Type="http://schemas.openxmlformats.org/officeDocument/2006/relationships/diagramColors" Target="../diagrams/colors153.xml"/><Relationship Id="rId5" Type="http://schemas.openxmlformats.org/officeDocument/2006/relationships/diagramQuickStyle" Target="../diagrams/quickStyle153.xml"/><Relationship Id="rId4" Type="http://schemas.openxmlformats.org/officeDocument/2006/relationships/diagramLayout" Target="../diagrams/layout153.xml"/></Relationships>
</file>

<file path=ppt/slides/_rels/slide154.xml.rels><?xml version="1.0" encoding="UTF-8" standalone="yes"?>
<Relationships xmlns="http://schemas.openxmlformats.org/package/2006/relationships"><Relationship Id="rId3" Type="http://schemas.openxmlformats.org/officeDocument/2006/relationships/diagramData" Target="../diagrams/data154.xml"/><Relationship Id="rId7" Type="http://schemas.microsoft.com/office/2007/relationships/diagramDrawing" Target="../diagrams/drawing154.xml"/><Relationship Id="rId2" Type="http://schemas.openxmlformats.org/officeDocument/2006/relationships/notesSlide" Target="../notesSlides/notesSlide153.xml"/><Relationship Id="rId1" Type="http://schemas.openxmlformats.org/officeDocument/2006/relationships/slideLayout" Target="../slideLayouts/slideLayout2.xml"/><Relationship Id="rId6" Type="http://schemas.openxmlformats.org/officeDocument/2006/relationships/diagramColors" Target="../diagrams/colors154.xml"/><Relationship Id="rId5" Type="http://schemas.openxmlformats.org/officeDocument/2006/relationships/diagramQuickStyle" Target="../diagrams/quickStyle154.xml"/><Relationship Id="rId4" Type="http://schemas.openxmlformats.org/officeDocument/2006/relationships/diagramLayout" Target="../diagrams/layout154.xml"/></Relationships>
</file>

<file path=ppt/slides/_rels/slide155.xml.rels><?xml version="1.0" encoding="UTF-8" standalone="yes"?>
<Relationships xmlns="http://schemas.openxmlformats.org/package/2006/relationships"><Relationship Id="rId8" Type="http://schemas.openxmlformats.org/officeDocument/2006/relationships/hyperlink" Target="https://books.goalkicker.com/JavaScriptBook/" TargetMode="External"/><Relationship Id="rId13" Type="http://schemas.openxmlformats.org/officeDocument/2006/relationships/hyperlink" Target="https://github.com/PacktPublishing/Node.js-Design-Patterns-Third-Edition" TargetMode="External"/><Relationship Id="rId3" Type="http://schemas.openxmlformats.org/officeDocument/2006/relationships/diagramData" Target="../diagrams/data155.xml"/><Relationship Id="rId7" Type="http://schemas.microsoft.com/office/2007/relationships/diagramDrawing" Target="../diagrams/drawing155.xml"/><Relationship Id="rId12" Type="http://schemas.openxmlformats.org/officeDocument/2006/relationships/hyperlink" Target="https://github.com/PacktPublishing/Javascript-Design-Patterns" TargetMode="External"/><Relationship Id="rId17" Type="http://schemas.openxmlformats.org/officeDocument/2006/relationships/hyperlink" Target="https://roadmap.sh/typescript" TargetMode="External"/><Relationship Id="rId2" Type="http://schemas.openxmlformats.org/officeDocument/2006/relationships/notesSlide" Target="../notesSlides/notesSlide154.xml"/><Relationship Id="rId16" Type="http://schemas.openxmlformats.org/officeDocument/2006/relationships/hyperlink" Target="https://books.goalkicker.com/TypeScriptBook2/" TargetMode="External"/><Relationship Id="rId1" Type="http://schemas.openxmlformats.org/officeDocument/2006/relationships/slideLayout" Target="../slideLayouts/slideLayout2.xml"/><Relationship Id="rId6" Type="http://schemas.openxmlformats.org/officeDocument/2006/relationships/diagramColors" Target="../diagrams/colors155.xml"/><Relationship Id="rId11" Type="http://schemas.openxmlformats.org/officeDocument/2006/relationships/hyperlink" Target="https://github.com/addyosmani/learning-jsdp" TargetMode="External"/><Relationship Id="rId5" Type="http://schemas.openxmlformats.org/officeDocument/2006/relationships/diagramQuickStyle" Target="../diagrams/quickStyle155.xml"/><Relationship Id="rId15" Type="http://schemas.openxmlformats.org/officeDocument/2006/relationships/hyperlink" Target="https://roadmap.sh/javascript" TargetMode="External"/><Relationship Id="rId10" Type="http://schemas.openxmlformats.org/officeDocument/2006/relationships/hyperlink" Target="https://github.com/javascripteverywhere/cookbook" TargetMode="External"/><Relationship Id="rId4" Type="http://schemas.openxmlformats.org/officeDocument/2006/relationships/diagramLayout" Target="../diagrams/layout155.xml"/><Relationship Id="rId9" Type="http://schemas.openxmlformats.org/officeDocument/2006/relationships/hyperlink" Target="https://github.com/getify/You-Dont-Know-JS" TargetMode="External"/><Relationship Id="rId14" Type="http://schemas.openxmlformats.org/officeDocument/2006/relationships/hyperlink" Target="https://github.com/PacktPublishing/TypeScript-5-Design-Patterns-and-Best-Practices" TargetMode="External"/></Relationships>
</file>

<file path=ppt/slides/_rels/slide156.xml.rels><?xml version="1.0" encoding="UTF-8" standalone="yes"?>
<Relationships xmlns="http://schemas.openxmlformats.org/package/2006/relationships"><Relationship Id="rId3" Type="http://schemas.openxmlformats.org/officeDocument/2006/relationships/diagramData" Target="../diagrams/data156.xml"/><Relationship Id="rId7" Type="http://schemas.microsoft.com/office/2007/relationships/diagramDrawing" Target="../diagrams/drawing156.xml"/><Relationship Id="rId2" Type="http://schemas.openxmlformats.org/officeDocument/2006/relationships/notesSlide" Target="../notesSlides/notesSlide155.xml"/><Relationship Id="rId1" Type="http://schemas.openxmlformats.org/officeDocument/2006/relationships/slideLayout" Target="../slideLayouts/slideLayout2.xml"/><Relationship Id="rId6" Type="http://schemas.openxmlformats.org/officeDocument/2006/relationships/diagramColors" Target="../diagrams/colors156.xml"/><Relationship Id="rId5" Type="http://schemas.openxmlformats.org/officeDocument/2006/relationships/diagramQuickStyle" Target="../diagrams/quickStyle156.xml"/><Relationship Id="rId4" Type="http://schemas.openxmlformats.org/officeDocument/2006/relationships/diagramLayout" Target="../diagrams/layout156.xml"/></Relationships>
</file>

<file path=ppt/slides/_rels/slide157.xml.rels><?xml version="1.0" encoding="UTF-8" standalone="yes"?>
<Relationships xmlns="http://schemas.openxmlformats.org/package/2006/relationships"><Relationship Id="rId3" Type="http://schemas.openxmlformats.org/officeDocument/2006/relationships/diagramData" Target="../diagrams/data157.xml"/><Relationship Id="rId7" Type="http://schemas.microsoft.com/office/2007/relationships/diagramDrawing" Target="../diagrams/drawing157.xml"/><Relationship Id="rId2" Type="http://schemas.openxmlformats.org/officeDocument/2006/relationships/notesSlide" Target="../notesSlides/notesSlide156.xml"/><Relationship Id="rId1" Type="http://schemas.openxmlformats.org/officeDocument/2006/relationships/slideLayout" Target="../slideLayouts/slideLayout2.xml"/><Relationship Id="rId6" Type="http://schemas.openxmlformats.org/officeDocument/2006/relationships/diagramColors" Target="../diagrams/colors157.xml"/><Relationship Id="rId5" Type="http://schemas.openxmlformats.org/officeDocument/2006/relationships/diagramQuickStyle" Target="../diagrams/quickStyle157.xml"/><Relationship Id="rId4" Type="http://schemas.openxmlformats.org/officeDocument/2006/relationships/diagramLayout" Target="../diagrams/layout157.xml"/></Relationships>
</file>

<file path=ppt/slides/_rels/slide158.xml.rels><?xml version="1.0" encoding="UTF-8" standalone="yes"?>
<Relationships xmlns="http://schemas.openxmlformats.org/package/2006/relationships"><Relationship Id="rId3" Type="http://schemas.openxmlformats.org/officeDocument/2006/relationships/diagramData" Target="../diagrams/data158.xml"/><Relationship Id="rId7" Type="http://schemas.microsoft.com/office/2007/relationships/diagramDrawing" Target="../diagrams/drawing158.xml"/><Relationship Id="rId2" Type="http://schemas.openxmlformats.org/officeDocument/2006/relationships/notesSlide" Target="../notesSlides/notesSlide157.xml"/><Relationship Id="rId1" Type="http://schemas.openxmlformats.org/officeDocument/2006/relationships/slideLayout" Target="../slideLayouts/slideLayout2.xml"/><Relationship Id="rId6" Type="http://schemas.openxmlformats.org/officeDocument/2006/relationships/diagramColors" Target="../diagrams/colors158.xml"/><Relationship Id="rId5" Type="http://schemas.openxmlformats.org/officeDocument/2006/relationships/diagramQuickStyle" Target="../diagrams/quickStyle158.xml"/><Relationship Id="rId4" Type="http://schemas.openxmlformats.org/officeDocument/2006/relationships/diagramLayout" Target="../diagrams/layout158.xml"/></Relationships>
</file>

<file path=ppt/slides/_rels/slide159.xml.rels><?xml version="1.0" encoding="UTF-8" standalone="yes"?>
<Relationships xmlns="http://schemas.openxmlformats.org/package/2006/relationships"><Relationship Id="rId3" Type="http://schemas.openxmlformats.org/officeDocument/2006/relationships/diagramData" Target="../diagrams/data159.xml"/><Relationship Id="rId7" Type="http://schemas.microsoft.com/office/2007/relationships/diagramDrawing" Target="../diagrams/drawing159.xml"/><Relationship Id="rId2" Type="http://schemas.openxmlformats.org/officeDocument/2006/relationships/notesSlide" Target="../notesSlides/notesSlide158.xml"/><Relationship Id="rId1" Type="http://schemas.openxmlformats.org/officeDocument/2006/relationships/slideLayout" Target="../slideLayouts/slideLayout2.xml"/><Relationship Id="rId6" Type="http://schemas.openxmlformats.org/officeDocument/2006/relationships/diagramColors" Target="../diagrams/colors159.xml"/><Relationship Id="rId5" Type="http://schemas.openxmlformats.org/officeDocument/2006/relationships/diagramQuickStyle" Target="../diagrams/quickStyle159.xml"/><Relationship Id="rId4" Type="http://schemas.openxmlformats.org/officeDocument/2006/relationships/diagramLayout" Target="../diagrams/layout159.xml"/></Relationships>
</file>

<file path=ppt/slides/_rels/slide160.xml.rels><?xml version="1.0" encoding="UTF-8" standalone="yes"?>
<Relationships xmlns="http://schemas.openxmlformats.org/package/2006/relationships"><Relationship Id="rId3" Type="http://schemas.openxmlformats.org/officeDocument/2006/relationships/diagramData" Target="../diagrams/data160.xml"/><Relationship Id="rId7" Type="http://schemas.microsoft.com/office/2007/relationships/diagramDrawing" Target="../diagrams/drawing160.xml"/><Relationship Id="rId2" Type="http://schemas.openxmlformats.org/officeDocument/2006/relationships/notesSlide" Target="../notesSlides/notesSlide159.xml"/><Relationship Id="rId1" Type="http://schemas.openxmlformats.org/officeDocument/2006/relationships/slideLayout" Target="../slideLayouts/slideLayout2.xml"/><Relationship Id="rId6" Type="http://schemas.openxmlformats.org/officeDocument/2006/relationships/diagramColors" Target="../diagrams/colors160.xml"/><Relationship Id="rId5" Type="http://schemas.openxmlformats.org/officeDocument/2006/relationships/diagramQuickStyle" Target="../diagrams/quickStyle160.xml"/><Relationship Id="rId4" Type="http://schemas.openxmlformats.org/officeDocument/2006/relationships/diagramLayout" Target="../diagrams/layout160.xml"/></Relationships>
</file>

<file path=ppt/slides/_rels/slide161.xml.rels><?xml version="1.0" encoding="UTF-8" standalone="yes"?>
<Relationships xmlns="http://schemas.openxmlformats.org/package/2006/relationships"><Relationship Id="rId3" Type="http://schemas.openxmlformats.org/officeDocument/2006/relationships/diagramData" Target="../diagrams/data161.xml"/><Relationship Id="rId7" Type="http://schemas.microsoft.com/office/2007/relationships/diagramDrawing" Target="../diagrams/drawing161.xml"/><Relationship Id="rId2" Type="http://schemas.openxmlformats.org/officeDocument/2006/relationships/notesSlide" Target="../notesSlides/notesSlide160.xml"/><Relationship Id="rId1" Type="http://schemas.openxmlformats.org/officeDocument/2006/relationships/slideLayout" Target="../slideLayouts/slideLayout2.xml"/><Relationship Id="rId6" Type="http://schemas.openxmlformats.org/officeDocument/2006/relationships/diagramColors" Target="../diagrams/colors161.xml"/><Relationship Id="rId5" Type="http://schemas.openxmlformats.org/officeDocument/2006/relationships/diagramQuickStyle" Target="../diagrams/quickStyle161.xml"/><Relationship Id="rId4" Type="http://schemas.openxmlformats.org/officeDocument/2006/relationships/diagramLayout" Target="../diagrams/layout161.xml"/></Relationships>
</file>

<file path=ppt/slides/_rels/slide162.xml.rels><?xml version="1.0" encoding="UTF-8" standalone="yes"?>
<Relationships xmlns="http://schemas.openxmlformats.org/package/2006/relationships"><Relationship Id="rId3" Type="http://schemas.openxmlformats.org/officeDocument/2006/relationships/diagramData" Target="../diagrams/data162.xml"/><Relationship Id="rId7" Type="http://schemas.microsoft.com/office/2007/relationships/diagramDrawing" Target="../diagrams/drawing162.xml"/><Relationship Id="rId2" Type="http://schemas.openxmlformats.org/officeDocument/2006/relationships/notesSlide" Target="../notesSlides/notesSlide161.xml"/><Relationship Id="rId1" Type="http://schemas.openxmlformats.org/officeDocument/2006/relationships/slideLayout" Target="../slideLayouts/slideLayout2.xml"/><Relationship Id="rId6" Type="http://schemas.openxmlformats.org/officeDocument/2006/relationships/diagramColors" Target="../diagrams/colors162.xml"/><Relationship Id="rId5" Type="http://schemas.openxmlformats.org/officeDocument/2006/relationships/diagramQuickStyle" Target="../diagrams/quickStyle162.xml"/><Relationship Id="rId4" Type="http://schemas.openxmlformats.org/officeDocument/2006/relationships/diagramLayout" Target="../diagrams/layout162.xml"/></Relationships>
</file>

<file path=ppt/slides/_rels/slide163.xml.rels><?xml version="1.0" encoding="UTF-8" standalone="yes"?>
<Relationships xmlns="http://schemas.openxmlformats.org/package/2006/relationships"><Relationship Id="rId3" Type="http://schemas.openxmlformats.org/officeDocument/2006/relationships/diagramData" Target="../diagrams/data163.xml"/><Relationship Id="rId7" Type="http://schemas.microsoft.com/office/2007/relationships/diagramDrawing" Target="../diagrams/drawing163.xml"/><Relationship Id="rId2" Type="http://schemas.openxmlformats.org/officeDocument/2006/relationships/notesSlide" Target="../notesSlides/notesSlide162.xml"/><Relationship Id="rId1" Type="http://schemas.openxmlformats.org/officeDocument/2006/relationships/slideLayout" Target="../slideLayouts/slideLayout2.xml"/><Relationship Id="rId6" Type="http://schemas.openxmlformats.org/officeDocument/2006/relationships/diagramColors" Target="../diagrams/colors163.xml"/><Relationship Id="rId5" Type="http://schemas.openxmlformats.org/officeDocument/2006/relationships/diagramQuickStyle" Target="../diagrams/quickStyle163.xml"/><Relationship Id="rId4" Type="http://schemas.openxmlformats.org/officeDocument/2006/relationships/diagramLayout" Target="../diagrams/layout163.xml"/></Relationships>
</file>

<file path=ppt/slides/_rels/slide164.xml.rels><?xml version="1.0" encoding="UTF-8" standalone="yes"?>
<Relationships xmlns="http://schemas.openxmlformats.org/package/2006/relationships"><Relationship Id="rId3" Type="http://schemas.openxmlformats.org/officeDocument/2006/relationships/diagramData" Target="../diagrams/data164.xml"/><Relationship Id="rId7" Type="http://schemas.microsoft.com/office/2007/relationships/diagramDrawing" Target="../diagrams/drawing164.xml"/><Relationship Id="rId2" Type="http://schemas.openxmlformats.org/officeDocument/2006/relationships/notesSlide" Target="../notesSlides/notesSlide163.xml"/><Relationship Id="rId1" Type="http://schemas.openxmlformats.org/officeDocument/2006/relationships/slideLayout" Target="../slideLayouts/slideLayout2.xml"/><Relationship Id="rId6" Type="http://schemas.openxmlformats.org/officeDocument/2006/relationships/diagramColors" Target="../diagrams/colors164.xml"/><Relationship Id="rId5" Type="http://schemas.openxmlformats.org/officeDocument/2006/relationships/diagramQuickStyle" Target="../diagrams/quickStyle164.xml"/><Relationship Id="rId4" Type="http://schemas.openxmlformats.org/officeDocument/2006/relationships/diagramLayout" Target="../diagrams/layout164.xml"/></Relationships>
</file>

<file path=ppt/slides/_rels/slide165.xml.rels><?xml version="1.0" encoding="UTF-8" standalone="yes"?>
<Relationships xmlns="http://schemas.openxmlformats.org/package/2006/relationships"><Relationship Id="rId3" Type="http://schemas.openxmlformats.org/officeDocument/2006/relationships/diagramData" Target="../diagrams/data165.xml"/><Relationship Id="rId7" Type="http://schemas.microsoft.com/office/2007/relationships/diagramDrawing" Target="../diagrams/drawing165.xml"/><Relationship Id="rId2" Type="http://schemas.openxmlformats.org/officeDocument/2006/relationships/notesSlide" Target="../notesSlides/notesSlide164.xml"/><Relationship Id="rId1" Type="http://schemas.openxmlformats.org/officeDocument/2006/relationships/slideLayout" Target="../slideLayouts/slideLayout2.xml"/><Relationship Id="rId6" Type="http://schemas.openxmlformats.org/officeDocument/2006/relationships/diagramColors" Target="../diagrams/colors165.xml"/><Relationship Id="rId5" Type="http://schemas.openxmlformats.org/officeDocument/2006/relationships/diagramQuickStyle" Target="../diagrams/quickStyle165.xml"/><Relationship Id="rId4" Type="http://schemas.openxmlformats.org/officeDocument/2006/relationships/diagramLayout" Target="../diagrams/layout165.xml"/></Relationships>
</file>

<file path=ppt/slides/_rels/slide166.xml.rels><?xml version="1.0" encoding="UTF-8" standalone="yes"?>
<Relationships xmlns="http://schemas.openxmlformats.org/package/2006/relationships"><Relationship Id="rId3" Type="http://schemas.openxmlformats.org/officeDocument/2006/relationships/diagramData" Target="../diagrams/data166.xml"/><Relationship Id="rId7" Type="http://schemas.microsoft.com/office/2007/relationships/diagramDrawing" Target="../diagrams/drawing166.xml"/><Relationship Id="rId2" Type="http://schemas.openxmlformats.org/officeDocument/2006/relationships/notesSlide" Target="../notesSlides/notesSlide165.xml"/><Relationship Id="rId1" Type="http://schemas.openxmlformats.org/officeDocument/2006/relationships/slideLayout" Target="../slideLayouts/slideLayout2.xml"/><Relationship Id="rId6" Type="http://schemas.openxmlformats.org/officeDocument/2006/relationships/diagramColors" Target="../diagrams/colors166.xml"/><Relationship Id="rId5" Type="http://schemas.openxmlformats.org/officeDocument/2006/relationships/diagramQuickStyle" Target="../diagrams/quickStyle166.xml"/><Relationship Id="rId4" Type="http://schemas.openxmlformats.org/officeDocument/2006/relationships/diagramLayout" Target="../diagrams/layout166.xml"/></Relationships>
</file>

<file path=ppt/slides/_rels/slide167.xml.rels><?xml version="1.0" encoding="UTF-8" standalone="yes"?>
<Relationships xmlns="http://schemas.openxmlformats.org/package/2006/relationships"><Relationship Id="rId3" Type="http://schemas.openxmlformats.org/officeDocument/2006/relationships/diagramData" Target="../diagrams/data167.xml"/><Relationship Id="rId7" Type="http://schemas.microsoft.com/office/2007/relationships/diagramDrawing" Target="../diagrams/drawing167.xml"/><Relationship Id="rId2" Type="http://schemas.openxmlformats.org/officeDocument/2006/relationships/notesSlide" Target="../notesSlides/notesSlide166.xml"/><Relationship Id="rId1" Type="http://schemas.openxmlformats.org/officeDocument/2006/relationships/slideLayout" Target="../slideLayouts/slideLayout2.xml"/><Relationship Id="rId6" Type="http://schemas.openxmlformats.org/officeDocument/2006/relationships/diagramColors" Target="../diagrams/colors167.xml"/><Relationship Id="rId5" Type="http://schemas.openxmlformats.org/officeDocument/2006/relationships/diagramQuickStyle" Target="../diagrams/quickStyle167.xml"/><Relationship Id="rId4" Type="http://schemas.openxmlformats.org/officeDocument/2006/relationships/diagramLayout" Target="../diagrams/layout167.xml"/></Relationships>
</file>

<file path=ppt/slides/_rels/slide168.xml.rels><?xml version="1.0" encoding="UTF-8" standalone="yes"?>
<Relationships xmlns="http://schemas.openxmlformats.org/package/2006/relationships"><Relationship Id="rId8" Type="http://schemas.openxmlformats.org/officeDocument/2006/relationships/hyperlink" Target="https://books.goalkicker.com/jQueryBook/" TargetMode="External"/><Relationship Id="rId13" Type="http://schemas.openxmlformats.org/officeDocument/2006/relationships/hyperlink" Target="https://github.com/cnDelbert/Learning-jQuery-Fourth-Edition" TargetMode="External"/><Relationship Id="rId3" Type="http://schemas.openxmlformats.org/officeDocument/2006/relationships/diagramData" Target="../diagrams/data168.xml"/><Relationship Id="rId7" Type="http://schemas.microsoft.com/office/2007/relationships/diagramDrawing" Target="../diagrams/drawing168.xml"/><Relationship Id="rId12" Type="http://schemas.openxmlformats.org/officeDocument/2006/relationships/hyperlink" Target="https://github.com/AurelioDeRosa/jquery-in-action" TargetMode="External"/><Relationship Id="rId2" Type="http://schemas.openxmlformats.org/officeDocument/2006/relationships/notesSlide" Target="../notesSlides/notesSlide167.xml"/><Relationship Id="rId1" Type="http://schemas.openxmlformats.org/officeDocument/2006/relationships/slideLayout" Target="../slideLayouts/slideLayout2.xml"/><Relationship Id="rId6" Type="http://schemas.openxmlformats.org/officeDocument/2006/relationships/diagramColors" Target="../diagrams/colors168.xml"/><Relationship Id="rId11" Type="http://schemas.openxmlformats.org/officeDocument/2006/relationships/hyperlink" Target="https://leanpub.com/jquery-learning" TargetMode="External"/><Relationship Id="rId5" Type="http://schemas.openxmlformats.org/officeDocument/2006/relationships/diagramQuickStyle" Target="../diagrams/quickStyle168.xml"/><Relationship Id="rId10" Type="http://schemas.openxmlformats.org/officeDocument/2006/relationships/hyperlink" Target="https://javascriptbook.com/" TargetMode="External"/><Relationship Id="rId4" Type="http://schemas.openxmlformats.org/officeDocument/2006/relationships/diagramLayout" Target="../diagrams/layout168.xml"/><Relationship Id="rId9" Type="http://schemas.openxmlformats.org/officeDocument/2006/relationships/hyperlink" Target="https://www.udemy.com/course/jquery-tutorial/?utm_source=adwords&amp;utm_medium=udemyads&amp;utm_campaign=Search_DSA_Beta_Prof_la.EN_cc.India_Subs&amp;campaigntype=Search&amp;portfolio=India&amp;language=EN&amp;product=Subs&amp;test=&amp;audience=DSA&amp;topic=&amp;priority=Beta&amp;utm_content=deal4584&amp;utm_term=_._ag_185390585033_._ad_769665429293_._kw__._de_c_._dm__._pl__._ti_dsa-2436670172859_._li_9061836_._pd__._&amp;matchtype=&amp;gad_source=1&amp;gad_campaignid=22900574867&amp;gbraid=0AAAAADROdO2y9pD4f7lHvFA0K3Kwvan52&amp;gclid=Cj0KCQiAiebIBhDmARIsAE8PGNISHtUGNBQSXdwtXhWM9IrtysqjRUTTK25MTIv5-Fbb5Fb1gWYo03AaAtTfEALw_wcB&amp;couponCode=PMNVD2025" TargetMode="External"/></Relationships>
</file>

<file path=ppt/slides/_rels/slide169.xml.rels><?xml version="1.0" encoding="UTF-8" standalone="yes"?>
<Relationships xmlns="http://schemas.openxmlformats.org/package/2006/relationships"><Relationship Id="rId3" Type="http://schemas.openxmlformats.org/officeDocument/2006/relationships/diagramData" Target="../diagrams/data169.xml"/><Relationship Id="rId7" Type="http://schemas.microsoft.com/office/2007/relationships/diagramDrawing" Target="../diagrams/drawing169.xml"/><Relationship Id="rId2" Type="http://schemas.openxmlformats.org/officeDocument/2006/relationships/notesSlide" Target="../notesSlides/notesSlide168.xml"/><Relationship Id="rId1" Type="http://schemas.openxmlformats.org/officeDocument/2006/relationships/slideLayout" Target="../slideLayouts/slideLayout2.xml"/><Relationship Id="rId6" Type="http://schemas.openxmlformats.org/officeDocument/2006/relationships/diagramColors" Target="../diagrams/colors169.xml"/><Relationship Id="rId5" Type="http://schemas.openxmlformats.org/officeDocument/2006/relationships/diagramQuickStyle" Target="../diagrams/quickStyle169.xml"/><Relationship Id="rId4" Type="http://schemas.openxmlformats.org/officeDocument/2006/relationships/diagramLayout" Target="../diagrams/layout169.xml"/></Relationships>
</file>

<file path=ppt/slides/_rels/slide170.xml.rels><?xml version="1.0" encoding="UTF-8" standalone="yes"?>
<Relationships xmlns="http://schemas.openxmlformats.org/package/2006/relationships"><Relationship Id="rId3" Type="http://schemas.openxmlformats.org/officeDocument/2006/relationships/diagramData" Target="../diagrams/data170.xml"/><Relationship Id="rId7" Type="http://schemas.microsoft.com/office/2007/relationships/diagramDrawing" Target="../diagrams/drawing170.xml"/><Relationship Id="rId2" Type="http://schemas.openxmlformats.org/officeDocument/2006/relationships/notesSlide" Target="../notesSlides/notesSlide169.xml"/><Relationship Id="rId1" Type="http://schemas.openxmlformats.org/officeDocument/2006/relationships/slideLayout" Target="../slideLayouts/slideLayout2.xml"/><Relationship Id="rId6" Type="http://schemas.openxmlformats.org/officeDocument/2006/relationships/diagramColors" Target="../diagrams/colors170.xml"/><Relationship Id="rId5" Type="http://schemas.openxmlformats.org/officeDocument/2006/relationships/diagramQuickStyle" Target="../diagrams/quickStyle170.xml"/><Relationship Id="rId4" Type="http://schemas.openxmlformats.org/officeDocument/2006/relationships/diagramLayout" Target="../diagrams/layout170.xml"/></Relationships>
</file>

<file path=ppt/slides/_rels/slide171.xml.rels><?xml version="1.0" encoding="UTF-8" standalone="yes"?>
<Relationships xmlns="http://schemas.openxmlformats.org/package/2006/relationships"><Relationship Id="rId3" Type="http://schemas.openxmlformats.org/officeDocument/2006/relationships/diagramData" Target="../diagrams/data171.xml"/><Relationship Id="rId7" Type="http://schemas.microsoft.com/office/2007/relationships/diagramDrawing" Target="../diagrams/drawing171.xml"/><Relationship Id="rId2" Type="http://schemas.openxmlformats.org/officeDocument/2006/relationships/notesSlide" Target="../notesSlides/notesSlide170.xml"/><Relationship Id="rId1" Type="http://schemas.openxmlformats.org/officeDocument/2006/relationships/slideLayout" Target="../slideLayouts/slideLayout2.xml"/><Relationship Id="rId6" Type="http://schemas.openxmlformats.org/officeDocument/2006/relationships/diagramColors" Target="../diagrams/colors171.xml"/><Relationship Id="rId5" Type="http://schemas.openxmlformats.org/officeDocument/2006/relationships/diagramQuickStyle" Target="../diagrams/quickStyle171.xml"/><Relationship Id="rId4" Type="http://schemas.openxmlformats.org/officeDocument/2006/relationships/diagramLayout" Target="../diagrams/layout171.xml"/></Relationships>
</file>

<file path=ppt/slides/_rels/slide172.xml.rels><?xml version="1.0" encoding="UTF-8" standalone="yes"?>
<Relationships xmlns="http://schemas.openxmlformats.org/package/2006/relationships"><Relationship Id="rId3" Type="http://schemas.openxmlformats.org/officeDocument/2006/relationships/diagramData" Target="../diagrams/data172.xml"/><Relationship Id="rId7" Type="http://schemas.microsoft.com/office/2007/relationships/diagramDrawing" Target="../diagrams/drawing172.xml"/><Relationship Id="rId2" Type="http://schemas.openxmlformats.org/officeDocument/2006/relationships/notesSlide" Target="../notesSlides/notesSlide171.xml"/><Relationship Id="rId1" Type="http://schemas.openxmlformats.org/officeDocument/2006/relationships/slideLayout" Target="../slideLayouts/slideLayout2.xml"/><Relationship Id="rId6" Type="http://schemas.openxmlformats.org/officeDocument/2006/relationships/diagramColors" Target="../diagrams/colors172.xml"/><Relationship Id="rId5" Type="http://schemas.openxmlformats.org/officeDocument/2006/relationships/diagramQuickStyle" Target="../diagrams/quickStyle172.xml"/><Relationship Id="rId4" Type="http://schemas.openxmlformats.org/officeDocument/2006/relationships/diagramLayout" Target="../diagrams/layout172.xml"/></Relationships>
</file>

<file path=ppt/slides/_rels/slide173.xml.rels><?xml version="1.0" encoding="UTF-8" standalone="yes"?>
<Relationships xmlns="http://schemas.openxmlformats.org/package/2006/relationships"><Relationship Id="rId3" Type="http://schemas.openxmlformats.org/officeDocument/2006/relationships/diagramData" Target="../diagrams/data173.xml"/><Relationship Id="rId7" Type="http://schemas.microsoft.com/office/2007/relationships/diagramDrawing" Target="../diagrams/drawing173.xml"/><Relationship Id="rId2" Type="http://schemas.openxmlformats.org/officeDocument/2006/relationships/notesSlide" Target="../notesSlides/notesSlide172.xml"/><Relationship Id="rId1" Type="http://schemas.openxmlformats.org/officeDocument/2006/relationships/slideLayout" Target="../slideLayouts/slideLayout2.xml"/><Relationship Id="rId6" Type="http://schemas.openxmlformats.org/officeDocument/2006/relationships/diagramColors" Target="../diagrams/colors173.xml"/><Relationship Id="rId5" Type="http://schemas.openxmlformats.org/officeDocument/2006/relationships/diagramQuickStyle" Target="../diagrams/quickStyle173.xml"/><Relationship Id="rId4" Type="http://schemas.openxmlformats.org/officeDocument/2006/relationships/diagramLayout" Target="../diagrams/layout173.xml"/></Relationships>
</file>

<file path=ppt/slides/_rels/slide174.xml.rels><?xml version="1.0" encoding="UTF-8" standalone="yes"?>
<Relationships xmlns="http://schemas.openxmlformats.org/package/2006/relationships"><Relationship Id="rId3" Type="http://schemas.openxmlformats.org/officeDocument/2006/relationships/diagramData" Target="../diagrams/data174.xml"/><Relationship Id="rId7" Type="http://schemas.microsoft.com/office/2007/relationships/diagramDrawing" Target="../diagrams/drawing174.xml"/><Relationship Id="rId2" Type="http://schemas.openxmlformats.org/officeDocument/2006/relationships/notesSlide" Target="../notesSlides/notesSlide173.xml"/><Relationship Id="rId1" Type="http://schemas.openxmlformats.org/officeDocument/2006/relationships/slideLayout" Target="../slideLayouts/slideLayout2.xml"/><Relationship Id="rId6" Type="http://schemas.openxmlformats.org/officeDocument/2006/relationships/diagramColors" Target="../diagrams/colors174.xml"/><Relationship Id="rId5" Type="http://schemas.openxmlformats.org/officeDocument/2006/relationships/diagramQuickStyle" Target="../diagrams/quickStyle174.xml"/><Relationship Id="rId4" Type="http://schemas.openxmlformats.org/officeDocument/2006/relationships/diagramLayout" Target="../diagrams/layout174.xml"/></Relationships>
</file>

<file path=ppt/slides/_rels/slide175.xml.rels><?xml version="1.0" encoding="UTF-8" standalone="yes"?>
<Relationships xmlns="http://schemas.openxmlformats.org/package/2006/relationships"><Relationship Id="rId3" Type="http://schemas.openxmlformats.org/officeDocument/2006/relationships/diagramData" Target="../diagrams/data175.xml"/><Relationship Id="rId7" Type="http://schemas.microsoft.com/office/2007/relationships/diagramDrawing" Target="../diagrams/drawing175.xml"/><Relationship Id="rId2" Type="http://schemas.openxmlformats.org/officeDocument/2006/relationships/notesSlide" Target="../notesSlides/notesSlide174.xml"/><Relationship Id="rId1" Type="http://schemas.openxmlformats.org/officeDocument/2006/relationships/slideLayout" Target="../slideLayouts/slideLayout2.xml"/><Relationship Id="rId6" Type="http://schemas.openxmlformats.org/officeDocument/2006/relationships/diagramColors" Target="../diagrams/colors175.xml"/><Relationship Id="rId5" Type="http://schemas.openxmlformats.org/officeDocument/2006/relationships/diagramQuickStyle" Target="../diagrams/quickStyle175.xml"/><Relationship Id="rId4" Type="http://schemas.openxmlformats.org/officeDocument/2006/relationships/diagramLayout" Target="../diagrams/layout175.xml"/></Relationships>
</file>

<file path=ppt/slides/_rels/slide176.xml.rels><?xml version="1.0" encoding="UTF-8" standalone="yes"?>
<Relationships xmlns="http://schemas.openxmlformats.org/package/2006/relationships"><Relationship Id="rId3" Type="http://schemas.openxmlformats.org/officeDocument/2006/relationships/diagramData" Target="../diagrams/data176.xml"/><Relationship Id="rId7" Type="http://schemas.microsoft.com/office/2007/relationships/diagramDrawing" Target="../diagrams/drawing176.xml"/><Relationship Id="rId2" Type="http://schemas.openxmlformats.org/officeDocument/2006/relationships/notesSlide" Target="../notesSlides/notesSlide175.xml"/><Relationship Id="rId1" Type="http://schemas.openxmlformats.org/officeDocument/2006/relationships/slideLayout" Target="../slideLayouts/slideLayout2.xml"/><Relationship Id="rId6" Type="http://schemas.openxmlformats.org/officeDocument/2006/relationships/diagramColors" Target="../diagrams/colors176.xml"/><Relationship Id="rId5" Type="http://schemas.openxmlformats.org/officeDocument/2006/relationships/diagramQuickStyle" Target="../diagrams/quickStyle176.xml"/><Relationship Id="rId4" Type="http://schemas.openxmlformats.org/officeDocument/2006/relationships/diagramLayout" Target="../diagrams/layout176.xml"/></Relationships>
</file>

<file path=ppt/slides/_rels/slide177.xml.rels><?xml version="1.0" encoding="UTF-8" standalone="yes"?>
<Relationships xmlns="http://schemas.openxmlformats.org/package/2006/relationships"><Relationship Id="rId3" Type="http://schemas.openxmlformats.org/officeDocument/2006/relationships/diagramData" Target="../diagrams/data177.xml"/><Relationship Id="rId7" Type="http://schemas.microsoft.com/office/2007/relationships/diagramDrawing" Target="../diagrams/drawing177.xml"/><Relationship Id="rId2" Type="http://schemas.openxmlformats.org/officeDocument/2006/relationships/notesSlide" Target="../notesSlides/notesSlide176.xml"/><Relationship Id="rId1" Type="http://schemas.openxmlformats.org/officeDocument/2006/relationships/slideLayout" Target="../slideLayouts/slideLayout2.xml"/><Relationship Id="rId6" Type="http://schemas.openxmlformats.org/officeDocument/2006/relationships/diagramColors" Target="../diagrams/colors177.xml"/><Relationship Id="rId5" Type="http://schemas.openxmlformats.org/officeDocument/2006/relationships/diagramQuickStyle" Target="../diagrams/quickStyle177.xml"/><Relationship Id="rId4" Type="http://schemas.openxmlformats.org/officeDocument/2006/relationships/diagramLayout" Target="../diagrams/layout177.xml"/></Relationships>
</file>

<file path=ppt/slides/_rels/slide178.xml.rels><?xml version="1.0" encoding="UTF-8" standalone="yes"?>
<Relationships xmlns="http://schemas.openxmlformats.org/package/2006/relationships"><Relationship Id="rId3" Type="http://schemas.openxmlformats.org/officeDocument/2006/relationships/diagramData" Target="../diagrams/data178.xml"/><Relationship Id="rId7" Type="http://schemas.microsoft.com/office/2007/relationships/diagramDrawing" Target="../diagrams/drawing178.xml"/><Relationship Id="rId2" Type="http://schemas.openxmlformats.org/officeDocument/2006/relationships/notesSlide" Target="../notesSlides/notesSlide177.xml"/><Relationship Id="rId1" Type="http://schemas.openxmlformats.org/officeDocument/2006/relationships/slideLayout" Target="../slideLayouts/slideLayout2.xml"/><Relationship Id="rId6" Type="http://schemas.openxmlformats.org/officeDocument/2006/relationships/diagramColors" Target="../diagrams/colors178.xml"/><Relationship Id="rId5" Type="http://schemas.openxmlformats.org/officeDocument/2006/relationships/diagramQuickStyle" Target="../diagrams/quickStyle178.xml"/><Relationship Id="rId4" Type="http://schemas.openxmlformats.org/officeDocument/2006/relationships/diagramLayout" Target="../diagrams/layout178.xml"/></Relationships>
</file>

<file path=ppt/slides/_rels/slide179.xml.rels><?xml version="1.0" encoding="UTF-8" standalone="yes"?>
<Relationships xmlns="http://schemas.openxmlformats.org/package/2006/relationships"><Relationship Id="rId3" Type="http://schemas.openxmlformats.org/officeDocument/2006/relationships/diagramData" Target="../diagrams/data179.xml"/><Relationship Id="rId7" Type="http://schemas.microsoft.com/office/2007/relationships/diagramDrawing" Target="../diagrams/drawing179.xml"/><Relationship Id="rId2" Type="http://schemas.openxmlformats.org/officeDocument/2006/relationships/notesSlide" Target="../notesSlides/notesSlide178.xml"/><Relationship Id="rId1" Type="http://schemas.openxmlformats.org/officeDocument/2006/relationships/slideLayout" Target="../slideLayouts/slideLayout2.xml"/><Relationship Id="rId6" Type="http://schemas.openxmlformats.org/officeDocument/2006/relationships/diagramColors" Target="../diagrams/colors179.xml"/><Relationship Id="rId5" Type="http://schemas.openxmlformats.org/officeDocument/2006/relationships/diagramQuickStyle" Target="../diagrams/quickStyle179.xml"/><Relationship Id="rId4" Type="http://schemas.openxmlformats.org/officeDocument/2006/relationships/diagramLayout" Target="../diagrams/layout179.xml"/></Relationships>
</file>

<file path=ppt/slides/_rels/slide180.xml.rels><?xml version="1.0" encoding="UTF-8" standalone="yes"?>
<Relationships xmlns="http://schemas.openxmlformats.org/package/2006/relationships"><Relationship Id="rId3" Type="http://schemas.openxmlformats.org/officeDocument/2006/relationships/diagramData" Target="../diagrams/data180.xml"/><Relationship Id="rId7" Type="http://schemas.microsoft.com/office/2007/relationships/diagramDrawing" Target="../diagrams/drawing180.xml"/><Relationship Id="rId2" Type="http://schemas.openxmlformats.org/officeDocument/2006/relationships/notesSlide" Target="../notesSlides/notesSlide179.xml"/><Relationship Id="rId1" Type="http://schemas.openxmlformats.org/officeDocument/2006/relationships/slideLayout" Target="../slideLayouts/slideLayout2.xml"/><Relationship Id="rId6" Type="http://schemas.openxmlformats.org/officeDocument/2006/relationships/diagramColors" Target="../diagrams/colors180.xml"/><Relationship Id="rId5" Type="http://schemas.openxmlformats.org/officeDocument/2006/relationships/diagramQuickStyle" Target="../diagrams/quickStyle180.xml"/><Relationship Id="rId4" Type="http://schemas.openxmlformats.org/officeDocument/2006/relationships/diagramLayout" Target="../diagrams/layout180.xml"/></Relationships>
</file>

<file path=ppt/slides/_rels/slide181.xml.rels><?xml version="1.0" encoding="UTF-8" standalone="yes"?>
<Relationships xmlns="http://schemas.openxmlformats.org/package/2006/relationships"><Relationship Id="rId3" Type="http://schemas.openxmlformats.org/officeDocument/2006/relationships/diagramData" Target="../diagrams/data181.xml"/><Relationship Id="rId7" Type="http://schemas.microsoft.com/office/2007/relationships/diagramDrawing" Target="../diagrams/drawing181.xml"/><Relationship Id="rId2" Type="http://schemas.openxmlformats.org/officeDocument/2006/relationships/notesSlide" Target="../notesSlides/notesSlide180.xml"/><Relationship Id="rId1" Type="http://schemas.openxmlformats.org/officeDocument/2006/relationships/slideLayout" Target="../slideLayouts/slideLayout2.xml"/><Relationship Id="rId6" Type="http://schemas.openxmlformats.org/officeDocument/2006/relationships/diagramColors" Target="../diagrams/colors181.xml"/><Relationship Id="rId5" Type="http://schemas.openxmlformats.org/officeDocument/2006/relationships/diagramQuickStyle" Target="../diagrams/quickStyle181.xml"/><Relationship Id="rId4" Type="http://schemas.openxmlformats.org/officeDocument/2006/relationships/diagramLayout" Target="../diagrams/layout181.xml"/></Relationships>
</file>

<file path=ppt/slides/_rels/slide182.xml.rels><?xml version="1.0" encoding="UTF-8" standalone="yes"?>
<Relationships xmlns="http://schemas.openxmlformats.org/package/2006/relationships"><Relationship Id="rId3" Type="http://schemas.openxmlformats.org/officeDocument/2006/relationships/diagramData" Target="../diagrams/data182.xml"/><Relationship Id="rId7" Type="http://schemas.microsoft.com/office/2007/relationships/diagramDrawing" Target="../diagrams/drawing182.xml"/><Relationship Id="rId2" Type="http://schemas.openxmlformats.org/officeDocument/2006/relationships/notesSlide" Target="../notesSlides/notesSlide181.xml"/><Relationship Id="rId1" Type="http://schemas.openxmlformats.org/officeDocument/2006/relationships/slideLayout" Target="../slideLayouts/slideLayout2.xml"/><Relationship Id="rId6" Type="http://schemas.openxmlformats.org/officeDocument/2006/relationships/diagramColors" Target="../diagrams/colors182.xml"/><Relationship Id="rId5" Type="http://schemas.openxmlformats.org/officeDocument/2006/relationships/diagramQuickStyle" Target="../diagrams/quickStyle182.xml"/><Relationship Id="rId4" Type="http://schemas.openxmlformats.org/officeDocument/2006/relationships/diagramLayout" Target="../diagrams/layout182.xml"/></Relationships>
</file>

<file path=ppt/slides/_rels/slide183.xml.rels><?xml version="1.0" encoding="UTF-8" standalone="yes"?>
<Relationships xmlns="http://schemas.openxmlformats.org/package/2006/relationships"><Relationship Id="rId3" Type="http://schemas.openxmlformats.org/officeDocument/2006/relationships/diagramData" Target="../diagrams/data183.xml"/><Relationship Id="rId7" Type="http://schemas.microsoft.com/office/2007/relationships/diagramDrawing" Target="../diagrams/drawing183.xml"/><Relationship Id="rId2" Type="http://schemas.openxmlformats.org/officeDocument/2006/relationships/notesSlide" Target="../notesSlides/notesSlide182.xml"/><Relationship Id="rId1" Type="http://schemas.openxmlformats.org/officeDocument/2006/relationships/slideLayout" Target="../slideLayouts/slideLayout2.xml"/><Relationship Id="rId6" Type="http://schemas.openxmlformats.org/officeDocument/2006/relationships/diagramColors" Target="../diagrams/colors183.xml"/><Relationship Id="rId5" Type="http://schemas.openxmlformats.org/officeDocument/2006/relationships/diagramQuickStyle" Target="../diagrams/quickStyle183.xml"/><Relationship Id="rId4" Type="http://schemas.openxmlformats.org/officeDocument/2006/relationships/diagramLayout" Target="../diagrams/layout183.xml"/></Relationships>
</file>

<file path=ppt/slides/_rels/slide184.xml.rels><?xml version="1.0" encoding="UTF-8" standalone="yes"?>
<Relationships xmlns="http://schemas.openxmlformats.org/package/2006/relationships"><Relationship Id="rId3" Type="http://schemas.openxmlformats.org/officeDocument/2006/relationships/diagramData" Target="../diagrams/data184.xml"/><Relationship Id="rId7" Type="http://schemas.microsoft.com/office/2007/relationships/diagramDrawing" Target="../diagrams/drawing184.xml"/><Relationship Id="rId2" Type="http://schemas.openxmlformats.org/officeDocument/2006/relationships/notesSlide" Target="../notesSlides/notesSlide183.xml"/><Relationship Id="rId1" Type="http://schemas.openxmlformats.org/officeDocument/2006/relationships/slideLayout" Target="../slideLayouts/slideLayout2.xml"/><Relationship Id="rId6" Type="http://schemas.openxmlformats.org/officeDocument/2006/relationships/diagramColors" Target="../diagrams/colors184.xml"/><Relationship Id="rId5" Type="http://schemas.openxmlformats.org/officeDocument/2006/relationships/diagramQuickStyle" Target="../diagrams/quickStyle184.xml"/><Relationship Id="rId4" Type="http://schemas.openxmlformats.org/officeDocument/2006/relationships/diagramLayout" Target="../diagrams/layout184.xml"/></Relationships>
</file>

<file path=ppt/slides/_rels/slide185.xml.rels><?xml version="1.0" encoding="UTF-8" standalone="yes"?>
<Relationships xmlns="http://schemas.openxmlformats.org/package/2006/relationships"><Relationship Id="rId3" Type="http://schemas.openxmlformats.org/officeDocument/2006/relationships/diagramData" Target="../diagrams/data185.xml"/><Relationship Id="rId7" Type="http://schemas.microsoft.com/office/2007/relationships/diagramDrawing" Target="../diagrams/drawing185.xml"/><Relationship Id="rId2" Type="http://schemas.openxmlformats.org/officeDocument/2006/relationships/notesSlide" Target="../notesSlides/notesSlide184.xml"/><Relationship Id="rId1" Type="http://schemas.openxmlformats.org/officeDocument/2006/relationships/slideLayout" Target="../slideLayouts/slideLayout2.xml"/><Relationship Id="rId6" Type="http://schemas.openxmlformats.org/officeDocument/2006/relationships/diagramColors" Target="../diagrams/colors185.xml"/><Relationship Id="rId5" Type="http://schemas.openxmlformats.org/officeDocument/2006/relationships/diagramQuickStyle" Target="../diagrams/quickStyle185.xml"/><Relationship Id="rId4" Type="http://schemas.openxmlformats.org/officeDocument/2006/relationships/diagramLayout" Target="../diagrams/layout185.xml"/></Relationships>
</file>

<file path=ppt/slides/_rels/slide186.xml.rels><?xml version="1.0" encoding="UTF-8" standalone="yes"?>
<Relationships xmlns="http://schemas.openxmlformats.org/package/2006/relationships"><Relationship Id="rId3" Type="http://schemas.openxmlformats.org/officeDocument/2006/relationships/diagramData" Target="../diagrams/data186.xml"/><Relationship Id="rId7" Type="http://schemas.microsoft.com/office/2007/relationships/diagramDrawing" Target="../diagrams/drawing186.xml"/><Relationship Id="rId2" Type="http://schemas.openxmlformats.org/officeDocument/2006/relationships/notesSlide" Target="../notesSlides/notesSlide185.xml"/><Relationship Id="rId1" Type="http://schemas.openxmlformats.org/officeDocument/2006/relationships/slideLayout" Target="../slideLayouts/slideLayout2.xml"/><Relationship Id="rId6" Type="http://schemas.openxmlformats.org/officeDocument/2006/relationships/diagramColors" Target="../diagrams/colors186.xml"/><Relationship Id="rId5" Type="http://schemas.openxmlformats.org/officeDocument/2006/relationships/diagramQuickStyle" Target="../diagrams/quickStyle186.xml"/><Relationship Id="rId4" Type="http://schemas.openxmlformats.org/officeDocument/2006/relationships/diagramLayout" Target="../diagrams/layout186.xml"/></Relationships>
</file>

<file path=ppt/slides/_rels/slide187.xml.rels><?xml version="1.0" encoding="UTF-8" standalone="yes"?>
<Relationships xmlns="http://schemas.openxmlformats.org/package/2006/relationships"><Relationship Id="rId3" Type="http://schemas.openxmlformats.org/officeDocument/2006/relationships/diagramData" Target="../diagrams/data187.xml"/><Relationship Id="rId7" Type="http://schemas.microsoft.com/office/2007/relationships/diagramDrawing" Target="../diagrams/drawing187.xml"/><Relationship Id="rId2" Type="http://schemas.openxmlformats.org/officeDocument/2006/relationships/notesSlide" Target="../notesSlides/notesSlide186.xml"/><Relationship Id="rId1" Type="http://schemas.openxmlformats.org/officeDocument/2006/relationships/slideLayout" Target="../slideLayouts/slideLayout2.xml"/><Relationship Id="rId6" Type="http://schemas.openxmlformats.org/officeDocument/2006/relationships/diagramColors" Target="../diagrams/colors187.xml"/><Relationship Id="rId5" Type="http://schemas.openxmlformats.org/officeDocument/2006/relationships/diagramQuickStyle" Target="../diagrams/quickStyle187.xml"/><Relationship Id="rId4" Type="http://schemas.openxmlformats.org/officeDocument/2006/relationships/diagramLayout" Target="../diagrams/layout187.xml"/></Relationships>
</file>

<file path=ppt/slides/_rels/slide188.xml.rels><?xml version="1.0" encoding="UTF-8" standalone="yes"?>
<Relationships xmlns="http://schemas.openxmlformats.org/package/2006/relationships"><Relationship Id="rId3" Type="http://schemas.openxmlformats.org/officeDocument/2006/relationships/diagramData" Target="../diagrams/data188.xml"/><Relationship Id="rId7" Type="http://schemas.microsoft.com/office/2007/relationships/diagramDrawing" Target="../diagrams/drawing188.xml"/><Relationship Id="rId2" Type="http://schemas.openxmlformats.org/officeDocument/2006/relationships/notesSlide" Target="../notesSlides/notesSlide187.xml"/><Relationship Id="rId1" Type="http://schemas.openxmlformats.org/officeDocument/2006/relationships/slideLayout" Target="../slideLayouts/slideLayout2.xml"/><Relationship Id="rId6" Type="http://schemas.openxmlformats.org/officeDocument/2006/relationships/diagramColors" Target="../diagrams/colors188.xml"/><Relationship Id="rId5" Type="http://schemas.openxmlformats.org/officeDocument/2006/relationships/diagramQuickStyle" Target="../diagrams/quickStyle188.xml"/><Relationship Id="rId4" Type="http://schemas.openxmlformats.org/officeDocument/2006/relationships/diagramLayout" Target="../diagrams/layout188.xml"/></Relationships>
</file>

<file path=ppt/slides/_rels/slide189.xml.rels><?xml version="1.0" encoding="UTF-8" standalone="yes"?>
<Relationships xmlns="http://schemas.openxmlformats.org/package/2006/relationships"><Relationship Id="rId3" Type="http://schemas.openxmlformats.org/officeDocument/2006/relationships/diagramData" Target="../diagrams/data189.xml"/><Relationship Id="rId7" Type="http://schemas.microsoft.com/office/2007/relationships/diagramDrawing" Target="../diagrams/drawing189.xml"/><Relationship Id="rId2" Type="http://schemas.openxmlformats.org/officeDocument/2006/relationships/notesSlide" Target="../notesSlides/notesSlide188.xml"/><Relationship Id="rId1" Type="http://schemas.openxmlformats.org/officeDocument/2006/relationships/slideLayout" Target="../slideLayouts/slideLayout2.xml"/><Relationship Id="rId6" Type="http://schemas.openxmlformats.org/officeDocument/2006/relationships/diagramColors" Target="../diagrams/colors189.xml"/><Relationship Id="rId5" Type="http://schemas.openxmlformats.org/officeDocument/2006/relationships/diagramQuickStyle" Target="../diagrams/quickStyle189.xml"/><Relationship Id="rId4" Type="http://schemas.openxmlformats.org/officeDocument/2006/relationships/diagramLayout" Target="../diagrams/layout189.xml"/></Relationships>
</file>

<file path=ppt/slides/_rels/slide190.xml.rels><?xml version="1.0" encoding="UTF-8" standalone="yes"?>
<Relationships xmlns="http://schemas.openxmlformats.org/package/2006/relationships"><Relationship Id="rId3" Type="http://schemas.openxmlformats.org/officeDocument/2006/relationships/diagramData" Target="../diagrams/data190.xml"/><Relationship Id="rId7" Type="http://schemas.microsoft.com/office/2007/relationships/diagramDrawing" Target="../diagrams/drawing190.xml"/><Relationship Id="rId2" Type="http://schemas.openxmlformats.org/officeDocument/2006/relationships/notesSlide" Target="../notesSlides/notesSlide189.xml"/><Relationship Id="rId1" Type="http://schemas.openxmlformats.org/officeDocument/2006/relationships/slideLayout" Target="../slideLayouts/slideLayout2.xml"/><Relationship Id="rId6" Type="http://schemas.openxmlformats.org/officeDocument/2006/relationships/diagramColors" Target="../diagrams/colors190.xml"/><Relationship Id="rId5" Type="http://schemas.openxmlformats.org/officeDocument/2006/relationships/diagramQuickStyle" Target="../diagrams/quickStyle190.xml"/><Relationship Id="rId4" Type="http://schemas.openxmlformats.org/officeDocument/2006/relationships/diagramLayout" Target="../diagrams/layout190.xml"/></Relationships>
</file>

<file path=ppt/slides/_rels/slide191.xml.rels><?xml version="1.0" encoding="UTF-8" standalone="yes"?>
<Relationships xmlns="http://schemas.openxmlformats.org/package/2006/relationships"><Relationship Id="rId3" Type="http://schemas.openxmlformats.org/officeDocument/2006/relationships/diagramData" Target="../diagrams/data191.xml"/><Relationship Id="rId7" Type="http://schemas.microsoft.com/office/2007/relationships/diagramDrawing" Target="../diagrams/drawing191.xml"/><Relationship Id="rId2" Type="http://schemas.openxmlformats.org/officeDocument/2006/relationships/notesSlide" Target="../notesSlides/notesSlide190.xml"/><Relationship Id="rId1" Type="http://schemas.openxmlformats.org/officeDocument/2006/relationships/slideLayout" Target="../slideLayouts/slideLayout2.xml"/><Relationship Id="rId6" Type="http://schemas.openxmlformats.org/officeDocument/2006/relationships/diagramColors" Target="../diagrams/colors191.xml"/><Relationship Id="rId5" Type="http://schemas.openxmlformats.org/officeDocument/2006/relationships/diagramQuickStyle" Target="../diagrams/quickStyle191.xml"/><Relationship Id="rId4" Type="http://schemas.openxmlformats.org/officeDocument/2006/relationships/diagramLayout" Target="../diagrams/layout191.xml"/></Relationships>
</file>

<file path=ppt/slides/_rels/slide192.xml.rels><?xml version="1.0" encoding="UTF-8" standalone="yes"?>
<Relationships xmlns="http://schemas.openxmlformats.org/package/2006/relationships"><Relationship Id="rId3" Type="http://schemas.openxmlformats.org/officeDocument/2006/relationships/diagramData" Target="../diagrams/data192.xml"/><Relationship Id="rId7" Type="http://schemas.microsoft.com/office/2007/relationships/diagramDrawing" Target="../diagrams/drawing192.xml"/><Relationship Id="rId2" Type="http://schemas.openxmlformats.org/officeDocument/2006/relationships/notesSlide" Target="../notesSlides/notesSlide191.xml"/><Relationship Id="rId1" Type="http://schemas.openxmlformats.org/officeDocument/2006/relationships/slideLayout" Target="../slideLayouts/slideLayout2.xml"/><Relationship Id="rId6" Type="http://schemas.openxmlformats.org/officeDocument/2006/relationships/diagramColors" Target="../diagrams/colors192.xml"/><Relationship Id="rId5" Type="http://schemas.openxmlformats.org/officeDocument/2006/relationships/diagramQuickStyle" Target="../diagrams/quickStyle192.xml"/><Relationship Id="rId4" Type="http://schemas.openxmlformats.org/officeDocument/2006/relationships/diagramLayout" Target="../diagrams/layout192.xml"/></Relationships>
</file>

<file path=ppt/slides/_rels/slide193.xml.rels><?xml version="1.0" encoding="UTF-8" standalone="yes"?>
<Relationships xmlns="http://schemas.openxmlformats.org/package/2006/relationships"><Relationship Id="rId3" Type="http://schemas.openxmlformats.org/officeDocument/2006/relationships/diagramData" Target="../diagrams/data193.xml"/><Relationship Id="rId7" Type="http://schemas.microsoft.com/office/2007/relationships/diagramDrawing" Target="../diagrams/drawing193.xml"/><Relationship Id="rId2" Type="http://schemas.openxmlformats.org/officeDocument/2006/relationships/notesSlide" Target="../notesSlides/notesSlide192.xml"/><Relationship Id="rId1" Type="http://schemas.openxmlformats.org/officeDocument/2006/relationships/slideLayout" Target="../slideLayouts/slideLayout2.xml"/><Relationship Id="rId6" Type="http://schemas.openxmlformats.org/officeDocument/2006/relationships/diagramColors" Target="../diagrams/colors193.xml"/><Relationship Id="rId5" Type="http://schemas.openxmlformats.org/officeDocument/2006/relationships/diagramQuickStyle" Target="../diagrams/quickStyle193.xml"/><Relationship Id="rId4" Type="http://schemas.openxmlformats.org/officeDocument/2006/relationships/diagramLayout" Target="../diagrams/layout193.xml"/></Relationships>
</file>

<file path=ppt/slides/_rels/slide194.xml.rels><?xml version="1.0" encoding="UTF-8" standalone="yes"?>
<Relationships xmlns="http://schemas.openxmlformats.org/package/2006/relationships"><Relationship Id="rId3" Type="http://schemas.openxmlformats.org/officeDocument/2006/relationships/diagramData" Target="../diagrams/data194.xml"/><Relationship Id="rId7" Type="http://schemas.microsoft.com/office/2007/relationships/diagramDrawing" Target="../diagrams/drawing194.xml"/><Relationship Id="rId2" Type="http://schemas.openxmlformats.org/officeDocument/2006/relationships/notesSlide" Target="../notesSlides/notesSlide193.xml"/><Relationship Id="rId1" Type="http://schemas.openxmlformats.org/officeDocument/2006/relationships/slideLayout" Target="../slideLayouts/slideLayout2.xml"/><Relationship Id="rId6" Type="http://schemas.openxmlformats.org/officeDocument/2006/relationships/diagramColors" Target="../diagrams/colors194.xml"/><Relationship Id="rId5" Type="http://schemas.openxmlformats.org/officeDocument/2006/relationships/diagramQuickStyle" Target="../diagrams/quickStyle194.xml"/><Relationship Id="rId4" Type="http://schemas.openxmlformats.org/officeDocument/2006/relationships/diagramLayout" Target="../diagrams/layout194.xml"/></Relationships>
</file>

<file path=ppt/slides/_rels/slide195.xml.rels><?xml version="1.0" encoding="UTF-8" standalone="yes"?>
<Relationships xmlns="http://schemas.openxmlformats.org/package/2006/relationships"><Relationship Id="rId3" Type="http://schemas.openxmlformats.org/officeDocument/2006/relationships/diagramData" Target="../diagrams/data195.xml"/><Relationship Id="rId7" Type="http://schemas.microsoft.com/office/2007/relationships/diagramDrawing" Target="../diagrams/drawing195.xml"/><Relationship Id="rId2" Type="http://schemas.openxmlformats.org/officeDocument/2006/relationships/notesSlide" Target="../notesSlides/notesSlide194.xml"/><Relationship Id="rId1" Type="http://schemas.openxmlformats.org/officeDocument/2006/relationships/slideLayout" Target="../slideLayouts/slideLayout2.xml"/><Relationship Id="rId6" Type="http://schemas.openxmlformats.org/officeDocument/2006/relationships/diagramColors" Target="../diagrams/colors195.xml"/><Relationship Id="rId5" Type="http://schemas.openxmlformats.org/officeDocument/2006/relationships/diagramQuickStyle" Target="../diagrams/quickStyle195.xml"/><Relationship Id="rId4" Type="http://schemas.openxmlformats.org/officeDocument/2006/relationships/diagramLayout" Target="../diagrams/layout195.xml"/></Relationships>
</file>

<file path=ppt/slides/_rels/slide196.xml.rels><?xml version="1.0" encoding="UTF-8" standalone="yes"?>
<Relationships xmlns="http://schemas.openxmlformats.org/package/2006/relationships"><Relationship Id="rId3" Type="http://schemas.openxmlformats.org/officeDocument/2006/relationships/diagramData" Target="../diagrams/data196.xml"/><Relationship Id="rId7" Type="http://schemas.microsoft.com/office/2007/relationships/diagramDrawing" Target="../diagrams/drawing196.xml"/><Relationship Id="rId2" Type="http://schemas.openxmlformats.org/officeDocument/2006/relationships/notesSlide" Target="../notesSlides/notesSlide195.xml"/><Relationship Id="rId1" Type="http://schemas.openxmlformats.org/officeDocument/2006/relationships/slideLayout" Target="../slideLayouts/slideLayout2.xml"/><Relationship Id="rId6" Type="http://schemas.openxmlformats.org/officeDocument/2006/relationships/diagramColors" Target="../diagrams/colors196.xml"/><Relationship Id="rId5" Type="http://schemas.openxmlformats.org/officeDocument/2006/relationships/diagramQuickStyle" Target="../diagrams/quickStyle196.xml"/><Relationship Id="rId4" Type="http://schemas.openxmlformats.org/officeDocument/2006/relationships/diagramLayout" Target="../diagrams/layout196.xml"/></Relationships>
</file>

<file path=ppt/slides/_rels/slide197.xml.rels><?xml version="1.0" encoding="UTF-8" standalone="yes"?>
<Relationships xmlns="http://schemas.openxmlformats.org/package/2006/relationships"><Relationship Id="rId3" Type="http://schemas.openxmlformats.org/officeDocument/2006/relationships/diagramData" Target="../diagrams/data197.xml"/><Relationship Id="rId7" Type="http://schemas.microsoft.com/office/2007/relationships/diagramDrawing" Target="../diagrams/drawing197.xml"/><Relationship Id="rId2" Type="http://schemas.openxmlformats.org/officeDocument/2006/relationships/notesSlide" Target="../notesSlides/notesSlide196.xml"/><Relationship Id="rId1" Type="http://schemas.openxmlformats.org/officeDocument/2006/relationships/slideLayout" Target="../slideLayouts/slideLayout2.xml"/><Relationship Id="rId6" Type="http://schemas.openxmlformats.org/officeDocument/2006/relationships/diagramColors" Target="../diagrams/colors197.xml"/><Relationship Id="rId5" Type="http://schemas.openxmlformats.org/officeDocument/2006/relationships/diagramQuickStyle" Target="../diagrams/quickStyle197.xml"/><Relationship Id="rId4" Type="http://schemas.openxmlformats.org/officeDocument/2006/relationships/diagramLayout" Target="../diagrams/layout197.xml"/></Relationships>
</file>

<file path=ppt/slides/_rels/slide198.xml.rels><?xml version="1.0" encoding="UTF-8" standalone="yes"?>
<Relationships xmlns="http://schemas.openxmlformats.org/package/2006/relationships"><Relationship Id="rId3" Type="http://schemas.openxmlformats.org/officeDocument/2006/relationships/diagramData" Target="../diagrams/data198.xml"/><Relationship Id="rId7" Type="http://schemas.microsoft.com/office/2007/relationships/diagramDrawing" Target="../diagrams/drawing198.xml"/><Relationship Id="rId2" Type="http://schemas.openxmlformats.org/officeDocument/2006/relationships/notesSlide" Target="../notesSlides/notesSlide197.xml"/><Relationship Id="rId1" Type="http://schemas.openxmlformats.org/officeDocument/2006/relationships/slideLayout" Target="../slideLayouts/slideLayout2.xml"/><Relationship Id="rId6" Type="http://schemas.openxmlformats.org/officeDocument/2006/relationships/diagramColors" Target="../diagrams/colors198.xml"/><Relationship Id="rId5" Type="http://schemas.openxmlformats.org/officeDocument/2006/relationships/diagramQuickStyle" Target="../diagrams/quickStyle198.xml"/><Relationship Id="rId4" Type="http://schemas.openxmlformats.org/officeDocument/2006/relationships/diagramLayout" Target="../diagrams/layout198.xml"/></Relationships>
</file>

<file path=ppt/slides/_rels/slide199.xml.rels><?xml version="1.0" encoding="UTF-8" standalone="yes"?>
<Relationships xmlns="http://schemas.openxmlformats.org/package/2006/relationships"><Relationship Id="rId3" Type="http://schemas.openxmlformats.org/officeDocument/2006/relationships/diagramData" Target="../diagrams/data199.xml"/><Relationship Id="rId7" Type="http://schemas.microsoft.com/office/2007/relationships/diagramDrawing" Target="../diagrams/drawing199.xml"/><Relationship Id="rId2" Type="http://schemas.openxmlformats.org/officeDocument/2006/relationships/notesSlide" Target="../notesSlides/notesSlide198.xml"/><Relationship Id="rId1" Type="http://schemas.openxmlformats.org/officeDocument/2006/relationships/slideLayout" Target="../slideLayouts/slideLayout2.xml"/><Relationship Id="rId6" Type="http://schemas.openxmlformats.org/officeDocument/2006/relationships/diagramColors" Target="../diagrams/colors199.xml"/><Relationship Id="rId5" Type="http://schemas.openxmlformats.org/officeDocument/2006/relationships/diagramQuickStyle" Target="../diagrams/quickStyle199.xml"/><Relationship Id="rId4" Type="http://schemas.openxmlformats.org/officeDocument/2006/relationships/diagramLayout" Target="../diagrams/layout199.xml"/></Relationships>
</file>

<file path=ppt/slides/_rels/slide200.xml.rels><?xml version="1.0" encoding="UTF-8" standalone="yes"?>
<Relationships xmlns="http://schemas.openxmlformats.org/package/2006/relationships"><Relationship Id="rId3" Type="http://schemas.openxmlformats.org/officeDocument/2006/relationships/diagramData" Target="../diagrams/data200.xml"/><Relationship Id="rId7" Type="http://schemas.microsoft.com/office/2007/relationships/diagramDrawing" Target="../diagrams/drawing200.xml"/><Relationship Id="rId2" Type="http://schemas.openxmlformats.org/officeDocument/2006/relationships/notesSlide" Target="../notesSlides/notesSlide199.xml"/><Relationship Id="rId1" Type="http://schemas.openxmlformats.org/officeDocument/2006/relationships/slideLayout" Target="../slideLayouts/slideLayout2.xml"/><Relationship Id="rId6" Type="http://schemas.openxmlformats.org/officeDocument/2006/relationships/diagramColors" Target="../diagrams/colors200.xml"/><Relationship Id="rId5" Type="http://schemas.openxmlformats.org/officeDocument/2006/relationships/diagramQuickStyle" Target="../diagrams/quickStyle200.xml"/><Relationship Id="rId4" Type="http://schemas.openxmlformats.org/officeDocument/2006/relationships/diagramLayout" Target="../diagrams/layout200.xml"/></Relationships>
</file>

<file path=ppt/slides/_rels/slide201.xml.rels><?xml version="1.0" encoding="UTF-8" standalone="yes"?>
<Relationships xmlns="http://schemas.openxmlformats.org/package/2006/relationships"><Relationship Id="rId3" Type="http://schemas.openxmlformats.org/officeDocument/2006/relationships/diagramData" Target="../diagrams/data201.xml"/><Relationship Id="rId7" Type="http://schemas.microsoft.com/office/2007/relationships/diagramDrawing" Target="../diagrams/drawing201.xml"/><Relationship Id="rId2" Type="http://schemas.openxmlformats.org/officeDocument/2006/relationships/notesSlide" Target="../notesSlides/notesSlide200.xml"/><Relationship Id="rId1" Type="http://schemas.openxmlformats.org/officeDocument/2006/relationships/slideLayout" Target="../slideLayouts/slideLayout2.xml"/><Relationship Id="rId6" Type="http://schemas.openxmlformats.org/officeDocument/2006/relationships/diagramColors" Target="../diagrams/colors201.xml"/><Relationship Id="rId5" Type="http://schemas.openxmlformats.org/officeDocument/2006/relationships/diagramQuickStyle" Target="../diagrams/quickStyle201.xml"/><Relationship Id="rId4" Type="http://schemas.openxmlformats.org/officeDocument/2006/relationships/diagramLayout" Target="../diagrams/layout201.xml"/></Relationships>
</file>

<file path=ppt/slides/_rels/slide202.xml.rels><?xml version="1.0" encoding="UTF-8" standalone="yes"?>
<Relationships xmlns="http://schemas.openxmlformats.org/package/2006/relationships"><Relationship Id="rId8" Type="http://schemas.openxmlformats.org/officeDocument/2006/relationships/hyperlink" Target="https://neil.fraser.name/writing/sync/" TargetMode="External"/><Relationship Id="rId13" Type="http://schemas.openxmlformats.org/officeDocument/2006/relationships/hyperlink" Target="https://roadmap.sh/react" TargetMode="External"/><Relationship Id="rId18" Type="http://schemas.openxmlformats.org/officeDocument/2006/relationships/hyperlink" Target="https://www.udemy.com/course/modern-web-design-patterns-in-angular-8/?srsltid=AfmBOoqsPk2KJhU32m33TwCoeIrlz52h6K92tPF1tEfIigBcnFY-cZiD&amp;couponCode=MT260825G2" TargetMode="External"/><Relationship Id="rId26" Type="http://schemas.openxmlformats.org/officeDocument/2006/relationships/hyperlink" Target="https://blog.evanyou.me/2015/10/25/vuejs-re-introduction/" TargetMode="External"/><Relationship Id="rId3" Type="http://schemas.openxmlformats.org/officeDocument/2006/relationships/diagramData" Target="../diagrams/data202.xml"/><Relationship Id="rId21" Type="http://schemas.openxmlformats.org/officeDocument/2006/relationships/hyperlink" Target="https://anarsolutions.com/blazor-vs-angular-react-and-vue/" TargetMode="External"/><Relationship Id="rId7" Type="http://schemas.microsoft.com/office/2007/relationships/diagramDrawing" Target="../diagrams/drawing202.xml"/><Relationship Id="rId12" Type="http://schemas.openxmlformats.org/officeDocument/2006/relationships/hyperlink" Target="https://roadmap.sh/angular" TargetMode="External"/><Relationship Id="rId17" Type="http://schemas.openxmlformats.org/officeDocument/2006/relationships/hyperlink" Target="https://github.com/PacktPublishing/React-18-Design-Patterns-and-Best-Practices-Fourth-Edition" TargetMode="External"/><Relationship Id="rId25" Type="http://schemas.openxmlformats.org/officeDocument/2006/relationships/hyperlink" Target="https://frontendmasters.com/courses/reactivity-solidjs/" TargetMode="External"/><Relationship Id="rId2" Type="http://schemas.openxmlformats.org/officeDocument/2006/relationships/notesSlide" Target="../notesSlides/notesSlide201.xml"/><Relationship Id="rId16" Type="http://schemas.openxmlformats.org/officeDocument/2006/relationships/hyperlink" Target="https://www.udemy.com/course/advanced-react/?srsltid=AfmBOopzKwKZ2_JEnpe2EDarxcvQwy9hnaJWvN241Znf829mEgJPxHix" TargetMode="External"/><Relationship Id="rId20" Type="http://schemas.openxmlformats.org/officeDocument/2006/relationships/hyperlink" Target="https://stackoverflow.com/questions/50285972/what-is-the-difference-between-redux-thunk-and-redux-saga" TargetMode="External"/><Relationship Id="rId29" Type="http://schemas.openxmlformats.org/officeDocument/2006/relationships/hyperlink" Target="https://github.com/angelsolaorbaiceta/fe-fwk-book" TargetMode="External"/><Relationship Id="rId1" Type="http://schemas.openxmlformats.org/officeDocument/2006/relationships/slideLayout" Target="../slideLayouts/slideLayout2.xml"/><Relationship Id="rId6" Type="http://schemas.openxmlformats.org/officeDocument/2006/relationships/diagramColors" Target="../diagrams/colors202.xml"/><Relationship Id="rId11" Type="http://schemas.openxmlformats.org/officeDocument/2006/relationships/hyperlink" Target="https://books.goalkicker.com/ReactJSBook/" TargetMode="External"/><Relationship Id="rId24" Type="http://schemas.openxmlformats.org/officeDocument/2006/relationships/hyperlink" Target="https://github.com/davidbarone/didact" TargetMode="External"/><Relationship Id="rId5" Type="http://schemas.openxmlformats.org/officeDocument/2006/relationships/diagramQuickStyle" Target="../diagrams/quickStyle202.xml"/><Relationship Id="rId15" Type="http://schemas.openxmlformats.org/officeDocument/2006/relationships/hyperlink" Target="https://github.com/PacktPublishing/Learn-React-with-TypeScript-Third-Edition" TargetMode="External"/><Relationship Id="rId23" Type="http://schemas.openxmlformats.org/officeDocument/2006/relationships/hyperlink" Target="https://pomb.us/build-your-own-react/" TargetMode="External"/><Relationship Id="rId28" Type="http://schemas.openxmlformats.org/officeDocument/2006/relationships/hyperlink" Target="https://github.com/PacktPublishing/Building-Your-Own-JavaScript-Framework" TargetMode="External"/><Relationship Id="rId10" Type="http://schemas.openxmlformats.org/officeDocument/2006/relationships/hyperlink" Target="https://books.goalkicker.com/Angular2Book/" TargetMode="External"/><Relationship Id="rId19" Type="http://schemas.openxmlformats.org/officeDocument/2006/relationships/hyperlink" Target="https://www.packtpub.com/en-in/product/angular-design-patterns-9781786460790" TargetMode="External"/><Relationship Id="rId4" Type="http://schemas.openxmlformats.org/officeDocument/2006/relationships/diagramLayout" Target="../diagrams/layout202.xml"/><Relationship Id="rId9" Type="http://schemas.openxmlformats.org/officeDocument/2006/relationships/hyperlink" Target="https://medium.com/@titoadeoye/the-diffing-algorithm-explained-81d5b11ad9a1" TargetMode="External"/><Relationship Id="rId14" Type="http://schemas.openxmlformats.org/officeDocument/2006/relationships/hyperlink" Target="https://medium.com/@mariokandut/how-to-add-husky-to-react-233f0ca48752" TargetMode="External"/><Relationship Id="rId22" Type="http://schemas.openxmlformats.org/officeDocument/2006/relationships/hyperlink" Target="https://academind.com/" TargetMode="External"/><Relationship Id="rId27" Type="http://schemas.openxmlformats.org/officeDocument/2006/relationships/hyperlink" Target="https://se-radio.net/2020/03/episode-402-rich-harris-on-the-svelte-javascript-framework/" TargetMode="External"/></Relationships>
</file>

<file path=ppt/slides/_rels/slide203.xml.rels><?xml version="1.0" encoding="UTF-8" standalone="yes"?>
<Relationships xmlns="http://schemas.openxmlformats.org/package/2006/relationships"><Relationship Id="rId3" Type="http://schemas.openxmlformats.org/officeDocument/2006/relationships/diagramData" Target="../diagrams/data203.xml"/><Relationship Id="rId7" Type="http://schemas.microsoft.com/office/2007/relationships/diagramDrawing" Target="../diagrams/drawing203.xml"/><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diagramColors" Target="../diagrams/colors203.xml"/><Relationship Id="rId5" Type="http://schemas.openxmlformats.org/officeDocument/2006/relationships/diagramQuickStyle" Target="../diagrams/quickStyle203.xml"/><Relationship Id="rId4" Type="http://schemas.openxmlformats.org/officeDocument/2006/relationships/diagramLayout" Target="../diagrams/layout203.xml"/></Relationships>
</file>

<file path=ppt/slides/_rels/slide204.xml.rels><?xml version="1.0" encoding="UTF-8" standalone="yes"?>
<Relationships xmlns="http://schemas.openxmlformats.org/package/2006/relationships"><Relationship Id="rId3" Type="http://schemas.openxmlformats.org/officeDocument/2006/relationships/diagramData" Target="../diagrams/data204.xml"/><Relationship Id="rId7" Type="http://schemas.microsoft.com/office/2007/relationships/diagramDrawing" Target="../diagrams/drawing204.xml"/><Relationship Id="rId2" Type="http://schemas.openxmlformats.org/officeDocument/2006/relationships/notesSlide" Target="../notesSlides/notesSlide202.xml"/><Relationship Id="rId1" Type="http://schemas.openxmlformats.org/officeDocument/2006/relationships/slideLayout" Target="../slideLayouts/slideLayout2.xml"/><Relationship Id="rId6" Type="http://schemas.openxmlformats.org/officeDocument/2006/relationships/diagramColors" Target="../diagrams/colors204.xml"/><Relationship Id="rId5" Type="http://schemas.openxmlformats.org/officeDocument/2006/relationships/diagramQuickStyle" Target="../diagrams/quickStyle204.xml"/><Relationship Id="rId4" Type="http://schemas.openxmlformats.org/officeDocument/2006/relationships/diagramLayout" Target="../diagrams/layout204.xml"/></Relationships>
</file>

<file path=ppt/slides/_rels/slide205.xml.rels><?xml version="1.0" encoding="UTF-8" standalone="yes"?>
<Relationships xmlns="http://schemas.openxmlformats.org/package/2006/relationships"><Relationship Id="rId3" Type="http://schemas.openxmlformats.org/officeDocument/2006/relationships/diagramData" Target="../diagrams/data205.xml"/><Relationship Id="rId7" Type="http://schemas.microsoft.com/office/2007/relationships/diagramDrawing" Target="../diagrams/drawing205.xml"/><Relationship Id="rId2" Type="http://schemas.openxmlformats.org/officeDocument/2006/relationships/notesSlide" Target="../notesSlides/notesSlide203.xml"/><Relationship Id="rId1" Type="http://schemas.openxmlformats.org/officeDocument/2006/relationships/slideLayout" Target="../slideLayouts/slideLayout2.xml"/><Relationship Id="rId6" Type="http://schemas.openxmlformats.org/officeDocument/2006/relationships/diagramColors" Target="../diagrams/colors205.xml"/><Relationship Id="rId5" Type="http://schemas.openxmlformats.org/officeDocument/2006/relationships/diagramQuickStyle" Target="../diagrams/quickStyle205.xml"/><Relationship Id="rId4" Type="http://schemas.openxmlformats.org/officeDocument/2006/relationships/diagramLayout" Target="../diagrams/layout205.xml"/></Relationships>
</file>

<file path=ppt/slides/_rels/slide206.xml.rels><?xml version="1.0" encoding="UTF-8" standalone="yes"?>
<Relationships xmlns="http://schemas.openxmlformats.org/package/2006/relationships"><Relationship Id="rId3" Type="http://schemas.openxmlformats.org/officeDocument/2006/relationships/diagramData" Target="../diagrams/data206.xml"/><Relationship Id="rId7" Type="http://schemas.microsoft.com/office/2007/relationships/diagramDrawing" Target="../diagrams/drawing206.xml"/><Relationship Id="rId2" Type="http://schemas.openxmlformats.org/officeDocument/2006/relationships/notesSlide" Target="../notesSlides/notesSlide204.xml"/><Relationship Id="rId1" Type="http://schemas.openxmlformats.org/officeDocument/2006/relationships/slideLayout" Target="../slideLayouts/slideLayout2.xml"/><Relationship Id="rId6" Type="http://schemas.openxmlformats.org/officeDocument/2006/relationships/diagramColors" Target="../diagrams/colors206.xml"/><Relationship Id="rId5" Type="http://schemas.openxmlformats.org/officeDocument/2006/relationships/diagramQuickStyle" Target="../diagrams/quickStyle206.xml"/><Relationship Id="rId4" Type="http://schemas.openxmlformats.org/officeDocument/2006/relationships/diagramLayout" Target="../diagrams/layout206.xml"/></Relationships>
</file>

<file path=ppt/slides/_rels/slide207.xml.rels><?xml version="1.0" encoding="UTF-8" standalone="yes"?>
<Relationships xmlns="http://schemas.openxmlformats.org/package/2006/relationships"><Relationship Id="rId3" Type="http://schemas.openxmlformats.org/officeDocument/2006/relationships/diagramData" Target="../diagrams/data207.xml"/><Relationship Id="rId7" Type="http://schemas.microsoft.com/office/2007/relationships/diagramDrawing" Target="../diagrams/drawing207.xml"/><Relationship Id="rId2" Type="http://schemas.openxmlformats.org/officeDocument/2006/relationships/notesSlide" Target="../notesSlides/notesSlide205.xml"/><Relationship Id="rId1" Type="http://schemas.openxmlformats.org/officeDocument/2006/relationships/slideLayout" Target="../slideLayouts/slideLayout2.xml"/><Relationship Id="rId6" Type="http://schemas.openxmlformats.org/officeDocument/2006/relationships/diagramColors" Target="../diagrams/colors207.xml"/><Relationship Id="rId5" Type="http://schemas.openxmlformats.org/officeDocument/2006/relationships/diagramQuickStyle" Target="../diagrams/quickStyle207.xml"/><Relationship Id="rId4" Type="http://schemas.openxmlformats.org/officeDocument/2006/relationships/diagramLayout" Target="../diagrams/layout207.xml"/></Relationships>
</file>

<file path=ppt/slides/_rels/slide208.xml.rels><?xml version="1.0" encoding="UTF-8" standalone="yes"?>
<Relationships xmlns="http://schemas.openxmlformats.org/package/2006/relationships"><Relationship Id="rId3" Type="http://schemas.openxmlformats.org/officeDocument/2006/relationships/diagramData" Target="../diagrams/data208.xml"/><Relationship Id="rId7" Type="http://schemas.microsoft.com/office/2007/relationships/diagramDrawing" Target="../diagrams/drawing208.xml"/><Relationship Id="rId2" Type="http://schemas.openxmlformats.org/officeDocument/2006/relationships/notesSlide" Target="../notesSlides/notesSlide206.xml"/><Relationship Id="rId1" Type="http://schemas.openxmlformats.org/officeDocument/2006/relationships/slideLayout" Target="../slideLayouts/slideLayout2.xml"/><Relationship Id="rId6" Type="http://schemas.openxmlformats.org/officeDocument/2006/relationships/diagramColors" Target="../diagrams/colors208.xml"/><Relationship Id="rId5" Type="http://schemas.openxmlformats.org/officeDocument/2006/relationships/diagramQuickStyle" Target="../diagrams/quickStyle208.xml"/><Relationship Id="rId4" Type="http://schemas.openxmlformats.org/officeDocument/2006/relationships/diagramLayout" Target="../diagrams/layout208.xml"/></Relationships>
</file>

<file path=ppt/slides/_rels/slide209.xml.rels><?xml version="1.0" encoding="UTF-8" standalone="yes"?>
<Relationships xmlns="http://schemas.openxmlformats.org/package/2006/relationships"><Relationship Id="rId3" Type="http://schemas.openxmlformats.org/officeDocument/2006/relationships/diagramData" Target="../diagrams/data209.xml"/><Relationship Id="rId7" Type="http://schemas.microsoft.com/office/2007/relationships/diagramDrawing" Target="../diagrams/drawing209.xml"/><Relationship Id="rId2" Type="http://schemas.openxmlformats.org/officeDocument/2006/relationships/notesSlide" Target="../notesSlides/notesSlide207.xml"/><Relationship Id="rId1" Type="http://schemas.openxmlformats.org/officeDocument/2006/relationships/slideLayout" Target="../slideLayouts/slideLayout2.xml"/><Relationship Id="rId6" Type="http://schemas.openxmlformats.org/officeDocument/2006/relationships/diagramColors" Target="../diagrams/colors209.xml"/><Relationship Id="rId5" Type="http://schemas.openxmlformats.org/officeDocument/2006/relationships/diagramQuickStyle" Target="../diagrams/quickStyle209.xml"/><Relationship Id="rId4" Type="http://schemas.openxmlformats.org/officeDocument/2006/relationships/diagramLayout" Target="../diagrams/layout209.xml"/></Relationships>
</file>

<file path=ppt/slides/_rels/slide210.xml.rels><?xml version="1.0" encoding="UTF-8" standalone="yes"?>
<Relationships xmlns="http://schemas.openxmlformats.org/package/2006/relationships"><Relationship Id="rId3" Type="http://schemas.openxmlformats.org/officeDocument/2006/relationships/diagramData" Target="../diagrams/data210.xml"/><Relationship Id="rId7" Type="http://schemas.microsoft.com/office/2007/relationships/diagramDrawing" Target="../diagrams/drawing210.xml"/><Relationship Id="rId2" Type="http://schemas.openxmlformats.org/officeDocument/2006/relationships/notesSlide" Target="../notesSlides/notesSlide208.xml"/><Relationship Id="rId1" Type="http://schemas.openxmlformats.org/officeDocument/2006/relationships/slideLayout" Target="../slideLayouts/slideLayout2.xml"/><Relationship Id="rId6" Type="http://schemas.openxmlformats.org/officeDocument/2006/relationships/diagramColors" Target="../diagrams/colors210.xml"/><Relationship Id="rId5" Type="http://schemas.openxmlformats.org/officeDocument/2006/relationships/diagramQuickStyle" Target="../diagrams/quickStyle210.xml"/><Relationship Id="rId4" Type="http://schemas.openxmlformats.org/officeDocument/2006/relationships/diagramLayout" Target="../diagrams/layout210.xml"/></Relationships>
</file>

<file path=ppt/slides/_rels/slide211.xml.rels><?xml version="1.0" encoding="UTF-8" standalone="yes"?>
<Relationships xmlns="http://schemas.openxmlformats.org/package/2006/relationships"><Relationship Id="rId3" Type="http://schemas.openxmlformats.org/officeDocument/2006/relationships/diagramData" Target="../diagrams/data211.xml"/><Relationship Id="rId7" Type="http://schemas.microsoft.com/office/2007/relationships/diagramDrawing" Target="../diagrams/drawing211.xml"/><Relationship Id="rId2" Type="http://schemas.openxmlformats.org/officeDocument/2006/relationships/notesSlide" Target="../notesSlides/notesSlide209.xml"/><Relationship Id="rId1" Type="http://schemas.openxmlformats.org/officeDocument/2006/relationships/slideLayout" Target="../slideLayouts/slideLayout2.xml"/><Relationship Id="rId6" Type="http://schemas.openxmlformats.org/officeDocument/2006/relationships/diagramColors" Target="../diagrams/colors211.xml"/><Relationship Id="rId5" Type="http://schemas.openxmlformats.org/officeDocument/2006/relationships/diagramQuickStyle" Target="../diagrams/quickStyle211.xml"/><Relationship Id="rId4" Type="http://schemas.openxmlformats.org/officeDocument/2006/relationships/diagramLayout" Target="../diagrams/layout211.xml"/></Relationships>
</file>

<file path=ppt/slides/_rels/slide212.xml.rels><?xml version="1.0" encoding="UTF-8" standalone="yes"?>
<Relationships xmlns="http://schemas.openxmlformats.org/package/2006/relationships"><Relationship Id="rId3" Type="http://schemas.openxmlformats.org/officeDocument/2006/relationships/diagramData" Target="../diagrams/data212.xml"/><Relationship Id="rId7" Type="http://schemas.microsoft.com/office/2007/relationships/diagramDrawing" Target="../diagrams/drawing212.xml"/><Relationship Id="rId2" Type="http://schemas.openxmlformats.org/officeDocument/2006/relationships/notesSlide" Target="../notesSlides/notesSlide210.xml"/><Relationship Id="rId1" Type="http://schemas.openxmlformats.org/officeDocument/2006/relationships/slideLayout" Target="../slideLayouts/slideLayout2.xml"/><Relationship Id="rId6" Type="http://schemas.openxmlformats.org/officeDocument/2006/relationships/diagramColors" Target="../diagrams/colors212.xml"/><Relationship Id="rId5" Type="http://schemas.openxmlformats.org/officeDocument/2006/relationships/diagramQuickStyle" Target="../diagrams/quickStyle212.xml"/><Relationship Id="rId4" Type="http://schemas.openxmlformats.org/officeDocument/2006/relationships/diagramLayout" Target="../diagrams/layout212.xml"/></Relationships>
</file>

<file path=ppt/slides/_rels/slide213.xml.rels><?xml version="1.0" encoding="UTF-8" standalone="yes"?>
<Relationships xmlns="http://schemas.openxmlformats.org/package/2006/relationships"><Relationship Id="rId3" Type="http://schemas.openxmlformats.org/officeDocument/2006/relationships/diagramData" Target="../diagrams/data213.xml"/><Relationship Id="rId7" Type="http://schemas.microsoft.com/office/2007/relationships/diagramDrawing" Target="../diagrams/drawing213.xml"/><Relationship Id="rId2" Type="http://schemas.openxmlformats.org/officeDocument/2006/relationships/notesSlide" Target="../notesSlides/notesSlide211.xml"/><Relationship Id="rId1" Type="http://schemas.openxmlformats.org/officeDocument/2006/relationships/slideLayout" Target="../slideLayouts/slideLayout2.xml"/><Relationship Id="rId6" Type="http://schemas.openxmlformats.org/officeDocument/2006/relationships/diagramColors" Target="../diagrams/colors213.xml"/><Relationship Id="rId5" Type="http://schemas.openxmlformats.org/officeDocument/2006/relationships/diagramQuickStyle" Target="../diagrams/quickStyle213.xml"/><Relationship Id="rId4" Type="http://schemas.openxmlformats.org/officeDocument/2006/relationships/diagramLayout" Target="../diagrams/layout213.xml"/></Relationships>
</file>

<file path=ppt/slides/_rels/slide214.xml.rels><?xml version="1.0" encoding="UTF-8" standalone="yes"?>
<Relationships xmlns="http://schemas.openxmlformats.org/package/2006/relationships"><Relationship Id="rId3" Type="http://schemas.openxmlformats.org/officeDocument/2006/relationships/diagramData" Target="../diagrams/data214.xml"/><Relationship Id="rId7" Type="http://schemas.microsoft.com/office/2007/relationships/diagramDrawing" Target="../diagrams/drawing214.xml"/><Relationship Id="rId2" Type="http://schemas.openxmlformats.org/officeDocument/2006/relationships/notesSlide" Target="../notesSlides/notesSlide212.xml"/><Relationship Id="rId1" Type="http://schemas.openxmlformats.org/officeDocument/2006/relationships/slideLayout" Target="../slideLayouts/slideLayout2.xml"/><Relationship Id="rId6" Type="http://schemas.openxmlformats.org/officeDocument/2006/relationships/diagramColors" Target="../diagrams/colors214.xml"/><Relationship Id="rId5" Type="http://schemas.openxmlformats.org/officeDocument/2006/relationships/diagramQuickStyle" Target="../diagrams/quickStyle214.xml"/><Relationship Id="rId4" Type="http://schemas.openxmlformats.org/officeDocument/2006/relationships/diagramLayout" Target="../diagrams/layout214.xml"/></Relationships>
</file>

<file path=ppt/slides/_rels/slide215.xml.rels><?xml version="1.0" encoding="UTF-8" standalone="yes"?>
<Relationships xmlns="http://schemas.openxmlformats.org/package/2006/relationships"><Relationship Id="rId8" Type="http://schemas.openxmlformats.org/officeDocument/2006/relationships/hyperlink" Target="https://www.freecodecamp.org/news/what-is-the-jamstack-and-how-do-i-host-my-website-on-it/#so-what-makes-a-jamstack-app-so-great" TargetMode="External"/><Relationship Id="rId13" Type="http://schemas.openxmlformats.org/officeDocument/2006/relationships/hyperlink" Target="https://docs.astro.build/en/getting-started/" TargetMode="External"/><Relationship Id="rId3" Type="http://schemas.openxmlformats.org/officeDocument/2006/relationships/diagramData" Target="../diagrams/data215.xml"/><Relationship Id="rId7" Type="http://schemas.microsoft.com/office/2007/relationships/diagramDrawing" Target="../diagrams/drawing215.xml"/><Relationship Id="rId12" Type="http://schemas.openxmlformats.org/officeDocument/2006/relationships/hyperlink" Target="https://css-tricks.com/jamstack-tools-and-the-spectrum-of-classification/" TargetMode="External"/><Relationship Id="rId17" Type="http://schemas.openxmlformats.org/officeDocument/2006/relationships/hyperlink" Target="https://github.com/cfjedimaster/the-jamstack-book" TargetMode="External"/><Relationship Id="rId2" Type="http://schemas.openxmlformats.org/officeDocument/2006/relationships/notesSlide" Target="../notesSlides/notesSlide213.xml"/><Relationship Id="rId16" Type="http://schemas.openxmlformats.org/officeDocument/2006/relationships/hyperlink" Target="https://www.netlify.com/oreilly-jamstack/" TargetMode="External"/><Relationship Id="rId1" Type="http://schemas.openxmlformats.org/officeDocument/2006/relationships/slideLayout" Target="../slideLayouts/slideLayout2.xml"/><Relationship Id="rId6" Type="http://schemas.openxmlformats.org/officeDocument/2006/relationships/diagramColors" Target="../diagrams/colors215.xml"/><Relationship Id="rId11" Type="http://schemas.openxmlformats.org/officeDocument/2006/relationships/hyperlink" Target="https://www.smashingmagazine.com/category/jamstack/" TargetMode="External"/><Relationship Id="rId5" Type="http://schemas.openxmlformats.org/officeDocument/2006/relationships/diagramQuickStyle" Target="../diagrams/quickStyle215.xml"/><Relationship Id="rId15" Type="http://schemas.openxmlformats.org/officeDocument/2006/relationships/hyperlink" Target="https://github.com/vercel/next.js/tree/canary/examples" TargetMode="External"/><Relationship Id="rId10" Type="http://schemas.openxmlformats.org/officeDocument/2006/relationships/hyperlink" Target="https://jamstack.org/" TargetMode="External"/><Relationship Id="rId4" Type="http://schemas.openxmlformats.org/officeDocument/2006/relationships/diagramLayout" Target="../diagrams/layout215.xml"/><Relationship Id="rId9" Type="http://schemas.openxmlformats.org/officeDocument/2006/relationships/hyperlink" Target="https://www.freecodecamp.org/news/jamstack-for-beginners/" TargetMode="External"/><Relationship Id="rId14" Type="http://schemas.openxmlformats.org/officeDocument/2006/relationships/hyperlink" Target="https://vercel.com/frameworks/nextjs" TargetMode="External"/></Relationships>
</file>

<file path=ppt/slides/_rels/slide216.xml.rels><?xml version="1.0" encoding="UTF-8" standalone="yes"?>
<Relationships xmlns="http://schemas.openxmlformats.org/package/2006/relationships"><Relationship Id="rId3" Type="http://schemas.openxmlformats.org/officeDocument/2006/relationships/diagramData" Target="../diagrams/data216.xml"/><Relationship Id="rId7" Type="http://schemas.microsoft.com/office/2007/relationships/diagramDrawing" Target="../diagrams/drawing216.xml"/><Relationship Id="rId2" Type="http://schemas.openxmlformats.org/officeDocument/2006/relationships/notesSlide" Target="../notesSlides/notesSlide214.xml"/><Relationship Id="rId1" Type="http://schemas.openxmlformats.org/officeDocument/2006/relationships/slideLayout" Target="../slideLayouts/slideLayout2.xml"/><Relationship Id="rId6" Type="http://schemas.openxmlformats.org/officeDocument/2006/relationships/diagramColors" Target="../diagrams/colors216.xml"/><Relationship Id="rId5" Type="http://schemas.openxmlformats.org/officeDocument/2006/relationships/diagramQuickStyle" Target="../diagrams/quickStyle216.xml"/><Relationship Id="rId4" Type="http://schemas.openxmlformats.org/officeDocument/2006/relationships/diagramLayout" Target="../diagrams/layout216.xml"/></Relationships>
</file>

<file path=ppt/slides/_rels/slide217.xml.rels><?xml version="1.0" encoding="UTF-8" standalone="yes"?>
<Relationships xmlns="http://schemas.openxmlformats.org/package/2006/relationships"><Relationship Id="rId3" Type="http://schemas.openxmlformats.org/officeDocument/2006/relationships/diagramData" Target="../diagrams/data217.xml"/><Relationship Id="rId7" Type="http://schemas.microsoft.com/office/2007/relationships/diagramDrawing" Target="../diagrams/drawing217.xml"/><Relationship Id="rId2" Type="http://schemas.openxmlformats.org/officeDocument/2006/relationships/notesSlide" Target="../notesSlides/notesSlide215.xml"/><Relationship Id="rId1" Type="http://schemas.openxmlformats.org/officeDocument/2006/relationships/slideLayout" Target="../slideLayouts/slideLayout2.xml"/><Relationship Id="rId6" Type="http://schemas.openxmlformats.org/officeDocument/2006/relationships/diagramColors" Target="../diagrams/colors217.xml"/><Relationship Id="rId5" Type="http://schemas.openxmlformats.org/officeDocument/2006/relationships/diagramQuickStyle" Target="../diagrams/quickStyle217.xml"/><Relationship Id="rId4" Type="http://schemas.openxmlformats.org/officeDocument/2006/relationships/diagramLayout" Target="../diagrams/layout217.xml"/></Relationships>
</file>

<file path=ppt/slides/_rels/slide218.xml.rels><?xml version="1.0" encoding="UTF-8" standalone="yes"?>
<Relationships xmlns="http://schemas.openxmlformats.org/package/2006/relationships"><Relationship Id="rId3" Type="http://schemas.openxmlformats.org/officeDocument/2006/relationships/diagramData" Target="../diagrams/data218.xml"/><Relationship Id="rId7" Type="http://schemas.microsoft.com/office/2007/relationships/diagramDrawing" Target="../diagrams/drawing218.xml"/><Relationship Id="rId2" Type="http://schemas.openxmlformats.org/officeDocument/2006/relationships/notesSlide" Target="../notesSlides/notesSlide216.xml"/><Relationship Id="rId1" Type="http://schemas.openxmlformats.org/officeDocument/2006/relationships/slideLayout" Target="../slideLayouts/slideLayout2.xml"/><Relationship Id="rId6" Type="http://schemas.openxmlformats.org/officeDocument/2006/relationships/diagramColors" Target="../diagrams/colors218.xml"/><Relationship Id="rId5" Type="http://schemas.openxmlformats.org/officeDocument/2006/relationships/diagramQuickStyle" Target="../diagrams/quickStyle218.xml"/><Relationship Id="rId4" Type="http://schemas.openxmlformats.org/officeDocument/2006/relationships/diagramLayout" Target="../diagrams/layout218.xml"/></Relationships>
</file>

<file path=ppt/slides/_rels/slide219.xml.rels><?xml version="1.0" encoding="UTF-8" standalone="yes"?>
<Relationships xmlns="http://schemas.openxmlformats.org/package/2006/relationships"><Relationship Id="rId3" Type="http://schemas.openxmlformats.org/officeDocument/2006/relationships/diagramData" Target="../diagrams/data219.xml"/><Relationship Id="rId7" Type="http://schemas.microsoft.com/office/2007/relationships/diagramDrawing" Target="../diagrams/drawing219.xml"/><Relationship Id="rId2" Type="http://schemas.openxmlformats.org/officeDocument/2006/relationships/notesSlide" Target="../notesSlides/notesSlide217.xml"/><Relationship Id="rId1" Type="http://schemas.openxmlformats.org/officeDocument/2006/relationships/slideLayout" Target="../slideLayouts/slideLayout2.xml"/><Relationship Id="rId6" Type="http://schemas.openxmlformats.org/officeDocument/2006/relationships/diagramColors" Target="../diagrams/colors219.xml"/><Relationship Id="rId5" Type="http://schemas.openxmlformats.org/officeDocument/2006/relationships/diagramQuickStyle" Target="../diagrams/quickStyle219.xml"/><Relationship Id="rId4" Type="http://schemas.openxmlformats.org/officeDocument/2006/relationships/diagramLayout" Target="../diagrams/layout219.xml"/></Relationships>
</file>

<file path=ppt/slides/_rels/slide220.xml.rels><?xml version="1.0" encoding="UTF-8" standalone="yes"?>
<Relationships xmlns="http://schemas.openxmlformats.org/package/2006/relationships"><Relationship Id="rId3" Type="http://schemas.openxmlformats.org/officeDocument/2006/relationships/diagramData" Target="../diagrams/data220.xml"/><Relationship Id="rId7" Type="http://schemas.microsoft.com/office/2007/relationships/diagramDrawing" Target="../diagrams/drawing220.xml"/><Relationship Id="rId2" Type="http://schemas.openxmlformats.org/officeDocument/2006/relationships/notesSlide" Target="../notesSlides/notesSlide218.xml"/><Relationship Id="rId1" Type="http://schemas.openxmlformats.org/officeDocument/2006/relationships/slideLayout" Target="../slideLayouts/slideLayout2.xml"/><Relationship Id="rId6" Type="http://schemas.openxmlformats.org/officeDocument/2006/relationships/diagramColors" Target="../diagrams/colors220.xml"/><Relationship Id="rId5" Type="http://schemas.openxmlformats.org/officeDocument/2006/relationships/diagramQuickStyle" Target="../diagrams/quickStyle220.xml"/><Relationship Id="rId4" Type="http://schemas.openxmlformats.org/officeDocument/2006/relationships/diagramLayout" Target="../diagrams/layout220.xml"/></Relationships>
</file>

<file path=ppt/slides/_rels/slide221.xml.rels><?xml version="1.0" encoding="UTF-8" standalone="yes"?>
<Relationships xmlns="http://schemas.openxmlformats.org/package/2006/relationships"><Relationship Id="rId3" Type="http://schemas.openxmlformats.org/officeDocument/2006/relationships/diagramData" Target="../diagrams/data221.xml"/><Relationship Id="rId7" Type="http://schemas.microsoft.com/office/2007/relationships/diagramDrawing" Target="../diagrams/drawing221.xml"/><Relationship Id="rId2" Type="http://schemas.openxmlformats.org/officeDocument/2006/relationships/notesSlide" Target="../notesSlides/notesSlide219.xml"/><Relationship Id="rId1" Type="http://schemas.openxmlformats.org/officeDocument/2006/relationships/slideLayout" Target="../slideLayouts/slideLayout2.xml"/><Relationship Id="rId6" Type="http://schemas.openxmlformats.org/officeDocument/2006/relationships/diagramColors" Target="../diagrams/colors221.xml"/><Relationship Id="rId5" Type="http://schemas.openxmlformats.org/officeDocument/2006/relationships/diagramQuickStyle" Target="../diagrams/quickStyle221.xml"/><Relationship Id="rId4" Type="http://schemas.openxmlformats.org/officeDocument/2006/relationships/diagramLayout" Target="../diagrams/layout221.xml"/></Relationships>
</file>

<file path=ppt/slides/_rels/slide222.xml.rels><?xml version="1.0" encoding="UTF-8" standalone="yes"?>
<Relationships xmlns="http://schemas.openxmlformats.org/package/2006/relationships"><Relationship Id="rId3" Type="http://schemas.openxmlformats.org/officeDocument/2006/relationships/diagramData" Target="../diagrams/data222.xml"/><Relationship Id="rId7" Type="http://schemas.microsoft.com/office/2007/relationships/diagramDrawing" Target="../diagrams/drawing222.xml"/><Relationship Id="rId2" Type="http://schemas.openxmlformats.org/officeDocument/2006/relationships/notesSlide" Target="../notesSlides/notesSlide220.xml"/><Relationship Id="rId1" Type="http://schemas.openxmlformats.org/officeDocument/2006/relationships/slideLayout" Target="../slideLayouts/slideLayout2.xml"/><Relationship Id="rId6" Type="http://schemas.openxmlformats.org/officeDocument/2006/relationships/diagramColors" Target="../diagrams/colors222.xml"/><Relationship Id="rId5" Type="http://schemas.openxmlformats.org/officeDocument/2006/relationships/diagramQuickStyle" Target="../diagrams/quickStyle222.xml"/><Relationship Id="rId4" Type="http://schemas.openxmlformats.org/officeDocument/2006/relationships/diagramLayout" Target="../diagrams/layout222.xml"/></Relationships>
</file>

<file path=ppt/slides/_rels/slide223.xml.rels><?xml version="1.0" encoding="UTF-8" standalone="yes"?>
<Relationships xmlns="http://schemas.openxmlformats.org/package/2006/relationships"><Relationship Id="rId3" Type="http://schemas.openxmlformats.org/officeDocument/2006/relationships/diagramData" Target="../diagrams/data223.xml"/><Relationship Id="rId7" Type="http://schemas.microsoft.com/office/2007/relationships/diagramDrawing" Target="../diagrams/drawing223.xml"/><Relationship Id="rId2" Type="http://schemas.openxmlformats.org/officeDocument/2006/relationships/notesSlide" Target="../notesSlides/notesSlide221.xml"/><Relationship Id="rId1" Type="http://schemas.openxmlformats.org/officeDocument/2006/relationships/slideLayout" Target="../slideLayouts/slideLayout2.xml"/><Relationship Id="rId6" Type="http://schemas.openxmlformats.org/officeDocument/2006/relationships/diagramColors" Target="../diagrams/colors223.xml"/><Relationship Id="rId5" Type="http://schemas.openxmlformats.org/officeDocument/2006/relationships/diagramQuickStyle" Target="../diagrams/quickStyle223.xml"/><Relationship Id="rId4" Type="http://schemas.openxmlformats.org/officeDocument/2006/relationships/diagramLayout" Target="../diagrams/layout223.xml"/></Relationships>
</file>

<file path=ppt/slides/_rels/slide224.xml.rels><?xml version="1.0" encoding="UTF-8" standalone="yes"?>
<Relationships xmlns="http://schemas.openxmlformats.org/package/2006/relationships"><Relationship Id="rId3" Type="http://schemas.openxmlformats.org/officeDocument/2006/relationships/diagramData" Target="../diagrams/data224.xml"/><Relationship Id="rId7" Type="http://schemas.microsoft.com/office/2007/relationships/diagramDrawing" Target="../diagrams/drawing224.xml"/><Relationship Id="rId2" Type="http://schemas.openxmlformats.org/officeDocument/2006/relationships/notesSlide" Target="../notesSlides/notesSlide222.xml"/><Relationship Id="rId1" Type="http://schemas.openxmlformats.org/officeDocument/2006/relationships/slideLayout" Target="../slideLayouts/slideLayout2.xml"/><Relationship Id="rId6" Type="http://schemas.openxmlformats.org/officeDocument/2006/relationships/diagramColors" Target="../diagrams/colors224.xml"/><Relationship Id="rId5" Type="http://schemas.openxmlformats.org/officeDocument/2006/relationships/diagramQuickStyle" Target="../diagrams/quickStyle224.xml"/><Relationship Id="rId4" Type="http://schemas.openxmlformats.org/officeDocument/2006/relationships/diagramLayout" Target="../diagrams/layout224.xml"/></Relationships>
</file>

<file path=ppt/slides/_rels/slide225.xml.rels><?xml version="1.0" encoding="UTF-8" standalone="yes"?>
<Relationships xmlns="http://schemas.openxmlformats.org/package/2006/relationships"><Relationship Id="rId3" Type="http://schemas.openxmlformats.org/officeDocument/2006/relationships/diagramData" Target="../diagrams/data225.xml"/><Relationship Id="rId7" Type="http://schemas.microsoft.com/office/2007/relationships/diagramDrawing" Target="../diagrams/drawing225.xml"/><Relationship Id="rId2" Type="http://schemas.openxmlformats.org/officeDocument/2006/relationships/notesSlide" Target="../notesSlides/notesSlide223.xml"/><Relationship Id="rId1" Type="http://schemas.openxmlformats.org/officeDocument/2006/relationships/slideLayout" Target="../slideLayouts/slideLayout2.xml"/><Relationship Id="rId6" Type="http://schemas.openxmlformats.org/officeDocument/2006/relationships/diagramColors" Target="../diagrams/colors225.xml"/><Relationship Id="rId5" Type="http://schemas.openxmlformats.org/officeDocument/2006/relationships/diagramQuickStyle" Target="../diagrams/quickStyle225.xml"/><Relationship Id="rId4" Type="http://schemas.openxmlformats.org/officeDocument/2006/relationships/diagramLayout" Target="../diagrams/layout225.xml"/></Relationships>
</file>

<file path=ppt/slides/_rels/slide226.xml.rels><?xml version="1.0" encoding="UTF-8" standalone="yes"?>
<Relationships xmlns="http://schemas.openxmlformats.org/package/2006/relationships"><Relationship Id="rId3" Type="http://schemas.openxmlformats.org/officeDocument/2006/relationships/diagramData" Target="../diagrams/data226.xml"/><Relationship Id="rId7" Type="http://schemas.microsoft.com/office/2007/relationships/diagramDrawing" Target="../diagrams/drawing226.xml"/><Relationship Id="rId2" Type="http://schemas.openxmlformats.org/officeDocument/2006/relationships/notesSlide" Target="../notesSlides/notesSlide224.xml"/><Relationship Id="rId1" Type="http://schemas.openxmlformats.org/officeDocument/2006/relationships/slideLayout" Target="../slideLayouts/slideLayout2.xml"/><Relationship Id="rId6" Type="http://schemas.openxmlformats.org/officeDocument/2006/relationships/diagramColors" Target="../diagrams/colors226.xml"/><Relationship Id="rId5" Type="http://schemas.openxmlformats.org/officeDocument/2006/relationships/diagramQuickStyle" Target="../diagrams/quickStyle226.xml"/><Relationship Id="rId4" Type="http://schemas.openxmlformats.org/officeDocument/2006/relationships/diagramLayout" Target="../diagrams/layout226.xml"/></Relationships>
</file>

<file path=ppt/slides/_rels/slide227.xml.rels><?xml version="1.0" encoding="UTF-8" standalone="yes"?>
<Relationships xmlns="http://schemas.openxmlformats.org/package/2006/relationships"><Relationship Id="rId3" Type="http://schemas.openxmlformats.org/officeDocument/2006/relationships/diagramData" Target="../diagrams/data227.xml"/><Relationship Id="rId7" Type="http://schemas.microsoft.com/office/2007/relationships/diagramDrawing" Target="../diagrams/drawing227.xml"/><Relationship Id="rId2" Type="http://schemas.openxmlformats.org/officeDocument/2006/relationships/notesSlide" Target="../notesSlides/notesSlide225.xml"/><Relationship Id="rId1" Type="http://schemas.openxmlformats.org/officeDocument/2006/relationships/slideLayout" Target="../slideLayouts/slideLayout2.xml"/><Relationship Id="rId6" Type="http://schemas.openxmlformats.org/officeDocument/2006/relationships/diagramColors" Target="../diagrams/colors227.xml"/><Relationship Id="rId5" Type="http://schemas.openxmlformats.org/officeDocument/2006/relationships/diagramQuickStyle" Target="../diagrams/quickStyle227.xml"/><Relationship Id="rId4" Type="http://schemas.openxmlformats.org/officeDocument/2006/relationships/diagramLayout" Target="../diagrams/layout227.xml"/></Relationships>
</file>

<file path=ppt/slides/_rels/slide228.xml.rels><?xml version="1.0" encoding="UTF-8" standalone="yes"?>
<Relationships xmlns="http://schemas.openxmlformats.org/package/2006/relationships"><Relationship Id="rId3" Type="http://schemas.openxmlformats.org/officeDocument/2006/relationships/diagramData" Target="../diagrams/data228.xml"/><Relationship Id="rId7" Type="http://schemas.microsoft.com/office/2007/relationships/diagramDrawing" Target="../diagrams/drawing228.xml"/><Relationship Id="rId2" Type="http://schemas.openxmlformats.org/officeDocument/2006/relationships/notesSlide" Target="../notesSlides/notesSlide226.xml"/><Relationship Id="rId1" Type="http://schemas.openxmlformats.org/officeDocument/2006/relationships/slideLayout" Target="../slideLayouts/slideLayout2.xml"/><Relationship Id="rId6" Type="http://schemas.openxmlformats.org/officeDocument/2006/relationships/diagramColors" Target="../diagrams/colors228.xml"/><Relationship Id="rId5" Type="http://schemas.openxmlformats.org/officeDocument/2006/relationships/diagramQuickStyle" Target="../diagrams/quickStyle228.xml"/><Relationship Id="rId4" Type="http://schemas.openxmlformats.org/officeDocument/2006/relationships/diagramLayout" Target="../diagrams/layout228.xml"/></Relationships>
</file>

<file path=ppt/slides/_rels/slide229.xml.rels><?xml version="1.0" encoding="UTF-8" standalone="yes"?>
<Relationships xmlns="http://schemas.openxmlformats.org/package/2006/relationships"><Relationship Id="rId3" Type="http://schemas.openxmlformats.org/officeDocument/2006/relationships/diagramData" Target="../diagrams/data229.xml"/><Relationship Id="rId7" Type="http://schemas.microsoft.com/office/2007/relationships/diagramDrawing" Target="../diagrams/drawing229.xml"/><Relationship Id="rId2" Type="http://schemas.openxmlformats.org/officeDocument/2006/relationships/notesSlide" Target="../notesSlides/notesSlide227.xml"/><Relationship Id="rId1" Type="http://schemas.openxmlformats.org/officeDocument/2006/relationships/slideLayout" Target="../slideLayouts/slideLayout2.xml"/><Relationship Id="rId6" Type="http://schemas.openxmlformats.org/officeDocument/2006/relationships/diagramColors" Target="../diagrams/colors229.xml"/><Relationship Id="rId5" Type="http://schemas.openxmlformats.org/officeDocument/2006/relationships/diagramQuickStyle" Target="../diagrams/quickStyle229.xml"/><Relationship Id="rId4" Type="http://schemas.openxmlformats.org/officeDocument/2006/relationships/diagramLayout" Target="../diagrams/layout229.xml"/></Relationships>
</file>

<file path=ppt/slides/_rels/slide230.xml.rels><?xml version="1.0" encoding="UTF-8" standalone="yes"?>
<Relationships xmlns="http://schemas.openxmlformats.org/package/2006/relationships"><Relationship Id="rId3" Type="http://schemas.openxmlformats.org/officeDocument/2006/relationships/diagramData" Target="../diagrams/data230.xml"/><Relationship Id="rId7" Type="http://schemas.microsoft.com/office/2007/relationships/diagramDrawing" Target="../diagrams/drawing230.xml"/><Relationship Id="rId2" Type="http://schemas.openxmlformats.org/officeDocument/2006/relationships/notesSlide" Target="../notesSlides/notesSlide228.xml"/><Relationship Id="rId1" Type="http://schemas.openxmlformats.org/officeDocument/2006/relationships/slideLayout" Target="../slideLayouts/slideLayout2.xml"/><Relationship Id="rId6" Type="http://schemas.openxmlformats.org/officeDocument/2006/relationships/diagramColors" Target="../diagrams/colors230.xml"/><Relationship Id="rId5" Type="http://schemas.openxmlformats.org/officeDocument/2006/relationships/diagramQuickStyle" Target="../diagrams/quickStyle230.xml"/><Relationship Id="rId4" Type="http://schemas.openxmlformats.org/officeDocument/2006/relationships/diagramLayout" Target="../diagrams/layout230.xml"/></Relationships>
</file>

<file path=ppt/slides/_rels/slide231.xml.rels><?xml version="1.0" encoding="UTF-8" standalone="yes"?>
<Relationships xmlns="http://schemas.openxmlformats.org/package/2006/relationships"><Relationship Id="rId3" Type="http://schemas.openxmlformats.org/officeDocument/2006/relationships/diagramData" Target="../diagrams/data231.xml"/><Relationship Id="rId7" Type="http://schemas.microsoft.com/office/2007/relationships/diagramDrawing" Target="../diagrams/drawing231.xml"/><Relationship Id="rId2" Type="http://schemas.openxmlformats.org/officeDocument/2006/relationships/notesSlide" Target="../notesSlides/notesSlide229.xml"/><Relationship Id="rId1" Type="http://schemas.openxmlformats.org/officeDocument/2006/relationships/slideLayout" Target="../slideLayouts/slideLayout2.xml"/><Relationship Id="rId6" Type="http://schemas.openxmlformats.org/officeDocument/2006/relationships/diagramColors" Target="../diagrams/colors231.xml"/><Relationship Id="rId5" Type="http://schemas.openxmlformats.org/officeDocument/2006/relationships/diagramQuickStyle" Target="../diagrams/quickStyle231.xml"/><Relationship Id="rId4" Type="http://schemas.openxmlformats.org/officeDocument/2006/relationships/diagramLayout" Target="../diagrams/layout231.xml"/></Relationships>
</file>

<file path=ppt/slides/_rels/slide232.xml.rels><?xml version="1.0" encoding="UTF-8" standalone="yes"?>
<Relationships xmlns="http://schemas.openxmlformats.org/package/2006/relationships"><Relationship Id="rId3" Type="http://schemas.openxmlformats.org/officeDocument/2006/relationships/diagramData" Target="../diagrams/data232.xml"/><Relationship Id="rId7" Type="http://schemas.microsoft.com/office/2007/relationships/diagramDrawing" Target="../diagrams/drawing232.xml"/><Relationship Id="rId2" Type="http://schemas.openxmlformats.org/officeDocument/2006/relationships/notesSlide" Target="../notesSlides/notesSlide230.xml"/><Relationship Id="rId1" Type="http://schemas.openxmlformats.org/officeDocument/2006/relationships/slideLayout" Target="../slideLayouts/slideLayout2.xml"/><Relationship Id="rId6" Type="http://schemas.openxmlformats.org/officeDocument/2006/relationships/diagramColors" Target="../diagrams/colors232.xml"/><Relationship Id="rId5" Type="http://schemas.openxmlformats.org/officeDocument/2006/relationships/diagramQuickStyle" Target="../diagrams/quickStyle232.xml"/><Relationship Id="rId4" Type="http://schemas.openxmlformats.org/officeDocument/2006/relationships/diagramLayout" Target="../diagrams/layout232.xml"/></Relationships>
</file>

<file path=ppt/slides/_rels/slide233.xml.rels><?xml version="1.0" encoding="UTF-8" standalone="yes"?>
<Relationships xmlns="http://schemas.openxmlformats.org/package/2006/relationships"><Relationship Id="rId8" Type="http://schemas.openxmlformats.org/officeDocument/2006/relationships/hyperlink" Target="https://www.toolsqa.com/selenium-webdriver/selenium-tutorial/" TargetMode="External"/><Relationship Id="rId3" Type="http://schemas.openxmlformats.org/officeDocument/2006/relationships/diagramData" Target="../diagrams/data233.xml"/><Relationship Id="rId7" Type="http://schemas.microsoft.com/office/2007/relationships/diagramDrawing" Target="../diagrams/drawing233.xml"/><Relationship Id="rId12" Type="http://schemas.openxmlformats.org/officeDocument/2006/relationships/hyperlink" Target="https://www.youtube.com/watch?v=KlhGcwFBKoY" TargetMode="External"/><Relationship Id="rId2" Type="http://schemas.openxmlformats.org/officeDocument/2006/relationships/notesSlide" Target="../notesSlides/notesSlide231.xml"/><Relationship Id="rId1" Type="http://schemas.openxmlformats.org/officeDocument/2006/relationships/slideLayout" Target="../slideLayouts/slideLayout2.xml"/><Relationship Id="rId6" Type="http://schemas.openxmlformats.org/officeDocument/2006/relationships/diagramColors" Target="../diagrams/colors233.xml"/><Relationship Id="rId11" Type="http://schemas.openxmlformats.org/officeDocument/2006/relationships/hyperlink" Target="https://www.browserstack.com/selenium" TargetMode="External"/><Relationship Id="rId5" Type="http://schemas.openxmlformats.org/officeDocument/2006/relationships/diagramQuickStyle" Target="../diagrams/quickStyle233.xml"/><Relationship Id="rId10" Type="http://schemas.openxmlformats.org/officeDocument/2006/relationships/hyperlink" Target="https://www.lambdatest.com/selenium" TargetMode="External"/><Relationship Id="rId4" Type="http://schemas.openxmlformats.org/officeDocument/2006/relationships/diagramLayout" Target="../diagrams/layout233.xml"/><Relationship Id="rId9" Type="http://schemas.openxmlformats.org/officeDocument/2006/relationships/hyperlink" Target="https://www.guru99.com/selenium-tutorial.html" TargetMode="External"/></Relationships>
</file>

<file path=ppt/slides/_rels/slide234.xml.rels><?xml version="1.0" encoding="UTF-8" standalone="yes"?>
<Relationships xmlns="http://schemas.openxmlformats.org/package/2006/relationships"><Relationship Id="rId3" Type="http://schemas.openxmlformats.org/officeDocument/2006/relationships/diagramData" Target="../diagrams/data234.xml"/><Relationship Id="rId7" Type="http://schemas.microsoft.com/office/2007/relationships/diagramDrawing" Target="../diagrams/drawing234.xml"/><Relationship Id="rId2" Type="http://schemas.openxmlformats.org/officeDocument/2006/relationships/notesSlide" Target="../notesSlides/notesSlide232.xml"/><Relationship Id="rId1" Type="http://schemas.openxmlformats.org/officeDocument/2006/relationships/slideLayout" Target="../slideLayouts/slideLayout2.xml"/><Relationship Id="rId6" Type="http://schemas.openxmlformats.org/officeDocument/2006/relationships/diagramColors" Target="../diagrams/colors234.xml"/><Relationship Id="rId5" Type="http://schemas.openxmlformats.org/officeDocument/2006/relationships/diagramQuickStyle" Target="../diagrams/quickStyle234.xml"/><Relationship Id="rId4" Type="http://schemas.openxmlformats.org/officeDocument/2006/relationships/diagramLayout" Target="../diagrams/layout234.xml"/></Relationships>
</file>

<file path=ppt/slides/_rels/slide235.xml.rels><?xml version="1.0" encoding="UTF-8" standalone="yes"?>
<Relationships xmlns="http://schemas.openxmlformats.org/package/2006/relationships"><Relationship Id="rId3" Type="http://schemas.openxmlformats.org/officeDocument/2006/relationships/diagramData" Target="../diagrams/data235.xml"/><Relationship Id="rId7" Type="http://schemas.microsoft.com/office/2007/relationships/diagramDrawing" Target="../diagrams/drawing235.xml"/><Relationship Id="rId2" Type="http://schemas.openxmlformats.org/officeDocument/2006/relationships/notesSlide" Target="../notesSlides/notesSlide233.xml"/><Relationship Id="rId1" Type="http://schemas.openxmlformats.org/officeDocument/2006/relationships/slideLayout" Target="../slideLayouts/slideLayout2.xml"/><Relationship Id="rId6" Type="http://schemas.openxmlformats.org/officeDocument/2006/relationships/diagramColors" Target="../diagrams/colors235.xml"/><Relationship Id="rId5" Type="http://schemas.openxmlformats.org/officeDocument/2006/relationships/diagramQuickStyle" Target="../diagrams/quickStyle235.xml"/><Relationship Id="rId4" Type="http://schemas.openxmlformats.org/officeDocument/2006/relationships/diagramLayout" Target="../diagrams/layout235.xml"/></Relationships>
</file>

<file path=ppt/slides/_rels/slide236.xml.rels><?xml version="1.0" encoding="UTF-8" standalone="yes"?>
<Relationships xmlns="http://schemas.openxmlformats.org/package/2006/relationships"><Relationship Id="rId3" Type="http://schemas.openxmlformats.org/officeDocument/2006/relationships/diagramData" Target="../diagrams/data236.xml"/><Relationship Id="rId7" Type="http://schemas.microsoft.com/office/2007/relationships/diagramDrawing" Target="../diagrams/drawing236.xml"/><Relationship Id="rId2" Type="http://schemas.openxmlformats.org/officeDocument/2006/relationships/notesSlide" Target="../notesSlides/notesSlide234.xml"/><Relationship Id="rId1" Type="http://schemas.openxmlformats.org/officeDocument/2006/relationships/slideLayout" Target="../slideLayouts/slideLayout2.xml"/><Relationship Id="rId6" Type="http://schemas.openxmlformats.org/officeDocument/2006/relationships/diagramColors" Target="../diagrams/colors236.xml"/><Relationship Id="rId5" Type="http://schemas.openxmlformats.org/officeDocument/2006/relationships/diagramQuickStyle" Target="../diagrams/quickStyle236.xml"/><Relationship Id="rId4" Type="http://schemas.openxmlformats.org/officeDocument/2006/relationships/diagramLayout" Target="../diagrams/layout236.xml"/></Relationships>
</file>

<file path=ppt/slides/_rels/slide237.xml.rels><?xml version="1.0" encoding="UTF-8" standalone="yes"?>
<Relationships xmlns="http://schemas.openxmlformats.org/package/2006/relationships"><Relationship Id="rId3" Type="http://schemas.openxmlformats.org/officeDocument/2006/relationships/diagramData" Target="../diagrams/data237.xml"/><Relationship Id="rId7" Type="http://schemas.microsoft.com/office/2007/relationships/diagramDrawing" Target="../diagrams/drawing237.xml"/><Relationship Id="rId2" Type="http://schemas.openxmlformats.org/officeDocument/2006/relationships/notesSlide" Target="../notesSlides/notesSlide235.xml"/><Relationship Id="rId1" Type="http://schemas.openxmlformats.org/officeDocument/2006/relationships/slideLayout" Target="../slideLayouts/slideLayout2.xml"/><Relationship Id="rId6" Type="http://schemas.openxmlformats.org/officeDocument/2006/relationships/diagramColors" Target="../diagrams/colors237.xml"/><Relationship Id="rId5" Type="http://schemas.openxmlformats.org/officeDocument/2006/relationships/diagramQuickStyle" Target="../diagrams/quickStyle237.xml"/><Relationship Id="rId4" Type="http://schemas.openxmlformats.org/officeDocument/2006/relationships/diagramLayout" Target="../diagrams/layout237.xml"/></Relationships>
</file>

<file path=ppt/slides/_rels/slide238.xml.rels><?xml version="1.0" encoding="UTF-8" standalone="yes"?>
<Relationships xmlns="http://schemas.openxmlformats.org/package/2006/relationships"><Relationship Id="rId3" Type="http://schemas.openxmlformats.org/officeDocument/2006/relationships/diagramData" Target="../diagrams/data238.xml"/><Relationship Id="rId7" Type="http://schemas.microsoft.com/office/2007/relationships/diagramDrawing" Target="../diagrams/drawing238.xml"/><Relationship Id="rId2" Type="http://schemas.openxmlformats.org/officeDocument/2006/relationships/notesSlide" Target="../notesSlides/notesSlide236.xml"/><Relationship Id="rId1" Type="http://schemas.openxmlformats.org/officeDocument/2006/relationships/slideLayout" Target="../slideLayouts/slideLayout2.xml"/><Relationship Id="rId6" Type="http://schemas.openxmlformats.org/officeDocument/2006/relationships/diagramColors" Target="../diagrams/colors238.xml"/><Relationship Id="rId5" Type="http://schemas.openxmlformats.org/officeDocument/2006/relationships/diagramQuickStyle" Target="../diagrams/quickStyle238.xml"/><Relationship Id="rId4" Type="http://schemas.openxmlformats.org/officeDocument/2006/relationships/diagramLayout" Target="../diagrams/layout238.xml"/></Relationships>
</file>

<file path=ppt/slides/_rels/slide239.xml.rels><?xml version="1.0" encoding="UTF-8" standalone="yes"?>
<Relationships xmlns="http://schemas.openxmlformats.org/package/2006/relationships"><Relationship Id="rId3" Type="http://schemas.openxmlformats.org/officeDocument/2006/relationships/diagramData" Target="../diagrams/data239.xml"/><Relationship Id="rId7" Type="http://schemas.microsoft.com/office/2007/relationships/diagramDrawing" Target="../diagrams/drawing239.xml"/><Relationship Id="rId2" Type="http://schemas.openxmlformats.org/officeDocument/2006/relationships/notesSlide" Target="../notesSlides/notesSlide237.xml"/><Relationship Id="rId1" Type="http://schemas.openxmlformats.org/officeDocument/2006/relationships/slideLayout" Target="../slideLayouts/slideLayout2.xml"/><Relationship Id="rId6" Type="http://schemas.openxmlformats.org/officeDocument/2006/relationships/diagramColors" Target="../diagrams/colors239.xml"/><Relationship Id="rId5" Type="http://schemas.openxmlformats.org/officeDocument/2006/relationships/diagramQuickStyle" Target="../diagrams/quickStyle239.xml"/><Relationship Id="rId4" Type="http://schemas.openxmlformats.org/officeDocument/2006/relationships/diagramLayout" Target="../diagrams/layout239.xml"/></Relationships>
</file>

<file path=ppt/slides/_rels/slide240.xml.rels><?xml version="1.0" encoding="UTF-8" standalone="yes"?>
<Relationships xmlns="http://schemas.openxmlformats.org/package/2006/relationships"><Relationship Id="rId3" Type="http://schemas.openxmlformats.org/officeDocument/2006/relationships/diagramData" Target="../diagrams/data240.xml"/><Relationship Id="rId7" Type="http://schemas.microsoft.com/office/2007/relationships/diagramDrawing" Target="../diagrams/drawing240.xml"/><Relationship Id="rId2" Type="http://schemas.openxmlformats.org/officeDocument/2006/relationships/notesSlide" Target="../notesSlides/notesSlide238.xml"/><Relationship Id="rId1" Type="http://schemas.openxmlformats.org/officeDocument/2006/relationships/slideLayout" Target="../slideLayouts/slideLayout2.xml"/><Relationship Id="rId6" Type="http://schemas.openxmlformats.org/officeDocument/2006/relationships/diagramColors" Target="../diagrams/colors240.xml"/><Relationship Id="rId5" Type="http://schemas.openxmlformats.org/officeDocument/2006/relationships/diagramQuickStyle" Target="../diagrams/quickStyle240.xml"/><Relationship Id="rId4" Type="http://schemas.openxmlformats.org/officeDocument/2006/relationships/diagramLayout" Target="../diagrams/layout240.xml"/></Relationships>
</file>

<file path=ppt/slides/_rels/slide241.xml.rels><?xml version="1.0" encoding="UTF-8" standalone="yes"?>
<Relationships xmlns="http://schemas.openxmlformats.org/package/2006/relationships"><Relationship Id="rId3" Type="http://schemas.openxmlformats.org/officeDocument/2006/relationships/diagramData" Target="../diagrams/data241.xml"/><Relationship Id="rId7" Type="http://schemas.microsoft.com/office/2007/relationships/diagramDrawing" Target="../diagrams/drawing241.xml"/><Relationship Id="rId2" Type="http://schemas.openxmlformats.org/officeDocument/2006/relationships/notesSlide" Target="../notesSlides/notesSlide239.xml"/><Relationship Id="rId1" Type="http://schemas.openxmlformats.org/officeDocument/2006/relationships/slideLayout" Target="../slideLayouts/slideLayout2.xml"/><Relationship Id="rId6" Type="http://schemas.openxmlformats.org/officeDocument/2006/relationships/diagramColors" Target="../diagrams/colors241.xml"/><Relationship Id="rId5" Type="http://schemas.openxmlformats.org/officeDocument/2006/relationships/diagramQuickStyle" Target="../diagrams/quickStyle241.xml"/><Relationship Id="rId4" Type="http://schemas.openxmlformats.org/officeDocument/2006/relationships/diagramLayout" Target="../diagrams/layout241.xml"/></Relationships>
</file>

<file path=ppt/slides/_rels/slide242.xml.rels><?xml version="1.0" encoding="UTF-8" standalone="yes"?>
<Relationships xmlns="http://schemas.openxmlformats.org/package/2006/relationships"><Relationship Id="rId3" Type="http://schemas.openxmlformats.org/officeDocument/2006/relationships/diagramData" Target="../diagrams/data242.xml"/><Relationship Id="rId7" Type="http://schemas.microsoft.com/office/2007/relationships/diagramDrawing" Target="../diagrams/drawing242.xml"/><Relationship Id="rId2" Type="http://schemas.openxmlformats.org/officeDocument/2006/relationships/notesSlide" Target="../notesSlides/notesSlide240.xml"/><Relationship Id="rId1" Type="http://schemas.openxmlformats.org/officeDocument/2006/relationships/slideLayout" Target="../slideLayouts/slideLayout2.xml"/><Relationship Id="rId6" Type="http://schemas.openxmlformats.org/officeDocument/2006/relationships/diagramColors" Target="../diagrams/colors242.xml"/><Relationship Id="rId5" Type="http://schemas.openxmlformats.org/officeDocument/2006/relationships/diagramQuickStyle" Target="../diagrams/quickStyle242.xml"/><Relationship Id="rId4" Type="http://schemas.openxmlformats.org/officeDocument/2006/relationships/diagramLayout" Target="../diagrams/layout242.xml"/></Relationships>
</file>

<file path=ppt/slides/_rels/slide243.xml.rels><?xml version="1.0" encoding="UTF-8" standalone="yes"?>
<Relationships xmlns="http://schemas.openxmlformats.org/package/2006/relationships"><Relationship Id="rId3" Type="http://schemas.openxmlformats.org/officeDocument/2006/relationships/diagramData" Target="../diagrams/data243.xml"/><Relationship Id="rId7" Type="http://schemas.microsoft.com/office/2007/relationships/diagramDrawing" Target="../diagrams/drawing243.xml"/><Relationship Id="rId2" Type="http://schemas.openxmlformats.org/officeDocument/2006/relationships/notesSlide" Target="../notesSlides/notesSlide241.xml"/><Relationship Id="rId1" Type="http://schemas.openxmlformats.org/officeDocument/2006/relationships/slideLayout" Target="../slideLayouts/slideLayout2.xml"/><Relationship Id="rId6" Type="http://schemas.openxmlformats.org/officeDocument/2006/relationships/diagramColors" Target="../diagrams/colors243.xml"/><Relationship Id="rId5" Type="http://schemas.openxmlformats.org/officeDocument/2006/relationships/diagramQuickStyle" Target="../diagrams/quickStyle243.xml"/><Relationship Id="rId4" Type="http://schemas.openxmlformats.org/officeDocument/2006/relationships/diagramLayout" Target="../diagrams/layout243.xml"/></Relationships>
</file>

<file path=ppt/slides/_rels/slide244.xml.rels><?xml version="1.0" encoding="UTF-8" standalone="yes"?>
<Relationships xmlns="http://schemas.openxmlformats.org/package/2006/relationships"><Relationship Id="rId3" Type="http://schemas.openxmlformats.org/officeDocument/2006/relationships/diagramData" Target="../diagrams/data244.xml"/><Relationship Id="rId7" Type="http://schemas.microsoft.com/office/2007/relationships/diagramDrawing" Target="../diagrams/drawing244.xml"/><Relationship Id="rId2" Type="http://schemas.openxmlformats.org/officeDocument/2006/relationships/notesSlide" Target="../notesSlides/notesSlide242.xml"/><Relationship Id="rId1" Type="http://schemas.openxmlformats.org/officeDocument/2006/relationships/slideLayout" Target="../slideLayouts/slideLayout2.xml"/><Relationship Id="rId6" Type="http://schemas.openxmlformats.org/officeDocument/2006/relationships/diagramColors" Target="../diagrams/colors244.xml"/><Relationship Id="rId5" Type="http://schemas.openxmlformats.org/officeDocument/2006/relationships/diagramQuickStyle" Target="../diagrams/quickStyle244.xml"/><Relationship Id="rId4" Type="http://schemas.openxmlformats.org/officeDocument/2006/relationships/diagramLayout" Target="../diagrams/layout244.xml"/></Relationships>
</file>

<file path=ppt/slides/_rels/slide245.xml.rels><?xml version="1.0" encoding="UTF-8" standalone="yes"?>
<Relationships xmlns="http://schemas.openxmlformats.org/package/2006/relationships"><Relationship Id="rId3" Type="http://schemas.openxmlformats.org/officeDocument/2006/relationships/diagramData" Target="../diagrams/data245.xml"/><Relationship Id="rId7" Type="http://schemas.microsoft.com/office/2007/relationships/diagramDrawing" Target="../diagrams/drawing245.xml"/><Relationship Id="rId2" Type="http://schemas.openxmlformats.org/officeDocument/2006/relationships/notesSlide" Target="../notesSlides/notesSlide243.xml"/><Relationship Id="rId1" Type="http://schemas.openxmlformats.org/officeDocument/2006/relationships/slideLayout" Target="../slideLayouts/slideLayout2.xml"/><Relationship Id="rId6" Type="http://schemas.openxmlformats.org/officeDocument/2006/relationships/diagramColors" Target="../diagrams/colors245.xml"/><Relationship Id="rId5" Type="http://schemas.openxmlformats.org/officeDocument/2006/relationships/diagramQuickStyle" Target="../diagrams/quickStyle245.xml"/><Relationship Id="rId4" Type="http://schemas.openxmlformats.org/officeDocument/2006/relationships/diagramLayout" Target="../diagrams/layout245.xml"/></Relationships>
</file>

<file path=ppt/slides/_rels/slide246.xml.rels><?xml version="1.0" encoding="UTF-8" standalone="yes"?>
<Relationships xmlns="http://schemas.openxmlformats.org/package/2006/relationships"><Relationship Id="rId3" Type="http://schemas.openxmlformats.org/officeDocument/2006/relationships/diagramData" Target="../diagrams/data246.xml"/><Relationship Id="rId7" Type="http://schemas.microsoft.com/office/2007/relationships/diagramDrawing" Target="../diagrams/drawing246.xml"/><Relationship Id="rId2" Type="http://schemas.openxmlformats.org/officeDocument/2006/relationships/notesSlide" Target="../notesSlides/notesSlide244.xml"/><Relationship Id="rId1" Type="http://schemas.openxmlformats.org/officeDocument/2006/relationships/slideLayout" Target="../slideLayouts/slideLayout2.xml"/><Relationship Id="rId6" Type="http://schemas.openxmlformats.org/officeDocument/2006/relationships/diagramColors" Target="../diagrams/colors246.xml"/><Relationship Id="rId5" Type="http://schemas.openxmlformats.org/officeDocument/2006/relationships/diagramQuickStyle" Target="../diagrams/quickStyle246.xml"/><Relationship Id="rId4" Type="http://schemas.openxmlformats.org/officeDocument/2006/relationships/diagramLayout" Target="../diagrams/layout246.xml"/></Relationships>
</file>

<file path=ppt/slides/_rels/slide247.xml.rels><?xml version="1.0" encoding="UTF-8" standalone="yes"?>
<Relationships xmlns="http://schemas.openxmlformats.org/package/2006/relationships"><Relationship Id="rId3" Type="http://schemas.openxmlformats.org/officeDocument/2006/relationships/diagramData" Target="../diagrams/data247.xml"/><Relationship Id="rId7" Type="http://schemas.microsoft.com/office/2007/relationships/diagramDrawing" Target="../diagrams/drawing247.xml"/><Relationship Id="rId2" Type="http://schemas.openxmlformats.org/officeDocument/2006/relationships/notesSlide" Target="../notesSlides/notesSlide245.xml"/><Relationship Id="rId1" Type="http://schemas.openxmlformats.org/officeDocument/2006/relationships/slideLayout" Target="../slideLayouts/slideLayout2.xml"/><Relationship Id="rId6" Type="http://schemas.openxmlformats.org/officeDocument/2006/relationships/diagramColors" Target="../diagrams/colors247.xml"/><Relationship Id="rId5" Type="http://schemas.openxmlformats.org/officeDocument/2006/relationships/diagramQuickStyle" Target="../diagrams/quickStyle247.xml"/><Relationship Id="rId4" Type="http://schemas.openxmlformats.org/officeDocument/2006/relationships/diagramLayout" Target="../diagrams/layout247.xml"/></Relationships>
</file>

<file path=ppt/slides/_rels/slide248.xml.rels><?xml version="1.0" encoding="UTF-8" standalone="yes"?>
<Relationships xmlns="http://schemas.openxmlformats.org/package/2006/relationships"><Relationship Id="rId3" Type="http://schemas.openxmlformats.org/officeDocument/2006/relationships/diagramData" Target="../diagrams/data248.xml"/><Relationship Id="rId7" Type="http://schemas.microsoft.com/office/2007/relationships/diagramDrawing" Target="../diagrams/drawing248.xml"/><Relationship Id="rId2" Type="http://schemas.openxmlformats.org/officeDocument/2006/relationships/notesSlide" Target="../notesSlides/notesSlide246.xml"/><Relationship Id="rId1" Type="http://schemas.openxmlformats.org/officeDocument/2006/relationships/slideLayout" Target="../slideLayouts/slideLayout2.xml"/><Relationship Id="rId6" Type="http://schemas.openxmlformats.org/officeDocument/2006/relationships/diagramColors" Target="../diagrams/colors248.xml"/><Relationship Id="rId5" Type="http://schemas.openxmlformats.org/officeDocument/2006/relationships/diagramQuickStyle" Target="../diagrams/quickStyle248.xml"/><Relationship Id="rId4" Type="http://schemas.openxmlformats.org/officeDocument/2006/relationships/diagramLayout" Target="../diagrams/layout248.xml"/></Relationships>
</file>

<file path=ppt/slides/_rels/slide249.xml.rels><?xml version="1.0" encoding="UTF-8" standalone="yes"?>
<Relationships xmlns="http://schemas.openxmlformats.org/package/2006/relationships"><Relationship Id="rId3" Type="http://schemas.openxmlformats.org/officeDocument/2006/relationships/diagramData" Target="../diagrams/data249.xml"/><Relationship Id="rId7" Type="http://schemas.microsoft.com/office/2007/relationships/diagramDrawing" Target="../diagrams/drawing249.xml"/><Relationship Id="rId2" Type="http://schemas.openxmlformats.org/officeDocument/2006/relationships/notesSlide" Target="../notesSlides/notesSlide247.xml"/><Relationship Id="rId1" Type="http://schemas.openxmlformats.org/officeDocument/2006/relationships/slideLayout" Target="../slideLayouts/slideLayout2.xml"/><Relationship Id="rId6" Type="http://schemas.openxmlformats.org/officeDocument/2006/relationships/diagramColors" Target="../diagrams/colors249.xml"/><Relationship Id="rId5" Type="http://schemas.openxmlformats.org/officeDocument/2006/relationships/diagramQuickStyle" Target="../diagrams/quickStyle249.xml"/><Relationship Id="rId4" Type="http://schemas.openxmlformats.org/officeDocument/2006/relationships/diagramLayout" Target="../diagrams/layout249.xml"/></Relationships>
</file>

<file path=ppt/slides/_rels/slide250.xml.rels><?xml version="1.0" encoding="UTF-8" standalone="yes"?>
<Relationships xmlns="http://schemas.openxmlformats.org/package/2006/relationships"><Relationship Id="rId3" Type="http://schemas.openxmlformats.org/officeDocument/2006/relationships/diagramData" Target="../diagrams/data250.xml"/><Relationship Id="rId7" Type="http://schemas.microsoft.com/office/2007/relationships/diagramDrawing" Target="../diagrams/drawing250.xml"/><Relationship Id="rId2" Type="http://schemas.openxmlformats.org/officeDocument/2006/relationships/notesSlide" Target="../notesSlides/notesSlide248.xml"/><Relationship Id="rId1" Type="http://schemas.openxmlformats.org/officeDocument/2006/relationships/slideLayout" Target="../slideLayouts/slideLayout2.xml"/><Relationship Id="rId6" Type="http://schemas.openxmlformats.org/officeDocument/2006/relationships/diagramColors" Target="../diagrams/colors250.xml"/><Relationship Id="rId5" Type="http://schemas.openxmlformats.org/officeDocument/2006/relationships/diagramQuickStyle" Target="../diagrams/quickStyle250.xml"/><Relationship Id="rId4" Type="http://schemas.openxmlformats.org/officeDocument/2006/relationships/diagramLayout" Target="../diagrams/layout250.xml"/></Relationships>
</file>

<file path=ppt/slides/_rels/slide251.xml.rels><?xml version="1.0" encoding="UTF-8" standalone="yes"?>
<Relationships xmlns="http://schemas.openxmlformats.org/package/2006/relationships"><Relationship Id="rId3" Type="http://schemas.openxmlformats.org/officeDocument/2006/relationships/diagramData" Target="../diagrams/data251.xml"/><Relationship Id="rId7" Type="http://schemas.microsoft.com/office/2007/relationships/diagramDrawing" Target="../diagrams/drawing251.xml"/><Relationship Id="rId2" Type="http://schemas.openxmlformats.org/officeDocument/2006/relationships/notesSlide" Target="../notesSlides/notesSlide249.xml"/><Relationship Id="rId1" Type="http://schemas.openxmlformats.org/officeDocument/2006/relationships/slideLayout" Target="../slideLayouts/slideLayout2.xml"/><Relationship Id="rId6" Type="http://schemas.openxmlformats.org/officeDocument/2006/relationships/diagramColors" Target="../diagrams/colors251.xml"/><Relationship Id="rId5" Type="http://schemas.openxmlformats.org/officeDocument/2006/relationships/diagramQuickStyle" Target="../diagrams/quickStyle251.xml"/><Relationship Id="rId4" Type="http://schemas.openxmlformats.org/officeDocument/2006/relationships/diagramLayout" Target="../diagrams/layout251.xml"/></Relationships>
</file>

<file path=ppt/slides/_rels/slide252.xml.rels><?xml version="1.0" encoding="UTF-8" standalone="yes"?>
<Relationships xmlns="http://schemas.openxmlformats.org/package/2006/relationships"><Relationship Id="rId8" Type="http://schemas.openxmlformats.org/officeDocument/2006/relationships/hyperlink" Target="https://dev.to/wishinfinite/playwright-tutorial-series-13ik" TargetMode="External"/><Relationship Id="rId3" Type="http://schemas.openxmlformats.org/officeDocument/2006/relationships/diagramData" Target="../diagrams/data252.xml"/><Relationship Id="rId7" Type="http://schemas.microsoft.com/office/2007/relationships/diagramDrawing" Target="../diagrams/drawing252.xml"/><Relationship Id="rId12" Type="http://schemas.openxmlformats.org/officeDocument/2006/relationships/hyperlink" Target="https://courses.bigbinaryacademy.com/learn-qa-automation-using-playwright/" TargetMode="External"/><Relationship Id="rId2" Type="http://schemas.openxmlformats.org/officeDocument/2006/relationships/notesSlide" Target="../notesSlides/notesSlide250.xml"/><Relationship Id="rId1" Type="http://schemas.openxmlformats.org/officeDocument/2006/relationships/slideLayout" Target="../slideLayouts/slideLayout2.xml"/><Relationship Id="rId6" Type="http://schemas.openxmlformats.org/officeDocument/2006/relationships/diagramColors" Target="../diagrams/colors252.xml"/><Relationship Id="rId11" Type="http://schemas.openxmlformats.org/officeDocument/2006/relationships/hyperlink" Target="https://www.classcentral.com/course/youtube-playwright-automation-tutorial-for-beginners-from-scratch-412487" TargetMode="External"/><Relationship Id="rId5" Type="http://schemas.openxmlformats.org/officeDocument/2006/relationships/diagramQuickStyle" Target="../diagrams/quickStyle252.xml"/><Relationship Id="rId10" Type="http://schemas.openxmlformats.org/officeDocument/2006/relationships/hyperlink" Target="https://www.youtube.com/watch?v=pq20Gd4LXeI" TargetMode="External"/><Relationship Id="rId4" Type="http://schemas.openxmlformats.org/officeDocument/2006/relationships/diagramLayout" Target="../diagrams/layout252.xml"/><Relationship Id="rId9" Type="http://schemas.openxmlformats.org/officeDocument/2006/relationships/hyperlink" Target="https://www.youtube.com/watch?v=hN1Zn6kLntk" TargetMode="External"/></Relationships>
</file>

<file path=ppt/slides/_rels/slide253.xml.rels><?xml version="1.0" encoding="UTF-8" standalone="yes"?>
<Relationships xmlns="http://schemas.openxmlformats.org/package/2006/relationships"><Relationship Id="rId3" Type="http://schemas.openxmlformats.org/officeDocument/2006/relationships/diagramData" Target="../diagrams/data253.xml"/><Relationship Id="rId7" Type="http://schemas.microsoft.com/office/2007/relationships/diagramDrawing" Target="../diagrams/drawing253.xml"/><Relationship Id="rId2" Type="http://schemas.openxmlformats.org/officeDocument/2006/relationships/notesSlide" Target="../notesSlides/notesSlide251.xml"/><Relationship Id="rId1" Type="http://schemas.openxmlformats.org/officeDocument/2006/relationships/slideLayout" Target="../slideLayouts/slideLayout2.xml"/><Relationship Id="rId6" Type="http://schemas.openxmlformats.org/officeDocument/2006/relationships/diagramColors" Target="../diagrams/colors253.xml"/><Relationship Id="rId5" Type="http://schemas.openxmlformats.org/officeDocument/2006/relationships/diagramQuickStyle" Target="../diagrams/quickStyle253.xml"/><Relationship Id="rId4" Type="http://schemas.openxmlformats.org/officeDocument/2006/relationships/diagramLayout" Target="../diagrams/layout253.xml"/></Relationships>
</file>

<file path=ppt/slides/_rels/slide254.xml.rels><?xml version="1.0" encoding="UTF-8" standalone="yes"?>
<Relationships xmlns="http://schemas.openxmlformats.org/package/2006/relationships"><Relationship Id="rId3" Type="http://schemas.openxmlformats.org/officeDocument/2006/relationships/diagramData" Target="../diagrams/data254.xml"/><Relationship Id="rId7" Type="http://schemas.microsoft.com/office/2007/relationships/diagramDrawing" Target="../diagrams/drawing254.xml"/><Relationship Id="rId2" Type="http://schemas.openxmlformats.org/officeDocument/2006/relationships/notesSlide" Target="../notesSlides/notesSlide252.xml"/><Relationship Id="rId1" Type="http://schemas.openxmlformats.org/officeDocument/2006/relationships/slideLayout" Target="../slideLayouts/slideLayout2.xml"/><Relationship Id="rId6" Type="http://schemas.openxmlformats.org/officeDocument/2006/relationships/diagramColors" Target="../diagrams/colors254.xml"/><Relationship Id="rId5" Type="http://schemas.openxmlformats.org/officeDocument/2006/relationships/diagramQuickStyle" Target="../diagrams/quickStyle254.xml"/><Relationship Id="rId4" Type="http://schemas.openxmlformats.org/officeDocument/2006/relationships/diagramLayout" Target="../diagrams/layout254.xml"/></Relationships>
</file>

<file path=ppt/slides/_rels/slide255.xml.rels><?xml version="1.0" encoding="UTF-8" standalone="yes"?>
<Relationships xmlns="http://schemas.openxmlformats.org/package/2006/relationships"><Relationship Id="rId3" Type="http://schemas.openxmlformats.org/officeDocument/2006/relationships/diagramData" Target="../diagrams/data255.xml"/><Relationship Id="rId7" Type="http://schemas.microsoft.com/office/2007/relationships/diagramDrawing" Target="../diagrams/drawing255.xml"/><Relationship Id="rId2" Type="http://schemas.openxmlformats.org/officeDocument/2006/relationships/notesSlide" Target="../notesSlides/notesSlide253.xml"/><Relationship Id="rId1" Type="http://schemas.openxmlformats.org/officeDocument/2006/relationships/slideLayout" Target="../slideLayouts/slideLayout2.xml"/><Relationship Id="rId6" Type="http://schemas.openxmlformats.org/officeDocument/2006/relationships/diagramColors" Target="../diagrams/colors255.xml"/><Relationship Id="rId5" Type="http://schemas.openxmlformats.org/officeDocument/2006/relationships/diagramQuickStyle" Target="../diagrams/quickStyle255.xml"/><Relationship Id="rId4" Type="http://schemas.openxmlformats.org/officeDocument/2006/relationships/diagramLayout" Target="../diagrams/layout255.xml"/></Relationships>
</file>

<file path=ppt/slides/_rels/slide256.xml.rels><?xml version="1.0" encoding="UTF-8" standalone="yes"?>
<Relationships xmlns="http://schemas.openxmlformats.org/package/2006/relationships"><Relationship Id="rId3" Type="http://schemas.openxmlformats.org/officeDocument/2006/relationships/diagramData" Target="../diagrams/data256.xml"/><Relationship Id="rId7" Type="http://schemas.microsoft.com/office/2007/relationships/diagramDrawing" Target="../diagrams/drawing256.xml"/><Relationship Id="rId2" Type="http://schemas.openxmlformats.org/officeDocument/2006/relationships/notesSlide" Target="../notesSlides/notesSlide254.xml"/><Relationship Id="rId1" Type="http://schemas.openxmlformats.org/officeDocument/2006/relationships/slideLayout" Target="../slideLayouts/slideLayout2.xml"/><Relationship Id="rId6" Type="http://schemas.openxmlformats.org/officeDocument/2006/relationships/diagramColors" Target="../diagrams/colors256.xml"/><Relationship Id="rId5" Type="http://schemas.openxmlformats.org/officeDocument/2006/relationships/diagramQuickStyle" Target="../diagrams/quickStyle256.xml"/><Relationship Id="rId4" Type="http://schemas.openxmlformats.org/officeDocument/2006/relationships/diagramLayout" Target="../diagrams/layout256.xml"/></Relationships>
</file>

<file path=ppt/slides/_rels/slide257.xml.rels><?xml version="1.0" encoding="UTF-8" standalone="yes"?>
<Relationships xmlns="http://schemas.openxmlformats.org/package/2006/relationships"><Relationship Id="rId3" Type="http://schemas.openxmlformats.org/officeDocument/2006/relationships/diagramData" Target="../diagrams/data257.xml"/><Relationship Id="rId7" Type="http://schemas.microsoft.com/office/2007/relationships/diagramDrawing" Target="../diagrams/drawing257.xml"/><Relationship Id="rId2" Type="http://schemas.openxmlformats.org/officeDocument/2006/relationships/notesSlide" Target="../notesSlides/notesSlide255.xml"/><Relationship Id="rId1" Type="http://schemas.openxmlformats.org/officeDocument/2006/relationships/slideLayout" Target="../slideLayouts/slideLayout2.xml"/><Relationship Id="rId6" Type="http://schemas.openxmlformats.org/officeDocument/2006/relationships/diagramColors" Target="../diagrams/colors257.xml"/><Relationship Id="rId5" Type="http://schemas.openxmlformats.org/officeDocument/2006/relationships/diagramQuickStyle" Target="../diagrams/quickStyle257.xml"/><Relationship Id="rId4" Type="http://schemas.openxmlformats.org/officeDocument/2006/relationships/diagramLayout" Target="../diagrams/layout257.xml"/></Relationships>
</file>

<file path=ppt/slides/_rels/slide258.xml.rels><?xml version="1.0" encoding="UTF-8" standalone="yes"?>
<Relationships xmlns="http://schemas.openxmlformats.org/package/2006/relationships"><Relationship Id="rId3" Type="http://schemas.openxmlformats.org/officeDocument/2006/relationships/diagramData" Target="../diagrams/data258.xml"/><Relationship Id="rId7" Type="http://schemas.microsoft.com/office/2007/relationships/diagramDrawing" Target="../diagrams/drawing258.xml"/><Relationship Id="rId2" Type="http://schemas.openxmlformats.org/officeDocument/2006/relationships/notesSlide" Target="../notesSlides/notesSlide256.xml"/><Relationship Id="rId1" Type="http://schemas.openxmlformats.org/officeDocument/2006/relationships/slideLayout" Target="../slideLayouts/slideLayout2.xml"/><Relationship Id="rId6" Type="http://schemas.openxmlformats.org/officeDocument/2006/relationships/diagramColors" Target="../diagrams/colors258.xml"/><Relationship Id="rId5" Type="http://schemas.openxmlformats.org/officeDocument/2006/relationships/diagramQuickStyle" Target="../diagrams/quickStyle258.xml"/><Relationship Id="rId4" Type="http://schemas.openxmlformats.org/officeDocument/2006/relationships/diagramLayout" Target="../diagrams/layout258.xml"/></Relationships>
</file>

<file path=ppt/slides/_rels/slide259.xml.rels><?xml version="1.0" encoding="UTF-8" standalone="yes"?>
<Relationships xmlns="http://schemas.openxmlformats.org/package/2006/relationships"><Relationship Id="rId3" Type="http://schemas.openxmlformats.org/officeDocument/2006/relationships/diagramData" Target="../diagrams/data259.xml"/><Relationship Id="rId7" Type="http://schemas.microsoft.com/office/2007/relationships/diagramDrawing" Target="../diagrams/drawing259.xml"/><Relationship Id="rId2" Type="http://schemas.openxmlformats.org/officeDocument/2006/relationships/notesSlide" Target="../notesSlides/notesSlide257.xml"/><Relationship Id="rId1" Type="http://schemas.openxmlformats.org/officeDocument/2006/relationships/slideLayout" Target="../slideLayouts/slideLayout2.xml"/><Relationship Id="rId6" Type="http://schemas.openxmlformats.org/officeDocument/2006/relationships/diagramColors" Target="../diagrams/colors259.xml"/><Relationship Id="rId5" Type="http://schemas.openxmlformats.org/officeDocument/2006/relationships/diagramQuickStyle" Target="../diagrams/quickStyle259.xml"/><Relationship Id="rId4" Type="http://schemas.openxmlformats.org/officeDocument/2006/relationships/diagramLayout" Target="../diagrams/layout259.xml"/></Relationships>
</file>

<file path=ppt/slides/_rels/slide260.xml.rels><?xml version="1.0" encoding="UTF-8" standalone="yes"?>
<Relationships xmlns="http://schemas.openxmlformats.org/package/2006/relationships"><Relationship Id="rId3" Type="http://schemas.openxmlformats.org/officeDocument/2006/relationships/diagramData" Target="../diagrams/data260.xml"/><Relationship Id="rId7" Type="http://schemas.microsoft.com/office/2007/relationships/diagramDrawing" Target="../diagrams/drawing260.xml"/><Relationship Id="rId2" Type="http://schemas.openxmlformats.org/officeDocument/2006/relationships/notesSlide" Target="../notesSlides/notesSlide258.xml"/><Relationship Id="rId1" Type="http://schemas.openxmlformats.org/officeDocument/2006/relationships/slideLayout" Target="../slideLayouts/slideLayout2.xml"/><Relationship Id="rId6" Type="http://schemas.openxmlformats.org/officeDocument/2006/relationships/diagramColors" Target="../diagrams/colors260.xml"/><Relationship Id="rId5" Type="http://schemas.openxmlformats.org/officeDocument/2006/relationships/diagramQuickStyle" Target="../diagrams/quickStyle260.xml"/><Relationship Id="rId4" Type="http://schemas.openxmlformats.org/officeDocument/2006/relationships/diagramLayout" Target="../diagrams/layout260.xml"/></Relationships>
</file>

<file path=ppt/slides/_rels/slide261.xml.rels><?xml version="1.0" encoding="UTF-8" standalone="yes"?>
<Relationships xmlns="http://schemas.openxmlformats.org/package/2006/relationships"><Relationship Id="rId3" Type="http://schemas.openxmlformats.org/officeDocument/2006/relationships/diagramData" Target="../diagrams/data261.xml"/><Relationship Id="rId7" Type="http://schemas.microsoft.com/office/2007/relationships/diagramDrawing" Target="../diagrams/drawing261.xml"/><Relationship Id="rId2" Type="http://schemas.openxmlformats.org/officeDocument/2006/relationships/notesSlide" Target="../notesSlides/notesSlide259.xml"/><Relationship Id="rId1" Type="http://schemas.openxmlformats.org/officeDocument/2006/relationships/slideLayout" Target="../slideLayouts/slideLayout2.xml"/><Relationship Id="rId6" Type="http://schemas.openxmlformats.org/officeDocument/2006/relationships/diagramColors" Target="../diagrams/colors261.xml"/><Relationship Id="rId5" Type="http://schemas.openxmlformats.org/officeDocument/2006/relationships/diagramQuickStyle" Target="../diagrams/quickStyle261.xml"/><Relationship Id="rId4" Type="http://schemas.openxmlformats.org/officeDocument/2006/relationships/diagramLayout" Target="../diagrams/layout261.xml"/></Relationships>
</file>

<file path=ppt/slides/_rels/slide262.xml.rels><?xml version="1.0" encoding="UTF-8" standalone="yes"?>
<Relationships xmlns="http://schemas.openxmlformats.org/package/2006/relationships"><Relationship Id="rId8" Type="http://schemas.openxmlformats.org/officeDocument/2006/relationships/hyperlink" Target="https://www.youtube.com/watch?v=C4t6qfHZ6Tw" TargetMode="External"/><Relationship Id="rId3" Type="http://schemas.openxmlformats.org/officeDocument/2006/relationships/diagramData" Target="../diagrams/data262.xml"/><Relationship Id="rId7" Type="http://schemas.microsoft.com/office/2007/relationships/diagramDrawing" Target="../diagrams/drawing262.xml"/><Relationship Id="rId2" Type="http://schemas.openxmlformats.org/officeDocument/2006/relationships/notesSlide" Target="../notesSlides/notesSlide260.xml"/><Relationship Id="rId1" Type="http://schemas.openxmlformats.org/officeDocument/2006/relationships/slideLayout" Target="../slideLayouts/slideLayout2.xml"/><Relationship Id="rId6" Type="http://schemas.openxmlformats.org/officeDocument/2006/relationships/diagramColors" Target="../diagrams/colors262.xml"/><Relationship Id="rId5" Type="http://schemas.openxmlformats.org/officeDocument/2006/relationships/diagramQuickStyle" Target="../diagrams/quickStyle262.xml"/><Relationship Id="rId10" Type="http://schemas.openxmlformats.org/officeDocument/2006/relationships/hyperlink" Target="https://www.udemy.com/course/display-and-analyze-gis-data-on-the-web/?couponCode=KEEPLEARNING" TargetMode="External"/><Relationship Id="rId4" Type="http://schemas.openxmlformats.org/officeDocument/2006/relationships/diagramLayout" Target="../diagrams/layout262.xml"/><Relationship Id="rId9" Type="http://schemas.openxmlformats.org/officeDocument/2006/relationships/hyperlink" Target="https://www.udemy.com/course/threejs-tutorials/?couponCode=KEEPLEARNING" TargetMode="External"/></Relationships>
</file>

<file path=ppt/slides/_rels/slide263.xml.rels><?xml version="1.0" encoding="UTF-8" standalone="yes"?>
<Relationships xmlns="http://schemas.openxmlformats.org/package/2006/relationships"><Relationship Id="rId3" Type="http://schemas.openxmlformats.org/officeDocument/2006/relationships/diagramData" Target="../diagrams/data263.xml"/><Relationship Id="rId7" Type="http://schemas.microsoft.com/office/2007/relationships/diagramDrawing" Target="../diagrams/drawing263.xml"/><Relationship Id="rId2" Type="http://schemas.openxmlformats.org/officeDocument/2006/relationships/notesSlide" Target="../notesSlides/notesSlide261.xml"/><Relationship Id="rId1" Type="http://schemas.openxmlformats.org/officeDocument/2006/relationships/slideLayout" Target="../slideLayouts/slideLayout2.xml"/><Relationship Id="rId6" Type="http://schemas.openxmlformats.org/officeDocument/2006/relationships/diagramColors" Target="../diagrams/colors263.xml"/><Relationship Id="rId5" Type="http://schemas.openxmlformats.org/officeDocument/2006/relationships/diagramQuickStyle" Target="../diagrams/quickStyle263.xml"/><Relationship Id="rId4" Type="http://schemas.openxmlformats.org/officeDocument/2006/relationships/diagramLayout" Target="../diagrams/layout263.xml"/></Relationships>
</file>

<file path=ppt/slides/_rels/slide264.xml.rels><?xml version="1.0" encoding="UTF-8" standalone="yes"?>
<Relationships xmlns="http://schemas.openxmlformats.org/package/2006/relationships"><Relationship Id="rId3" Type="http://schemas.openxmlformats.org/officeDocument/2006/relationships/diagramData" Target="../diagrams/data264.xml"/><Relationship Id="rId7" Type="http://schemas.microsoft.com/office/2007/relationships/diagramDrawing" Target="../diagrams/drawing264.xml"/><Relationship Id="rId2" Type="http://schemas.openxmlformats.org/officeDocument/2006/relationships/notesSlide" Target="../notesSlides/notesSlide262.xml"/><Relationship Id="rId1" Type="http://schemas.openxmlformats.org/officeDocument/2006/relationships/slideLayout" Target="../slideLayouts/slideLayout2.xml"/><Relationship Id="rId6" Type="http://schemas.openxmlformats.org/officeDocument/2006/relationships/diagramColors" Target="../diagrams/colors264.xml"/><Relationship Id="rId5" Type="http://schemas.openxmlformats.org/officeDocument/2006/relationships/diagramQuickStyle" Target="../diagrams/quickStyle264.xml"/><Relationship Id="rId4" Type="http://schemas.openxmlformats.org/officeDocument/2006/relationships/diagramLayout" Target="../diagrams/layout264.xml"/></Relationships>
</file>

<file path=ppt/slides/_rels/slide265.xml.rels><?xml version="1.0" encoding="UTF-8" standalone="yes"?>
<Relationships xmlns="http://schemas.openxmlformats.org/package/2006/relationships"><Relationship Id="rId3" Type="http://schemas.openxmlformats.org/officeDocument/2006/relationships/diagramData" Target="../diagrams/data265.xml"/><Relationship Id="rId7" Type="http://schemas.microsoft.com/office/2007/relationships/diagramDrawing" Target="../diagrams/drawing265.xml"/><Relationship Id="rId2" Type="http://schemas.openxmlformats.org/officeDocument/2006/relationships/notesSlide" Target="../notesSlides/notesSlide263.xml"/><Relationship Id="rId1" Type="http://schemas.openxmlformats.org/officeDocument/2006/relationships/slideLayout" Target="../slideLayouts/slideLayout2.xml"/><Relationship Id="rId6" Type="http://schemas.openxmlformats.org/officeDocument/2006/relationships/diagramColors" Target="../diagrams/colors265.xml"/><Relationship Id="rId5" Type="http://schemas.openxmlformats.org/officeDocument/2006/relationships/diagramQuickStyle" Target="../diagrams/quickStyle265.xml"/><Relationship Id="rId4" Type="http://schemas.openxmlformats.org/officeDocument/2006/relationships/diagramLayout" Target="../diagrams/layout265.xml"/></Relationships>
</file>

<file path=ppt/slides/_rels/slide266.xml.rels><?xml version="1.0" encoding="UTF-8" standalone="yes"?>
<Relationships xmlns="http://schemas.openxmlformats.org/package/2006/relationships"><Relationship Id="rId3" Type="http://schemas.openxmlformats.org/officeDocument/2006/relationships/diagramData" Target="../diagrams/data266.xml"/><Relationship Id="rId7" Type="http://schemas.microsoft.com/office/2007/relationships/diagramDrawing" Target="../diagrams/drawing266.xml"/><Relationship Id="rId2" Type="http://schemas.openxmlformats.org/officeDocument/2006/relationships/notesSlide" Target="../notesSlides/notesSlide264.xml"/><Relationship Id="rId1" Type="http://schemas.openxmlformats.org/officeDocument/2006/relationships/slideLayout" Target="../slideLayouts/slideLayout2.xml"/><Relationship Id="rId6" Type="http://schemas.openxmlformats.org/officeDocument/2006/relationships/diagramColors" Target="../diagrams/colors266.xml"/><Relationship Id="rId5" Type="http://schemas.openxmlformats.org/officeDocument/2006/relationships/diagramQuickStyle" Target="../diagrams/quickStyle266.xml"/><Relationship Id="rId4" Type="http://schemas.openxmlformats.org/officeDocument/2006/relationships/diagramLayout" Target="../diagrams/layout266.xml"/></Relationships>
</file>

<file path=ppt/slides/_rels/slide267.xml.rels><?xml version="1.0" encoding="UTF-8" standalone="yes"?>
<Relationships xmlns="http://schemas.openxmlformats.org/package/2006/relationships"><Relationship Id="rId3" Type="http://schemas.openxmlformats.org/officeDocument/2006/relationships/diagramData" Target="../diagrams/data267.xml"/><Relationship Id="rId7" Type="http://schemas.microsoft.com/office/2007/relationships/diagramDrawing" Target="../diagrams/drawing267.xml"/><Relationship Id="rId2" Type="http://schemas.openxmlformats.org/officeDocument/2006/relationships/notesSlide" Target="../notesSlides/notesSlide265.xml"/><Relationship Id="rId1" Type="http://schemas.openxmlformats.org/officeDocument/2006/relationships/slideLayout" Target="../slideLayouts/slideLayout2.xml"/><Relationship Id="rId6" Type="http://schemas.openxmlformats.org/officeDocument/2006/relationships/diagramColors" Target="../diagrams/colors267.xml"/><Relationship Id="rId5" Type="http://schemas.openxmlformats.org/officeDocument/2006/relationships/diagramQuickStyle" Target="../diagrams/quickStyle267.xml"/><Relationship Id="rId4" Type="http://schemas.openxmlformats.org/officeDocument/2006/relationships/diagramLayout" Target="../diagrams/layout267.xml"/></Relationships>
</file>

<file path=ppt/slides/_rels/slide268.xml.rels><?xml version="1.0" encoding="UTF-8" standalone="yes"?>
<Relationships xmlns="http://schemas.openxmlformats.org/package/2006/relationships"><Relationship Id="rId3" Type="http://schemas.openxmlformats.org/officeDocument/2006/relationships/diagramData" Target="../diagrams/data268.xml"/><Relationship Id="rId7" Type="http://schemas.microsoft.com/office/2007/relationships/diagramDrawing" Target="../diagrams/drawing268.xml"/><Relationship Id="rId2" Type="http://schemas.openxmlformats.org/officeDocument/2006/relationships/notesSlide" Target="../notesSlides/notesSlide266.xml"/><Relationship Id="rId1" Type="http://schemas.openxmlformats.org/officeDocument/2006/relationships/slideLayout" Target="../slideLayouts/slideLayout2.xml"/><Relationship Id="rId6" Type="http://schemas.openxmlformats.org/officeDocument/2006/relationships/diagramColors" Target="../diagrams/colors268.xml"/><Relationship Id="rId5" Type="http://schemas.openxmlformats.org/officeDocument/2006/relationships/diagramQuickStyle" Target="../diagrams/quickStyle268.xml"/><Relationship Id="rId4" Type="http://schemas.openxmlformats.org/officeDocument/2006/relationships/diagramLayout" Target="../diagrams/layout268.xml"/></Relationships>
</file>

<file path=ppt/slides/_rels/slide269.xml.rels><?xml version="1.0" encoding="UTF-8" standalone="yes"?>
<Relationships xmlns="http://schemas.openxmlformats.org/package/2006/relationships"><Relationship Id="rId3" Type="http://schemas.openxmlformats.org/officeDocument/2006/relationships/diagramData" Target="../diagrams/data269.xml"/><Relationship Id="rId7" Type="http://schemas.microsoft.com/office/2007/relationships/diagramDrawing" Target="../diagrams/drawing269.xml"/><Relationship Id="rId2" Type="http://schemas.openxmlformats.org/officeDocument/2006/relationships/notesSlide" Target="../notesSlides/notesSlide267.xml"/><Relationship Id="rId1" Type="http://schemas.openxmlformats.org/officeDocument/2006/relationships/slideLayout" Target="../slideLayouts/slideLayout2.xml"/><Relationship Id="rId6" Type="http://schemas.openxmlformats.org/officeDocument/2006/relationships/diagramColors" Target="../diagrams/colors269.xml"/><Relationship Id="rId5" Type="http://schemas.openxmlformats.org/officeDocument/2006/relationships/diagramQuickStyle" Target="../diagrams/quickStyle269.xml"/><Relationship Id="rId4" Type="http://schemas.openxmlformats.org/officeDocument/2006/relationships/diagramLayout" Target="../diagrams/layout269.xml"/></Relationships>
</file>

<file path=ppt/slides/_rels/slide270.xml.rels><?xml version="1.0" encoding="UTF-8" standalone="yes"?>
<Relationships xmlns="http://schemas.openxmlformats.org/package/2006/relationships"><Relationship Id="rId3" Type="http://schemas.openxmlformats.org/officeDocument/2006/relationships/diagramData" Target="../diagrams/data270.xml"/><Relationship Id="rId7" Type="http://schemas.microsoft.com/office/2007/relationships/diagramDrawing" Target="../diagrams/drawing270.xml"/><Relationship Id="rId2" Type="http://schemas.openxmlformats.org/officeDocument/2006/relationships/notesSlide" Target="../notesSlides/notesSlide268.xml"/><Relationship Id="rId1" Type="http://schemas.openxmlformats.org/officeDocument/2006/relationships/slideLayout" Target="../slideLayouts/slideLayout2.xml"/><Relationship Id="rId6" Type="http://schemas.openxmlformats.org/officeDocument/2006/relationships/diagramColors" Target="../diagrams/colors270.xml"/><Relationship Id="rId5" Type="http://schemas.openxmlformats.org/officeDocument/2006/relationships/diagramQuickStyle" Target="../diagrams/quickStyle270.xml"/><Relationship Id="rId4" Type="http://schemas.openxmlformats.org/officeDocument/2006/relationships/diagramLayout" Target="../diagrams/layout270.xml"/></Relationships>
</file>

<file path=ppt/slides/_rels/slide271.xml.rels><?xml version="1.0" encoding="UTF-8" standalone="yes"?>
<Relationships xmlns="http://schemas.openxmlformats.org/package/2006/relationships"><Relationship Id="rId3" Type="http://schemas.openxmlformats.org/officeDocument/2006/relationships/diagramData" Target="../diagrams/data271.xml"/><Relationship Id="rId7" Type="http://schemas.microsoft.com/office/2007/relationships/diagramDrawing" Target="../diagrams/drawing271.xml"/><Relationship Id="rId2" Type="http://schemas.openxmlformats.org/officeDocument/2006/relationships/notesSlide" Target="../notesSlides/notesSlide269.xml"/><Relationship Id="rId1" Type="http://schemas.openxmlformats.org/officeDocument/2006/relationships/slideLayout" Target="../slideLayouts/slideLayout2.xml"/><Relationship Id="rId6" Type="http://schemas.openxmlformats.org/officeDocument/2006/relationships/diagramColors" Target="../diagrams/colors271.xml"/><Relationship Id="rId5" Type="http://schemas.openxmlformats.org/officeDocument/2006/relationships/diagramQuickStyle" Target="../diagrams/quickStyle271.xml"/><Relationship Id="rId4" Type="http://schemas.openxmlformats.org/officeDocument/2006/relationships/diagramLayout" Target="../diagrams/layout271.xml"/></Relationships>
</file>

<file path=ppt/slides/_rels/slide272.xml.rels><?xml version="1.0" encoding="UTF-8" standalone="yes"?>
<Relationships xmlns="http://schemas.openxmlformats.org/package/2006/relationships"><Relationship Id="rId3" Type="http://schemas.openxmlformats.org/officeDocument/2006/relationships/diagramData" Target="../diagrams/data272.xml"/><Relationship Id="rId7" Type="http://schemas.microsoft.com/office/2007/relationships/diagramDrawing" Target="../diagrams/drawing272.xml"/><Relationship Id="rId2" Type="http://schemas.openxmlformats.org/officeDocument/2006/relationships/notesSlide" Target="../notesSlides/notesSlide270.xml"/><Relationship Id="rId1" Type="http://schemas.openxmlformats.org/officeDocument/2006/relationships/slideLayout" Target="../slideLayouts/slideLayout2.xml"/><Relationship Id="rId6" Type="http://schemas.openxmlformats.org/officeDocument/2006/relationships/diagramColors" Target="../diagrams/colors272.xml"/><Relationship Id="rId5" Type="http://schemas.openxmlformats.org/officeDocument/2006/relationships/diagramQuickStyle" Target="../diagrams/quickStyle272.xml"/><Relationship Id="rId4" Type="http://schemas.openxmlformats.org/officeDocument/2006/relationships/diagramLayout" Target="../diagrams/layout272.xml"/></Relationships>
</file>

<file path=ppt/slides/_rels/slide273.xml.rels><?xml version="1.0" encoding="UTF-8" standalone="yes"?>
<Relationships xmlns="http://schemas.openxmlformats.org/package/2006/relationships"><Relationship Id="rId3" Type="http://schemas.openxmlformats.org/officeDocument/2006/relationships/diagramData" Target="../diagrams/data273.xml"/><Relationship Id="rId7" Type="http://schemas.microsoft.com/office/2007/relationships/diagramDrawing" Target="../diagrams/drawing273.xml"/><Relationship Id="rId2" Type="http://schemas.openxmlformats.org/officeDocument/2006/relationships/notesSlide" Target="../notesSlides/notesSlide271.xml"/><Relationship Id="rId1" Type="http://schemas.openxmlformats.org/officeDocument/2006/relationships/slideLayout" Target="../slideLayouts/slideLayout2.xml"/><Relationship Id="rId6" Type="http://schemas.openxmlformats.org/officeDocument/2006/relationships/diagramColors" Target="../diagrams/colors273.xml"/><Relationship Id="rId5" Type="http://schemas.openxmlformats.org/officeDocument/2006/relationships/diagramQuickStyle" Target="../diagrams/quickStyle273.xml"/><Relationship Id="rId4" Type="http://schemas.openxmlformats.org/officeDocument/2006/relationships/diagramLayout" Target="../diagrams/layout273.xml"/></Relationships>
</file>

<file path=ppt/slides/_rels/slide274.xml.rels><?xml version="1.0" encoding="UTF-8" standalone="yes"?>
<Relationships xmlns="http://schemas.openxmlformats.org/package/2006/relationships"><Relationship Id="rId3" Type="http://schemas.openxmlformats.org/officeDocument/2006/relationships/diagramData" Target="../diagrams/data274.xml"/><Relationship Id="rId7" Type="http://schemas.microsoft.com/office/2007/relationships/diagramDrawing" Target="../diagrams/drawing274.xml"/><Relationship Id="rId2" Type="http://schemas.openxmlformats.org/officeDocument/2006/relationships/notesSlide" Target="../notesSlides/notesSlide272.xml"/><Relationship Id="rId1" Type="http://schemas.openxmlformats.org/officeDocument/2006/relationships/slideLayout" Target="../slideLayouts/slideLayout2.xml"/><Relationship Id="rId6" Type="http://schemas.openxmlformats.org/officeDocument/2006/relationships/diagramColors" Target="../diagrams/colors274.xml"/><Relationship Id="rId5" Type="http://schemas.openxmlformats.org/officeDocument/2006/relationships/diagramQuickStyle" Target="../diagrams/quickStyle274.xml"/><Relationship Id="rId4" Type="http://schemas.openxmlformats.org/officeDocument/2006/relationships/diagramLayout" Target="../diagrams/layout274.xml"/></Relationships>
</file>

<file path=ppt/slides/_rels/slide275.xml.rels><?xml version="1.0" encoding="UTF-8" standalone="yes"?>
<Relationships xmlns="http://schemas.openxmlformats.org/package/2006/relationships"><Relationship Id="rId3" Type="http://schemas.openxmlformats.org/officeDocument/2006/relationships/diagramData" Target="../diagrams/data275.xml"/><Relationship Id="rId7" Type="http://schemas.microsoft.com/office/2007/relationships/diagramDrawing" Target="../diagrams/drawing275.xml"/><Relationship Id="rId2" Type="http://schemas.openxmlformats.org/officeDocument/2006/relationships/notesSlide" Target="../notesSlides/notesSlide273.xml"/><Relationship Id="rId1" Type="http://schemas.openxmlformats.org/officeDocument/2006/relationships/slideLayout" Target="../slideLayouts/slideLayout2.xml"/><Relationship Id="rId6" Type="http://schemas.openxmlformats.org/officeDocument/2006/relationships/diagramColors" Target="../diagrams/colors275.xml"/><Relationship Id="rId5" Type="http://schemas.openxmlformats.org/officeDocument/2006/relationships/diagramQuickStyle" Target="../diagrams/quickStyle275.xml"/><Relationship Id="rId4" Type="http://schemas.openxmlformats.org/officeDocument/2006/relationships/diagramLayout" Target="../diagrams/layout275.xml"/></Relationships>
</file>

<file path=ppt/slides/_rels/slide276.xml.rels><?xml version="1.0" encoding="UTF-8" standalone="yes"?>
<Relationships xmlns="http://schemas.openxmlformats.org/package/2006/relationships"><Relationship Id="rId3" Type="http://schemas.openxmlformats.org/officeDocument/2006/relationships/diagramData" Target="../diagrams/data276.xml"/><Relationship Id="rId7" Type="http://schemas.microsoft.com/office/2007/relationships/diagramDrawing" Target="../diagrams/drawing276.xml"/><Relationship Id="rId2" Type="http://schemas.openxmlformats.org/officeDocument/2006/relationships/notesSlide" Target="../notesSlides/notesSlide274.xml"/><Relationship Id="rId1" Type="http://schemas.openxmlformats.org/officeDocument/2006/relationships/slideLayout" Target="../slideLayouts/slideLayout2.xml"/><Relationship Id="rId6" Type="http://schemas.openxmlformats.org/officeDocument/2006/relationships/diagramColors" Target="../diagrams/colors276.xml"/><Relationship Id="rId5" Type="http://schemas.openxmlformats.org/officeDocument/2006/relationships/diagramQuickStyle" Target="../diagrams/quickStyle276.xml"/><Relationship Id="rId4" Type="http://schemas.openxmlformats.org/officeDocument/2006/relationships/diagramLayout" Target="../diagrams/layout276.xml"/></Relationships>
</file>

<file path=ppt/slides/_rels/slide277.xml.rels><?xml version="1.0" encoding="UTF-8" standalone="yes"?>
<Relationships xmlns="http://schemas.openxmlformats.org/package/2006/relationships"><Relationship Id="rId3" Type="http://schemas.openxmlformats.org/officeDocument/2006/relationships/diagramData" Target="../diagrams/data277.xml"/><Relationship Id="rId7" Type="http://schemas.microsoft.com/office/2007/relationships/diagramDrawing" Target="../diagrams/drawing277.xml"/><Relationship Id="rId2" Type="http://schemas.openxmlformats.org/officeDocument/2006/relationships/notesSlide" Target="../notesSlides/notesSlide275.xml"/><Relationship Id="rId1" Type="http://schemas.openxmlformats.org/officeDocument/2006/relationships/slideLayout" Target="../slideLayouts/slideLayout2.xml"/><Relationship Id="rId6" Type="http://schemas.openxmlformats.org/officeDocument/2006/relationships/diagramColors" Target="../diagrams/colors277.xml"/><Relationship Id="rId5" Type="http://schemas.openxmlformats.org/officeDocument/2006/relationships/diagramQuickStyle" Target="../diagrams/quickStyle277.xml"/><Relationship Id="rId4" Type="http://schemas.openxmlformats.org/officeDocument/2006/relationships/diagramLayout" Target="../diagrams/layout277.xml"/></Relationships>
</file>

<file path=ppt/slides/_rels/slide278.xml.rels><?xml version="1.0" encoding="UTF-8" standalone="yes"?>
<Relationships xmlns="http://schemas.openxmlformats.org/package/2006/relationships"><Relationship Id="rId3" Type="http://schemas.openxmlformats.org/officeDocument/2006/relationships/diagramData" Target="../diagrams/data278.xml"/><Relationship Id="rId7" Type="http://schemas.microsoft.com/office/2007/relationships/diagramDrawing" Target="../diagrams/drawing278.xml"/><Relationship Id="rId2" Type="http://schemas.openxmlformats.org/officeDocument/2006/relationships/notesSlide" Target="../notesSlides/notesSlide276.xml"/><Relationship Id="rId1" Type="http://schemas.openxmlformats.org/officeDocument/2006/relationships/slideLayout" Target="../slideLayouts/slideLayout2.xml"/><Relationship Id="rId6" Type="http://schemas.openxmlformats.org/officeDocument/2006/relationships/diagramColors" Target="../diagrams/colors278.xml"/><Relationship Id="rId5" Type="http://schemas.openxmlformats.org/officeDocument/2006/relationships/diagramQuickStyle" Target="../diagrams/quickStyle278.xml"/><Relationship Id="rId4" Type="http://schemas.openxmlformats.org/officeDocument/2006/relationships/diagramLayout" Target="../diagrams/layout278.xml"/></Relationships>
</file>

<file path=ppt/slides/_rels/slide279.xml.rels><?xml version="1.0" encoding="UTF-8" standalone="yes"?>
<Relationships xmlns="http://schemas.openxmlformats.org/package/2006/relationships"><Relationship Id="rId3" Type="http://schemas.openxmlformats.org/officeDocument/2006/relationships/diagramData" Target="../diagrams/data279.xml"/><Relationship Id="rId7" Type="http://schemas.microsoft.com/office/2007/relationships/diagramDrawing" Target="../diagrams/drawing279.xml"/><Relationship Id="rId2" Type="http://schemas.openxmlformats.org/officeDocument/2006/relationships/notesSlide" Target="../notesSlides/notesSlide277.xml"/><Relationship Id="rId1" Type="http://schemas.openxmlformats.org/officeDocument/2006/relationships/slideLayout" Target="../slideLayouts/slideLayout2.xml"/><Relationship Id="rId6" Type="http://schemas.openxmlformats.org/officeDocument/2006/relationships/diagramColors" Target="../diagrams/colors279.xml"/><Relationship Id="rId5" Type="http://schemas.openxmlformats.org/officeDocument/2006/relationships/diagramQuickStyle" Target="../diagrams/quickStyle279.xml"/><Relationship Id="rId4" Type="http://schemas.openxmlformats.org/officeDocument/2006/relationships/diagramLayout" Target="../diagrams/layout279.xml"/></Relationships>
</file>

<file path=ppt/slides/_rels/slide280.xml.rels><?xml version="1.0" encoding="UTF-8" standalone="yes"?>
<Relationships xmlns="http://schemas.openxmlformats.org/package/2006/relationships"><Relationship Id="rId3" Type="http://schemas.openxmlformats.org/officeDocument/2006/relationships/diagramData" Target="../diagrams/data280.xml"/><Relationship Id="rId7" Type="http://schemas.microsoft.com/office/2007/relationships/diagramDrawing" Target="../diagrams/drawing280.xml"/><Relationship Id="rId2" Type="http://schemas.openxmlformats.org/officeDocument/2006/relationships/notesSlide" Target="../notesSlides/notesSlide278.xml"/><Relationship Id="rId1" Type="http://schemas.openxmlformats.org/officeDocument/2006/relationships/slideLayout" Target="../slideLayouts/slideLayout2.xml"/><Relationship Id="rId6" Type="http://schemas.openxmlformats.org/officeDocument/2006/relationships/diagramColors" Target="../diagrams/colors280.xml"/><Relationship Id="rId5" Type="http://schemas.openxmlformats.org/officeDocument/2006/relationships/diagramQuickStyle" Target="../diagrams/quickStyle280.xml"/><Relationship Id="rId4" Type="http://schemas.openxmlformats.org/officeDocument/2006/relationships/diagramLayout" Target="../diagrams/layout280.xml"/></Relationships>
</file>

<file path=ppt/slides/_rels/slide281.xml.rels><?xml version="1.0" encoding="UTF-8" standalone="yes"?>
<Relationships xmlns="http://schemas.openxmlformats.org/package/2006/relationships"><Relationship Id="rId3" Type="http://schemas.openxmlformats.org/officeDocument/2006/relationships/diagramData" Target="../diagrams/data281.xml"/><Relationship Id="rId7" Type="http://schemas.microsoft.com/office/2007/relationships/diagramDrawing" Target="../diagrams/drawing281.xml"/><Relationship Id="rId2" Type="http://schemas.openxmlformats.org/officeDocument/2006/relationships/notesSlide" Target="../notesSlides/notesSlide279.xml"/><Relationship Id="rId1" Type="http://schemas.openxmlformats.org/officeDocument/2006/relationships/slideLayout" Target="../slideLayouts/slideLayout2.xml"/><Relationship Id="rId6" Type="http://schemas.openxmlformats.org/officeDocument/2006/relationships/diagramColors" Target="../diagrams/colors281.xml"/><Relationship Id="rId5" Type="http://schemas.openxmlformats.org/officeDocument/2006/relationships/diagramQuickStyle" Target="../diagrams/quickStyle281.xml"/><Relationship Id="rId4" Type="http://schemas.openxmlformats.org/officeDocument/2006/relationships/diagramLayout" Target="../diagrams/layout281.xml"/></Relationships>
</file>

<file path=ppt/slides/_rels/slide282.xml.rels><?xml version="1.0" encoding="UTF-8" standalone="yes"?>
<Relationships xmlns="http://schemas.openxmlformats.org/package/2006/relationships"><Relationship Id="rId3" Type="http://schemas.openxmlformats.org/officeDocument/2006/relationships/diagramData" Target="../diagrams/data282.xml"/><Relationship Id="rId7" Type="http://schemas.microsoft.com/office/2007/relationships/diagramDrawing" Target="../diagrams/drawing282.xml"/><Relationship Id="rId2" Type="http://schemas.openxmlformats.org/officeDocument/2006/relationships/notesSlide" Target="../notesSlides/notesSlide280.xml"/><Relationship Id="rId1" Type="http://schemas.openxmlformats.org/officeDocument/2006/relationships/slideLayout" Target="../slideLayouts/slideLayout2.xml"/><Relationship Id="rId6" Type="http://schemas.openxmlformats.org/officeDocument/2006/relationships/diagramColors" Target="../diagrams/colors282.xml"/><Relationship Id="rId5" Type="http://schemas.openxmlformats.org/officeDocument/2006/relationships/diagramQuickStyle" Target="../diagrams/quickStyle282.xml"/><Relationship Id="rId4" Type="http://schemas.openxmlformats.org/officeDocument/2006/relationships/diagramLayout" Target="../diagrams/layout282.xml"/></Relationships>
</file>

<file path=ppt/slides/_rels/slide283.xml.rels><?xml version="1.0" encoding="UTF-8" standalone="yes"?>
<Relationships xmlns="http://schemas.openxmlformats.org/package/2006/relationships"><Relationship Id="rId3" Type="http://schemas.openxmlformats.org/officeDocument/2006/relationships/diagramData" Target="../diagrams/data283.xml"/><Relationship Id="rId7" Type="http://schemas.microsoft.com/office/2007/relationships/diagramDrawing" Target="../diagrams/drawing283.xml"/><Relationship Id="rId2" Type="http://schemas.openxmlformats.org/officeDocument/2006/relationships/notesSlide" Target="../notesSlides/notesSlide281.xml"/><Relationship Id="rId1" Type="http://schemas.openxmlformats.org/officeDocument/2006/relationships/slideLayout" Target="../slideLayouts/slideLayout2.xml"/><Relationship Id="rId6" Type="http://schemas.openxmlformats.org/officeDocument/2006/relationships/diagramColors" Target="../diagrams/colors283.xml"/><Relationship Id="rId5" Type="http://schemas.openxmlformats.org/officeDocument/2006/relationships/diagramQuickStyle" Target="../diagrams/quickStyle283.xml"/><Relationship Id="rId4" Type="http://schemas.openxmlformats.org/officeDocument/2006/relationships/diagramLayout" Target="../diagrams/layout283.xml"/></Relationships>
</file>

<file path=ppt/slides/_rels/slide284.xml.rels><?xml version="1.0" encoding="UTF-8" standalone="yes"?>
<Relationships xmlns="http://schemas.openxmlformats.org/package/2006/relationships"><Relationship Id="rId3" Type="http://schemas.openxmlformats.org/officeDocument/2006/relationships/diagramData" Target="../diagrams/data284.xml"/><Relationship Id="rId7" Type="http://schemas.microsoft.com/office/2007/relationships/diagramDrawing" Target="../diagrams/drawing284.xml"/><Relationship Id="rId2" Type="http://schemas.openxmlformats.org/officeDocument/2006/relationships/notesSlide" Target="../notesSlides/notesSlide282.xml"/><Relationship Id="rId1" Type="http://schemas.openxmlformats.org/officeDocument/2006/relationships/slideLayout" Target="../slideLayouts/slideLayout2.xml"/><Relationship Id="rId6" Type="http://schemas.openxmlformats.org/officeDocument/2006/relationships/diagramColors" Target="../diagrams/colors284.xml"/><Relationship Id="rId5" Type="http://schemas.openxmlformats.org/officeDocument/2006/relationships/diagramQuickStyle" Target="../diagrams/quickStyle284.xml"/><Relationship Id="rId4" Type="http://schemas.openxmlformats.org/officeDocument/2006/relationships/diagramLayout" Target="../diagrams/layout284.xml"/></Relationships>
</file>

<file path=ppt/slides/_rels/slide285.xml.rels><?xml version="1.0" encoding="UTF-8" standalone="yes"?>
<Relationships xmlns="http://schemas.openxmlformats.org/package/2006/relationships"><Relationship Id="rId3" Type="http://schemas.openxmlformats.org/officeDocument/2006/relationships/diagramData" Target="../diagrams/data285.xml"/><Relationship Id="rId7" Type="http://schemas.microsoft.com/office/2007/relationships/diagramDrawing" Target="../diagrams/drawing285.xml"/><Relationship Id="rId2" Type="http://schemas.openxmlformats.org/officeDocument/2006/relationships/notesSlide" Target="../notesSlides/notesSlide283.xml"/><Relationship Id="rId1" Type="http://schemas.openxmlformats.org/officeDocument/2006/relationships/slideLayout" Target="../slideLayouts/slideLayout2.xml"/><Relationship Id="rId6" Type="http://schemas.openxmlformats.org/officeDocument/2006/relationships/diagramColors" Target="../diagrams/colors285.xml"/><Relationship Id="rId5" Type="http://schemas.openxmlformats.org/officeDocument/2006/relationships/diagramQuickStyle" Target="../diagrams/quickStyle285.xml"/><Relationship Id="rId4" Type="http://schemas.openxmlformats.org/officeDocument/2006/relationships/diagramLayout" Target="../diagrams/layout285.xml"/></Relationships>
</file>

<file path=ppt/slides/_rels/slide286.xml.rels><?xml version="1.0" encoding="UTF-8" standalone="yes"?>
<Relationships xmlns="http://schemas.openxmlformats.org/package/2006/relationships"><Relationship Id="rId3" Type="http://schemas.openxmlformats.org/officeDocument/2006/relationships/diagramData" Target="../diagrams/data286.xml"/><Relationship Id="rId7" Type="http://schemas.microsoft.com/office/2007/relationships/diagramDrawing" Target="../diagrams/drawing286.xml"/><Relationship Id="rId2" Type="http://schemas.openxmlformats.org/officeDocument/2006/relationships/notesSlide" Target="../notesSlides/notesSlide284.xml"/><Relationship Id="rId1" Type="http://schemas.openxmlformats.org/officeDocument/2006/relationships/slideLayout" Target="../slideLayouts/slideLayout2.xml"/><Relationship Id="rId6" Type="http://schemas.openxmlformats.org/officeDocument/2006/relationships/diagramColors" Target="../diagrams/colors286.xml"/><Relationship Id="rId5" Type="http://schemas.openxmlformats.org/officeDocument/2006/relationships/diagramQuickStyle" Target="../diagrams/quickStyle286.xml"/><Relationship Id="rId4" Type="http://schemas.openxmlformats.org/officeDocument/2006/relationships/diagramLayout" Target="../diagrams/layout286.xml"/></Relationships>
</file>

<file path=ppt/slides/_rels/slide287.xml.rels><?xml version="1.0" encoding="UTF-8" standalone="yes"?>
<Relationships xmlns="http://schemas.openxmlformats.org/package/2006/relationships"><Relationship Id="rId3" Type="http://schemas.openxmlformats.org/officeDocument/2006/relationships/diagramData" Target="../diagrams/data287.xml"/><Relationship Id="rId7" Type="http://schemas.microsoft.com/office/2007/relationships/diagramDrawing" Target="../diagrams/drawing287.xml"/><Relationship Id="rId2" Type="http://schemas.openxmlformats.org/officeDocument/2006/relationships/notesSlide" Target="../notesSlides/notesSlide285.xml"/><Relationship Id="rId1" Type="http://schemas.openxmlformats.org/officeDocument/2006/relationships/slideLayout" Target="../slideLayouts/slideLayout2.xml"/><Relationship Id="rId6" Type="http://schemas.openxmlformats.org/officeDocument/2006/relationships/diagramColors" Target="../diagrams/colors287.xml"/><Relationship Id="rId5" Type="http://schemas.openxmlformats.org/officeDocument/2006/relationships/diagramQuickStyle" Target="../diagrams/quickStyle287.xml"/><Relationship Id="rId4" Type="http://schemas.openxmlformats.org/officeDocument/2006/relationships/diagramLayout" Target="../diagrams/layout287.xml"/></Relationships>
</file>

<file path=ppt/slides/_rels/slide288.xml.rels><?xml version="1.0" encoding="UTF-8" standalone="yes"?>
<Relationships xmlns="http://schemas.openxmlformats.org/package/2006/relationships"><Relationship Id="rId3" Type="http://schemas.openxmlformats.org/officeDocument/2006/relationships/diagramData" Target="../diagrams/data288.xml"/><Relationship Id="rId7" Type="http://schemas.microsoft.com/office/2007/relationships/diagramDrawing" Target="../diagrams/drawing288.xml"/><Relationship Id="rId2" Type="http://schemas.openxmlformats.org/officeDocument/2006/relationships/notesSlide" Target="../notesSlides/notesSlide286.xml"/><Relationship Id="rId1" Type="http://schemas.openxmlformats.org/officeDocument/2006/relationships/slideLayout" Target="../slideLayouts/slideLayout2.xml"/><Relationship Id="rId6" Type="http://schemas.openxmlformats.org/officeDocument/2006/relationships/diagramColors" Target="../diagrams/colors288.xml"/><Relationship Id="rId5" Type="http://schemas.openxmlformats.org/officeDocument/2006/relationships/diagramQuickStyle" Target="../diagrams/quickStyle288.xml"/><Relationship Id="rId4" Type="http://schemas.openxmlformats.org/officeDocument/2006/relationships/diagramLayout" Target="../diagrams/layout288.xml"/></Relationships>
</file>

<file path=ppt/slides/_rels/slide289.xml.rels><?xml version="1.0" encoding="UTF-8" standalone="yes"?>
<Relationships xmlns="http://schemas.openxmlformats.org/package/2006/relationships"><Relationship Id="rId3" Type="http://schemas.openxmlformats.org/officeDocument/2006/relationships/diagramData" Target="../diagrams/data289.xml"/><Relationship Id="rId7" Type="http://schemas.microsoft.com/office/2007/relationships/diagramDrawing" Target="../diagrams/drawing289.xml"/><Relationship Id="rId2" Type="http://schemas.openxmlformats.org/officeDocument/2006/relationships/notesSlide" Target="../notesSlides/notesSlide287.xml"/><Relationship Id="rId1" Type="http://schemas.openxmlformats.org/officeDocument/2006/relationships/slideLayout" Target="../slideLayouts/slideLayout2.xml"/><Relationship Id="rId6" Type="http://schemas.openxmlformats.org/officeDocument/2006/relationships/diagramColors" Target="../diagrams/colors289.xml"/><Relationship Id="rId5" Type="http://schemas.openxmlformats.org/officeDocument/2006/relationships/diagramQuickStyle" Target="../diagrams/quickStyle289.xml"/><Relationship Id="rId4" Type="http://schemas.openxmlformats.org/officeDocument/2006/relationships/diagramLayout" Target="../diagrams/layout289.xml"/></Relationships>
</file>

<file path=ppt/slides/_rels/slide290.xml.rels><?xml version="1.0" encoding="UTF-8" standalone="yes"?>
<Relationships xmlns="http://schemas.openxmlformats.org/package/2006/relationships"><Relationship Id="rId8" Type="http://schemas.openxmlformats.org/officeDocument/2006/relationships/hyperlink" Target="https://stackoverflow.com/questions/16902716/comparison-of-android-networking-libraries-okhttp-retrofit-and-volley" TargetMode="External"/><Relationship Id="rId13" Type="http://schemas.openxmlformats.org/officeDocument/2006/relationships/hyperlink" Target="https://books.goalkicker.com/ObjectiveCBook/" TargetMode="External"/><Relationship Id="rId18" Type="http://schemas.openxmlformats.org/officeDocument/2006/relationships/hyperlink" Target="https://github.com/eleev/swift-design-patterns" TargetMode="External"/><Relationship Id="rId26" Type="http://schemas.openxmlformats.org/officeDocument/2006/relationships/hyperlink" Target="https://medium.com/@mr.kashif.samman/design-patterns-for-react-native-applications-630e5eb9e34f" TargetMode="External"/><Relationship Id="rId3" Type="http://schemas.openxmlformats.org/officeDocument/2006/relationships/hyperlink" Target="https://cs193p.stanford.edu/" TargetMode="External"/><Relationship Id="rId21" Type="http://schemas.openxmlformats.org/officeDocument/2006/relationships/hyperlink" Target="https://roadmap.sh/ios" TargetMode="External"/><Relationship Id="rId7" Type="http://schemas.openxmlformats.org/officeDocument/2006/relationships/hyperlink" Target="https://books.goalkicker.com/AndroidBook/" TargetMode="External"/><Relationship Id="rId12" Type="http://schemas.openxmlformats.org/officeDocument/2006/relationships/hyperlink" Target="https://books.goalkicker.com/SwiftBook/" TargetMode="External"/><Relationship Id="rId17" Type="http://schemas.openxmlformats.org/officeDocument/2006/relationships/hyperlink" Target="https://www.amazon.in/App-Architecture-Application-Design-Patterns/dp/1719030251" TargetMode="External"/><Relationship Id="rId25" Type="http://schemas.openxmlformats.org/officeDocument/2006/relationships/hyperlink" Target="https://www.linkedin.com/pulse/react-native-mobile-application-architecture-design-pattern-nwoba/" TargetMode="External"/><Relationship Id="rId2" Type="http://schemas.openxmlformats.org/officeDocument/2006/relationships/notesSlide" Target="../notesSlides/notesSlide288.xml"/><Relationship Id="rId16" Type="http://schemas.openxmlformats.org/officeDocument/2006/relationships/hyperlink" Target="https://www.packtpub.com/en-cl/product/hands-on-design-patterns-with-swift-9781789135565" TargetMode="External"/><Relationship Id="rId20" Type="http://schemas.openxmlformats.org/officeDocument/2006/relationships/hyperlink" Target="https://github.com/Apress/iOS-Architecture-Patterns" TargetMode="External"/><Relationship Id="rId29" Type="http://schemas.openxmlformats.org/officeDocument/2006/relationships/hyperlink" Target="https://github.com/PacktPublishing/Hands-On-Design-Patterns-with-React-Native" TargetMode="External"/><Relationship Id="rId1" Type="http://schemas.openxmlformats.org/officeDocument/2006/relationships/slideLayout" Target="../slideLayouts/slideLayout2.xml"/><Relationship Id="rId6" Type="http://schemas.openxmlformats.org/officeDocument/2006/relationships/hyperlink" Target="https://gist.github.com/sandipray63in/19e4a48e6a30de846e740ebfa906ef23" TargetMode="External"/><Relationship Id="rId11" Type="http://schemas.openxmlformats.org/officeDocument/2006/relationships/hyperlink" Target="https://books.goalkicker.com/iOSBook/" TargetMode="External"/><Relationship Id="rId24" Type="http://schemas.openxmlformats.org/officeDocument/2006/relationships/hyperlink" Target="https://books.goalkicker.com/ReactNativeBook/" TargetMode="External"/><Relationship Id="rId5" Type="http://schemas.openxmlformats.org/officeDocument/2006/relationships/hyperlink" Target="https://www.amazon.in/Mobile-Design-Pattern-Gallery-Smartphone-ebook/dp/B00JW0YOHO/ref=tmm_kin_swatch_0" TargetMode="External"/><Relationship Id="rId15" Type="http://schemas.openxmlformats.org/officeDocument/2006/relationships/hyperlink" Target="https://tanaschita.com/books/" TargetMode="External"/><Relationship Id="rId23" Type="http://schemas.openxmlformats.org/officeDocument/2006/relationships/hyperlink" Target="https://books.goalkicker.com/XamarinFormsBook/" TargetMode="External"/><Relationship Id="rId28" Type="http://schemas.openxmlformats.org/officeDocument/2006/relationships/hyperlink" Target="https://www.komododigital.co.uk/insights/react-and-react-native-design-patterns-solid-principles/" TargetMode="External"/><Relationship Id="rId10" Type="http://schemas.openxmlformats.org/officeDocument/2006/relationships/hyperlink" Target="https://roadmap.sh/android" TargetMode="External"/><Relationship Id="rId19" Type="http://schemas.openxmlformats.org/officeDocument/2006/relationships/hyperlink" Target="https://shreethaanur.medium.com/design-patterns-in-ios-55d00c2eef4c" TargetMode="External"/><Relationship Id="rId4" Type="http://schemas.openxmlformats.org/officeDocument/2006/relationships/hyperlink" Target="https://www.designrush.com/best-designs/apps/trends/mobile-design-patterns" TargetMode="External"/><Relationship Id="rId9" Type="http://schemas.openxmlformats.org/officeDocument/2006/relationships/hyperlink" Target="https://github.com/PacktPublishing/Android-Design-Patterns-and-Best-Practice" TargetMode="External"/><Relationship Id="rId14" Type="http://schemas.openxmlformats.org/officeDocument/2006/relationships/hyperlink" Target="https://medium.com/@pinarkocak/working-with-networking-libraries-in-ios-d23839c76432" TargetMode="External"/><Relationship Id="rId22" Type="http://schemas.openxmlformats.org/officeDocument/2006/relationships/hyperlink" Target="https://kanini.com/blog/net-maui-vs-flutter-vs-react-native/" TargetMode="External"/><Relationship Id="rId27" Type="http://schemas.openxmlformats.org/officeDocument/2006/relationships/hyperlink" Target="https://medium.com/@malikmohsin8239/design-patterns-in-mobile-development-with-react-native-6efe5b92430f" TargetMode="External"/><Relationship Id="rId30" Type="http://schemas.openxmlformats.org/officeDocument/2006/relationships/hyperlink" Target="https://github.com/PacktPublishing/Flutter-Design-Patterns-and-Best-Practices" TargetMode="External"/></Relationships>
</file>

<file path=ppt/slides/_rels/slide291.xml.rels><?xml version="1.0" encoding="UTF-8" standalone="yes"?>
<Relationships xmlns="http://schemas.openxmlformats.org/package/2006/relationships"><Relationship Id="rId2" Type="http://schemas.openxmlformats.org/officeDocument/2006/relationships/notesSlide" Target="../notesSlides/notesSlide289.xml"/><Relationship Id="rId1" Type="http://schemas.openxmlformats.org/officeDocument/2006/relationships/slideLayout" Target="../slideLayouts/slideLayout2.xml"/></Relationships>
</file>

<file path=ppt/slides/_rels/slide292.xml.rels><?xml version="1.0" encoding="UTF-8" standalone="yes"?>
<Relationships xmlns="http://schemas.openxmlformats.org/package/2006/relationships"><Relationship Id="rId2" Type="http://schemas.openxmlformats.org/officeDocument/2006/relationships/notesSlide" Target="../notesSlides/notesSlide290.xml"/><Relationship Id="rId1" Type="http://schemas.openxmlformats.org/officeDocument/2006/relationships/slideLayout" Target="../slideLayouts/slideLayout2.xml"/></Relationships>
</file>

<file path=ppt/slides/_rels/slide293.xml.rels><?xml version="1.0" encoding="UTF-8" standalone="yes"?>
<Relationships xmlns="http://schemas.openxmlformats.org/package/2006/relationships"><Relationship Id="rId2" Type="http://schemas.openxmlformats.org/officeDocument/2006/relationships/notesSlide" Target="../notesSlides/notesSlide291.xml"/><Relationship Id="rId1" Type="http://schemas.openxmlformats.org/officeDocument/2006/relationships/slideLayout" Target="../slideLayouts/slideLayout2.xml"/></Relationships>
</file>

<file path=ppt/slides/_rels/slide294.xml.rels><?xml version="1.0" encoding="UTF-8" standalone="yes"?>
<Relationships xmlns="http://schemas.openxmlformats.org/package/2006/relationships"><Relationship Id="rId2" Type="http://schemas.openxmlformats.org/officeDocument/2006/relationships/notesSlide" Target="../notesSlides/notesSlide292.xml"/><Relationship Id="rId1" Type="http://schemas.openxmlformats.org/officeDocument/2006/relationships/slideLayout" Target="../slideLayouts/slideLayout2.xml"/></Relationships>
</file>

<file path=ppt/slides/_rels/slide295.xml.rels><?xml version="1.0" encoding="UTF-8" standalone="yes"?>
<Relationships xmlns="http://schemas.openxmlformats.org/package/2006/relationships"><Relationship Id="rId2" Type="http://schemas.openxmlformats.org/officeDocument/2006/relationships/notesSlide" Target="../notesSlides/notesSlide293.xml"/><Relationship Id="rId1" Type="http://schemas.openxmlformats.org/officeDocument/2006/relationships/slideLayout" Target="../slideLayouts/slideLayout2.xml"/></Relationships>
</file>

<file path=ppt/slides/_rels/slide296.xml.rels><?xml version="1.0" encoding="UTF-8" standalone="yes"?>
<Relationships xmlns="http://schemas.openxmlformats.org/package/2006/relationships"><Relationship Id="rId2" Type="http://schemas.openxmlformats.org/officeDocument/2006/relationships/notesSlide" Target="../notesSlides/notesSlide294.xml"/><Relationship Id="rId1" Type="http://schemas.openxmlformats.org/officeDocument/2006/relationships/slideLayout" Target="../slideLayouts/slideLayout2.xml"/></Relationships>
</file>

<file path=ppt/slides/_rels/slide297.xml.rels><?xml version="1.0" encoding="UTF-8" standalone="yes"?>
<Relationships xmlns="http://schemas.openxmlformats.org/package/2006/relationships"><Relationship Id="rId2" Type="http://schemas.openxmlformats.org/officeDocument/2006/relationships/notesSlide" Target="../notesSlides/notesSlide295.xml"/><Relationship Id="rId1" Type="http://schemas.openxmlformats.org/officeDocument/2006/relationships/slideLayout" Target="../slideLayouts/slideLayout2.xml"/></Relationships>
</file>

<file path=ppt/slides/_rels/slide298.xml.rels><?xml version="1.0" encoding="UTF-8" standalone="yes"?>
<Relationships xmlns="http://schemas.openxmlformats.org/package/2006/relationships"><Relationship Id="rId3" Type="http://schemas.openxmlformats.org/officeDocument/2006/relationships/diagramLayout" Target="../diagrams/layout290.xml"/><Relationship Id="rId7" Type="http://schemas.openxmlformats.org/officeDocument/2006/relationships/image" Target="../media/image7.png"/><Relationship Id="rId2" Type="http://schemas.openxmlformats.org/officeDocument/2006/relationships/diagramData" Target="../diagrams/data290.xml"/><Relationship Id="rId1" Type="http://schemas.openxmlformats.org/officeDocument/2006/relationships/slideLayout" Target="../slideLayouts/slideLayout2.xml"/><Relationship Id="rId6" Type="http://schemas.microsoft.com/office/2007/relationships/diagramDrawing" Target="../diagrams/drawing290.xml"/><Relationship Id="rId5" Type="http://schemas.openxmlformats.org/officeDocument/2006/relationships/diagramColors" Target="../diagrams/colors290.xml"/><Relationship Id="rId4" Type="http://schemas.openxmlformats.org/officeDocument/2006/relationships/diagramQuickStyle" Target="../diagrams/quickStyle290.xml"/></Relationships>
</file>

<file path=ppt/slides/_rels/slide299.xml.rels><?xml version="1.0" encoding="UTF-8" standalone="yes"?>
<Relationships xmlns="http://schemas.openxmlformats.org/package/2006/relationships"><Relationship Id="rId2" Type="http://schemas.openxmlformats.org/officeDocument/2006/relationships/notesSlide" Target="../notesSlides/notesSlide296.xml"/><Relationship Id="rId1" Type="http://schemas.openxmlformats.org/officeDocument/2006/relationships/slideLayout" Target="../slideLayouts/slideLayout2.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297.xml"/><Relationship Id="rId1" Type="http://schemas.openxmlformats.org/officeDocument/2006/relationships/slideLayout" Target="../slideLayouts/slideLayout2.xml"/></Relationships>
</file>

<file path=ppt/slides/_rels/slide301.xml.rels><?xml version="1.0" encoding="UTF-8" standalone="yes"?>
<Relationships xmlns="http://schemas.openxmlformats.org/package/2006/relationships"><Relationship Id="rId2" Type="http://schemas.openxmlformats.org/officeDocument/2006/relationships/notesSlide" Target="../notesSlides/notesSlide298.xml"/><Relationship Id="rId1" Type="http://schemas.openxmlformats.org/officeDocument/2006/relationships/slideLayout" Target="../slideLayouts/slideLayout2.xml"/></Relationships>
</file>

<file path=ppt/slides/_rels/slide302.xml.rels><?xml version="1.0" encoding="UTF-8" standalone="yes"?>
<Relationships xmlns="http://schemas.openxmlformats.org/package/2006/relationships"><Relationship Id="rId2" Type="http://schemas.openxmlformats.org/officeDocument/2006/relationships/notesSlide" Target="../notesSlides/notesSlide299.xml"/><Relationship Id="rId1" Type="http://schemas.openxmlformats.org/officeDocument/2006/relationships/slideLayout" Target="../slideLayouts/slideLayout2.xml"/></Relationships>
</file>

<file path=ppt/slides/_rels/slide303.xml.rels><?xml version="1.0" encoding="UTF-8" standalone="yes"?>
<Relationships xmlns="http://schemas.openxmlformats.org/package/2006/relationships"><Relationship Id="rId2" Type="http://schemas.openxmlformats.org/officeDocument/2006/relationships/notesSlide" Target="../notesSlides/notesSlide300.xml"/><Relationship Id="rId1" Type="http://schemas.openxmlformats.org/officeDocument/2006/relationships/slideLayout" Target="../slideLayouts/slideLayout2.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301.xml"/><Relationship Id="rId1" Type="http://schemas.openxmlformats.org/officeDocument/2006/relationships/slideLayout" Target="../slideLayouts/slideLayout2.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302.xml"/><Relationship Id="rId1" Type="http://schemas.openxmlformats.org/officeDocument/2006/relationships/slideLayout" Target="../slideLayouts/slideLayout2.xml"/></Relationships>
</file>

<file path=ppt/slides/_rels/slide306.xml.rels><?xml version="1.0" encoding="UTF-8" standalone="yes"?>
<Relationships xmlns="http://schemas.openxmlformats.org/package/2006/relationships"><Relationship Id="rId2" Type="http://schemas.openxmlformats.org/officeDocument/2006/relationships/notesSlide" Target="../notesSlides/notesSlide303.xml"/><Relationship Id="rId1" Type="http://schemas.openxmlformats.org/officeDocument/2006/relationships/slideLayout" Target="../slideLayouts/slideLayout2.xml"/></Relationships>
</file>

<file path=ppt/slides/_rels/slide307.xml.rels><?xml version="1.0" encoding="UTF-8" standalone="yes"?>
<Relationships xmlns="http://schemas.openxmlformats.org/package/2006/relationships"><Relationship Id="rId2" Type="http://schemas.openxmlformats.org/officeDocument/2006/relationships/notesSlide" Target="../notesSlides/notesSlide304.xml"/><Relationship Id="rId1" Type="http://schemas.openxmlformats.org/officeDocument/2006/relationships/slideLayout" Target="../slideLayouts/slideLayout2.xml"/></Relationships>
</file>

<file path=ppt/slides/_rels/slide308.xml.rels><?xml version="1.0" encoding="UTF-8" standalone="yes"?>
<Relationships xmlns="http://schemas.openxmlformats.org/package/2006/relationships"><Relationship Id="rId2" Type="http://schemas.openxmlformats.org/officeDocument/2006/relationships/notesSlide" Target="../notesSlides/notesSlide305.xml"/><Relationship Id="rId1" Type="http://schemas.openxmlformats.org/officeDocument/2006/relationships/slideLayout" Target="../slideLayouts/slideLayout2.xml"/></Relationships>
</file>

<file path=ppt/slides/_rels/slide309.xml.rels><?xml version="1.0" encoding="UTF-8" standalone="yes"?>
<Relationships xmlns="http://schemas.openxmlformats.org/package/2006/relationships"><Relationship Id="rId2" Type="http://schemas.openxmlformats.org/officeDocument/2006/relationships/notesSlide" Target="../notesSlides/notesSlide306.xml"/><Relationship Id="rId1" Type="http://schemas.openxmlformats.org/officeDocument/2006/relationships/slideLayout" Target="../slideLayouts/slideLayout2.xml"/></Relationships>
</file>

<file path=ppt/slides/_rels/slide310.xml.rels><?xml version="1.0" encoding="UTF-8" standalone="yes"?>
<Relationships xmlns="http://schemas.openxmlformats.org/package/2006/relationships"><Relationship Id="rId8" Type="http://schemas.openxmlformats.org/officeDocument/2006/relationships/hyperlink" Target="https://terreii.github.io/use-pouchdb/docs/introduction/pouchdb_couchdb" TargetMode="External"/><Relationship Id="rId13" Type="http://schemas.openxmlformats.org/officeDocument/2006/relationships/hyperlink" Target="https://github.com/TalAter/awesome-progressive-web-apps" TargetMode="External"/><Relationship Id="rId3" Type="http://schemas.openxmlformats.org/officeDocument/2006/relationships/hyperlink" Target="https://stackoverflow.com/questions/59031717/difference-in-offline-first-approach-and-pwas" TargetMode="External"/><Relationship Id="rId7" Type="http://schemas.openxmlformats.org/officeDocument/2006/relationships/hyperlink" Target="https://developer.mozilla.org/en-US/docs/Web/API/IndexedDB_API/Using_IndexedDB" TargetMode="External"/><Relationship Id="rId12" Type="http://schemas.openxmlformats.org/officeDocument/2006/relationships/hyperlink" Target="https://www.udemy.com/course/progressive-web-app-pwa-the-complete-guide/?srsltid=AfmBOopitSzBAp70LOoa2GbFpBtoZDYNgJ3FISHZUkrcK18Kx_24Tx2D&amp;couponCode=CP251118BG1" TargetMode="External"/><Relationship Id="rId2" Type="http://schemas.openxmlformats.org/officeDocument/2006/relationships/notesSlide" Target="../notesSlides/notesSlide307.xml"/><Relationship Id="rId1" Type="http://schemas.openxmlformats.org/officeDocument/2006/relationships/slideLayout" Target="../slideLayouts/slideLayout2.xml"/><Relationship Id="rId6" Type="http://schemas.openxmlformats.org/officeDocument/2006/relationships/hyperlink" Target="https://developer.chrome.com/docs/workbox" TargetMode="External"/><Relationship Id="rId11" Type="http://schemas.openxmlformats.org/officeDocument/2006/relationships/hyperlink" Target="https://github.com/deanhume/progressive-web-apps-book" TargetMode="External"/><Relationship Id="rId5" Type="http://schemas.openxmlformats.org/officeDocument/2006/relationships/hyperlink" Target="https://developer.mozilla.org/en-US/docs/Web/API/Service_Worker_API" TargetMode="External"/><Relationship Id="rId10" Type="http://schemas.openxmlformats.org/officeDocument/2006/relationships/hyperlink" Target="https://web.dev/articles/offline-cookbook" TargetMode="External"/><Relationship Id="rId4" Type="http://schemas.openxmlformats.org/officeDocument/2006/relationships/hyperlink" Target="https://web.dev/explore/progressive-web-apps" TargetMode="External"/><Relationship Id="rId9" Type="http://schemas.openxmlformats.org/officeDocument/2006/relationships/hyperlink" Target="https://developers.google.com/web/shows/google-io/2016/instant-loading-building-offline-first-progressive-web-apps-google-io-2016" TargetMode="External"/></Relationships>
</file>

<file path=ppt/slides/_rels/slide311.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diagramLayout" Target="../diagrams/layout291.xml"/><Relationship Id="rId7" Type="http://schemas.openxmlformats.org/officeDocument/2006/relationships/image" Target="../media/image8.png"/><Relationship Id="rId2" Type="http://schemas.openxmlformats.org/officeDocument/2006/relationships/diagramData" Target="../diagrams/data291.xml"/><Relationship Id="rId1" Type="http://schemas.openxmlformats.org/officeDocument/2006/relationships/slideLayout" Target="../slideLayouts/slideLayout2.xml"/><Relationship Id="rId6" Type="http://schemas.microsoft.com/office/2007/relationships/diagramDrawing" Target="../diagrams/drawing291.xml"/><Relationship Id="rId5" Type="http://schemas.openxmlformats.org/officeDocument/2006/relationships/diagramColors" Target="../diagrams/colors291.xml"/><Relationship Id="rId4" Type="http://schemas.openxmlformats.org/officeDocument/2006/relationships/diagramQuickStyle" Target="../diagrams/quickStyle291.xml"/></Relationships>
</file>

<file path=ppt/slides/_rels/slide312.xml.rels><?xml version="1.0" encoding="UTF-8" standalone="yes"?>
<Relationships xmlns="http://schemas.openxmlformats.org/package/2006/relationships"><Relationship Id="rId8" Type="http://schemas.openxmlformats.org/officeDocument/2006/relationships/hyperlink" Target="https://www.patterns.dev/vanilla/islands-architecture/" TargetMode="External"/><Relationship Id="rId3" Type="http://schemas.openxmlformats.org/officeDocument/2006/relationships/diagramLayout" Target="../diagrams/layout292.xml"/><Relationship Id="rId7" Type="http://schemas.openxmlformats.org/officeDocument/2006/relationships/image" Target="../media/image10.png"/><Relationship Id="rId2" Type="http://schemas.openxmlformats.org/officeDocument/2006/relationships/diagramData" Target="../diagrams/data292.xml"/><Relationship Id="rId1" Type="http://schemas.openxmlformats.org/officeDocument/2006/relationships/slideLayout" Target="../slideLayouts/slideLayout2.xml"/><Relationship Id="rId6" Type="http://schemas.microsoft.com/office/2007/relationships/diagramDrawing" Target="../diagrams/drawing292.xml"/><Relationship Id="rId5" Type="http://schemas.openxmlformats.org/officeDocument/2006/relationships/diagramColors" Target="../diagrams/colors292.xml"/><Relationship Id="rId4" Type="http://schemas.openxmlformats.org/officeDocument/2006/relationships/diagramQuickStyle" Target="../diagrams/quickStyle292.xml"/><Relationship Id="rId9" Type="http://schemas.openxmlformats.org/officeDocument/2006/relationships/hyperlink" Target="https://www.linkedin.com/pulse/art-balance-mastering-rendering-patterns-modern-web-przemys%C5%82aw-ka%C5%82ka-ayrje/" TargetMode="External"/></Relationships>
</file>

<file path=ppt/slides/_rels/slide313.xml.rels><?xml version="1.0" encoding="UTF-8" standalone="yes"?>
<Relationships xmlns="http://schemas.openxmlformats.org/package/2006/relationships"><Relationship Id="rId3" Type="http://schemas.openxmlformats.org/officeDocument/2006/relationships/diagramLayout" Target="../diagrams/layout293.xml"/><Relationship Id="rId7" Type="http://schemas.openxmlformats.org/officeDocument/2006/relationships/image" Target="../media/image11.png"/><Relationship Id="rId2" Type="http://schemas.openxmlformats.org/officeDocument/2006/relationships/diagramData" Target="../diagrams/data293.xml"/><Relationship Id="rId1" Type="http://schemas.openxmlformats.org/officeDocument/2006/relationships/slideLayout" Target="../slideLayouts/slideLayout2.xml"/><Relationship Id="rId6" Type="http://schemas.microsoft.com/office/2007/relationships/diagramDrawing" Target="../diagrams/drawing293.xml"/><Relationship Id="rId5" Type="http://schemas.openxmlformats.org/officeDocument/2006/relationships/diagramColors" Target="../diagrams/colors293.xml"/><Relationship Id="rId4" Type="http://schemas.openxmlformats.org/officeDocument/2006/relationships/diagramQuickStyle" Target="../diagrams/quickStyle293.xml"/></Relationships>
</file>

<file path=ppt/slides/_rels/slide314.xml.rels><?xml version="1.0" encoding="UTF-8" standalone="yes"?>
<Relationships xmlns="http://schemas.openxmlformats.org/package/2006/relationships"><Relationship Id="rId3" Type="http://schemas.openxmlformats.org/officeDocument/2006/relationships/diagramLayout" Target="../diagrams/layout294.xml"/><Relationship Id="rId7" Type="http://schemas.openxmlformats.org/officeDocument/2006/relationships/image" Target="../media/image12.png"/><Relationship Id="rId2" Type="http://schemas.openxmlformats.org/officeDocument/2006/relationships/diagramData" Target="../diagrams/data294.xml"/><Relationship Id="rId1" Type="http://schemas.openxmlformats.org/officeDocument/2006/relationships/slideLayout" Target="../slideLayouts/slideLayout2.xml"/><Relationship Id="rId6" Type="http://schemas.microsoft.com/office/2007/relationships/diagramDrawing" Target="../diagrams/drawing294.xml"/><Relationship Id="rId5" Type="http://schemas.openxmlformats.org/officeDocument/2006/relationships/diagramColors" Target="../diagrams/colors294.xml"/><Relationship Id="rId4" Type="http://schemas.openxmlformats.org/officeDocument/2006/relationships/diagramQuickStyle" Target="../diagrams/quickStyle294.xml"/></Relationships>
</file>

<file path=ppt/slides/_rels/slide315.xml.rels><?xml version="1.0" encoding="UTF-8" standalone="yes"?>
<Relationships xmlns="http://schemas.openxmlformats.org/package/2006/relationships"><Relationship Id="rId3" Type="http://schemas.openxmlformats.org/officeDocument/2006/relationships/diagramLayout" Target="../diagrams/layout295.xml"/><Relationship Id="rId7" Type="http://schemas.openxmlformats.org/officeDocument/2006/relationships/image" Target="../media/image13.png"/><Relationship Id="rId2" Type="http://schemas.openxmlformats.org/officeDocument/2006/relationships/diagramData" Target="../diagrams/data295.xml"/><Relationship Id="rId1" Type="http://schemas.openxmlformats.org/officeDocument/2006/relationships/slideLayout" Target="../slideLayouts/slideLayout2.xml"/><Relationship Id="rId6" Type="http://schemas.microsoft.com/office/2007/relationships/diagramDrawing" Target="../diagrams/drawing295.xml"/><Relationship Id="rId5" Type="http://schemas.openxmlformats.org/officeDocument/2006/relationships/diagramColors" Target="../diagrams/colors295.xml"/><Relationship Id="rId4" Type="http://schemas.openxmlformats.org/officeDocument/2006/relationships/diagramQuickStyle" Target="../diagrams/quickStyle295.xml"/></Relationships>
</file>

<file path=ppt/slides/_rels/slide316.xml.rels><?xml version="1.0" encoding="UTF-8" standalone="yes"?>
<Relationships xmlns="http://schemas.openxmlformats.org/package/2006/relationships"><Relationship Id="rId3" Type="http://schemas.openxmlformats.org/officeDocument/2006/relationships/diagramLayout" Target="../diagrams/layout296.xml"/><Relationship Id="rId2" Type="http://schemas.openxmlformats.org/officeDocument/2006/relationships/diagramData" Target="../diagrams/data296.xml"/><Relationship Id="rId1" Type="http://schemas.openxmlformats.org/officeDocument/2006/relationships/slideLayout" Target="../slideLayouts/slideLayout2.xml"/><Relationship Id="rId6" Type="http://schemas.microsoft.com/office/2007/relationships/diagramDrawing" Target="../diagrams/drawing296.xml"/><Relationship Id="rId5" Type="http://schemas.openxmlformats.org/officeDocument/2006/relationships/diagramColors" Target="../diagrams/colors296.xml"/><Relationship Id="rId4" Type="http://schemas.openxmlformats.org/officeDocument/2006/relationships/diagramQuickStyle" Target="../diagrams/quickStyle296.xml"/></Relationships>
</file>

<file path=ppt/slides/_rels/slide317.xml.rels><?xml version="1.0" encoding="UTF-8" standalone="yes"?>
<Relationships xmlns="http://schemas.openxmlformats.org/package/2006/relationships"><Relationship Id="rId3" Type="http://schemas.openxmlformats.org/officeDocument/2006/relationships/diagramLayout" Target="../diagrams/layout297.xml"/><Relationship Id="rId2" Type="http://schemas.openxmlformats.org/officeDocument/2006/relationships/diagramData" Target="../diagrams/data297.xml"/><Relationship Id="rId1" Type="http://schemas.openxmlformats.org/officeDocument/2006/relationships/slideLayout" Target="../slideLayouts/slideLayout2.xml"/><Relationship Id="rId6" Type="http://schemas.microsoft.com/office/2007/relationships/diagramDrawing" Target="../diagrams/drawing297.xml"/><Relationship Id="rId5" Type="http://schemas.openxmlformats.org/officeDocument/2006/relationships/diagramColors" Target="../diagrams/colors297.xml"/><Relationship Id="rId4" Type="http://schemas.openxmlformats.org/officeDocument/2006/relationships/diagramQuickStyle" Target="../diagrams/quickStyle297.xml"/></Relationships>
</file>

<file path=ppt/slides/_rels/slide318.xml.rels><?xml version="1.0" encoding="UTF-8" standalone="yes"?>
<Relationships xmlns="http://schemas.openxmlformats.org/package/2006/relationships"><Relationship Id="rId8" Type="http://schemas.openxmlformats.org/officeDocument/2006/relationships/hyperlink" Target="https://en.wikipedia.org/wiki/Micro_frontend" TargetMode="External"/><Relationship Id="rId13" Type="http://schemas.openxmlformats.org/officeDocument/2006/relationships/hyperlink" Target="https://github.com/PacktPublishing/The-Art-of-Micro-Frontends" TargetMode="External"/><Relationship Id="rId18" Type="http://schemas.openxmlformats.org/officeDocument/2006/relationships/hyperlink" Target="https://github.com/PacktPublishing/Building-Micro-Frontends-with-React-18" TargetMode="External"/><Relationship Id="rId3" Type="http://schemas.openxmlformats.org/officeDocument/2006/relationships/diagramData" Target="../diagrams/data298.xml"/><Relationship Id="rId7" Type="http://schemas.microsoft.com/office/2007/relationships/diagramDrawing" Target="../diagrams/drawing298.xml"/><Relationship Id="rId12" Type="http://schemas.openxmlformats.org/officeDocument/2006/relationships/hyperlink" Target="https://www.trendmicro.com/en_us/research/21/h/micro-frontend-guide-technical-integrations.html" TargetMode="External"/><Relationship Id="rId17" Type="http://schemas.openxmlformats.org/officeDocument/2006/relationships/hyperlink" Target="https://www.angulararchitects.io/en/blog/micro-frontends-with-modern-angular-part-1-standalone-and-esbuild/" TargetMode="External"/><Relationship Id="rId2" Type="http://schemas.openxmlformats.org/officeDocument/2006/relationships/notesSlide" Target="../notesSlides/notesSlide308.xml"/><Relationship Id="rId16" Type="http://schemas.openxmlformats.org/officeDocument/2006/relationships/hyperlink" Target="https://mia-platform.eu/blog/micro-frontend-orchestration/" TargetMode="External"/><Relationship Id="rId1" Type="http://schemas.openxmlformats.org/officeDocument/2006/relationships/slideLayout" Target="../slideLayouts/slideLayout2.xml"/><Relationship Id="rId6" Type="http://schemas.openxmlformats.org/officeDocument/2006/relationships/diagramColors" Target="../diagrams/colors298.xml"/><Relationship Id="rId11" Type="http://schemas.openxmlformats.org/officeDocument/2006/relationships/hyperlink" Target="https://lucamezzalira.com/category/micro-frontends/" TargetMode="External"/><Relationship Id="rId5" Type="http://schemas.openxmlformats.org/officeDocument/2006/relationships/diagramQuickStyle" Target="../diagrams/quickStyle298.xml"/><Relationship Id="rId15" Type="http://schemas.openxmlformats.org/officeDocument/2006/relationships/hyperlink" Target="https://blog.bitsrc.io/mastering-microfrontends-9-patterns-every-developer-should-know-397081673770" TargetMode="External"/><Relationship Id="rId10" Type="http://schemas.openxmlformats.org/officeDocument/2006/relationships/hyperlink" Target="https://www.turing.com/blog/micro-frontends-what-are-they-when-to-use-them" TargetMode="External"/><Relationship Id="rId19" Type="http://schemas.openxmlformats.org/officeDocument/2006/relationships/hyperlink" Target="https://www.udemy.com/course/microfrontend-course/?couponCode=ST11MT170325G3" TargetMode="External"/><Relationship Id="rId4" Type="http://schemas.openxmlformats.org/officeDocument/2006/relationships/diagramLayout" Target="../diagrams/layout298.xml"/><Relationship Id="rId9" Type="http://schemas.openxmlformats.org/officeDocument/2006/relationships/hyperlink" Target="https://github.com/naltatis/micro-frontends-in-action-code" TargetMode="External"/><Relationship Id="rId14" Type="http://schemas.openxmlformats.org/officeDocument/2006/relationships/hyperlink" Target="https://blog.bitsrc.io/creating-seamless-user-experiences-a-comprehensive-guide-to-micro-frontend-architectural-patterns-9118a70386b7" TargetMode="External"/></Relationships>
</file>

<file path=ppt/slides/_rels/slide319.xml.rels><?xml version="1.0" encoding="UTF-8" standalone="yes"?>
<Relationships xmlns="http://schemas.openxmlformats.org/package/2006/relationships"><Relationship Id="rId3" Type="http://schemas.openxmlformats.org/officeDocument/2006/relationships/diagramData" Target="../diagrams/data299.xml"/><Relationship Id="rId7" Type="http://schemas.microsoft.com/office/2007/relationships/diagramDrawing" Target="../diagrams/drawing299.xml"/><Relationship Id="rId2" Type="http://schemas.openxmlformats.org/officeDocument/2006/relationships/notesSlide" Target="../notesSlides/notesSlide309.xml"/><Relationship Id="rId1" Type="http://schemas.openxmlformats.org/officeDocument/2006/relationships/slideLayout" Target="../slideLayouts/slideLayout2.xml"/><Relationship Id="rId6" Type="http://schemas.openxmlformats.org/officeDocument/2006/relationships/diagramColors" Target="../diagrams/colors299.xml"/><Relationship Id="rId5" Type="http://schemas.openxmlformats.org/officeDocument/2006/relationships/diagramQuickStyle" Target="../diagrams/quickStyle299.xml"/><Relationship Id="rId4" Type="http://schemas.openxmlformats.org/officeDocument/2006/relationships/diagramLayout" Target="../diagrams/layout299.xml"/></Relationships>
</file>

<file path=ppt/slides/_rels/slide320.xml.rels><?xml version="1.0" encoding="UTF-8" standalone="yes"?>
<Relationships xmlns="http://schemas.openxmlformats.org/package/2006/relationships"><Relationship Id="rId3" Type="http://schemas.openxmlformats.org/officeDocument/2006/relationships/diagramData" Target="../diagrams/data300.xml"/><Relationship Id="rId7" Type="http://schemas.microsoft.com/office/2007/relationships/diagramDrawing" Target="../diagrams/drawing300.xml"/><Relationship Id="rId2" Type="http://schemas.openxmlformats.org/officeDocument/2006/relationships/notesSlide" Target="../notesSlides/notesSlide310.xml"/><Relationship Id="rId1" Type="http://schemas.openxmlformats.org/officeDocument/2006/relationships/slideLayout" Target="../slideLayouts/slideLayout2.xml"/><Relationship Id="rId6" Type="http://schemas.openxmlformats.org/officeDocument/2006/relationships/diagramColors" Target="../diagrams/colors300.xml"/><Relationship Id="rId5" Type="http://schemas.openxmlformats.org/officeDocument/2006/relationships/diagramQuickStyle" Target="../diagrams/quickStyle300.xml"/><Relationship Id="rId4" Type="http://schemas.openxmlformats.org/officeDocument/2006/relationships/diagramLayout" Target="../diagrams/layout300.xml"/></Relationships>
</file>

<file path=ppt/slides/_rels/slide321.xml.rels><?xml version="1.0" encoding="UTF-8" standalone="yes"?>
<Relationships xmlns="http://schemas.openxmlformats.org/package/2006/relationships"><Relationship Id="rId3" Type="http://schemas.openxmlformats.org/officeDocument/2006/relationships/diagramData" Target="../diagrams/data301.xml"/><Relationship Id="rId7" Type="http://schemas.microsoft.com/office/2007/relationships/diagramDrawing" Target="../diagrams/drawing301.xml"/><Relationship Id="rId2" Type="http://schemas.openxmlformats.org/officeDocument/2006/relationships/notesSlide" Target="../notesSlides/notesSlide311.xml"/><Relationship Id="rId1" Type="http://schemas.openxmlformats.org/officeDocument/2006/relationships/slideLayout" Target="../slideLayouts/slideLayout2.xml"/><Relationship Id="rId6" Type="http://schemas.openxmlformats.org/officeDocument/2006/relationships/diagramColors" Target="../diagrams/colors301.xml"/><Relationship Id="rId5" Type="http://schemas.openxmlformats.org/officeDocument/2006/relationships/diagramQuickStyle" Target="../diagrams/quickStyle301.xml"/><Relationship Id="rId4" Type="http://schemas.openxmlformats.org/officeDocument/2006/relationships/diagramLayout" Target="../diagrams/layout301.xml"/></Relationships>
</file>

<file path=ppt/slides/_rels/slide322.xml.rels><?xml version="1.0" encoding="UTF-8" standalone="yes"?>
<Relationships xmlns="http://schemas.openxmlformats.org/package/2006/relationships"><Relationship Id="rId3" Type="http://schemas.openxmlformats.org/officeDocument/2006/relationships/diagramData" Target="../diagrams/data302.xml"/><Relationship Id="rId7" Type="http://schemas.microsoft.com/office/2007/relationships/diagramDrawing" Target="../diagrams/drawing302.xml"/><Relationship Id="rId2" Type="http://schemas.openxmlformats.org/officeDocument/2006/relationships/notesSlide" Target="../notesSlides/notesSlide312.xml"/><Relationship Id="rId1" Type="http://schemas.openxmlformats.org/officeDocument/2006/relationships/slideLayout" Target="../slideLayouts/slideLayout2.xml"/><Relationship Id="rId6" Type="http://schemas.openxmlformats.org/officeDocument/2006/relationships/diagramColors" Target="../diagrams/colors302.xml"/><Relationship Id="rId5" Type="http://schemas.openxmlformats.org/officeDocument/2006/relationships/diagramQuickStyle" Target="../diagrams/quickStyle302.xml"/><Relationship Id="rId4" Type="http://schemas.openxmlformats.org/officeDocument/2006/relationships/diagramLayout" Target="../diagrams/layout302.xml"/></Relationships>
</file>

<file path=ppt/slides/_rels/slide323.xml.rels><?xml version="1.0" encoding="UTF-8" standalone="yes"?>
<Relationships xmlns="http://schemas.openxmlformats.org/package/2006/relationships"><Relationship Id="rId3" Type="http://schemas.openxmlformats.org/officeDocument/2006/relationships/diagramData" Target="../diagrams/data303.xml"/><Relationship Id="rId7" Type="http://schemas.microsoft.com/office/2007/relationships/diagramDrawing" Target="../diagrams/drawing303.xml"/><Relationship Id="rId2" Type="http://schemas.openxmlformats.org/officeDocument/2006/relationships/notesSlide" Target="../notesSlides/notesSlide313.xml"/><Relationship Id="rId1" Type="http://schemas.openxmlformats.org/officeDocument/2006/relationships/slideLayout" Target="../slideLayouts/slideLayout2.xml"/><Relationship Id="rId6" Type="http://schemas.openxmlformats.org/officeDocument/2006/relationships/diagramColors" Target="../diagrams/colors303.xml"/><Relationship Id="rId5" Type="http://schemas.openxmlformats.org/officeDocument/2006/relationships/diagramQuickStyle" Target="../diagrams/quickStyle303.xml"/><Relationship Id="rId4" Type="http://schemas.openxmlformats.org/officeDocument/2006/relationships/diagramLayout" Target="../diagrams/layout303.xml"/></Relationships>
</file>

<file path=ppt/slides/_rels/slide324.xml.rels><?xml version="1.0" encoding="UTF-8" standalone="yes"?>
<Relationships xmlns="http://schemas.openxmlformats.org/package/2006/relationships"><Relationship Id="rId3" Type="http://schemas.openxmlformats.org/officeDocument/2006/relationships/diagramData" Target="../diagrams/data304.xml"/><Relationship Id="rId7" Type="http://schemas.microsoft.com/office/2007/relationships/diagramDrawing" Target="../diagrams/drawing304.xml"/><Relationship Id="rId2" Type="http://schemas.openxmlformats.org/officeDocument/2006/relationships/notesSlide" Target="../notesSlides/notesSlide314.xml"/><Relationship Id="rId1" Type="http://schemas.openxmlformats.org/officeDocument/2006/relationships/slideLayout" Target="../slideLayouts/slideLayout2.xml"/><Relationship Id="rId6" Type="http://schemas.openxmlformats.org/officeDocument/2006/relationships/diagramColors" Target="../diagrams/colors304.xml"/><Relationship Id="rId5" Type="http://schemas.openxmlformats.org/officeDocument/2006/relationships/diagramQuickStyle" Target="../diagrams/quickStyle304.xml"/><Relationship Id="rId4" Type="http://schemas.openxmlformats.org/officeDocument/2006/relationships/diagramLayout" Target="../diagrams/layout304.xml"/></Relationships>
</file>

<file path=ppt/slides/_rels/slide325.xml.rels><?xml version="1.0" encoding="UTF-8" standalone="yes"?>
<Relationships xmlns="http://schemas.openxmlformats.org/package/2006/relationships"><Relationship Id="rId3" Type="http://schemas.openxmlformats.org/officeDocument/2006/relationships/diagramData" Target="../diagrams/data305.xml"/><Relationship Id="rId7" Type="http://schemas.microsoft.com/office/2007/relationships/diagramDrawing" Target="../diagrams/drawing305.xml"/><Relationship Id="rId2" Type="http://schemas.openxmlformats.org/officeDocument/2006/relationships/notesSlide" Target="../notesSlides/notesSlide315.xml"/><Relationship Id="rId1" Type="http://schemas.openxmlformats.org/officeDocument/2006/relationships/slideLayout" Target="../slideLayouts/slideLayout2.xml"/><Relationship Id="rId6" Type="http://schemas.openxmlformats.org/officeDocument/2006/relationships/diagramColors" Target="../diagrams/colors305.xml"/><Relationship Id="rId5" Type="http://schemas.openxmlformats.org/officeDocument/2006/relationships/diagramQuickStyle" Target="../diagrams/quickStyle305.xml"/><Relationship Id="rId4" Type="http://schemas.openxmlformats.org/officeDocument/2006/relationships/diagramLayout" Target="../diagrams/layout305.xml"/></Relationships>
</file>

<file path=ppt/slides/_rels/slide326.xml.rels><?xml version="1.0" encoding="UTF-8" standalone="yes"?>
<Relationships xmlns="http://schemas.openxmlformats.org/package/2006/relationships"><Relationship Id="rId3" Type="http://schemas.openxmlformats.org/officeDocument/2006/relationships/diagramData" Target="../diagrams/data306.xml"/><Relationship Id="rId7" Type="http://schemas.microsoft.com/office/2007/relationships/diagramDrawing" Target="../diagrams/drawing306.xml"/><Relationship Id="rId2" Type="http://schemas.openxmlformats.org/officeDocument/2006/relationships/notesSlide" Target="../notesSlides/notesSlide316.xml"/><Relationship Id="rId1" Type="http://schemas.openxmlformats.org/officeDocument/2006/relationships/slideLayout" Target="../slideLayouts/slideLayout2.xml"/><Relationship Id="rId6" Type="http://schemas.openxmlformats.org/officeDocument/2006/relationships/diagramColors" Target="../diagrams/colors306.xml"/><Relationship Id="rId5" Type="http://schemas.openxmlformats.org/officeDocument/2006/relationships/diagramQuickStyle" Target="../diagrams/quickStyle306.xml"/><Relationship Id="rId4" Type="http://schemas.openxmlformats.org/officeDocument/2006/relationships/diagramLayout" Target="../diagrams/layout306.xml"/></Relationships>
</file>

<file path=ppt/slides/_rels/slide327.xml.rels><?xml version="1.0" encoding="UTF-8" standalone="yes"?>
<Relationships xmlns="http://schemas.openxmlformats.org/package/2006/relationships"><Relationship Id="rId8" Type="http://schemas.openxmlformats.org/officeDocument/2006/relationships/hyperlink" Target="https://learn.microsoft.com/en-us/azure/architecture/patterns/backends-for-frontends" TargetMode="External"/><Relationship Id="rId3" Type="http://schemas.openxmlformats.org/officeDocument/2006/relationships/diagramData" Target="../diagrams/data307.xml"/><Relationship Id="rId7" Type="http://schemas.microsoft.com/office/2007/relationships/diagramDrawing" Target="../diagrams/drawing307.xml"/><Relationship Id="rId2" Type="http://schemas.openxmlformats.org/officeDocument/2006/relationships/notesSlide" Target="../notesSlides/notesSlide317.xml"/><Relationship Id="rId1" Type="http://schemas.openxmlformats.org/officeDocument/2006/relationships/slideLayout" Target="../slideLayouts/slideLayout2.xml"/><Relationship Id="rId6" Type="http://schemas.openxmlformats.org/officeDocument/2006/relationships/diagramColors" Target="../diagrams/colors307.xml"/><Relationship Id="rId11" Type="http://schemas.openxmlformats.org/officeDocument/2006/relationships/hyperlink" Target="https://learn.microsoft.com/en-us/azure/storage/blobs/storage-custom-domain-name?tabs=azure-portal" TargetMode="External"/><Relationship Id="rId5" Type="http://schemas.openxmlformats.org/officeDocument/2006/relationships/diagramQuickStyle" Target="../diagrams/quickStyle307.xml"/><Relationship Id="rId10" Type="http://schemas.openxmlformats.org/officeDocument/2006/relationships/hyperlink" Target="https://medium.com/@machinelearningclub/how-to-use-nginx-with-cdn-c1464618dc88" TargetMode="External"/><Relationship Id="rId4" Type="http://schemas.openxmlformats.org/officeDocument/2006/relationships/diagramLayout" Target="../diagrams/layout307.xml"/><Relationship Id="rId9" Type="http://schemas.openxmlformats.org/officeDocument/2006/relationships/hyperlink" Target="https://medium.com/@ksaquib/nginx-zero-to-hero-your-ultimate-guide-from-beginner-to-advanced-mastery-57e2dad6a77a" TargetMode="External"/></Relationships>
</file>

<file path=ppt/slides/_rels/slide328.xml.rels><?xml version="1.0" encoding="UTF-8" standalone="yes"?>
<Relationships xmlns="http://schemas.openxmlformats.org/package/2006/relationships"><Relationship Id="rId3" Type="http://schemas.openxmlformats.org/officeDocument/2006/relationships/diagramData" Target="../diagrams/data308.xml"/><Relationship Id="rId7" Type="http://schemas.microsoft.com/office/2007/relationships/diagramDrawing" Target="../diagrams/drawing308.xml"/><Relationship Id="rId2" Type="http://schemas.openxmlformats.org/officeDocument/2006/relationships/notesSlide" Target="../notesSlides/notesSlide318.xml"/><Relationship Id="rId1" Type="http://schemas.openxmlformats.org/officeDocument/2006/relationships/slideLayout" Target="../slideLayouts/slideLayout2.xml"/><Relationship Id="rId6" Type="http://schemas.openxmlformats.org/officeDocument/2006/relationships/diagramColors" Target="../diagrams/colors308.xml"/><Relationship Id="rId5" Type="http://schemas.openxmlformats.org/officeDocument/2006/relationships/diagramQuickStyle" Target="../diagrams/quickStyle308.xml"/><Relationship Id="rId4" Type="http://schemas.openxmlformats.org/officeDocument/2006/relationships/diagramLayout" Target="../diagrams/layout308.xml"/></Relationships>
</file>

<file path=ppt/slides/_rels/slide329.xml.rels><?xml version="1.0" encoding="UTF-8" standalone="yes"?>
<Relationships xmlns="http://schemas.openxmlformats.org/package/2006/relationships"><Relationship Id="rId3" Type="http://schemas.openxmlformats.org/officeDocument/2006/relationships/diagramData" Target="../diagrams/data309.xml"/><Relationship Id="rId7" Type="http://schemas.microsoft.com/office/2007/relationships/diagramDrawing" Target="../diagrams/drawing309.xml"/><Relationship Id="rId2" Type="http://schemas.openxmlformats.org/officeDocument/2006/relationships/notesSlide" Target="../notesSlides/notesSlide319.xml"/><Relationship Id="rId1" Type="http://schemas.openxmlformats.org/officeDocument/2006/relationships/slideLayout" Target="../slideLayouts/slideLayout2.xml"/><Relationship Id="rId6" Type="http://schemas.openxmlformats.org/officeDocument/2006/relationships/diagramColors" Target="../diagrams/colors309.xml"/><Relationship Id="rId5" Type="http://schemas.openxmlformats.org/officeDocument/2006/relationships/diagramQuickStyle" Target="../diagrams/quickStyle309.xml"/><Relationship Id="rId4" Type="http://schemas.openxmlformats.org/officeDocument/2006/relationships/diagramLayout" Target="../diagrams/layout309.xml"/></Relationships>
</file>

<file path=ppt/slides/_rels/slide330.xml.rels><?xml version="1.0" encoding="UTF-8" standalone="yes"?>
<Relationships xmlns="http://schemas.openxmlformats.org/package/2006/relationships"><Relationship Id="rId3" Type="http://schemas.openxmlformats.org/officeDocument/2006/relationships/diagramData" Target="../diagrams/data310.xml"/><Relationship Id="rId7" Type="http://schemas.microsoft.com/office/2007/relationships/diagramDrawing" Target="../diagrams/drawing310.xml"/><Relationship Id="rId2" Type="http://schemas.openxmlformats.org/officeDocument/2006/relationships/notesSlide" Target="../notesSlides/notesSlide320.xml"/><Relationship Id="rId1" Type="http://schemas.openxmlformats.org/officeDocument/2006/relationships/slideLayout" Target="../slideLayouts/slideLayout2.xml"/><Relationship Id="rId6" Type="http://schemas.openxmlformats.org/officeDocument/2006/relationships/diagramColors" Target="../diagrams/colors310.xml"/><Relationship Id="rId5" Type="http://schemas.openxmlformats.org/officeDocument/2006/relationships/diagramQuickStyle" Target="../diagrams/quickStyle310.xml"/><Relationship Id="rId4" Type="http://schemas.openxmlformats.org/officeDocument/2006/relationships/diagramLayout" Target="../diagrams/layout310.xml"/></Relationships>
</file>

<file path=ppt/slides/_rels/slide331.xml.rels><?xml version="1.0" encoding="UTF-8" standalone="yes"?>
<Relationships xmlns="http://schemas.openxmlformats.org/package/2006/relationships"><Relationship Id="rId3" Type="http://schemas.openxmlformats.org/officeDocument/2006/relationships/diagramData" Target="../diagrams/data311.xml"/><Relationship Id="rId7" Type="http://schemas.microsoft.com/office/2007/relationships/diagramDrawing" Target="../diagrams/drawing311.xml"/><Relationship Id="rId2" Type="http://schemas.openxmlformats.org/officeDocument/2006/relationships/notesSlide" Target="../notesSlides/notesSlide321.xml"/><Relationship Id="rId1" Type="http://schemas.openxmlformats.org/officeDocument/2006/relationships/slideLayout" Target="../slideLayouts/slideLayout2.xml"/><Relationship Id="rId6" Type="http://schemas.openxmlformats.org/officeDocument/2006/relationships/diagramColors" Target="../diagrams/colors311.xml"/><Relationship Id="rId5" Type="http://schemas.openxmlformats.org/officeDocument/2006/relationships/diagramQuickStyle" Target="../diagrams/quickStyle311.xml"/><Relationship Id="rId4" Type="http://schemas.openxmlformats.org/officeDocument/2006/relationships/diagramLayout" Target="../diagrams/layout311.xml"/></Relationships>
</file>

<file path=ppt/slides/_rels/slide332.xml.rels><?xml version="1.0" encoding="UTF-8" standalone="yes"?>
<Relationships xmlns="http://schemas.openxmlformats.org/package/2006/relationships"><Relationship Id="rId3" Type="http://schemas.openxmlformats.org/officeDocument/2006/relationships/diagramData" Target="../diagrams/data312.xml"/><Relationship Id="rId7" Type="http://schemas.microsoft.com/office/2007/relationships/diagramDrawing" Target="../diagrams/drawing312.xml"/><Relationship Id="rId2" Type="http://schemas.openxmlformats.org/officeDocument/2006/relationships/notesSlide" Target="../notesSlides/notesSlide322.xml"/><Relationship Id="rId1" Type="http://schemas.openxmlformats.org/officeDocument/2006/relationships/slideLayout" Target="../slideLayouts/slideLayout2.xml"/><Relationship Id="rId6" Type="http://schemas.openxmlformats.org/officeDocument/2006/relationships/diagramColors" Target="../diagrams/colors312.xml"/><Relationship Id="rId5" Type="http://schemas.openxmlformats.org/officeDocument/2006/relationships/diagramQuickStyle" Target="../diagrams/quickStyle312.xml"/><Relationship Id="rId4" Type="http://schemas.openxmlformats.org/officeDocument/2006/relationships/diagramLayout" Target="../diagrams/layout312.xml"/></Relationships>
</file>

<file path=ppt/slides/_rels/slide333.xml.rels><?xml version="1.0" encoding="UTF-8" standalone="yes"?>
<Relationships xmlns="http://schemas.openxmlformats.org/package/2006/relationships"><Relationship Id="rId3" Type="http://schemas.openxmlformats.org/officeDocument/2006/relationships/diagramData" Target="../diagrams/data313.xml"/><Relationship Id="rId7" Type="http://schemas.microsoft.com/office/2007/relationships/diagramDrawing" Target="../diagrams/drawing313.xml"/><Relationship Id="rId2" Type="http://schemas.openxmlformats.org/officeDocument/2006/relationships/notesSlide" Target="../notesSlides/notesSlide323.xml"/><Relationship Id="rId1" Type="http://schemas.openxmlformats.org/officeDocument/2006/relationships/slideLayout" Target="../slideLayouts/slideLayout2.xml"/><Relationship Id="rId6" Type="http://schemas.openxmlformats.org/officeDocument/2006/relationships/diagramColors" Target="../diagrams/colors313.xml"/><Relationship Id="rId5" Type="http://schemas.openxmlformats.org/officeDocument/2006/relationships/diagramQuickStyle" Target="../diagrams/quickStyle313.xml"/><Relationship Id="rId4" Type="http://schemas.openxmlformats.org/officeDocument/2006/relationships/diagramLayout" Target="../diagrams/layout313.xml"/></Relationships>
</file>

<file path=ppt/slides/_rels/slide334.xml.rels><?xml version="1.0" encoding="UTF-8" standalone="yes"?>
<Relationships xmlns="http://schemas.openxmlformats.org/package/2006/relationships"><Relationship Id="rId3" Type="http://schemas.openxmlformats.org/officeDocument/2006/relationships/diagramData" Target="../diagrams/data314.xml"/><Relationship Id="rId7" Type="http://schemas.microsoft.com/office/2007/relationships/diagramDrawing" Target="../diagrams/drawing314.xml"/><Relationship Id="rId2" Type="http://schemas.openxmlformats.org/officeDocument/2006/relationships/notesSlide" Target="../notesSlides/notesSlide324.xml"/><Relationship Id="rId1" Type="http://schemas.openxmlformats.org/officeDocument/2006/relationships/slideLayout" Target="../slideLayouts/slideLayout2.xml"/><Relationship Id="rId6" Type="http://schemas.openxmlformats.org/officeDocument/2006/relationships/diagramColors" Target="../diagrams/colors314.xml"/><Relationship Id="rId5" Type="http://schemas.openxmlformats.org/officeDocument/2006/relationships/diagramQuickStyle" Target="../diagrams/quickStyle314.xml"/><Relationship Id="rId4" Type="http://schemas.openxmlformats.org/officeDocument/2006/relationships/diagramLayout" Target="../diagrams/layout314.xml"/></Relationships>
</file>

<file path=ppt/slides/_rels/slide335.xml.rels><?xml version="1.0" encoding="UTF-8" standalone="yes"?>
<Relationships xmlns="http://schemas.openxmlformats.org/package/2006/relationships"><Relationship Id="rId3" Type="http://schemas.openxmlformats.org/officeDocument/2006/relationships/diagramData" Target="../diagrams/data315.xml"/><Relationship Id="rId7" Type="http://schemas.microsoft.com/office/2007/relationships/diagramDrawing" Target="../diagrams/drawing315.xml"/><Relationship Id="rId2" Type="http://schemas.openxmlformats.org/officeDocument/2006/relationships/notesSlide" Target="../notesSlides/notesSlide325.xml"/><Relationship Id="rId1" Type="http://schemas.openxmlformats.org/officeDocument/2006/relationships/slideLayout" Target="../slideLayouts/slideLayout2.xml"/><Relationship Id="rId6" Type="http://schemas.openxmlformats.org/officeDocument/2006/relationships/diagramColors" Target="../diagrams/colors315.xml"/><Relationship Id="rId5" Type="http://schemas.openxmlformats.org/officeDocument/2006/relationships/diagramQuickStyle" Target="../diagrams/quickStyle315.xml"/><Relationship Id="rId4" Type="http://schemas.openxmlformats.org/officeDocument/2006/relationships/diagramLayout" Target="../diagrams/layout315.xml"/></Relationships>
</file>

<file path=ppt/slides/_rels/slide336.xml.rels><?xml version="1.0" encoding="UTF-8" standalone="yes"?>
<Relationships xmlns="http://schemas.openxmlformats.org/package/2006/relationships"><Relationship Id="rId3" Type="http://schemas.openxmlformats.org/officeDocument/2006/relationships/diagramData" Target="../diagrams/data316.xml"/><Relationship Id="rId7" Type="http://schemas.microsoft.com/office/2007/relationships/diagramDrawing" Target="../diagrams/drawing316.xml"/><Relationship Id="rId2" Type="http://schemas.openxmlformats.org/officeDocument/2006/relationships/notesSlide" Target="../notesSlides/notesSlide326.xml"/><Relationship Id="rId1" Type="http://schemas.openxmlformats.org/officeDocument/2006/relationships/slideLayout" Target="../slideLayouts/slideLayout2.xml"/><Relationship Id="rId6" Type="http://schemas.openxmlformats.org/officeDocument/2006/relationships/diagramColors" Target="../diagrams/colors316.xml"/><Relationship Id="rId5" Type="http://schemas.openxmlformats.org/officeDocument/2006/relationships/diagramQuickStyle" Target="../diagrams/quickStyle316.xml"/><Relationship Id="rId4" Type="http://schemas.openxmlformats.org/officeDocument/2006/relationships/diagramLayout" Target="../diagrams/layout316.xml"/></Relationships>
</file>

<file path=ppt/slides/_rels/slide337.xml.rels><?xml version="1.0" encoding="UTF-8" standalone="yes"?>
<Relationships xmlns="http://schemas.openxmlformats.org/package/2006/relationships"><Relationship Id="rId3" Type="http://schemas.openxmlformats.org/officeDocument/2006/relationships/diagramData" Target="../diagrams/data317.xml"/><Relationship Id="rId7" Type="http://schemas.microsoft.com/office/2007/relationships/diagramDrawing" Target="../diagrams/drawing317.xml"/><Relationship Id="rId2" Type="http://schemas.openxmlformats.org/officeDocument/2006/relationships/notesSlide" Target="../notesSlides/notesSlide327.xml"/><Relationship Id="rId1" Type="http://schemas.openxmlformats.org/officeDocument/2006/relationships/slideLayout" Target="../slideLayouts/slideLayout2.xml"/><Relationship Id="rId6" Type="http://schemas.openxmlformats.org/officeDocument/2006/relationships/diagramColors" Target="../diagrams/colors317.xml"/><Relationship Id="rId5" Type="http://schemas.openxmlformats.org/officeDocument/2006/relationships/diagramQuickStyle" Target="../diagrams/quickStyle317.xml"/><Relationship Id="rId4" Type="http://schemas.openxmlformats.org/officeDocument/2006/relationships/diagramLayout" Target="../diagrams/layout317.xml"/></Relationships>
</file>

<file path=ppt/slides/_rels/slide338.xml.rels><?xml version="1.0" encoding="UTF-8" standalone="yes"?>
<Relationships xmlns="http://schemas.openxmlformats.org/package/2006/relationships"><Relationship Id="rId3" Type="http://schemas.openxmlformats.org/officeDocument/2006/relationships/diagramData" Target="../diagrams/data318.xml"/><Relationship Id="rId7" Type="http://schemas.microsoft.com/office/2007/relationships/diagramDrawing" Target="../diagrams/drawing318.xml"/><Relationship Id="rId2" Type="http://schemas.openxmlformats.org/officeDocument/2006/relationships/notesSlide" Target="../notesSlides/notesSlide328.xml"/><Relationship Id="rId1" Type="http://schemas.openxmlformats.org/officeDocument/2006/relationships/slideLayout" Target="../slideLayouts/slideLayout2.xml"/><Relationship Id="rId6" Type="http://schemas.openxmlformats.org/officeDocument/2006/relationships/diagramColors" Target="../diagrams/colors318.xml"/><Relationship Id="rId5" Type="http://schemas.openxmlformats.org/officeDocument/2006/relationships/diagramQuickStyle" Target="../diagrams/quickStyle318.xml"/><Relationship Id="rId4" Type="http://schemas.openxmlformats.org/officeDocument/2006/relationships/diagramLayout" Target="../diagrams/layout318.xml"/></Relationships>
</file>

<file path=ppt/slides/_rels/slide339.xml.rels><?xml version="1.0" encoding="UTF-8" standalone="yes"?>
<Relationships xmlns="http://schemas.openxmlformats.org/package/2006/relationships"><Relationship Id="rId3" Type="http://schemas.openxmlformats.org/officeDocument/2006/relationships/diagramData" Target="../diagrams/data319.xml"/><Relationship Id="rId7" Type="http://schemas.microsoft.com/office/2007/relationships/diagramDrawing" Target="../diagrams/drawing319.xml"/><Relationship Id="rId2" Type="http://schemas.openxmlformats.org/officeDocument/2006/relationships/notesSlide" Target="../notesSlides/notesSlide329.xml"/><Relationship Id="rId1" Type="http://schemas.openxmlformats.org/officeDocument/2006/relationships/slideLayout" Target="../slideLayouts/slideLayout2.xml"/><Relationship Id="rId6" Type="http://schemas.openxmlformats.org/officeDocument/2006/relationships/diagramColors" Target="../diagrams/colors319.xml"/><Relationship Id="rId5" Type="http://schemas.openxmlformats.org/officeDocument/2006/relationships/diagramQuickStyle" Target="../diagrams/quickStyle319.xml"/><Relationship Id="rId4" Type="http://schemas.openxmlformats.org/officeDocument/2006/relationships/diagramLayout" Target="../diagrams/layout319.xml"/></Relationships>
</file>

<file path=ppt/slides/_rels/slide340.xml.rels><?xml version="1.0" encoding="UTF-8" standalone="yes"?>
<Relationships xmlns="http://schemas.openxmlformats.org/package/2006/relationships"><Relationship Id="rId8" Type="http://schemas.openxmlformats.org/officeDocument/2006/relationships/hyperlink" Target="https://developers.googleblog.com/en/web-fundamentals-and-web-starter-kit-resources-for-modern-web-development/" TargetMode="External"/><Relationship Id="rId13" Type="http://schemas.openxmlformats.org/officeDocument/2006/relationships/hyperlink" Target="https://hpbn.co/" TargetMode="External"/><Relationship Id="rId3" Type="http://schemas.openxmlformats.org/officeDocument/2006/relationships/diagramData" Target="../diagrams/data320.xml"/><Relationship Id="rId7" Type="http://schemas.microsoft.com/office/2007/relationships/diagramDrawing" Target="../diagrams/drawing320.xml"/><Relationship Id="rId12" Type="http://schemas.openxmlformats.org/officeDocument/2006/relationships/hyperlink" Target="https://webkit.org/blog/16574/webkit-features-in-safari-18-4/" TargetMode="External"/><Relationship Id="rId2" Type="http://schemas.openxmlformats.org/officeDocument/2006/relationships/notesSlide" Target="../notesSlides/notesSlide330.xml"/><Relationship Id="rId16" Type="http://schemas.openxmlformats.org/officeDocument/2006/relationships/hyperlink" Target="https://jakearchibald.com/2013/solving-rendering-perf-puzzles/" TargetMode="External"/><Relationship Id="rId1" Type="http://schemas.openxmlformats.org/officeDocument/2006/relationships/slideLayout" Target="../slideLayouts/slideLayout2.xml"/><Relationship Id="rId6" Type="http://schemas.openxmlformats.org/officeDocument/2006/relationships/diagramColors" Target="../diagrams/colors320.xml"/><Relationship Id="rId11" Type="http://schemas.openxmlformats.org/officeDocument/2006/relationships/hyperlink" Target="https://firefox-source-docs.mozilla.org/index.html" TargetMode="External"/><Relationship Id="rId5" Type="http://schemas.openxmlformats.org/officeDocument/2006/relationships/diagramQuickStyle" Target="../diagrams/quickStyle320.xml"/><Relationship Id="rId15" Type="http://schemas.openxmlformats.org/officeDocument/2006/relationships/hyperlink" Target="https://web.dev/articles/rendering-performance" TargetMode="External"/><Relationship Id="rId10" Type="http://schemas.openxmlformats.org/officeDocument/2006/relationships/hyperlink" Target="https://developer.chrome.com/blog/inside-browser-part1" TargetMode="External"/><Relationship Id="rId4" Type="http://schemas.openxmlformats.org/officeDocument/2006/relationships/diagramLayout" Target="../diagrams/layout320.xml"/><Relationship Id="rId9" Type="http://schemas.openxmlformats.org/officeDocument/2006/relationships/hyperlink" Target="https://browser.engineering/" TargetMode="External"/><Relationship Id="rId14" Type="http://schemas.openxmlformats.org/officeDocument/2006/relationships/hyperlink" Target="https://braineanear.medium.com/the-v8-engine-series-iii-inline-caching-unlocking-javascript-performance-51cf09a64cc3" TargetMode="External"/></Relationships>
</file>

<file path=ppt/slides/_rels/slide341.xml.rels><?xml version="1.0" encoding="UTF-8" standalone="yes"?>
<Relationships xmlns="http://schemas.openxmlformats.org/package/2006/relationships"><Relationship Id="rId3" Type="http://schemas.openxmlformats.org/officeDocument/2006/relationships/diagramData" Target="../diagrams/data321.xml"/><Relationship Id="rId7" Type="http://schemas.microsoft.com/office/2007/relationships/diagramDrawing" Target="../diagrams/drawing321.xml"/><Relationship Id="rId2" Type="http://schemas.openxmlformats.org/officeDocument/2006/relationships/notesSlide" Target="../notesSlides/notesSlide331.xml"/><Relationship Id="rId1" Type="http://schemas.openxmlformats.org/officeDocument/2006/relationships/slideLayout" Target="../slideLayouts/slideLayout2.xml"/><Relationship Id="rId6" Type="http://schemas.openxmlformats.org/officeDocument/2006/relationships/diagramColors" Target="../diagrams/colors321.xml"/><Relationship Id="rId5" Type="http://schemas.openxmlformats.org/officeDocument/2006/relationships/diagramQuickStyle" Target="../diagrams/quickStyle321.xml"/><Relationship Id="rId4" Type="http://schemas.openxmlformats.org/officeDocument/2006/relationships/diagramLayout" Target="../diagrams/layout321.xml"/></Relationships>
</file>

<file path=ppt/slides/_rels/slide342.xml.rels><?xml version="1.0" encoding="UTF-8" standalone="yes"?>
<Relationships xmlns="http://schemas.openxmlformats.org/package/2006/relationships"><Relationship Id="rId3" Type="http://schemas.openxmlformats.org/officeDocument/2006/relationships/diagramData" Target="../diagrams/data322.xml"/><Relationship Id="rId7" Type="http://schemas.microsoft.com/office/2007/relationships/diagramDrawing" Target="../diagrams/drawing322.xml"/><Relationship Id="rId2" Type="http://schemas.openxmlformats.org/officeDocument/2006/relationships/notesSlide" Target="../notesSlides/notesSlide332.xml"/><Relationship Id="rId1" Type="http://schemas.openxmlformats.org/officeDocument/2006/relationships/slideLayout" Target="../slideLayouts/slideLayout2.xml"/><Relationship Id="rId6" Type="http://schemas.openxmlformats.org/officeDocument/2006/relationships/diagramColors" Target="../diagrams/colors322.xml"/><Relationship Id="rId5" Type="http://schemas.openxmlformats.org/officeDocument/2006/relationships/diagramQuickStyle" Target="../diagrams/quickStyle322.xml"/><Relationship Id="rId4" Type="http://schemas.openxmlformats.org/officeDocument/2006/relationships/diagramLayout" Target="../diagrams/layout322.xml"/></Relationships>
</file>

<file path=ppt/slides/_rels/slide343.xml.rels><?xml version="1.0" encoding="UTF-8" standalone="yes"?>
<Relationships xmlns="http://schemas.openxmlformats.org/package/2006/relationships"><Relationship Id="rId3" Type="http://schemas.openxmlformats.org/officeDocument/2006/relationships/diagramData" Target="../diagrams/data323.xml"/><Relationship Id="rId7" Type="http://schemas.microsoft.com/office/2007/relationships/diagramDrawing" Target="../diagrams/drawing323.xml"/><Relationship Id="rId2" Type="http://schemas.openxmlformats.org/officeDocument/2006/relationships/notesSlide" Target="../notesSlides/notesSlide333.xml"/><Relationship Id="rId1" Type="http://schemas.openxmlformats.org/officeDocument/2006/relationships/slideLayout" Target="../slideLayouts/slideLayout2.xml"/><Relationship Id="rId6" Type="http://schemas.openxmlformats.org/officeDocument/2006/relationships/diagramColors" Target="../diagrams/colors323.xml"/><Relationship Id="rId5" Type="http://schemas.openxmlformats.org/officeDocument/2006/relationships/diagramQuickStyle" Target="../diagrams/quickStyle323.xml"/><Relationship Id="rId4" Type="http://schemas.openxmlformats.org/officeDocument/2006/relationships/diagramLayout" Target="../diagrams/layout323.xml"/></Relationships>
</file>

<file path=ppt/slides/_rels/slide344.xml.rels><?xml version="1.0" encoding="UTF-8" standalone="yes"?>
<Relationships xmlns="http://schemas.openxmlformats.org/package/2006/relationships"><Relationship Id="rId3" Type="http://schemas.openxmlformats.org/officeDocument/2006/relationships/diagramData" Target="../diagrams/data324.xml"/><Relationship Id="rId7" Type="http://schemas.microsoft.com/office/2007/relationships/diagramDrawing" Target="../diagrams/drawing324.xml"/><Relationship Id="rId2" Type="http://schemas.openxmlformats.org/officeDocument/2006/relationships/notesSlide" Target="../notesSlides/notesSlide334.xml"/><Relationship Id="rId1" Type="http://schemas.openxmlformats.org/officeDocument/2006/relationships/slideLayout" Target="../slideLayouts/slideLayout2.xml"/><Relationship Id="rId6" Type="http://schemas.openxmlformats.org/officeDocument/2006/relationships/diagramColors" Target="../diagrams/colors324.xml"/><Relationship Id="rId5" Type="http://schemas.openxmlformats.org/officeDocument/2006/relationships/diagramQuickStyle" Target="../diagrams/quickStyle324.xml"/><Relationship Id="rId4" Type="http://schemas.openxmlformats.org/officeDocument/2006/relationships/diagramLayout" Target="../diagrams/layout324.xml"/></Relationships>
</file>

<file path=ppt/slides/_rels/slide345.xml.rels><?xml version="1.0" encoding="UTF-8" standalone="yes"?>
<Relationships xmlns="http://schemas.openxmlformats.org/package/2006/relationships"><Relationship Id="rId3" Type="http://schemas.openxmlformats.org/officeDocument/2006/relationships/diagramData" Target="../diagrams/data325.xml"/><Relationship Id="rId7" Type="http://schemas.microsoft.com/office/2007/relationships/diagramDrawing" Target="../diagrams/drawing325.xml"/><Relationship Id="rId2" Type="http://schemas.openxmlformats.org/officeDocument/2006/relationships/notesSlide" Target="../notesSlides/notesSlide335.xml"/><Relationship Id="rId1" Type="http://schemas.openxmlformats.org/officeDocument/2006/relationships/slideLayout" Target="../slideLayouts/slideLayout2.xml"/><Relationship Id="rId6" Type="http://schemas.openxmlformats.org/officeDocument/2006/relationships/diagramColors" Target="../diagrams/colors325.xml"/><Relationship Id="rId5" Type="http://schemas.openxmlformats.org/officeDocument/2006/relationships/diagramQuickStyle" Target="../diagrams/quickStyle325.xml"/><Relationship Id="rId4" Type="http://schemas.openxmlformats.org/officeDocument/2006/relationships/diagramLayout" Target="../diagrams/layout325.xml"/></Relationships>
</file>

<file path=ppt/slides/_rels/slide346.xml.rels><?xml version="1.0" encoding="UTF-8" standalone="yes"?>
<Relationships xmlns="http://schemas.openxmlformats.org/package/2006/relationships"><Relationship Id="rId3" Type="http://schemas.openxmlformats.org/officeDocument/2006/relationships/diagramData" Target="../diagrams/data326.xml"/><Relationship Id="rId7" Type="http://schemas.microsoft.com/office/2007/relationships/diagramDrawing" Target="../diagrams/drawing326.xml"/><Relationship Id="rId2" Type="http://schemas.openxmlformats.org/officeDocument/2006/relationships/notesSlide" Target="../notesSlides/notesSlide336.xml"/><Relationship Id="rId1" Type="http://schemas.openxmlformats.org/officeDocument/2006/relationships/slideLayout" Target="../slideLayouts/slideLayout2.xml"/><Relationship Id="rId6" Type="http://schemas.openxmlformats.org/officeDocument/2006/relationships/diagramColors" Target="../diagrams/colors326.xml"/><Relationship Id="rId5" Type="http://schemas.openxmlformats.org/officeDocument/2006/relationships/diagramQuickStyle" Target="../diagrams/quickStyle326.xml"/><Relationship Id="rId4" Type="http://schemas.openxmlformats.org/officeDocument/2006/relationships/diagramLayout" Target="../diagrams/layout326.xml"/></Relationships>
</file>

<file path=ppt/slides/_rels/slide347.xml.rels><?xml version="1.0" encoding="UTF-8" standalone="yes"?>
<Relationships xmlns="http://schemas.openxmlformats.org/package/2006/relationships"><Relationship Id="rId3" Type="http://schemas.openxmlformats.org/officeDocument/2006/relationships/diagramData" Target="../diagrams/data327.xml"/><Relationship Id="rId7" Type="http://schemas.microsoft.com/office/2007/relationships/diagramDrawing" Target="../diagrams/drawing327.xml"/><Relationship Id="rId2" Type="http://schemas.openxmlformats.org/officeDocument/2006/relationships/notesSlide" Target="../notesSlides/notesSlide337.xml"/><Relationship Id="rId1" Type="http://schemas.openxmlformats.org/officeDocument/2006/relationships/slideLayout" Target="../slideLayouts/slideLayout2.xml"/><Relationship Id="rId6" Type="http://schemas.openxmlformats.org/officeDocument/2006/relationships/diagramColors" Target="../diagrams/colors327.xml"/><Relationship Id="rId5" Type="http://schemas.openxmlformats.org/officeDocument/2006/relationships/diagramQuickStyle" Target="../diagrams/quickStyle327.xml"/><Relationship Id="rId4" Type="http://schemas.openxmlformats.org/officeDocument/2006/relationships/diagramLayout" Target="../diagrams/layout327.xml"/></Relationships>
</file>

<file path=ppt/slides/_rels/slide348.xml.rels><?xml version="1.0" encoding="UTF-8" standalone="yes"?>
<Relationships xmlns="http://schemas.openxmlformats.org/package/2006/relationships"><Relationship Id="rId3" Type="http://schemas.openxmlformats.org/officeDocument/2006/relationships/diagramData" Target="../diagrams/data328.xml"/><Relationship Id="rId7" Type="http://schemas.microsoft.com/office/2007/relationships/diagramDrawing" Target="../diagrams/drawing328.xml"/><Relationship Id="rId2" Type="http://schemas.openxmlformats.org/officeDocument/2006/relationships/notesSlide" Target="../notesSlides/notesSlide338.xml"/><Relationship Id="rId1" Type="http://schemas.openxmlformats.org/officeDocument/2006/relationships/slideLayout" Target="../slideLayouts/slideLayout2.xml"/><Relationship Id="rId6" Type="http://schemas.openxmlformats.org/officeDocument/2006/relationships/diagramColors" Target="../diagrams/colors328.xml"/><Relationship Id="rId5" Type="http://schemas.openxmlformats.org/officeDocument/2006/relationships/diagramQuickStyle" Target="../diagrams/quickStyle328.xml"/><Relationship Id="rId4" Type="http://schemas.openxmlformats.org/officeDocument/2006/relationships/diagramLayout" Target="../diagrams/layout328.xml"/></Relationships>
</file>

<file path=ppt/slides/_rels/slide349.xml.rels><?xml version="1.0" encoding="UTF-8" standalone="yes"?>
<Relationships xmlns="http://schemas.openxmlformats.org/package/2006/relationships"><Relationship Id="rId3" Type="http://schemas.openxmlformats.org/officeDocument/2006/relationships/diagramData" Target="../diagrams/data329.xml"/><Relationship Id="rId7" Type="http://schemas.microsoft.com/office/2007/relationships/diagramDrawing" Target="../diagrams/drawing329.xml"/><Relationship Id="rId2" Type="http://schemas.openxmlformats.org/officeDocument/2006/relationships/notesSlide" Target="../notesSlides/notesSlide339.xml"/><Relationship Id="rId1" Type="http://schemas.openxmlformats.org/officeDocument/2006/relationships/slideLayout" Target="../slideLayouts/slideLayout2.xml"/><Relationship Id="rId6" Type="http://schemas.openxmlformats.org/officeDocument/2006/relationships/diagramColors" Target="../diagrams/colors329.xml"/><Relationship Id="rId5" Type="http://schemas.openxmlformats.org/officeDocument/2006/relationships/diagramQuickStyle" Target="../diagrams/quickStyle329.xml"/><Relationship Id="rId4" Type="http://schemas.openxmlformats.org/officeDocument/2006/relationships/diagramLayout" Target="../diagrams/layout329.xml"/></Relationships>
</file>

<file path=ppt/slides/_rels/slide350.xml.rels><?xml version="1.0" encoding="UTF-8" standalone="yes"?>
<Relationships xmlns="http://schemas.openxmlformats.org/package/2006/relationships"><Relationship Id="rId3" Type="http://schemas.openxmlformats.org/officeDocument/2006/relationships/diagramData" Target="../diagrams/data330.xml"/><Relationship Id="rId7" Type="http://schemas.microsoft.com/office/2007/relationships/diagramDrawing" Target="../diagrams/drawing330.xml"/><Relationship Id="rId2" Type="http://schemas.openxmlformats.org/officeDocument/2006/relationships/notesSlide" Target="../notesSlides/notesSlide340.xml"/><Relationship Id="rId1" Type="http://schemas.openxmlformats.org/officeDocument/2006/relationships/slideLayout" Target="../slideLayouts/slideLayout2.xml"/><Relationship Id="rId6" Type="http://schemas.openxmlformats.org/officeDocument/2006/relationships/diagramColors" Target="../diagrams/colors330.xml"/><Relationship Id="rId5" Type="http://schemas.openxmlformats.org/officeDocument/2006/relationships/diagramQuickStyle" Target="../diagrams/quickStyle330.xml"/><Relationship Id="rId4" Type="http://schemas.openxmlformats.org/officeDocument/2006/relationships/diagramLayout" Target="../diagrams/layout330.xml"/></Relationships>
</file>

<file path=ppt/slides/_rels/slide351.xml.rels><?xml version="1.0" encoding="UTF-8" standalone="yes"?>
<Relationships xmlns="http://schemas.openxmlformats.org/package/2006/relationships"><Relationship Id="rId3" Type="http://schemas.openxmlformats.org/officeDocument/2006/relationships/diagramData" Target="../diagrams/data331.xml"/><Relationship Id="rId7" Type="http://schemas.microsoft.com/office/2007/relationships/diagramDrawing" Target="../diagrams/drawing331.xml"/><Relationship Id="rId2" Type="http://schemas.openxmlformats.org/officeDocument/2006/relationships/notesSlide" Target="../notesSlides/notesSlide341.xml"/><Relationship Id="rId1" Type="http://schemas.openxmlformats.org/officeDocument/2006/relationships/slideLayout" Target="../slideLayouts/slideLayout2.xml"/><Relationship Id="rId6" Type="http://schemas.openxmlformats.org/officeDocument/2006/relationships/diagramColors" Target="../diagrams/colors331.xml"/><Relationship Id="rId5" Type="http://schemas.openxmlformats.org/officeDocument/2006/relationships/diagramQuickStyle" Target="../diagrams/quickStyle331.xml"/><Relationship Id="rId4" Type="http://schemas.openxmlformats.org/officeDocument/2006/relationships/diagramLayout" Target="../diagrams/layout331.xml"/></Relationships>
</file>

<file path=ppt/slides/_rels/slide352.xml.rels><?xml version="1.0" encoding="UTF-8" standalone="yes"?>
<Relationships xmlns="http://schemas.openxmlformats.org/package/2006/relationships"><Relationship Id="rId3" Type="http://schemas.openxmlformats.org/officeDocument/2006/relationships/diagramData" Target="../diagrams/data332.xml"/><Relationship Id="rId7" Type="http://schemas.microsoft.com/office/2007/relationships/diagramDrawing" Target="../diagrams/drawing332.xml"/><Relationship Id="rId2" Type="http://schemas.openxmlformats.org/officeDocument/2006/relationships/notesSlide" Target="../notesSlides/notesSlide342.xml"/><Relationship Id="rId1" Type="http://schemas.openxmlformats.org/officeDocument/2006/relationships/slideLayout" Target="../slideLayouts/slideLayout2.xml"/><Relationship Id="rId6" Type="http://schemas.openxmlformats.org/officeDocument/2006/relationships/diagramColors" Target="../diagrams/colors332.xml"/><Relationship Id="rId5" Type="http://schemas.openxmlformats.org/officeDocument/2006/relationships/diagramQuickStyle" Target="../diagrams/quickStyle332.xml"/><Relationship Id="rId4" Type="http://schemas.openxmlformats.org/officeDocument/2006/relationships/diagramLayout" Target="../diagrams/layout332.xml"/></Relationships>
</file>

<file path=ppt/slides/_rels/slide353.xml.rels><?xml version="1.0" encoding="UTF-8" standalone="yes"?>
<Relationships xmlns="http://schemas.openxmlformats.org/package/2006/relationships"><Relationship Id="rId3" Type="http://schemas.openxmlformats.org/officeDocument/2006/relationships/diagramData" Target="../diagrams/data333.xml"/><Relationship Id="rId7" Type="http://schemas.microsoft.com/office/2007/relationships/diagramDrawing" Target="../diagrams/drawing333.xml"/><Relationship Id="rId2" Type="http://schemas.openxmlformats.org/officeDocument/2006/relationships/notesSlide" Target="../notesSlides/notesSlide343.xml"/><Relationship Id="rId1" Type="http://schemas.openxmlformats.org/officeDocument/2006/relationships/slideLayout" Target="../slideLayouts/slideLayout2.xml"/><Relationship Id="rId6" Type="http://schemas.openxmlformats.org/officeDocument/2006/relationships/diagramColors" Target="../diagrams/colors333.xml"/><Relationship Id="rId5" Type="http://schemas.openxmlformats.org/officeDocument/2006/relationships/diagramQuickStyle" Target="../diagrams/quickStyle333.xml"/><Relationship Id="rId4" Type="http://schemas.openxmlformats.org/officeDocument/2006/relationships/diagramLayout" Target="../diagrams/layout333.xml"/></Relationships>
</file>

<file path=ppt/slides/_rels/slide354.xml.rels><?xml version="1.0" encoding="UTF-8" standalone="yes"?>
<Relationships xmlns="http://schemas.openxmlformats.org/package/2006/relationships"><Relationship Id="rId3" Type="http://schemas.openxmlformats.org/officeDocument/2006/relationships/diagramData" Target="../diagrams/data334.xml"/><Relationship Id="rId7" Type="http://schemas.microsoft.com/office/2007/relationships/diagramDrawing" Target="../diagrams/drawing334.xml"/><Relationship Id="rId2" Type="http://schemas.openxmlformats.org/officeDocument/2006/relationships/notesSlide" Target="../notesSlides/notesSlide344.xml"/><Relationship Id="rId1" Type="http://schemas.openxmlformats.org/officeDocument/2006/relationships/slideLayout" Target="../slideLayouts/slideLayout2.xml"/><Relationship Id="rId6" Type="http://schemas.openxmlformats.org/officeDocument/2006/relationships/diagramColors" Target="../diagrams/colors334.xml"/><Relationship Id="rId5" Type="http://schemas.openxmlformats.org/officeDocument/2006/relationships/diagramQuickStyle" Target="../diagrams/quickStyle334.xml"/><Relationship Id="rId4" Type="http://schemas.openxmlformats.org/officeDocument/2006/relationships/diagramLayout" Target="../diagrams/layout334.xml"/></Relationships>
</file>

<file path=ppt/slides/_rels/slide355.xml.rels><?xml version="1.0" encoding="UTF-8" standalone="yes"?>
<Relationships xmlns="http://schemas.openxmlformats.org/package/2006/relationships"><Relationship Id="rId3" Type="http://schemas.openxmlformats.org/officeDocument/2006/relationships/diagramData" Target="../diagrams/data335.xml"/><Relationship Id="rId7" Type="http://schemas.microsoft.com/office/2007/relationships/diagramDrawing" Target="../diagrams/drawing335.xml"/><Relationship Id="rId2" Type="http://schemas.openxmlformats.org/officeDocument/2006/relationships/notesSlide" Target="../notesSlides/notesSlide345.xml"/><Relationship Id="rId1" Type="http://schemas.openxmlformats.org/officeDocument/2006/relationships/slideLayout" Target="../slideLayouts/slideLayout2.xml"/><Relationship Id="rId6" Type="http://schemas.openxmlformats.org/officeDocument/2006/relationships/diagramColors" Target="../diagrams/colors335.xml"/><Relationship Id="rId5" Type="http://schemas.openxmlformats.org/officeDocument/2006/relationships/diagramQuickStyle" Target="../diagrams/quickStyle335.xml"/><Relationship Id="rId4" Type="http://schemas.openxmlformats.org/officeDocument/2006/relationships/diagramLayout" Target="../diagrams/layout335.xml"/></Relationships>
</file>

<file path=ppt/slides/_rels/slide356.xml.rels><?xml version="1.0" encoding="UTF-8" standalone="yes"?>
<Relationships xmlns="http://schemas.openxmlformats.org/package/2006/relationships"><Relationship Id="rId8" Type="http://schemas.openxmlformats.org/officeDocument/2006/relationships/hyperlink" Target="https://developer.mozilla.org/en-US/docs/Web/Performance" TargetMode="External"/><Relationship Id="rId3" Type="http://schemas.openxmlformats.org/officeDocument/2006/relationships/diagramData" Target="../diagrams/data336.xml"/><Relationship Id="rId7" Type="http://schemas.microsoft.com/office/2007/relationships/diagramDrawing" Target="../diagrams/drawing336.xml"/><Relationship Id="rId12" Type="http://schemas.openxmlformats.org/officeDocument/2006/relationships/hyperlink" Target="https://gtmetrix.com/" TargetMode="External"/><Relationship Id="rId2" Type="http://schemas.openxmlformats.org/officeDocument/2006/relationships/notesSlide" Target="../notesSlides/notesSlide346.xml"/><Relationship Id="rId1" Type="http://schemas.openxmlformats.org/officeDocument/2006/relationships/slideLayout" Target="../slideLayouts/slideLayout2.xml"/><Relationship Id="rId6" Type="http://schemas.openxmlformats.org/officeDocument/2006/relationships/diagramColors" Target="../diagrams/colors336.xml"/><Relationship Id="rId11" Type="http://schemas.openxmlformats.org/officeDocument/2006/relationships/hyperlink" Target="https://www.smashingmagazine.com/2025/11/effectively-monitoring-web-performance/" TargetMode="External"/><Relationship Id="rId5" Type="http://schemas.openxmlformats.org/officeDocument/2006/relationships/diagramQuickStyle" Target="../diagrams/quickStyle336.xml"/><Relationship Id="rId10" Type="http://schemas.openxmlformats.org/officeDocument/2006/relationships/hyperlink" Target="https://www.debugbear.com/docs/web-performance-metrics" TargetMode="External"/><Relationship Id="rId4" Type="http://schemas.openxmlformats.org/officeDocument/2006/relationships/diagramLayout" Target="../diagrams/layout336.xml"/><Relationship Id="rId9" Type="http://schemas.openxmlformats.org/officeDocument/2006/relationships/hyperlink" Target="https://web.dev/learn/performance" TargetMode="External"/></Relationships>
</file>

<file path=ppt/slides/_rels/slide357.xml.rels><?xml version="1.0" encoding="UTF-8" standalone="yes"?>
<Relationships xmlns="http://schemas.openxmlformats.org/package/2006/relationships"><Relationship Id="rId3" Type="http://schemas.openxmlformats.org/officeDocument/2006/relationships/diagramData" Target="../diagrams/data337.xml"/><Relationship Id="rId7" Type="http://schemas.microsoft.com/office/2007/relationships/diagramDrawing" Target="../diagrams/drawing337.xml"/><Relationship Id="rId2" Type="http://schemas.openxmlformats.org/officeDocument/2006/relationships/notesSlide" Target="../notesSlides/notesSlide347.xml"/><Relationship Id="rId1" Type="http://schemas.openxmlformats.org/officeDocument/2006/relationships/slideLayout" Target="../slideLayouts/slideLayout2.xml"/><Relationship Id="rId6" Type="http://schemas.openxmlformats.org/officeDocument/2006/relationships/diagramColors" Target="../diagrams/colors337.xml"/><Relationship Id="rId5" Type="http://schemas.openxmlformats.org/officeDocument/2006/relationships/diagramQuickStyle" Target="../diagrams/quickStyle337.xml"/><Relationship Id="rId4" Type="http://schemas.openxmlformats.org/officeDocument/2006/relationships/diagramLayout" Target="../diagrams/layout337.xml"/></Relationships>
</file>

<file path=ppt/slides/_rels/slide358.xml.rels><?xml version="1.0" encoding="UTF-8" standalone="yes"?>
<Relationships xmlns="http://schemas.openxmlformats.org/package/2006/relationships"><Relationship Id="rId3" Type="http://schemas.openxmlformats.org/officeDocument/2006/relationships/diagramData" Target="../diagrams/data338.xml"/><Relationship Id="rId7" Type="http://schemas.microsoft.com/office/2007/relationships/diagramDrawing" Target="../diagrams/drawing338.xml"/><Relationship Id="rId2" Type="http://schemas.openxmlformats.org/officeDocument/2006/relationships/notesSlide" Target="../notesSlides/notesSlide348.xml"/><Relationship Id="rId1" Type="http://schemas.openxmlformats.org/officeDocument/2006/relationships/slideLayout" Target="../slideLayouts/slideLayout2.xml"/><Relationship Id="rId6" Type="http://schemas.openxmlformats.org/officeDocument/2006/relationships/diagramColors" Target="../diagrams/colors338.xml"/><Relationship Id="rId5" Type="http://schemas.openxmlformats.org/officeDocument/2006/relationships/diagramQuickStyle" Target="../diagrams/quickStyle338.xml"/><Relationship Id="rId4" Type="http://schemas.openxmlformats.org/officeDocument/2006/relationships/diagramLayout" Target="../diagrams/layout338.xml"/></Relationships>
</file>

<file path=ppt/slides/_rels/slide359.xml.rels><?xml version="1.0" encoding="UTF-8" standalone="yes"?>
<Relationships xmlns="http://schemas.openxmlformats.org/package/2006/relationships"><Relationship Id="rId3" Type="http://schemas.openxmlformats.org/officeDocument/2006/relationships/diagramData" Target="../diagrams/data339.xml"/><Relationship Id="rId7" Type="http://schemas.microsoft.com/office/2007/relationships/diagramDrawing" Target="../diagrams/drawing339.xml"/><Relationship Id="rId2" Type="http://schemas.openxmlformats.org/officeDocument/2006/relationships/notesSlide" Target="../notesSlides/notesSlide349.xml"/><Relationship Id="rId1" Type="http://schemas.openxmlformats.org/officeDocument/2006/relationships/slideLayout" Target="../slideLayouts/slideLayout2.xml"/><Relationship Id="rId6" Type="http://schemas.openxmlformats.org/officeDocument/2006/relationships/diagramColors" Target="../diagrams/colors339.xml"/><Relationship Id="rId5" Type="http://schemas.openxmlformats.org/officeDocument/2006/relationships/diagramQuickStyle" Target="../diagrams/quickStyle339.xml"/><Relationship Id="rId4" Type="http://schemas.openxmlformats.org/officeDocument/2006/relationships/diagramLayout" Target="../diagrams/layout339.xml"/></Relationships>
</file>

<file path=ppt/slides/_rels/slide360.xml.rels><?xml version="1.0" encoding="UTF-8" standalone="yes"?>
<Relationships xmlns="http://schemas.openxmlformats.org/package/2006/relationships"><Relationship Id="rId3" Type="http://schemas.openxmlformats.org/officeDocument/2006/relationships/diagramData" Target="../diagrams/data340.xml"/><Relationship Id="rId7" Type="http://schemas.microsoft.com/office/2007/relationships/diagramDrawing" Target="../diagrams/drawing340.xml"/><Relationship Id="rId2" Type="http://schemas.openxmlformats.org/officeDocument/2006/relationships/notesSlide" Target="../notesSlides/notesSlide350.xml"/><Relationship Id="rId1" Type="http://schemas.openxmlformats.org/officeDocument/2006/relationships/slideLayout" Target="../slideLayouts/slideLayout2.xml"/><Relationship Id="rId6" Type="http://schemas.openxmlformats.org/officeDocument/2006/relationships/diagramColors" Target="../diagrams/colors340.xml"/><Relationship Id="rId5" Type="http://schemas.openxmlformats.org/officeDocument/2006/relationships/diagramQuickStyle" Target="../diagrams/quickStyle340.xml"/><Relationship Id="rId4" Type="http://schemas.openxmlformats.org/officeDocument/2006/relationships/diagramLayout" Target="../diagrams/layout340.xml"/></Relationships>
</file>

<file path=ppt/slides/_rels/slide361.xml.rels><?xml version="1.0" encoding="UTF-8" standalone="yes"?>
<Relationships xmlns="http://schemas.openxmlformats.org/package/2006/relationships"><Relationship Id="rId3" Type="http://schemas.openxmlformats.org/officeDocument/2006/relationships/diagramData" Target="../diagrams/data341.xml"/><Relationship Id="rId7" Type="http://schemas.microsoft.com/office/2007/relationships/diagramDrawing" Target="../diagrams/drawing341.xml"/><Relationship Id="rId2" Type="http://schemas.openxmlformats.org/officeDocument/2006/relationships/notesSlide" Target="../notesSlides/notesSlide351.xml"/><Relationship Id="rId1" Type="http://schemas.openxmlformats.org/officeDocument/2006/relationships/slideLayout" Target="../slideLayouts/slideLayout2.xml"/><Relationship Id="rId6" Type="http://schemas.openxmlformats.org/officeDocument/2006/relationships/diagramColors" Target="../diagrams/colors341.xml"/><Relationship Id="rId5" Type="http://schemas.openxmlformats.org/officeDocument/2006/relationships/diagramQuickStyle" Target="../diagrams/quickStyle341.xml"/><Relationship Id="rId4" Type="http://schemas.openxmlformats.org/officeDocument/2006/relationships/diagramLayout" Target="../diagrams/layout341.xml"/></Relationships>
</file>

<file path=ppt/slides/_rels/slide362.xml.rels><?xml version="1.0" encoding="UTF-8" standalone="yes"?>
<Relationships xmlns="http://schemas.openxmlformats.org/package/2006/relationships"><Relationship Id="rId3" Type="http://schemas.openxmlformats.org/officeDocument/2006/relationships/diagramData" Target="../diagrams/data342.xml"/><Relationship Id="rId7" Type="http://schemas.microsoft.com/office/2007/relationships/diagramDrawing" Target="../diagrams/drawing342.xml"/><Relationship Id="rId2" Type="http://schemas.openxmlformats.org/officeDocument/2006/relationships/notesSlide" Target="../notesSlides/notesSlide352.xml"/><Relationship Id="rId1" Type="http://schemas.openxmlformats.org/officeDocument/2006/relationships/slideLayout" Target="../slideLayouts/slideLayout2.xml"/><Relationship Id="rId6" Type="http://schemas.openxmlformats.org/officeDocument/2006/relationships/diagramColors" Target="../diagrams/colors342.xml"/><Relationship Id="rId5" Type="http://schemas.openxmlformats.org/officeDocument/2006/relationships/diagramQuickStyle" Target="../diagrams/quickStyle342.xml"/><Relationship Id="rId4" Type="http://schemas.openxmlformats.org/officeDocument/2006/relationships/diagramLayout" Target="../diagrams/layout342.xml"/></Relationships>
</file>

<file path=ppt/slides/_rels/slide363.xml.rels><?xml version="1.0" encoding="UTF-8" standalone="yes"?>
<Relationships xmlns="http://schemas.openxmlformats.org/package/2006/relationships"><Relationship Id="rId3" Type="http://schemas.openxmlformats.org/officeDocument/2006/relationships/diagramData" Target="../diagrams/data343.xml"/><Relationship Id="rId7" Type="http://schemas.microsoft.com/office/2007/relationships/diagramDrawing" Target="../diagrams/drawing343.xml"/><Relationship Id="rId2" Type="http://schemas.openxmlformats.org/officeDocument/2006/relationships/notesSlide" Target="../notesSlides/notesSlide353.xml"/><Relationship Id="rId1" Type="http://schemas.openxmlformats.org/officeDocument/2006/relationships/slideLayout" Target="../slideLayouts/slideLayout2.xml"/><Relationship Id="rId6" Type="http://schemas.openxmlformats.org/officeDocument/2006/relationships/diagramColors" Target="../diagrams/colors343.xml"/><Relationship Id="rId5" Type="http://schemas.openxmlformats.org/officeDocument/2006/relationships/diagramQuickStyle" Target="../diagrams/quickStyle343.xml"/><Relationship Id="rId4" Type="http://schemas.openxmlformats.org/officeDocument/2006/relationships/diagramLayout" Target="../diagrams/layout343.xml"/></Relationships>
</file>

<file path=ppt/slides/_rels/slide364.xml.rels><?xml version="1.0" encoding="UTF-8" standalone="yes"?>
<Relationships xmlns="http://schemas.openxmlformats.org/package/2006/relationships"><Relationship Id="rId3" Type="http://schemas.openxmlformats.org/officeDocument/2006/relationships/diagramData" Target="../diagrams/data344.xml"/><Relationship Id="rId7" Type="http://schemas.microsoft.com/office/2007/relationships/diagramDrawing" Target="../diagrams/drawing344.xml"/><Relationship Id="rId2" Type="http://schemas.openxmlformats.org/officeDocument/2006/relationships/notesSlide" Target="../notesSlides/notesSlide354.xml"/><Relationship Id="rId1" Type="http://schemas.openxmlformats.org/officeDocument/2006/relationships/slideLayout" Target="../slideLayouts/slideLayout2.xml"/><Relationship Id="rId6" Type="http://schemas.openxmlformats.org/officeDocument/2006/relationships/diagramColors" Target="../diagrams/colors344.xml"/><Relationship Id="rId5" Type="http://schemas.openxmlformats.org/officeDocument/2006/relationships/diagramQuickStyle" Target="../diagrams/quickStyle344.xml"/><Relationship Id="rId4" Type="http://schemas.openxmlformats.org/officeDocument/2006/relationships/diagramLayout" Target="../diagrams/layout344.xml"/></Relationships>
</file>

<file path=ppt/slides/_rels/slide365.xml.rels><?xml version="1.0" encoding="UTF-8" standalone="yes"?>
<Relationships xmlns="http://schemas.openxmlformats.org/package/2006/relationships"><Relationship Id="rId3" Type="http://schemas.openxmlformats.org/officeDocument/2006/relationships/diagramData" Target="../diagrams/data345.xml"/><Relationship Id="rId7" Type="http://schemas.microsoft.com/office/2007/relationships/diagramDrawing" Target="../diagrams/drawing345.xml"/><Relationship Id="rId2" Type="http://schemas.openxmlformats.org/officeDocument/2006/relationships/notesSlide" Target="../notesSlides/notesSlide355.xml"/><Relationship Id="rId1" Type="http://schemas.openxmlformats.org/officeDocument/2006/relationships/slideLayout" Target="../slideLayouts/slideLayout2.xml"/><Relationship Id="rId6" Type="http://schemas.openxmlformats.org/officeDocument/2006/relationships/diagramColors" Target="../diagrams/colors345.xml"/><Relationship Id="rId5" Type="http://schemas.openxmlformats.org/officeDocument/2006/relationships/diagramQuickStyle" Target="../diagrams/quickStyle345.xml"/><Relationship Id="rId4" Type="http://schemas.openxmlformats.org/officeDocument/2006/relationships/diagramLayout" Target="../diagrams/layout345.xml"/></Relationships>
</file>

<file path=ppt/slides/_rels/slide366.xml.rels><?xml version="1.0" encoding="UTF-8" standalone="yes"?>
<Relationships xmlns="http://schemas.openxmlformats.org/package/2006/relationships"><Relationship Id="rId3" Type="http://schemas.openxmlformats.org/officeDocument/2006/relationships/diagramData" Target="../diagrams/data346.xml"/><Relationship Id="rId7" Type="http://schemas.microsoft.com/office/2007/relationships/diagramDrawing" Target="../diagrams/drawing346.xml"/><Relationship Id="rId2" Type="http://schemas.openxmlformats.org/officeDocument/2006/relationships/notesSlide" Target="../notesSlides/notesSlide356.xml"/><Relationship Id="rId1" Type="http://schemas.openxmlformats.org/officeDocument/2006/relationships/slideLayout" Target="../slideLayouts/slideLayout2.xml"/><Relationship Id="rId6" Type="http://schemas.openxmlformats.org/officeDocument/2006/relationships/diagramColors" Target="../diagrams/colors346.xml"/><Relationship Id="rId5" Type="http://schemas.openxmlformats.org/officeDocument/2006/relationships/diagramQuickStyle" Target="../diagrams/quickStyle346.xml"/><Relationship Id="rId4" Type="http://schemas.openxmlformats.org/officeDocument/2006/relationships/diagramLayout" Target="../diagrams/layout346.xml"/></Relationships>
</file>

<file path=ppt/slides/_rels/slide367.xml.rels><?xml version="1.0" encoding="UTF-8" standalone="yes"?>
<Relationships xmlns="http://schemas.openxmlformats.org/package/2006/relationships"><Relationship Id="rId3" Type="http://schemas.openxmlformats.org/officeDocument/2006/relationships/diagramData" Target="../diagrams/data347.xml"/><Relationship Id="rId7" Type="http://schemas.microsoft.com/office/2007/relationships/diagramDrawing" Target="../diagrams/drawing347.xml"/><Relationship Id="rId2" Type="http://schemas.openxmlformats.org/officeDocument/2006/relationships/notesSlide" Target="../notesSlides/notesSlide357.xml"/><Relationship Id="rId1" Type="http://schemas.openxmlformats.org/officeDocument/2006/relationships/slideLayout" Target="../slideLayouts/slideLayout2.xml"/><Relationship Id="rId6" Type="http://schemas.openxmlformats.org/officeDocument/2006/relationships/diagramColors" Target="../diagrams/colors347.xml"/><Relationship Id="rId5" Type="http://schemas.openxmlformats.org/officeDocument/2006/relationships/diagramQuickStyle" Target="../diagrams/quickStyle347.xml"/><Relationship Id="rId4" Type="http://schemas.openxmlformats.org/officeDocument/2006/relationships/diagramLayout" Target="../diagrams/layout347.xml"/></Relationships>
</file>

<file path=ppt/slides/_rels/slide368.xml.rels><?xml version="1.0" encoding="UTF-8" standalone="yes"?>
<Relationships xmlns="http://schemas.openxmlformats.org/package/2006/relationships"><Relationship Id="rId3" Type="http://schemas.openxmlformats.org/officeDocument/2006/relationships/diagramData" Target="../diagrams/data348.xml"/><Relationship Id="rId7" Type="http://schemas.microsoft.com/office/2007/relationships/diagramDrawing" Target="../diagrams/drawing348.xml"/><Relationship Id="rId2" Type="http://schemas.openxmlformats.org/officeDocument/2006/relationships/notesSlide" Target="../notesSlides/notesSlide358.xml"/><Relationship Id="rId1" Type="http://schemas.openxmlformats.org/officeDocument/2006/relationships/slideLayout" Target="../slideLayouts/slideLayout2.xml"/><Relationship Id="rId6" Type="http://schemas.openxmlformats.org/officeDocument/2006/relationships/diagramColors" Target="../diagrams/colors348.xml"/><Relationship Id="rId5" Type="http://schemas.openxmlformats.org/officeDocument/2006/relationships/diagramQuickStyle" Target="../diagrams/quickStyle348.xml"/><Relationship Id="rId4" Type="http://schemas.openxmlformats.org/officeDocument/2006/relationships/diagramLayout" Target="../diagrams/layout348.xml"/></Relationships>
</file>

<file path=ppt/slides/_rels/slide369.xml.rels><?xml version="1.0" encoding="UTF-8" standalone="yes"?>
<Relationships xmlns="http://schemas.openxmlformats.org/package/2006/relationships"><Relationship Id="rId3" Type="http://schemas.openxmlformats.org/officeDocument/2006/relationships/diagramData" Target="../diagrams/data349.xml"/><Relationship Id="rId7" Type="http://schemas.microsoft.com/office/2007/relationships/diagramDrawing" Target="../diagrams/drawing349.xml"/><Relationship Id="rId2" Type="http://schemas.openxmlformats.org/officeDocument/2006/relationships/notesSlide" Target="../notesSlides/notesSlide359.xml"/><Relationship Id="rId1" Type="http://schemas.openxmlformats.org/officeDocument/2006/relationships/slideLayout" Target="../slideLayouts/slideLayout2.xml"/><Relationship Id="rId6" Type="http://schemas.openxmlformats.org/officeDocument/2006/relationships/diagramColors" Target="../diagrams/colors349.xml"/><Relationship Id="rId5" Type="http://schemas.openxmlformats.org/officeDocument/2006/relationships/diagramQuickStyle" Target="../diagrams/quickStyle349.xml"/><Relationship Id="rId4" Type="http://schemas.openxmlformats.org/officeDocument/2006/relationships/diagramLayout" Target="../diagrams/layout349.xml"/></Relationships>
</file>

<file path=ppt/slides/_rels/slide370.xml.rels><?xml version="1.0" encoding="UTF-8" standalone="yes"?>
<Relationships xmlns="http://schemas.openxmlformats.org/package/2006/relationships"><Relationship Id="rId3" Type="http://schemas.openxmlformats.org/officeDocument/2006/relationships/diagramData" Target="../diagrams/data350.xml"/><Relationship Id="rId7" Type="http://schemas.microsoft.com/office/2007/relationships/diagramDrawing" Target="../diagrams/drawing350.xml"/><Relationship Id="rId2" Type="http://schemas.openxmlformats.org/officeDocument/2006/relationships/notesSlide" Target="../notesSlides/notesSlide360.xml"/><Relationship Id="rId1" Type="http://schemas.openxmlformats.org/officeDocument/2006/relationships/slideLayout" Target="../slideLayouts/slideLayout2.xml"/><Relationship Id="rId6" Type="http://schemas.openxmlformats.org/officeDocument/2006/relationships/diagramColors" Target="../diagrams/colors350.xml"/><Relationship Id="rId5" Type="http://schemas.openxmlformats.org/officeDocument/2006/relationships/diagramQuickStyle" Target="../diagrams/quickStyle350.xml"/><Relationship Id="rId4" Type="http://schemas.openxmlformats.org/officeDocument/2006/relationships/diagramLayout" Target="../diagrams/layout350.xml"/></Relationships>
</file>

<file path=ppt/slides/_rels/slide371.xml.rels><?xml version="1.0" encoding="UTF-8" standalone="yes"?>
<Relationships xmlns="http://schemas.openxmlformats.org/package/2006/relationships"><Relationship Id="rId3" Type="http://schemas.openxmlformats.org/officeDocument/2006/relationships/diagramData" Target="../diagrams/data351.xml"/><Relationship Id="rId7" Type="http://schemas.microsoft.com/office/2007/relationships/diagramDrawing" Target="../diagrams/drawing351.xml"/><Relationship Id="rId2" Type="http://schemas.openxmlformats.org/officeDocument/2006/relationships/notesSlide" Target="../notesSlides/notesSlide361.xml"/><Relationship Id="rId1" Type="http://schemas.openxmlformats.org/officeDocument/2006/relationships/slideLayout" Target="../slideLayouts/slideLayout2.xml"/><Relationship Id="rId6" Type="http://schemas.openxmlformats.org/officeDocument/2006/relationships/diagramColors" Target="../diagrams/colors351.xml"/><Relationship Id="rId5" Type="http://schemas.openxmlformats.org/officeDocument/2006/relationships/diagramQuickStyle" Target="../diagrams/quickStyle351.xml"/><Relationship Id="rId4" Type="http://schemas.openxmlformats.org/officeDocument/2006/relationships/diagramLayout" Target="../diagrams/layout351.xml"/></Relationships>
</file>

<file path=ppt/slides/_rels/slide372.xml.rels><?xml version="1.0" encoding="UTF-8" standalone="yes"?>
<Relationships xmlns="http://schemas.openxmlformats.org/package/2006/relationships"><Relationship Id="rId3" Type="http://schemas.openxmlformats.org/officeDocument/2006/relationships/diagramData" Target="../diagrams/data352.xml"/><Relationship Id="rId7" Type="http://schemas.microsoft.com/office/2007/relationships/diagramDrawing" Target="../diagrams/drawing352.xml"/><Relationship Id="rId2" Type="http://schemas.openxmlformats.org/officeDocument/2006/relationships/notesSlide" Target="../notesSlides/notesSlide362.xml"/><Relationship Id="rId1" Type="http://schemas.openxmlformats.org/officeDocument/2006/relationships/slideLayout" Target="../slideLayouts/slideLayout2.xml"/><Relationship Id="rId6" Type="http://schemas.openxmlformats.org/officeDocument/2006/relationships/diagramColors" Target="../diagrams/colors352.xml"/><Relationship Id="rId5" Type="http://schemas.openxmlformats.org/officeDocument/2006/relationships/diagramQuickStyle" Target="../diagrams/quickStyle352.xml"/><Relationship Id="rId4" Type="http://schemas.openxmlformats.org/officeDocument/2006/relationships/diagramLayout" Target="../diagrams/layout352.xml"/></Relationships>
</file>

<file path=ppt/slides/_rels/slide373.xml.rels><?xml version="1.0" encoding="UTF-8" standalone="yes"?>
<Relationships xmlns="http://schemas.openxmlformats.org/package/2006/relationships"><Relationship Id="rId3" Type="http://schemas.openxmlformats.org/officeDocument/2006/relationships/diagramData" Target="../diagrams/data353.xml"/><Relationship Id="rId7" Type="http://schemas.microsoft.com/office/2007/relationships/diagramDrawing" Target="../diagrams/drawing353.xml"/><Relationship Id="rId2" Type="http://schemas.openxmlformats.org/officeDocument/2006/relationships/notesSlide" Target="../notesSlides/notesSlide363.xml"/><Relationship Id="rId1" Type="http://schemas.openxmlformats.org/officeDocument/2006/relationships/slideLayout" Target="../slideLayouts/slideLayout2.xml"/><Relationship Id="rId6" Type="http://schemas.openxmlformats.org/officeDocument/2006/relationships/diagramColors" Target="../diagrams/colors353.xml"/><Relationship Id="rId5" Type="http://schemas.openxmlformats.org/officeDocument/2006/relationships/diagramQuickStyle" Target="../diagrams/quickStyle353.xml"/><Relationship Id="rId4" Type="http://schemas.openxmlformats.org/officeDocument/2006/relationships/diagramLayout" Target="../diagrams/layout353.xml"/></Relationships>
</file>

<file path=ppt/slides/_rels/slide374.xml.rels><?xml version="1.0" encoding="UTF-8" standalone="yes"?>
<Relationships xmlns="http://schemas.openxmlformats.org/package/2006/relationships"><Relationship Id="rId3" Type="http://schemas.openxmlformats.org/officeDocument/2006/relationships/diagramData" Target="../diagrams/data354.xml"/><Relationship Id="rId7" Type="http://schemas.microsoft.com/office/2007/relationships/diagramDrawing" Target="../diagrams/drawing354.xml"/><Relationship Id="rId2" Type="http://schemas.openxmlformats.org/officeDocument/2006/relationships/notesSlide" Target="../notesSlides/notesSlide364.xml"/><Relationship Id="rId1" Type="http://schemas.openxmlformats.org/officeDocument/2006/relationships/slideLayout" Target="../slideLayouts/slideLayout2.xml"/><Relationship Id="rId6" Type="http://schemas.openxmlformats.org/officeDocument/2006/relationships/diagramColors" Target="../diagrams/colors354.xml"/><Relationship Id="rId5" Type="http://schemas.openxmlformats.org/officeDocument/2006/relationships/diagramQuickStyle" Target="../diagrams/quickStyle354.xml"/><Relationship Id="rId4" Type="http://schemas.openxmlformats.org/officeDocument/2006/relationships/diagramLayout" Target="../diagrams/layout354.xml"/></Relationships>
</file>

<file path=ppt/slides/_rels/slide375.xml.rels><?xml version="1.0" encoding="UTF-8" standalone="yes"?>
<Relationships xmlns="http://schemas.openxmlformats.org/package/2006/relationships"><Relationship Id="rId3" Type="http://schemas.openxmlformats.org/officeDocument/2006/relationships/diagramData" Target="../diagrams/data355.xml"/><Relationship Id="rId7" Type="http://schemas.microsoft.com/office/2007/relationships/diagramDrawing" Target="../diagrams/drawing355.xml"/><Relationship Id="rId2" Type="http://schemas.openxmlformats.org/officeDocument/2006/relationships/notesSlide" Target="../notesSlides/notesSlide365.xml"/><Relationship Id="rId1" Type="http://schemas.openxmlformats.org/officeDocument/2006/relationships/slideLayout" Target="../slideLayouts/slideLayout2.xml"/><Relationship Id="rId6" Type="http://schemas.openxmlformats.org/officeDocument/2006/relationships/diagramColors" Target="../diagrams/colors355.xml"/><Relationship Id="rId5" Type="http://schemas.openxmlformats.org/officeDocument/2006/relationships/diagramQuickStyle" Target="../diagrams/quickStyle355.xml"/><Relationship Id="rId4" Type="http://schemas.openxmlformats.org/officeDocument/2006/relationships/diagramLayout" Target="../diagrams/layout355.xml"/></Relationships>
</file>

<file path=ppt/slides/_rels/slide376.xml.rels><?xml version="1.0" encoding="UTF-8" standalone="yes"?>
<Relationships xmlns="http://schemas.openxmlformats.org/package/2006/relationships"><Relationship Id="rId3" Type="http://schemas.openxmlformats.org/officeDocument/2006/relationships/diagramData" Target="../diagrams/data356.xml"/><Relationship Id="rId7" Type="http://schemas.microsoft.com/office/2007/relationships/diagramDrawing" Target="../diagrams/drawing356.xml"/><Relationship Id="rId2" Type="http://schemas.openxmlformats.org/officeDocument/2006/relationships/notesSlide" Target="../notesSlides/notesSlide366.xml"/><Relationship Id="rId1" Type="http://schemas.openxmlformats.org/officeDocument/2006/relationships/slideLayout" Target="../slideLayouts/slideLayout2.xml"/><Relationship Id="rId6" Type="http://schemas.openxmlformats.org/officeDocument/2006/relationships/diagramColors" Target="../diagrams/colors356.xml"/><Relationship Id="rId5" Type="http://schemas.openxmlformats.org/officeDocument/2006/relationships/diagramQuickStyle" Target="../diagrams/quickStyle356.xml"/><Relationship Id="rId4" Type="http://schemas.openxmlformats.org/officeDocument/2006/relationships/diagramLayout" Target="../diagrams/layout356.xml"/></Relationships>
</file>

<file path=ppt/slides/_rels/slide377.xml.rels><?xml version="1.0" encoding="UTF-8" standalone="yes"?>
<Relationships xmlns="http://schemas.openxmlformats.org/package/2006/relationships"><Relationship Id="rId3" Type="http://schemas.openxmlformats.org/officeDocument/2006/relationships/diagramData" Target="../diagrams/data357.xml"/><Relationship Id="rId7" Type="http://schemas.microsoft.com/office/2007/relationships/diagramDrawing" Target="../diagrams/drawing357.xml"/><Relationship Id="rId2" Type="http://schemas.openxmlformats.org/officeDocument/2006/relationships/notesSlide" Target="../notesSlides/notesSlide367.xml"/><Relationship Id="rId1" Type="http://schemas.openxmlformats.org/officeDocument/2006/relationships/slideLayout" Target="../slideLayouts/slideLayout2.xml"/><Relationship Id="rId6" Type="http://schemas.openxmlformats.org/officeDocument/2006/relationships/diagramColors" Target="../diagrams/colors357.xml"/><Relationship Id="rId5" Type="http://schemas.openxmlformats.org/officeDocument/2006/relationships/diagramQuickStyle" Target="../diagrams/quickStyle357.xml"/><Relationship Id="rId4" Type="http://schemas.openxmlformats.org/officeDocument/2006/relationships/diagramLayout" Target="../diagrams/layout357.xml"/></Relationships>
</file>

<file path=ppt/slides/_rels/slide378.xml.rels><?xml version="1.0" encoding="UTF-8" standalone="yes"?>
<Relationships xmlns="http://schemas.openxmlformats.org/package/2006/relationships"><Relationship Id="rId3" Type="http://schemas.openxmlformats.org/officeDocument/2006/relationships/diagramData" Target="../diagrams/data358.xml"/><Relationship Id="rId7" Type="http://schemas.microsoft.com/office/2007/relationships/diagramDrawing" Target="../diagrams/drawing358.xml"/><Relationship Id="rId2" Type="http://schemas.openxmlformats.org/officeDocument/2006/relationships/notesSlide" Target="../notesSlides/notesSlide368.xml"/><Relationship Id="rId1" Type="http://schemas.openxmlformats.org/officeDocument/2006/relationships/slideLayout" Target="../slideLayouts/slideLayout2.xml"/><Relationship Id="rId6" Type="http://schemas.openxmlformats.org/officeDocument/2006/relationships/diagramColors" Target="../diagrams/colors358.xml"/><Relationship Id="rId5" Type="http://schemas.openxmlformats.org/officeDocument/2006/relationships/diagramQuickStyle" Target="../diagrams/quickStyle358.xml"/><Relationship Id="rId4" Type="http://schemas.openxmlformats.org/officeDocument/2006/relationships/diagramLayout" Target="../diagrams/layout358.xml"/></Relationships>
</file>

<file path=ppt/slides/_rels/slide379.xml.rels><?xml version="1.0" encoding="UTF-8" standalone="yes"?>
<Relationships xmlns="http://schemas.openxmlformats.org/package/2006/relationships"><Relationship Id="rId3" Type="http://schemas.openxmlformats.org/officeDocument/2006/relationships/diagramData" Target="../diagrams/data359.xml"/><Relationship Id="rId7" Type="http://schemas.microsoft.com/office/2007/relationships/diagramDrawing" Target="../diagrams/drawing359.xml"/><Relationship Id="rId2" Type="http://schemas.openxmlformats.org/officeDocument/2006/relationships/notesSlide" Target="../notesSlides/notesSlide369.xml"/><Relationship Id="rId1" Type="http://schemas.openxmlformats.org/officeDocument/2006/relationships/slideLayout" Target="../slideLayouts/slideLayout2.xml"/><Relationship Id="rId6" Type="http://schemas.openxmlformats.org/officeDocument/2006/relationships/diagramColors" Target="../diagrams/colors359.xml"/><Relationship Id="rId5" Type="http://schemas.openxmlformats.org/officeDocument/2006/relationships/diagramQuickStyle" Target="../diagrams/quickStyle359.xml"/><Relationship Id="rId4" Type="http://schemas.openxmlformats.org/officeDocument/2006/relationships/diagramLayout" Target="../diagrams/layout359.xml"/></Relationships>
</file>

<file path=ppt/slides/_rels/slide380.xml.rels><?xml version="1.0" encoding="UTF-8" standalone="yes"?>
<Relationships xmlns="http://schemas.openxmlformats.org/package/2006/relationships"><Relationship Id="rId3" Type="http://schemas.openxmlformats.org/officeDocument/2006/relationships/diagramData" Target="../diagrams/data360.xml"/><Relationship Id="rId7" Type="http://schemas.microsoft.com/office/2007/relationships/diagramDrawing" Target="../diagrams/drawing360.xml"/><Relationship Id="rId2" Type="http://schemas.openxmlformats.org/officeDocument/2006/relationships/notesSlide" Target="../notesSlides/notesSlide370.xml"/><Relationship Id="rId1" Type="http://schemas.openxmlformats.org/officeDocument/2006/relationships/slideLayout" Target="../slideLayouts/slideLayout2.xml"/><Relationship Id="rId6" Type="http://schemas.openxmlformats.org/officeDocument/2006/relationships/diagramColors" Target="../diagrams/colors360.xml"/><Relationship Id="rId5" Type="http://schemas.openxmlformats.org/officeDocument/2006/relationships/diagramQuickStyle" Target="../diagrams/quickStyle360.xml"/><Relationship Id="rId4" Type="http://schemas.openxmlformats.org/officeDocument/2006/relationships/diagramLayout" Target="../diagrams/layout360.xml"/></Relationships>
</file>

<file path=ppt/slides/_rels/slide381.xml.rels><?xml version="1.0" encoding="UTF-8" standalone="yes"?>
<Relationships xmlns="http://schemas.openxmlformats.org/package/2006/relationships"><Relationship Id="rId3" Type="http://schemas.openxmlformats.org/officeDocument/2006/relationships/diagramData" Target="../diagrams/data361.xml"/><Relationship Id="rId7" Type="http://schemas.microsoft.com/office/2007/relationships/diagramDrawing" Target="../diagrams/drawing361.xml"/><Relationship Id="rId2" Type="http://schemas.openxmlformats.org/officeDocument/2006/relationships/notesSlide" Target="../notesSlides/notesSlide371.xml"/><Relationship Id="rId1" Type="http://schemas.openxmlformats.org/officeDocument/2006/relationships/slideLayout" Target="../slideLayouts/slideLayout2.xml"/><Relationship Id="rId6" Type="http://schemas.openxmlformats.org/officeDocument/2006/relationships/diagramColors" Target="../diagrams/colors361.xml"/><Relationship Id="rId5" Type="http://schemas.openxmlformats.org/officeDocument/2006/relationships/diagramQuickStyle" Target="../diagrams/quickStyle361.xml"/><Relationship Id="rId4" Type="http://schemas.openxmlformats.org/officeDocument/2006/relationships/diagramLayout" Target="../diagrams/layout361.xml"/></Relationships>
</file>

<file path=ppt/slides/_rels/slide382.xml.rels><?xml version="1.0" encoding="UTF-8" standalone="yes"?>
<Relationships xmlns="http://schemas.openxmlformats.org/package/2006/relationships"><Relationship Id="rId3" Type="http://schemas.openxmlformats.org/officeDocument/2006/relationships/diagramData" Target="../diagrams/data362.xml"/><Relationship Id="rId7" Type="http://schemas.microsoft.com/office/2007/relationships/diagramDrawing" Target="../diagrams/drawing362.xml"/><Relationship Id="rId2" Type="http://schemas.openxmlformats.org/officeDocument/2006/relationships/notesSlide" Target="../notesSlides/notesSlide372.xml"/><Relationship Id="rId1" Type="http://schemas.openxmlformats.org/officeDocument/2006/relationships/slideLayout" Target="../slideLayouts/slideLayout2.xml"/><Relationship Id="rId6" Type="http://schemas.openxmlformats.org/officeDocument/2006/relationships/diagramColors" Target="../diagrams/colors362.xml"/><Relationship Id="rId5" Type="http://schemas.openxmlformats.org/officeDocument/2006/relationships/diagramQuickStyle" Target="../diagrams/quickStyle362.xml"/><Relationship Id="rId4" Type="http://schemas.openxmlformats.org/officeDocument/2006/relationships/diagramLayout" Target="../diagrams/layout362.xml"/></Relationships>
</file>

<file path=ppt/slides/_rels/slide383.xml.rels><?xml version="1.0" encoding="UTF-8" standalone="yes"?>
<Relationships xmlns="http://schemas.openxmlformats.org/package/2006/relationships"><Relationship Id="rId3" Type="http://schemas.openxmlformats.org/officeDocument/2006/relationships/diagramData" Target="../diagrams/data363.xml"/><Relationship Id="rId7" Type="http://schemas.microsoft.com/office/2007/relationships/diagramDrawing" Target="../diagrams/drawing363.xml"/><Relationship Id="rId2" Type="http://schemas.openxmlformats.org/officeDocument/2006/relationships/notesSlide" Target="../notesSlides/notesSlide373.xml"/><Relationship Id="rId1" Type="http://schemas.openxmlformats.org/officeDocument/2006/relationships/slideLayout" Target="../slideLayouts/slideLayout2.xml"/><Relationship Id="rId6" Type="http://schemas.openxmlformats.org/officeDocument/2006/relationships/diagramColors" Target="../diagrams/colors363.xml"/><Relationship Id="rId5" Type="http://schemas.openxmlformats.org/officeDocument/2006/relationships/diagramQuickStyle" Target="../diagrams/quickStyle363.xml"/><Relationship Id="rId4" Type="http://schemas.openxmlformats.org/officeDocument/2006/relationships/diagramLayout" Target="../diagrams/layout363.xml"/></Relationships>
</file>

<file path=ppt/slides/_rels/slide384.xml.rels><?xml version="1.0" encoding="UTF-8" standalone="yes"?>
<Relationships xmlns="http://schemas.openxmlformats.org/package/2006/relationships"><Relationship Id="rId3" Type="http://schemas.openxmlformats.org/officeDocument/2006/relationships/diagramData" Target="../diagrams/data364.xml"/><Relationship Id="rId7" Type="http://schemas.microsoft.com/office/2007/relationships/diagramDrawing" Target="../diagrams/drawing364.xml"/><Relationship Id="rId2" Type="http://schemas.openxmlformats.org/officeDocument/2006/relationships/notesSlide" Target="../notesSlides/notesSlide374.xml"/><Relationship Id="rId1" Type="http://schemas.openxmlformats.org/officeDocument/2006/relationships/slideLayout" Target="../slideLayouts/slideLayout2.xml"/><Relationship Id="rId6" Type="http://schemas.openxmlformats.org/officeDocument/2006/relationships/diagramColors" Target="../diagrams/colors364.xml"/><Relationship Id="rId5" Type="http://schemas.openxmlformats.org/officeDocument/2006/relationships/diagramQuickStyle" Target="../diagrams/quickStyle364.xml"/><Relationship Id="rId4" Type="http://schemas.openxmlformats.org/officeDocument/2006/relationships/diagramLayout" Target="../diagrams/layout364.xml"/></Relationships>
</file>

<file path=ppt/slides/_rels/slide385.xml.rels><?xml version="1.0" encoding="UTF-8" standalone="yes"?>
<Relationships xmlns="http://schemas.openxmlformats.org/package/2006/relationships"><Relationship Id="rId3" Type="http://schemas.openxmlformats.org/officeDocument/2006/relationships/diagramData" Target="../diagrams/data365.xml"/><Relationship Id="rId7" Type="http://schemas.microsoft.com/office/2007/relationships/diagramDrawing" Target="../diagrams/drawing365.xml"/><Relationship Id="rId2" Type="http://schemas.openxmlformats.org/officeDocument/2006/relationships/notesSlide" Target="../notesSlides/notesSlide375.xml"/><Relationship Id="rId1" Type="http://schemas.openxmlformats.org/officeDocument/2006/relationships/slideLayout" Target="../slideLayouts/slideLayout2.xml"/><Relationship Id="rId6" Type="http://schemas.openxmlformats.org/officeDocument/2006/relationships/diagramColors" Target="../diagrams/colors365.xml"/><Relationship Id="rId5" Type="http://schemas.openxmlformats.org/officeDocument/2006/relationships/diagramQuickStyle" Target="../diagrams/quickStyle365.xml"/><Relationship Id="rId4" Type="http://schemas.openxmlformats.org/officeDocument/2006/relationships/diagramLayout" Target="../diagrams/layout365.xml"/></Relationships>
</file>

<file path=ppt/slides/_rels/slide386.xml.rels><?xml version="1.0" encoding="UTF-8" standalone="yes"?>
<Relationships xmlns="http://schemas.openxmlformats.org/package/2006/relationships"><Relationship Id="rId3" Type="http://schemas.openxmlformats.org/officeDocument/2006/relationships/diagramData" Target="../diagrams/data366.xml"/><Relationship Id="rId7" Type="http://schemas.microsoft.com/office/2007/relationships/diagramDrawing" Target="../diagrams/drawing366.xml"/><Relationship Id="rId2" Type="http://schemas.openxmlformats.org/officeDocument/2006/relationships/notesSlide" Target="../notesSlides/notesSlide376.xml"/><Relationship Id="rId1" Type="http://schemas.openxmlformats.org/officeDocument/2006/relationships/slideLayout" Target="../slideLayouts/slideLayout2.xml"/><Relationship Id="rId6" Type="http://schemas.openxmlformats.org/officeDocument/2006/relationships/diagramColors" Target="../diagrams/colors366.xml"/><Relationship Id="rId5" Type="http://schemas.openxmlformats.org/officeDocument/2006/relationships/diagramQuickStyle" Target="../diagrams/quickStyle366.xml"/><Relationship Id="rId4" Type="http://schemas.openxmlformats.org/officeDocument/2006/relationships/diagramLayout" Target="../diagrams/layout366.xml"/></Relationships>
</file>

<file path=ppt/slides/_rels/slide387.xml.rels><?xml version="1.0" encoding="UTF-8" standalone="yes"?>
<Relationships xmlns="http://schemas.openxmlformats.org/package/2006/relationships"><Relationship Id="rId3" Type="http://schemas.openxmlformats.org/officeDocument/2006/relationships/diagramData" Target="../diagrams/data367.xml"/><Relationship Id="rId7" Type="http://schemas.microsoft.com/office/2007/relationships/diagramDrawing" Target="../diagrams/drawing367.xml"/><Relationship Id="rId2" Type="http://schemas.openxmlformats.org/officeDocument/2006/relationships/notesSlide" Target="../notesSlides/notesSlide377.xml"/><Relationship Id="rId1" Type="http://schemas.openxmlformats.org/officeDocument/2006/relationships/slideLayout" Target="../slideLayouts/slideLayout2.xml"/><Relationship Id="rId6" Type="http://schemas.openxmlformats.org/officeDocument/2006/relationships/diagramColors" Target="../diagrams/colors367.xml"/><Relationship Id="rId5" Type="http://schemas.openxmlformats.org/officeDocument/2006/relationships/diagramQuickStyle" Target="../diagrams/quickStyle367.xml"/><Relationship Id="rId4" Type="http://schemas.openxmlformats.org/officeDocument/2006/relationships/diagramLayout" Target="../diagrams/layout367.xml"/></Relationships>
</file>

<file path=ppt/slides/_rels/slide388.xml.rels><?xml version="1.0" encoding="UTF-8" standalone="yes"?>
<Relationships xmlns="http://schemas.openxmlformats.org/package/2006/relationships"><Relationship Id="rId8" Type="http://schemas.openxmlformats.org/officeDocument/2006/relationships/hyperlink" Target="https://gamemath.com/" TargetMode="External"/><Relationship Id="rId3" Type="http://schemas.openxmlformats.org/officeDocument/2006/relationships/diagramData" Target="../diagrams/data368.xml"/><Relationship Id="rId7" Type="http://schemas.microsoft.com/office/2007/relationships/diagramDrawing" Target="../diagrams/drawing368.xml"/><Relationship Id="rId12" Type="http://schemas.openxmlformats.org/officeDocument/2006/relationships/hyperlink" Target="https://github.com/akalenuk/geometry-for-programmers-code" TargetMode="External"/><Relationship Id="rId2" Type="http://schemas.openxmlformats.org/officeDocument/2006/relationships/notesSlide" Target="../notesSlides/notesSlide378.xml"/><Relationship Id="rId1" Type="http://schemas.openxmlformats.org/officeDocument/2006/relationships/slideLayout" Target="../slideLayouts/slideLayout2.xml"/><Relationship Id="rId6" Type="http://schemas.openxmlformats.org/officeDocument/2006/relationships/diagramColors" Target="../diagrams/colors368.xml"/><Relationship Id="rId11" Type="http://schemas.openxmlformats.org/officeDocument/2006/relationships/hyperlink" Target="https://www.manning.com/books/math-for-web-design" TargetMode="External"/><Relationship Id="rId5" Type="http://schemas.openxmlformats.org/officeDocument/2006/relationships/diagramQuickStyle" Target="../diagrams/quickStyle368.xml"/><Relationship Id="rId10" Type="http://schemas.openxmlformats.org/officeDocument/2006/relationships/hyperlink" Target="https://github.com/orlandpm/Math-for-Programmers" TargetMode="External"/><Relationship Id="rId4" Type="http://schemas.openxmlformats.org/officeDocument/2006/relationships/diagramLayout" Target="../diagrams/layout368.xml"/><Relationship Id="rId9" Type="http://schemas.openxmlformats.org/officeDocument/2006/relationships/hyperlink" Target="https://www.youtube.com/watch?v=fjOdtSu4Lm4" TargetMode="Externa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DD4B0E-4F81-6DCE-81C4-CBB28CA2E6F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70AAB85-A7D7-0C74-AD21-92D78184435D}"/>
              </a:ext>
            </a:extLst>
          </p:cNvPr>
          <p:cNvSpPr/>
          <p:nvPr/>
        </p:nvSpPr>
        <p:spPr>
          <a:xfrm>
            <a:off x="1676399" y="141294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36F3D1B-8745-2897-0DB9-5D60D1E33498}"/>
              </a:ext>
            </a:extLst>
          </p:cNvPr>
          <p:cNvSpPr/>
          <p:nvPr/>
        </p:nvSpPr>
        <p:spPr>
          <a:xfrm>
            <a:off x="1676399" y="1600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786E738-BC7A-3E71-B33A-6A9C6F4C41A4}"/>
              </a:ext>
            </a:extLst>
          </p:cNvPr>
          <p:cNvGraphicFramePr/>
          <p:nvPr>
            <p:extLst>
              <p:ext uri="{D42A27DB-BD31-4B8C-83A1-F6EECF244321}">
                <p14:modId xmlns:p14="http://schemas.microsoft.com/office/powerpoint/2010/main" val="2683595765"/>
              </p:ext>
            </p:extLst>
          </p:nvPr>
        </p:nvGraphicFramePr>
        <p:xfrm>
          <a:off x="304800" y="-152401"/>
          <a:ext cx="8686800" cy="154502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1813828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84DEC2-DF54-64EE-5E70-3DFDCAE415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B1BCC79-E6D6-865B-4785-372F909C2E1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BD242FC-35EF-D162-312C-3917BE01146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D19D644-DEE3-D80C-7911-1C7DD1DA9AC8}"/>
              </a:ext>
            </a:extLst>
          </p:cNvPr>
          <p:cNvGraphicFramePr/>
          <p:nvPr>
            <p:extLst>
              <p:ext uri="{D42A27DB-BD31-4B8C-83A1-F6EECF244321}">
                <p14:modId xmlns:p14="http://schemas.microsoft.com/office/powerpoint/2010/main" val="255340508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1005CA7-86B8-0966-7C4B-3978CFD8BF5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EB5F124-6EF7-A732-016A-D7522772D74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891C895-B26A-6009-B08C-E7649DD8837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5DE9670-8708-4345-0AFA-4F4D10B8DD5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10E09F6E-5224-6EDE-ECDE-BCD59F1A48E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E45215EC-6927-DF81-C443-5DB2EA82BF17}"/>
              </a:ext>
            </a:extLst>
          </p:cNvPr>
          <p:cNvSpPr txBox="1">
            <a:spLocks/>
          </p:cNvSpPr>
          <p:nvPr/>
        </p:nvSpPr>
        <p:spPr>
          <a:xfrm>
            <a:off x="152400" y="6858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Design System is a holistic system consisting of Guidelines + Components + Tokens + Processes.</a:t>
            </a:r>
          </a:p>
          <a:p>
            <a:pPr marL="12700" marR="5080"/>
            <a:r>
              <a:rPr lang="en-US" sz="1500" kern="0" spc="-80" dirty="0">
                <a:solidFill>
                  <a:schemeClr val="accent6"/>
                </a:solidFill>
              </a:rPr>
              <a:t>Design System = Design Principles + Design Tokens + Design Patterns + Component Libraries (Web, iOS, Android, Desktop) + Documentation Site + Governance &amp; Contribution Model +</a:t>
            </a:r>
          </a:p>
          <a:p>
            <a:pPr marL="12700" marR="5080"/>
            <a:r>
              <a:rPr lang="en-US" sz="1500" kern="0" spc="-80" dirty="0">
                <a:solidFill>
                  <a:schemeClr val="accent6"/>
                </a:solidFill>
              </a:rPr>
              <a:t>Tooling &amp; Automation</a:t>
            </a:r>
          </a:p>
          <a:p>
            <a:pPr marL="12700" marR="5080"/>
            <a:r>
              <a:rPr lang="en-US" sz="1500" kern="0" spc="-80" dirty="0">
                <a:solidFill>
                  <a:schemeClr val="accent2"/>
                </a:solidFill>
              </a:rPr>
              <a:t>Focus: </a:t>
            </a:r>
            <a:r>
              <a:rPr lang="en-US" sz="1500" kern="0" spc="-80" dirty="0">
                <a:solidFill>
                  <a:schemeClr val="accent6"/>
                </a:solidFill>
              </a:rPr>
              <a:t>Consistency, scalability, multi-platform coherence</a:t>
            </a:r>
          </a:p>
          <a:p>
            <a:pPr marL="12700" marR="5080"/>
            <a:r>
              <a:rPr lang="en-US" sz="1500" kern="0" spc="-80" dirty="0">
                <a:solidFill>
                  <a:schemeClr val="accent2"/>
                </a:solidFill>
              </a:rPr>
              <a:t>Examples: </a:t>
            </a:r>
            <a:r>
              <a:rPr lang="en-US" sz="1500" kern="0" spc="-80" dirty="0">
                <a:solidFill>
                  <a:schemeClr val="accent6"/>
                </a:solidFill>
              </a:rPr>
              <a:t>Google Material Design, Salesforce Lightning, IBM Carbon, Atlassian Design System</a:t>
            </a:r>
          </a:p>
          <a:p>
            <a:pPr marL="12700" marR="5080"/>
            <a:endParaRPr lang="en-US" sz="1500" kern="0" spc="-80" dirty="0">
              <a:solidFill>
                <a:schemeClr val="accent6"/>
              </a:solidFill>
            </a:endParaRPr>
          </a:p>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🎯1 Design Principles</a:t>
            </a:r>
          </a:p>
          <a:p>
            <a:pPr marL="12700" marR="5080"/>
            <a:r>
              <a:rPr lang="en-US" sz="1500" kern="0" spc="-80" dirty="0">
                <a:solidFill>
                  <a:schemeClr val="accent6"/>
                </a:solidFill>
              </a:rPr>
              <a:t>High-level rules guiding design decisions.</a:t>
            </a:r>
          </a:p>
          <a:p>
            <a:pPr marL="12700" marR="5080"/>
            <a:r>
              <a:rPr lang="en-US" sz="1500" kern="0" spc="-80" dirty="0">
                <a:solidFill>
                  <a:schemeClr val="accent2"/>
                </a:solidFill>
              </a:rPr>
              <a:t>Examples:</a:t>
            </a:r>
          </a:p>
          <a:p>
            <a:pPr marL="12700" marR="5080"/>
            <a:r>
              <a:rPr lang="en-US" sz="1500" kern="0" spc="-80" dirty="0">
                <a:solidFill>
                  <a:schemeClr val="accent6"/>
                </a:solidFill>
              </a:rPr>
              <a:t>Clarity</a:t>
            </a:r>
          </a:p>
          <a:p>
            <a:pPr marL="12700" marR="5080"/>
            <a:r>
              <a:rPr lang="en-US" sz="1500" kern="0" spc="-80" dirty="0">
                <a:solidFill>
                  <a:schemeClr val="accent6"/>
                </a:solidFill>
              </a:rPr>
              <a:t>Accessibility-first</a:t>
            </a:r>
          </a:p>
          <a:p>
            <a:pPr marL="12700" marR="5080"/>
            <a:r>
              <a:rPr lang="en-US" sz="1500" kern="0" spc="-80" dirty="0">
                <a:solidFill>
                  <a:schemeClr val="accent6"/>
                </a:solidFill>
              </a:rPr>
              <a:t>Efficiency</a:t>
            </a:r>
          </a:p>
          <a:p>
            <a:pPr marL="12700" marR="5080"/>
            <a:r>
              <a:rPr lang="en-US" sz="1500" kern="0" spc="-80" dirty="0">
                <a:solidFill>
                  <a:schemeClr val="accent6"/>
                </a:solidFill>
              </a:rPr>
              <a:t>Consistency</a:t>
            </a:r>
          </a:p>
          <a:p>
            <a:pPr marL="12700" marR="5080"/>
            <a:r>
              <a:rPr lang="en-US" sz="1500" kern="0" spc="-80" dirty="0">
                <a:solidFill>
                  <a:schemeClr val="accent6"/>
                </a:solidFill>
              </a:rPr>
              <a:t>Brand alignment</a:t>
            </a:r>
          </a:p>
          <a:p>
            <a:pPr marL="12700" marR="5080"/>
            <a:r>
              <a:rPr lang="en-US" sz="1500" kern="0" spc="-80" dirty="0">
                <a:solidFill>
                  <a:schemeClr val="accent6"/>
                </a:solidFill>
              </a:rPr>
              <a:t>Motion with meaning</a:t>
            </a:r>
          </a:p>
          <a:p>
            <a:pPr marL="12700" marR="5080"/>
            <a:endParaRPr lang="en-US" sz="1500" kern="0" spc="-80" dirty="0">
              <a:solidFill>
                <a:schemeClr val="accent6"/>
              </a:solidFill>
            </a:endParaRPr>
          </a:p>
          <a:p>
            <a:pPr marL="12700" marR="5080"/>
            <a:r>
              <a:rPr lang="en-US" sz="1500" kern="0" spc="-80" dirty="0">
                <a:solidFill>
                  <a:schemeClr val="accent2"/>
                </a:solidFill>
              </a:rPr>
              <a:t>🎨 2 Design Tokens</a:t>
            </a:r>
          </a:p>
          <a:p>
            <a:pPr marL="12700" marR="5080"/>
            <a:r>
              <a:rPr lang="en-US" sz="1500" kern="0" spc="-80" dirty="0">
                <a:solidFill>
                  <a:schemeClr val="accent6"/>
                </a:solidFill>
              </a:rPr>
              <a:t>Primitive design variables.</a:t>
            </a:r>
          </a:p>
          <a:p>
            <a:pPr marL="12700" marR="5080"/>
            <a:r>
              <a:rPr lang="en-US" sz="1500" kern="0" spc="-80" dirty="0">
                <a:solidFill>
                  <a:schemeClr val="accent2"/>
                </a:solidFill>
              </a:rPr>
              <a:t>Types of Tokens:</a:t>
            </a:r>
          </a:p>
        </p:txBody>
      </p:sp>
    </p:spTree>
    <p:extLst>
      <p:ext uri="{BB962C8B-B14F-4D97-AF65-F5344CB8AC3E}">
        <p14:creationId xmlns:p14="http://schemas.microsoft.com/office/powerpoint/2010/main" val="29272854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0F6908-7989-B266-07DD-8148AC1D25E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FCB29CC-206C-9106-694C-9B680A00CAB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82DCD5E-7F8E-68D4-941E-678FC0DF301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192699-DBFF-EC16-23B5-D36D0B132B1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70C6670-8F12-B19A-57D7-31BD02DC67A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9E67940-EFA4-1FFC-5715-062484E000C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A7AF79B-7E82-5ADD-3DF2-FA56C7E3B4E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3BC2904-98C4-44B9-0D29-1A948B2619E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7AC4344C-8283-272C-9DD5-E5B8E7B84CB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CD902E9B-2BEC-D969-5499-B34C64D2EC68}"/>
              </a:ext>
            </a:extLst>
          </p:cNvPr>
          <p:cNvSpPr txBox="1">
            <a:spLocks/>
          </p:cNvSpPr>
          <p:nvPr/>
        </p:nvSpPr>
        <p:spPr>
          <a:xfrm>
            <a:off x="152400" y="6858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 2 Design Tokens</a:t>
            </a:r>
          </a:p>
          <a:p>
            <a:pPr marL="12700" marR="5080"/>
            <a:r>
              <a:rPr lang="en-US" sz="1500" kern="0" spc="-80" dirty="0">
                <a:solidFill>
                  <a:schemeClr val="accent2"/>
                </a:solidFill>
              </a:rPr>
              <a:t>Token Type	Examples</a:t>
            </a:r>
          </a:p>
          <a:p>
            <a:pPr marL="12700" marR="5080"/>
            <a:r>
              <a:rPr lang="en-US" sz="1500" kern="0" spc="-80" dirty="0">
                <a:solidFill>
                  <a:schemeClr val="accent6"/>
                </a:solidFill>
              </a:rPr>
              <a:t>Color	                  primary, background, surface</a:t>
            </a:r>
          </a:p>
          <a:p>
            <a:pPr marL="12700" marR="5080"/>
            <a:r>
              <a:rPr lang="en-US" sz="1500" kern="0" spc="-80" dirty="0">
                <a:solidFill>
                  <a:schemeClr val="accent6"/>
                </a:solidFill>
              </a:rPr>
              <a:t>Typography	font families, sizes, weights</a:t>
            </a:r>
          </a:p>
          <a:p>
            <a:pPr marL="12700" marR="5080"/>
            <a:r>
              <a:rPr lang="en-US" sz="1500" kern="0" spc="-80" dirty="0">
                <a:solidFill>
                  <a:schemeClr val="accent6"/>
                </a:solidFill>
              </a:rPr>
              <a:t>Spacing	                  4px scale (4,8,12,16…)</a:t>
            </a:r>
          </a:p>
          <a:p>
            <a:pPr marL="12700" marR="5080"/>
            <a:r>
              <a:rPr lang="en-US" sz="1500" kern="0" spc="-80" dirty="0">
                <a:solidFill>
                  <a:schemeClr val="accent6"/>
                </a:solidFill>
              </a:rPr>
              <a:t>Radius	                  small, medium, large</a:t>
            </a:r>
          </a:p>
          <a:p>
            <a:pPr marL="12700" marR="5080"/>
            <a:r>
              <a:rPr lang="en-US" sz="1500" kern="0" spc="-80" dirty="0">
                <a:solidFill>
                  <a:schemeClr val="accent6"/>
                </a:solidFill>
              </a:rPr>
              <a:t>Elevation	                  shadows, overlays</a:t>
            </a:r>
          </a:p>
          <a:p>
            <a:pPr marL="12700" marR="5080"/>
            <a:r>
              <a:rPr lang="en-US" sz="1500" kern="0" spc="-80" dirty="0">
                <a:solidFill>
                  <a:schemeClr val="accent6"/>
                </a:solidFill>
              </a:rPr>
              <a:t>Motion	                  durations, </a:t>
            </a:r>
            <a:r>
              <a:rPr lang="en-US" sz="1500" kern="0" spc="-80" dirty="0" err="1">
                <a:solidFill>
                  <a:schemeClr val="accent6"/>
                </a:solidFill>
              </a:rPr>
              <a:t>easings</a:t>
            </a:r>
            <a:endParaRPr lang="en-US" sz="1500" kern="0" spc="-80" dirty="0">
              <a:solidFill>
                <a:schemeClr val="accent6"/>
              </a:solidFill>
            </a:endParaRPr>
          </a:p>
          <a:p>
            <a:pPr marL="12700" marR="5080"/>
            <a:r>
              <a:rPr lang="en-US" sz="1500" kern="0" spc="-80" dirty="0">
                <a:solidFill>
                  <a:schemeClr val="accent6"/>
                </a:solidFill>
              </a:rPr>
              <a:t>Z-index	                  layers</a:t>
            </a:r>
          </a:p>
          <a:p>
            <a:pPr marL="12700" marR="5080"/>
            <a:endParaRPr lang="en-US" sz="1500" kern="0" spc="-80" dirty="0">
              <a:solidFill>
                <a:schemeClr val="accent6"/>
              </a:solidFill>
            </a:endParaRPr>
          </a:p>
          <a:p>
            <a:pPr marL="12700" marR="5080"/>
            <a:r>
              <a:rPr lang="en-US" sz="1500" kern="0" spc="-80" dirty="0">
                <a:solidFill>
                  <a:schemeClr val="accent2"/>
                </a:solidFill>
              </a:rPr>
              <a:t>Token Levels:</a:t>
            </a:r>
          </a:p>
          <a:p>
            <a:pPr marL="12700" marR="5080"/>
            <a:r>
              <a:rPr lang="en-US" sz="1500" kern="0" spc="-80" dirty="0">
                <a:solidFill>
                  <a:schemeClr val="accent6"/>
                </a:solidFill>
              </a:rPr>
              <a:t>Global tokens → (brand colors)</a:t>
            </a:r>
          </a:p>
          <a:p>
            <a:pPr marL="12700" marR="5080"/>
            <a:r>
              <a:rPr lang="en-US" sz="1500" kern="0" spc="-80" dirty="0">
                <a:solidFill>
                  <a:schemeClr val="accent6"/>
                </a:solidFill>
              </a:rPr>
              <a:t>Alias tokens → (</a:t>
            </a:r>
            <a:r>
              <a:rPr lang="en-US" sz="1500" kern="0" spc="-80" dirty="0" err="1">
                <a:solidFill>
                  <a:schemeClr val="accent6"/>
                </a:solidFill>
              </a:rPr>
              <a:t>Button.primary.background</a:t>
            </a:r>
            <a:r>
              <a:rPr lang="en-US" sz="1500" kern="0" spc="-80" dirty="0">
                <a:solidFill>
                  <a:schemeClr val="accent6"/>
                </a:solidFill>
              </a:rPr>
              <a:t>)</a:t>
            </a:r>
          </a:p>
          <a:p>
            <a:pPr marL="12700" marR="5080"/>
            <a:r>
              <a:rPr lang="en-US" sz="1500" kern="0" spc="-80" dirty="0">
                <a:solidFill>
                  <a:schemeClr val="accent6"/>
                </a:solidFill>
              </a:rPr>
              <a:t>Component tokens → (</a:t>
            </a:r>
            <a:r>
              <a:rPr lang="en-US" sz="1500" kern="0" spc="-80" dirty="0" err="1">
                <a:solidFill>
                  <a:schemeClr val="accent6"/>
                </a:solidFill>
              </a:rPr>
              <a:t>Button.borderRadius</a:t>
            </a:r>
            <a:r>
              <a:rPr lang="en-US" sz="1500" kern="0" spc="-80" dirty="0">
                <a:solidFill>
                  <a:schemeClr val="accent6"/>
                </a:solidFill>
              </a:rPr>
              <a:t>)</a:t>
            </a:r>
          </a:p>
          <a:p>
            <a:pPr marL="12700" marR="5080"/>
            <a:r>
              <a:rPr lang="en-US" sz="1500" kern="0" spc="-80" dirty="0">
                <a:solidFill>
                  <a:schemeClr val="accent6"/>
                </a:solidFill>
              </a:rPr>
              <a:t>File Formats</a:t>
            </a:r>
          </a:p>
          <a:p>
            <a:pPr marL="12700" marR="5080"/>
            <a:r>
              <a:rPr lang="en-US" sz="1500" kern="0" spc="-80" dirty="0">
                <a:solidFill>
                  <a:schemeClr val="accent6"/>
                </a:solidFill>
              </a:rPr>
              <a:t>JSON</a:t>
            </a:r>
          </a:p>
          <a:p>
            <a:pPr marL="12700" marR="5080"/>
            <a:r>
              <a:rPr lang="en-US" sz="1500" kern="0" spc="-80" dirty="0">
                <a:solidFill>
                  <a:schemeClr val="accent6"/>
                </a:solidFill>
              </a:rPr>
              <a:t>YAML</a:t>
            </a:r>
          </a:p>
          <a:p>
            <a:pPr marL="12700" marR="5080"/>
            <a:r>
              <a:rPr lang="en-US" sz="1500" kern="0" spc="-80" dirty="0">
                <a:solidFill>
                  <a:schemeClr val="accent6"/>
                </a:solidFill>
              </a:rPr>
              <a:t>CSS Variables</a:t>
            </a:r>
          </a:p>
          <a:p>
            <a:pPr marL="12700" marR="5080"/>
            <a:r>
              <a:rPr lang="en-US" sz="1500" kern="0" spc="-80" dirty="0">
                <a:solidFill>
                  <a:schemeClr val="accent6"/>
                </a:solidFill>
              </a:rPr>
              <a:t>Tokens Studio format</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0008715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8D313-2C63-1214-80D0-47DABFBA840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743835D-9D28-F75B-8027-E0B1CB3F412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D03D6A4-A334-953D-FF1F-413D3DC8F31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F351291-E6FF-DA63-4FF8-A3C91475C20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BF070D4-C9DE-92B8-2FCE-4C9407308E2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0F174EC-39EA-DB39-AED6-65809B48412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366246E-1C60-99F8-4B7F-F36DEF26D36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D1B2ED2-2DD2-7947-90FF-B5C08C6D264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8B67FA32-3159-64A9-5E08-7981272C422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C1268285-BFE2-16CE-2950-0A203CB30C66}"/>
              </a:ext>
            </a:extLst>
          </p:cNvPr>
          <p:cNvSpPr txBox="1">
            <a:spLocks/>
          </p:cNvSpPr>
          <p:nvPr/>
        </p:nvSpPr>
        <p:spPr>
          <a:xfrm>
            <a:off x="152400" y="68580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 3 Component Architecture</a:t>
            </a:r>
          </a:p>
          <a:p>
            <a:pPr marL="12700" marR="5080"/>
            <a:r>
              <a:rPr lang="en-US" sz="1500" kern="0" spc="-80" dirty="0">
                <a:solidFill>
                  <a:schemeClr val="accent2"/>
                </a:solidFill>
              </a:rPr>
              <a:t>Each component includes:</a:t>
            </a:r>
          </a:p>
          <a:p>
            <a:pPr marL="12700" marR="5080"/>
            <a:r>
              <a:rPr lang="en-US" sz="1500" kern="0" spc="-80" dirty="0">
                <a:solidFill>
                  <a:schemeClr val="accent6"/>
                </a:solidFill>
              </a:rPr>
              <a:t>Design Specs</a:t>
            </a:r>
          </a:p>
          <a:p>
            <a:pPr marL="12700" marR="5080"/>
            <a:r>
              <a:rPr lang="en-US" sz="1500" kern="0" spc="-80" dirty="0">
                <a:solidFill>
                  <a:schemeClr val="accent6"/>
                </a:solidFill>
              </a:rPr>
              <a:t>States</a:t>
            </a:r>
          </a:p>
          <a:p>
            <a:pPr marL="12700" marR="5080"/>
            <a:r>
              <a:rPr lang="en-US" sz="1500" kern="0" spc="-80" dirty="0">
                <a:solidFill>
                  <a:schemeClr val="accent6"/>
                </a:solidFill>
              </a:rPr>
              <a:t>Default</a:t>
            </a:r>
          </a:p>
          <a:p>
            <a:pPr marL="12700" marR="5080"/>
            <a:r>
              <a:rPr lang="en-US" sz="1500" kern="0" spc="-80" dirty="0">
                <a:solidFill>
                  <a:schemeClr val="accent6"/>
                </a:solidFill>
              </a:rPr>
              <a:t>Hover</a:t>
            </a:r>
          </a:p>
          <a:p>
            <a:pPr marL="12700" marR="5080"/>
            <a:r>
              <a:rPr lang="en-US" sz="1500" kern="0" spc="-80" dirty="0">
                <a:solidFill>
                  <a:schemeClr val="accent6"/>
                </a:solidFill>
              </a:rPr>
              <a:t>Active</a:t>
            </a:r>
          </a:p>
          <a:p>
            <a:pPr marL="12700" marR="5080"/>
            <a:r>
              <a:rPr lang="en-US" sz="1500" kern="0" spc="-80" dirty="0">
                <a:solidFill>
                  <a:schemeClr val="accent6"/>
                </a:solidFill>
              </a:rPr>
              <a:t>Disabled</a:t>
            </a:r>
          </a:p>
          <a:p>
            <a:pPr marL="12700" marR="5080"/>
            <a:r>
              <a:rPr lang="en-US" sz="1500" kern="0" spc="-80" dirty="0">
                <a:solidFill>
                  <a:schemeClr val="accent6"/>
                </a:solidFill>
              </a:rPr>
              <a:t>Focus</a:t>
            </a:r>
          </a:p>
          <a:p>
            <a:pPr marL="12700" marR="5080"/>
            <a:r>
              <a:rPr lang="en-US" sz="1500" kern="0" spc="-80" dirty="0">
                <a:solidFill>
                  <a:schemeClr val="accent6"/>
                </a:solidFill>
              </a:rPr>
              <a:t>Loading</a:t>
            </a:r>
          </a:p>
          <a:p>
            <a:pPr marL="12700" marR="5080"/>
            <a:r>
              <a:rPr lang="en-US" sz="1500" kern="0" spc="-80" dirty="0">
                <a:solidFill>
                  <a:schemeClr val="accent6"/>
                </a:solidFill>
              </a:rPr>
              <a:t>Variants</a:t>
            </a:r>
          </a:p>
          <a:p>
            <a:pPr marL="12700" marR="5080"/>
            <a:r>
              <a:rPr lang="en-US" sz="1500" kern="0" spc="-80" dirty="0">
                <a:solidFill>
                  <a:schemeClr val="accent6"/>
                </a:solidFill>
              </a:rPr>
              <a:t>Size (S/M/L)</a:t>
            </a:r>
          </a:p>
          <a:p>
            <a:pPr marL="12700" marR="5080"/>
            <a:r>
              <a:rPr lang="en-US" sz="1500" kern="0" spc="-80" dirty="0">
                <a:solidFill>
                  <a:schemeClr val="accent6"/>
                </a:solidFill>
              </a:rPr>
              <a:t>Themes (light/dark)</a:t>
            </a:r>
          </a:p>
          <a:p>
            <a:pPr marL="12700" marR="5080"/>
            <a:r>
              <a:rPr lang="en-US" sz="1500" kern="0" spc="-80" dirty="0">
                <a:solidFill>
                  <a:schemeClr val="accent6"/>
                </a:solidFill>
              </a:rPr>
              <a:t>Behaviors</a:t>
            </a:r>
          </a:p>
          <a:p>
            <a:pPr marL="12700" marR="5080"/>
            <a:r>
              <a:rPr lang="en-US" sz="1500" kern="0" spc="-80" dirty="0">
                <a:solidFill>
                  <a:schemeClr val="accent6"/>
                </a:solidFill>
              </a:rPr>
              <a:t>Accessibility</a:t>
            </a:r>
          </a:p>
          <a:p>
            <a:pPr marL="12700" marR="5080"/>
            <a:r>
              <a:rPr lang="en-US" sz="1500" kern="0" spc="-80" dirty="0">
                <a:solidFill>
                  <a:schemeClr val="accent6"/>
                </a:solidFill>
              </a:rPr>
              <a:t>API &amp; Props</a:t>
            </a:r>
          </a:p>
          <a:p>
            <a:pPr marL="12700" marR="5080"/>
            <a:r>
              <a:rPr lang="en-US" sz="1500" kern="0" spc="-80" dirty="0">
                <a:solidFill>
                  <a:schemeClr val="accent6"/>
                </a:solidFill>
              </a:rPr>
              <a:t>Usage Guidelines</a:t>
            </a:r>
          </a:p>
          <a:p>
            <a:pPr marL="12700" marR="5080"/>
            <a:r>
              <a:rPr lang="en-US" sz="1500" kern="0" spc="-80" dirty="0">
                <a:solidFill>
                  <a:schemeClr val="accent6"/>
                </a:solidFill>
              </a:rPr>
              <a:t>Code Example</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8537640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1F4DC-3C46-B9A7-715F-B1B53B15F30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41FA81B-2676-E82C-4683-3F8F538A761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5B8B6CE-FA30-69EF-5F82-7E23B2B19EE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DF5A670-8233-8D44-2529-E3A86A39789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F2257C3-2CB4-E88E-700C-97A0E5330A3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F1B0581-A6BA-F4E4-CDA5-F491108BAFB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15F9772-91E3-D24D-5814-4C4B650005B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FCEA791-B9FF-D1CB-5FEC-4E290660978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616B0870-8E7B-2F62-354E-384D43EA2E2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8BD46F1B-9EF9-213E-FA0F-BB7D4295120F}"/>
              </a:ext>
            </a:extLst>
          </p:cNvPr>
          <p:cNvSpPr txBox="1">
            <a:spLocks/>
          </p:cNvSpPr>
          <p:nvPr/>
        </p:nvSpPr>
        <p:spPr>
          <a:xfrm>
            <a:off x="152400" y="685800"/>
            <a:ext cx="8624937" cy="537070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 2.4 Design Patterns (UI &amp; UX)</a:t>
            </a:r>
          </a:p>
          <a:p>
            <a:pPr marL="12700" marR="5080"/>
            <a:r>
              <a:rPr lang="en-US" sz="1450" kern="0" spc="-80" dirty="0">
                <a:solidFill>
                  <a:schemeClr val="accent6"/>
                </a:solidFill>
              </a:rPr>
              <a:t>Interaction Patterns</a:t>
            </a:r>
          </a:p>
          <a:p>
            <a:pPr marL="12700" marR="5080"/>
            <a:r>
              <a:rPr lang="en-US" sz="1450" kern="0" spc="-80" dirty="0">
                <a:solidFill>
                  <a:schemeClr val="accent6"/>
                </a:solidFill>
              </a:rPr>
              <a:t>Navigation (tabs, breadcrumbs, menus)</a:t>
            </a:r>
          </a:p>
          <a:p>
            <a:pPr marL="12700" marR="5080"/>
            <a:r>
              <a:rPr lang="en-US" sz="1450" kern="0" spc="-80" dirty="0">
                <a:solidFill>
                  <a:schemeClr val="accent6"/>
                </a:solidFill>
              </a:rPr>
              <a:t>Search &amp; discovery</a:t>
            </a:r>
          </a:p>
          <a:p>
            <a:pPr marL="12700" marR="5080"/>
            <a:r>
              <a:rPr lang="en-US" sz="1450" kern="0" spc="-80" dirty="0">
                <a:solidFill>
                  <a:schemeClr val="accent6"/>
                </a:solidFill>
              </a:rPr>
              <a:t>Filters &amp; facets</a:t>
            </a:r>
          </a:p>
          <a:p>
            <a:pPr marL="12700" marR="5080"/>
            <a:r>
              <a:rPr lang="en-US" sz="1450" kern="0" spc="-80" dirty="0">
                <a:solidFill>
                  <a:schemeClr val="accent6"/>
                </a:solidFill>
              </a:rPr>
              <a:t>Forms &amp; validation</a:t>
            </a:r>
          </a:p>
          <a:p>
            <a:pPr marL="12700" marR="5080"/>
            <a:r>
              <a:rPr lang="en-US" sz="1450" kern="0" spc="-80" dirty="0">
                <a:solidFill>
                  <a:schemeClr val="accent6"/>
                </a:solidFill>
              </a:rPr>
              <a:t>Feedback (toasts, alert dialogs)</a:t>
            </a:r>
          </a:p>
          <a:p>
            <a:pPr marL="12700" marR="5080"/>
            <a:r>
              <a:rPr lang="en-US" sz="1450" kern="0" spc="-80" dirty="0">
                <a:solidFill>
                  <a:schemeClr val="accent6"/>
                </a:solidFill>
              </a:rPr>
              <a:t>Loading &amp; skeleton</a:t>
            </a:r>
          </a:p>
          <a:p>
            <a:pPr marL="12700" marR="5080"/>
            <a:r>
              <a:rPr lang="en-US" sz="1450" kern="0" spc="-80" dirty="0">
                <a:solidFill>
                  <a:schemeClr val="accent6"/>
                </a:solidFill>
              </a:rPr>
              <a:t>Modals &amp; sheets</a:t>
            </a:r>
          </a:p>
          <a:p>
            <a:pPr marL="12700" marR="5080"/>
            <a:r>
              <a:rPr lang="en-US" sz="1450" kern="0" spc="-80" dirty="0">
                <a:solidFill>
                  <a:schemeClr val="accent6"/>
                </a:solidFill>
              </a:rPr>
              <a:t>Multi-step flows (wizards)</a:t>
            </a:r>
          </a:p>
          <a:p>
            <a:pPr marL="12700" marR="5080"/>
            <a:r>
              <a:rPr lang="en-US" sz="1450" kern="0" spc="-80" dirty="0">
                <a:solidFill>
                  <a:schemeClr val="accent6"/>
                </a:solidFill>
              </a:rPr>
              <a:t>Data visualization patterns</a:t>
            </a:r>
          </a:p>
          <a:p>
            <a:pPr marL="12700" marR="5080"/>
            <a:r>
              <a:rPr lang="en-US" sz="1450" kern="0" spc="-80" dirty="0">
                <a:solidFill>
                  <a:schemeClr val="accent6"/>
                </a:solidFill>
              </a:rPr>
              <a:t>Layout Patterns</a:t>
            </a:r>
          </a:p>
          <a:p>
            <a:pPr marL="12700" marR="5080"/>
            <a:r>
              <a:rPr lang="en-US" sz="1450" kern="0" spc="-80" dirty="0">
                <a:solidFill>
                  <a:schemeClr val="accent6"/>
                </a:solidFill>
              </a:rPr>
              <a:t>Grid systems</a:t>
            </a:r>
          </a:p>
          <a:p>
            <a:pPr marL="12700" marR="5080"/>
            <a:r>
              <a:rPr lang="en-US" sz="1450" kern="0" spc="-80" dirty="0">
                <a:solidFill>
                  <a:schemeClr val="accent6"/>
                </a:solidFill>
              </a:rPr>
              <a:t>Responsive containers</a:t>
            </a:r>
          </a:p>
          <a:p>
            <a:pPr marL="12700" marR="5080"/>
            <a:r>
              <a:rPr lang="en-US" sz="1450" kern="0" spc="-80" dirty="0">
                <a:solidFill>
                  <a:schemeClr val="accent6"/>
                </a:solidFill>
              </a:rPr>
              <a:t>Stacking and layering</a:t>
            </a:r>
          </a:p>
          <a:p>
            <a:pPr marL="12700" marR="5080"/>
            <a:r>
              <a:rPr lang="en-US" sz="1450" kern="0" spc="-80" dirty="0">
                <a:solidFill>
                  <a:schemeClr val="accent6"/>
                </a:solidFill>
              </a:rPr>
              <a:t>Dashboard layouts</a:t>
            </a:r>
          </a:p>
          <a:p>
            <a:pPr marL="12700" marR="5080"/>
            <a:r>
              <a:rPr lang="en-US" sz="1450" kern="0" spc="-80" dirty="0">
                <a:solidFill>
                  <a:schemeClr val="accent6"/>
                </a:solidFill>
              </a:rPr>
              <a:t>Progressive disclosure</a:t>
            </a:r>
          </a:p>
          <a:p>
            <a:pPr marL="12700" marR="5080"/>
            <a:r>
              <a:rPr lang="en-US" sz="1450" kern="0" spc="-80" dirty="0">
                <a:solidFill>
                  <a:schemeClr val="accent6"/>
                </a:solidFill>
              </a:rPr>
              <a:t>Behavioral Patterns</a:t>
            </a:r>
          </a:p>
          <a:p>
            <a:pPr marL="12700" marR="5080"/>
            <a:r>
              <a:rPr lang="en-US" sz="1450" kern="0" spc="-80" dirty="0">
                <a:solidFill>
                  <a:schemeClr val="accent6"/>
                </a:solidFill>
              </a:rPr>
              <a:t>Undo vs confirmation patterns</a:t>
            </a:r>
          </a:p>
          <a:p>
            <a:pPr marL="12700" marR="5080"/>
            <a:r>
              <a:rPr lang="en-US" sz="1450" kern="0" spc="-80" dirty="0">
                <a:solidFill>
                  <a:schemeClr val="accent6"/>
                </a:solidFill>
              </a:rPr>
              <a:t>Error prevention patterns</a:t>
            </a:r>
          </a:p>
          <a:p>
            <a:pPr marL="12700" marR="5080"/>
            <a:r>
              <a:rPr lang="en-US" sz="1450" kern="0" spc="-80" dirty="0">
                <a:solidFill>
                  <a:schemeClr val="accent6"/>
                </a:solidFill>
              </a:rPr>
              <a:t>Inline edits</a:t>
            </a:r>
          </a:p>
          <a:p>
            <a:pPr marL="12700" marR="5080"/>
            <a:r>
              <a:rPr lang="en-US" sz="1450" kern="0" spc="-80" dirty="0">
                <a:solidFill>
                  <a:schemeClr val="accent6"/>
                </a:solidFill>
              </a:rPr>
              <a:t>Autofill and suggestions</a:t>
            </a:r>
          </a:p>
          <a:p>
            <a:pPr marL="12700" marR="5080"/>
            <a:r>
              <a:rPr lang="en-US" sz="1450" kern="0" spc="-80" dirty="0">
                <a:solidFill>
                  <a:schemeClr val="accent6"/>
                </a:solidFill>
              </a:rPr>
              <a:t>Drag &amp; droppable elements</a:t>
            </a:r>
          </a:p>
        </p:txBody>
      </p:sp>
    </p:spTree>
    <p:extLst>
      <p:ext uri="{BB962C8B-B14F-4D97-AF65-F5344CB8AC3E}">
        <p14:creationId xmlns:p14="http://schemas.microsoft.com/office/powerpoint/2010/main" val="13229338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4BA57-D7F7-0109-5125-E4D51D9362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971284A-ADD7-B742-5AC7-4E8B1D30C54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CF87CFD-E640-6B10-9FE8-FE1392E21CC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5BBE2BC-CEA3-2424-5B6C-07AFDB47D98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0C2D966-2ED3-9E2C-D056-2486D1CFEBA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2C4EF37-AAEE-D509-4E75-80F0F6DDEF6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42CAA1E-7AEF-589C-E45E-D7E599A139D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8EA551B-9962-84B7-9BE6-2E59DBF92FC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5D5B0B7E-7FF4-A584-788B-E20E3DCE92E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B19EA984-1B88-C7C5-4A0E-9E3E0C53A246}"/>
              </a:ext>
            </a:extLst>
          </p:cNvPr>
          <p:cNvSpPr txBox="1">
            <a:spLocks/>
          </p:cNvSpPr>
          <p:nvPr/>
        </p:nvSpPr>
        <p:spPr>
          <a:xfrm>
            <a:off x="152400" y="685800"/>
            <a:ext cx="8624937" cy="438581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 2.5 Accessibility (A11y)</a:t>
            </a:r>
          </a:p>
          <a:p>
            <a:pPr marL="12700" marR="5080"/>
            <a:r>
              <a:rPr lang="en-US" sz="1500" kern="0" spc="-80" dirty="0">
                <a:solidFill>
                  <a:schemeClr val="accent6"/>
                </a:solidFill>
              </a:rPr>
              <a:t>All design systems must enforce:</a:t>
            </a:r>
          </a:p>
          <a:p>
            <a:pPr marL="12700" marR="5080"/>
            <a:r>
              <a:rPr lang="en-US" sz="1500" kern="0" spc="-80" dirty="0">
                <a:solidFill>
                  <a:schemeClr val="accent2"/>
                </a:solidFill>
              </a:rPr>
              <a:t>Standards:</a:t>
            </a:r>
          </a:p>
          <a:p>
            <a:pPr marL="12700" marR="5080"/>
            <a:r>
              <a:rPr lang="en-US" sz="1500" kern="0" spc="-80" dirty="0">
                <a:solidFill>
                  <a:schemeClr val="accent6"/>
                </a:solidFill>
              </a:rPr>
              <a:t>WCAG 2.2</a:t>
            </a:r>
          </a:p>
          <a:p>
            <a:pPr marL="12700" marR="5080"/>
            <a:r>
              <a:rPr lang="en-US" sz="1500" kern="0" spc="-80" dirty="0">
                <a:solidFill>
                  <a:schemeClr val="accent6"/>
                </a:solidFill>
              </a:rPr>
              <a:t>ARIA roles</a:t>
            </a:r>
          </a:p>
          <a:p>
            <a:pPr marL="12700" marR="5080"/>
            <a:r>
              <a:rPr lang="en-US" sz="1500" kern="0" spc="-80" dirty="0">
                <a:solidFill>
                  <a:schemeClr val="accent6"/>
                </a:solidFill>
              </a:rPr>
              <a:t>Keyboard navigation</a:t>
            </a:r>
          </a:p>
          <a:p>
            <a:pPr marL="12700" marR="5080"/>
            <a:r>
              <a:rPr lang="en-US" sz="1500" kern="0" spc="-80" dirty="0">
                <a:solidFill>
                  <a:schemeClr val="accent6"/>
                </a:solidFill>
              </a:rPr>
              <a:t>Screen readers</a:t>
            </a:r>
          </a:p>
          <a:p>
            <a:pPr marL="12700" marR="5080"/>
            <a:r>
              <a:rPr lang="en-US" sz="1500" kern="0" spc="-80" dirty="0">
                <a:solidFill>
                  <a:schemeClr val="accent2"/>
                </a:solidFill>
              </a:rPr>
              <a:t>Key Concepts:</a:t>
            </a:r>
          </a:p>
          <a:p>
            <a:pPr marL="12700" marR="5080"/>
            <a:r>
              <a:rPr lang="en-US" sz="1500" kern="0" spc="-80" dirty="0">
                <a:solidFill>
                  <a:schemeClr val="accent6"/>
                </a:solidFill>
              </a:rPr>
              <a:t>Color contrast rules (4.5:1)</a:t>
            </a:r>
          </a:p>
          <a:p>
            <a:pPr marL="12700" marR="5080"/>
            <a:r>
              <a:rPr lang="en-US" sz="1500" kern="0" spc="-80" dirty="0">
                <a:solidFill>
                  <a:schemeClr val="accent6"/>
                </a:solidFill>
              </a:rPr>
              <a:t>Focus management</a:t>
            </a:r>
          </a:p>
          <a:p>
            <a:pPr marL="12700" marR="5080"/>
            <a:r>
              <a:rPr lang="en-US" sz="1500" kern="0" spc="-80" dirty="0">
                <a:solidFill>
                  <a:schemeClr val="accent6"/>
                </a:solidFill>
              </a:rPr>
              <a:t>Skip navigation links</a:t>
            </a:r>
          </a:p>
          <a:p>
            <a:pPr marL="12700" marR="5080"/>
            <a:r>
              <a:rPr lang="en-US" sz="1500" kern="0" spc="-80" dirty="0">
                <a:solidFill>
                  <a:schemeClr val="accent6"/>
                </a:solidFill>
              </a:rPr>
              <a:t>Accessible form labels</a:t>
            </a:r>
          </a:p>
          <a:p>
            <a:pPr marL="12700" marR="5080"/>
            <a:r>
              <a:rPr lang="en-US" sz="1500" kern="0" spc="-80" dirty="0">
                <a:solidFill>
                  <a:schemeClr val="accent6"/>
                </a:solidFill>
              </a:rPr>
              <a:t>Live regions</a:t>
            </a:r>
          </a:p>
          <a:p>
            <a:pPr marL="12700" marR="5080"/>
            <a:r>
              <a:rPr lang="en-US" sz="1500" kern="0" spc="-80" dirty="0">
                <a:solidFill>
                  <a:schemeClr val="accent2"/>
                </a:solidFill>
              </a:rPr>
              <a:t>Tooling:</a:t>
            </a:r>
          </a:p>
          <a:p>
            <a:pPr marL="12700" marR="5080"/>
            <a:r>
              <a:rPr lang="en-US" sz="1500" kern="0" spc="-80" dirty="0">
                <a:solidFill>
                  <a:schemeClr val="accent6"/>
                </a:solidFill>
              </a:rPr>
              <a:t>Axe</a:t>
            </a:r>
          </a:p>
          <a:p>
            <a:pPr marL="12700" marR="5080"/>
            <a:r>
              <a:rPr lang="en-US" sz="1500" kern="0" spc="-80" dirty="0">
                <a:solidFill>
                  <a:schemeClr val="accent6"/>
                </a:solidFill>
              </a:rPr>
              <a:t>Lighthouse</a:t>
            </a:r>
          </a:p>
          <a:p>
            <a:pPr marL="12700" marR="5080"/>
            <a:r>
              <a:rPr lang="en-US" sz="1500" kern="0" spc="-80" dirty="0">
                <a:solidFill>
                  <a:schemeClr val="accent6"/>
                </a:solidFill>
              </a:rPr>
              <a:t>Storybook A11y addon</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35986991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03926-751D-5163-B5D7-7113D382A58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144208-F024-F447-8EF2-335597988F0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2155B70-6B91-CFEE-82D3-8F2A9A8FEE7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802109-E4AD-D655-D0E5-C9E315741E2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4DDB4DB-D3E9-24B5-9786-3FF8C35C251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B6C588E-1B96-09D3-C37B-52B32CFB62E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B42A8DF-214E-A5EF-DA21-F519A64491D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D754D39-581B-FABD-B711-34F97D2A9DD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F5FA353B-5A5A-E788-E3CA-E9CE625FFA0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2827FFD0-48CF-10B6-875C-AD03D2B4910F}"/>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3. Technologies in  Design Systems</a:t>
            </a:r>
          </a:p>
          <a:p>
            <a:pPr marL="12700" marR="5080"/>
            <a:r>
              <a:rPr lang="en-US" sz="1500" kern="0" spc="-80" dirty="0">
                <a:solidFill>
                  <a:schemeClr val="accent2"/>
                </a:solidFill>
              </a:rPr>
              <a:t>🎨 3.1 CSS Approaches</a:t>
            </a:r>
          </a:p>
          <a:p>
            <a:pPr marL="12700" marR="5080"/>
            <a:r>
              <a:rPr lang="en-US" sz="1500" kern="0" spc="-80" dirty="0">
                <a:solidFill>
                  <a:schemeClr val="accent2"/>
                </a:solidFill>
              </a:rPr>
              <a:t>Technique	                                   Description</a:t>
            </a:r>
          </a:p>
          <a:p>
            <a:pPr marL="12700" marR="5080"/>
            <a:r>
              <a:rPr lang="en-US" sz="1500" kern="0" spc="-80" dirty="0">
                <a:solidFill>
                  <a:schemeClr val="accent6"/>
                </a:solidFill>
              </a:rPr>
              <a:t>CSS-in-JS	                                                     Styled-components, Emotion</a:t>
            </a:r>
          </a:p>
          <a:p>
            <a:pPr marL="12700" marR="5080"/>
            <a:r>
              <a:rPr lang="en-US" sz="1500" kern="0" spc="-80" dirty="0">
                <a:solidFill>
                  <a:schemeClr val="accent6"/>
                </a:solidFill>
              </a:rPr>
              <a:t>Utility-first CSS	                                   Tailwind</a:t>
            </a:r>
          </a:p>
          <a:p>
            <a:pPr marL="12700" marR="5080"/>
            <a:r>
              <a:rPr lang="en-US" sz="1500" kern="0" spc="-80" dirty="0">
                <a:solidFill>
                  <a:schemeClr val="accent6"/>
                </a:solidFill>
              </a:rPr>
              <a:t>Design tokens → CSS variables                 Platforms: Web/Native</a:t>
            </a:r>
          </a:p>
          <a:p>
            <a:pPr marL="12700" marR="5080"/>
            <a:r>
              <a:rPr lang="en-US" sz="1500" kern="0" spc="-80" dirty="0">
                <a:solidFill>
                  <a:schemeClr val="accent6"/>
                </a:solidFill>
              </a:rPr>
              <a:t>Preprocessors	                                   Sass/SCSS</a:t>
            </a:r>
          </a:p>
          <a:p>
            <a:pPr marL="12700" marR="5080"/>
            <a:r>
              <a:rPr lang="en-US" sz="1500" kern="0" spc="-80" dirty="0">
                <a:solidFill>
                  <a:schemeClr val="accent6"/>
                </a:solidFill>
              </a:rPr>
              <a:t>BEM	                                                     Block-Element-Modifier</a:t>
            </a:r>
          </a:p>
          <a:p>
            <a:pPr marL="12700" marR="5080"/>
            <a:r>
              <a:rPr lang="en-US" sz="1500" kern="0" spc="-80" dirty="0">
                <a:solidFill>
                  <a:schemeClr val="accent6"/>
                </a:solidFill>
              </a:rPr>
              <a:t>CSS Modules	                                   Component-scoped</a:t>
            </a:r>
          </a:p>
          <a:p>
            <a:pPr marL="12700" marR="5080"/>
            <a:r>
              <a:rPr lang="en-US" sz="1500" kern="0" spc="-80" dirty="0">
                <a:solidFill>
                  <a:schemeClr val="accent6"/>
                </a:solidFill>
              </a:rPr>
              <a:t>Shadow DOM	                                   Web components</a:t>
            </a:r>
          </a:p>
          <a:p>
            <a:pPr marL="12700" marR="5080"/>
            <a:endParaRPr lang="en-US" sz="1500" kern="0" spc="-80" dirty="0">
              <a:solidFill>
                <a:schemeClr val="accent6"/>
              </a:solidFill>
            </a:endParaRPr>
          </a:p>
          <a:p>
            <a:pPr marL="12700" marR="5080"/>
            <a:r>
              <a:rPr lang="en-US" sz="1500" kern="0" spc="-80" dirty="0">
                <a:solidFill>
                  <a:schemeClr val="accent2"/>
                </a:solidFill>
              </a:rPr>
              <a:t>⚙️ 3.2 Component-level Technologies</a:t>
            </a:r>
          </a:p>
          <a:p>
            <a:pPr marL="12700" marR="5080"/>
            <a:r>
              <a:rPr lang="en-US" sz="1500" kern="0" spc="-80" dirty="0">
                <a:solidFill>
                  <a:schemeClr val="accent6"/>
                </a:solidFill>
              </a:rPr>
              <a:t>Web</a:t>
            </a:r>
          </a:p>
          <a:p>
            <a:pPr marL="12700" marR="5080"/>
            <a:r>
              <a:rPr lang="en-US" sz="1500" kern="0" spc="-80" dirty="0">
                <a:solidFill>
                  <a:schemeClr val="accent6"/>
                </a:solidFill>
              </a:rPr>
              <a:t>React (MUI, Chakra, </a:t>
            </a:r>
            <a:r>
              <a:rPr lang="en-US" sz="1500" kern="0" spc="-80" dirty="0" err="1">
                <a:solidFill>
                  <a:schemeClr val="accent6"/>
                </a:solidFill>
              </a:rPr>
              <a:t>AntD</a:t>
            </a:r>
            <a:r>
              <a:rPr lang="en-US" sz="1500" kern="0" spc="-80" dirty="0">
                <a:solidFill>
                  <a:schemeClr val="accent6"/>
                </a:solidFill>
              </a:rPr>
              <a:t>, Radix)</a:t>
            </a:r>
          </a:p>
          <a:p>
            <a:pPr marL="12700" marR="5080"/>
            <a:r>
              <a:rPr lang="en-US" sz="1500" kern="0" spc="-80" dirty="0">
                <a:solidFill>
                  <a:schemeClr val="accent6"/>
                </a:solidFill>
              </a:rPr>
              <a:t>Vue (</a:t>
            </a:r>
            <a:r>
              <a:rPr lang="en-US" sz="1500" kern="0" spc="-80" dirty="0" err="1">
                <a:solidFill>
                  <a:schemeClr val="accent6"/>
                </a:solidFill>
              </a:rPr>
              <a:t>Vuetify</a:t>
            </a:r>
            <a:r>
              <a:rPr lang="en-US" sz="1500" kern="0" spc="-80" dirty="0">
                <a:solidFill>
                  <a:schemeClr val="accent6"/>
                </a:solidFill>
              </a:rPr>
              <a:t>, Quasar)</a:t>
            </a:r>
          </a:p>
          <a:p>
            <a:pPr marL="12700" marR="5080"/>
            <a:r>
              <a:rPr lang="en-US" sz="1500" kern="0" spc="-80" dirty="0">
                <a:solidFill>
                  <a:schemeClr val="accent6"/>
                </a:solidFill>
              </a:rPr>
              <a:t>Svelte (Svelte Material UI)</a:t>
            </a:r>
          </a:p>
          <a:p>
            <a:pPr marL="12700" marR="5080"/>
            <a:r>
              <a:rPr lang="en-US" sz="1500" kern="0" spc="-80" dirty="0">
                <a:solidFill>
                  <a:schemeClr val="accent6"/>
                </a:solidFill>
              </a:rPr>
              <a:t>Web Components (Shoelace, FAST)</a:t>
            </a:r>
          </a:p>
          <a:p>
            <a:pPr marL="12700" marR="5080"/>
            <a:r>
              <a:rPr lang="en-US" sz="1500" kern="0" spc="-80" dirty="0">
                <a:solidFill>
                  <a:schemeClr val="accent6"/>
                </a:solidFill>
              </a:rPr>
              <a:t>Mobile</a:t>
            </a:r>
          </a:p>
          <a:p>
            <a:pPr marL="12700" marR="5080"/>
            <a:r>
              <a:rPr lang="en-US" sz="1500" kern="0" spc="-80" dirty="0">
                <a:solidFill>
                  <a:schemeClr val="accent6"/>
                </a:solidFill>
              </a:rPr>
              <a:t>React Native</a:t>
            </a:r>
          </a:p>
          <a:p>
            <a:pPr marL="12700" marR="5080"/>
            <a:r>
              <a:rPr lang="en-US" sz="1500" kern="0" spc="-80" dirty="0" err="1">
                <a:solidFill>
                  <a:schemeClr val="accent6"/>
                </a:solidFill>
              </a:rPr>
              <a:t>SwiftUI</a:t>
            </a:r>
            <a:endParaRPr lang="en-US" sz="1500" kern="0" spc="-80" dirty="0">
              <a:solidFill>
                <a:schemeClr val="accent6"/>
              </a:solidFill>
            </a:endParaRPr>
          </a:p>
          <a:p>
            <a:pPr marL="12700" marR="5080"/>
            <a:r>
              <a:rPr lang="en-US" sz="1500" kern="0" spc="-80" dirty="0">
                <a:solidFill>
                  <a:schemeClr val="accent6"/>
                </a:solidFill>
              </a:rPr>
              <a:t>Jetpack Compose</a:t>
            </a:r>
          </a:p>
          <a:p>
            <a:pPr marL="12700" marR="5080"/>
            <a:r>
              <a:rPr lang="en-US" sz="1500" kern="0" spc="-80" dirty="0">
                <a:solidFill>
                  <a:schemeClr val="accent6"/>
                </a:solidFill>
              </a:rPr>
              <a:t>Flutter Widgets</a:t>
            </a:r>
          </a:p>
        </p:txBody>
      </p:sp>
    </p:spTree>
    <p:extLst>
      <p:ext uri="{BB962C8B-B14F-4D97-AF65-F5344CB8AC3E}">
        <p14:creationId xmlns:p14="http://schemas.microsoft.com/office/powerpoint/2010/main" val="21337157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B2A0AF-67E2-7FC8-8B7D-DDD1C3B49DE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2734E52-C1FB-C7AE-7B4C-213D807DE07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DF1451A-565C-FA5D-64BB-C9F29C49620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E58ABE4-45B2-127B-FC87-636D36C0FF8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F98BCE6-D32D-141E-8E86-7333BF8EDF5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676F8FF-D01B-951D-C1AC-8ACEA2892D2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52AEB9F-E3D5-2488-3A12-40ACACB8BB5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115C3AA-4DFA-D6B9-CD1E-145C6144C30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3E755D5B-2815-3611-73A9-C02722525A1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067D7A4C-6738-DDDB-562B-C8D7D7480ACD}"/>
              </a:ext>
            </a:extLst>
          </p:cNvPr>
          <p:cNvSpPr txBox="1">
            <a:spLocks/>
          </p:cNvSpPr>
          <p:nvPr/>
        </p:nvSpPr>
        <p:spPr>
          <a:xfrm>
            <a:off x="152400" y="685800"/>
            <a:ext cx="8624937" cy="53783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4. Design System Governance &amp; Processes</a:t>
            </a:r>
          </a:p>
          <a:p>
            <a:pPr marL="12700" marR="5080"/>
            <a:r>
              <a:rPr lang="en-US" sz="1500" kern="0" spc="-80" dirty="0">
                <a:solidFill>
                  <a:schemeClr val="accent2"/>
                </a:solidFill>
              </a:rPr>
              <a:t>🛠️ 4.1 Design System Lifecycle Processes</a:t>
            </a:r>
          </a:p>
          <a:p>
            <a:pPr marL="12700" marR="5080"/>
            <a:r>
              <a:rPr lang="en-US" sz="1450" kern="0" spc="-80" dirty="0">
                <a:solidFill>
                  <a:schemeClr val="accent6"/>
                </a:solidFill>
              </a:rPr>
              <a:t>Request for Component Creation</a:t>
            </a:r>
          </a:p>
          <a:p>
            <a:pPr marL="12700" marR="5080"/>
            <a:r>
              <a:rPr lang="en-US" sz="1450" kern="0" spc="-80" dirty="0">
                <a:solidFill>
                  <a:schemeClr val="accent6"/>
                </a:solidFill>
              </a:rPr>
              <a:t>Design Review</a:t>
            </a:r>
          </a:p>
          <a:p>
            <a:pPr marL="12700" marR="5080"/>
            <a:r>
              <a:rPr lang="en-US" sz="1450" kern="0" spc="-80" dirty="0">
                <a:solidFill>
                  <a:schemeClr val="accent6"/>
                </a:solidFill>
              </a:rPr>
              <a:t>Accessibility Review</a:t>
            </a:r>
          </a:p>
          <a:p>
            <a:pPr marL="12700" marR="5080"/>
            <a:r>
              <a:rPr lang="en-US" sz="1450" kern="0" spc="-80" dirty="0">
                <a:solidFill>
                  <a:schemeClr val="accent6"/>
                </a:solidFill>
              </a:rPr>
              <a:t>Code Review</a:t>
            </a:r>
          </a:p>
          <a:p>
            <a:pPr marL="12700" marR="5080"/>
            <a:r>
              <a:rPr lang="en-US" sz="1450" kern="0" spc="-80" dirty="0">
                <a:solidFill>
                  <a:schemeClr val="accent6"/>
                </a:solidFill>
              </a:rPr>
              <a:t>Testing</a:t>
            </a:r>
          </a:p>
          <a:p>
            <a:pPr marL="12700" marR="5080"/>
            <a:r>
              <a:rPr lang="en-US" sz="1450" kern="0" spc="-80" dirty="0">
                <a:solidFill>
                  <a:schemeClr val="accent6"/>
                </a:solidFill>
              </a:rPr>
              <a:t>Versioning</a:t>
            </a:r>
          </a:p>
          <a:p>
            <a:pPr marL="12700" marR="5080"/>
            <a:r>
              <a:rPr lang="en-US" sz="1450" kern="0" spc="-80" dirty="0">
                <a:solidFill>
                  <a:schemeClr val="accent6"/>
                </a:solidFill>
              </a:rPr>
              <a:t>Publishing</a:t>
            </a:r>
          </a:p>
          <a:p>
            <a:pPr marL="12700" marR="5080"/>
            <a:r>
              <a:rPr lang="en-US" sz="1450" kern="0" spc="-80" dirty="0">
                <a:solidFill>
                  <a:schemeClr val="accent6"/>
                </a:solidFill>
              </a:rPr>
              <a:t>Deprecation policies</a:t>
            </a:r>
          </a:p>
          <a:p>
            <a:pPr marL="12700" marR="5080"/>
            <a:endParaRPr lang="en-US" sz="1450" kern="0" spc="-80" dirty="0">
              <a:solidFill>
                <a:schemeClr val="accent2"/>
              </a:solidFill>
            </a:endParaRPr>
          </a:p>
          <a:p>
            <a:pPr marL="12700" marR="5080"/>
            <a:r>
              <a:rPr lang="en-US" sz="1450" kern="0" spc="-80" dirty="0">
                <a:solidFill>
                  <a:schemeClr val="accent2"/>
                </a:solidFill>
              </a:rPr>
              <a:t>👥 4.2 Contribution Model</a:t>
            </a:r>
          </a:p>
          <a:p>
            <a:pPr marL="12700" marR="5080"/>
            <a:r>
              <a:rPr lang="en-US" sz="1450" kern="0" spc="-80" dirty="0">
                <a:solidFill>
                  <a:schemeClr val="accent6"/>
                </a:solidFill>
              </a:rPr>
              <a:t>Different teams contribute components:</a:t>
            </a:r>
          </a:p>
          <a:p>
            <a:pPr marL="12700" marR="5080"/>
            <a:r>
              <a:rPr lang="en-US" sz="1450" kern="0" spc="-80" dirty="0">
                <a:solidFill>
                  <a:schemeClr val="accent6"/>
                </a:solidFill>
              </a:rPr>
              <a:t>Central DS team</a:t>
            </a:r>
          </a:p>
          <a:p>
            <a:pPr marL="12700" marR="5080"/>
            <a:r>
              <a:rPr lang="en-US" sz="1450" kern="0" spc="-80" dirty="0">
                <a:solidFill>
                  <a:schemeClr val="accent6"/>
                </a:solidFill>
              </a:rPr>
              <a:t>Satellite product teams</a:t>
            </a:r>
          </a:p>
          <a:p>
            <a:pPr marL="12700" marR="5080"/>
            <a:r>
              <a:rPr lang="en-US" sz="1450" kern="0" spc="-80" dirty="0">
                <a:solidFill>
                  <a:schemeClr val="accent6"/>
                </a:solidFill>
              </a:rPr>
              <a:t>Open contribution workflows</a:t>
            </a:r>
          </a:p>
          <a:p>
            <a:pPr marL="12700" marR="5080"/>
            <a:r>
              <a:rPr lang="en-US" sz="1450" kern="0" spc="-80" dirty="0">
                <a:solidFill>
                  <a:schemeClr val="accent6"/>
                </a:solidFill>
              </a:rPr>
              <a:t>RFC process</a:t>
            </a:r>
          </a:p>
          <a:p>
            <a:pPr marL="12700" marR="5080"/>
            <a:endParaRPr lang="en-US" sz="1450" kern="0" spc="-80" dirty="0">
              <a:solidFill>
                <a:schemeClr val="accent6"/>
              </a:solidFill>
            </a:endParaRPr>
          </a:p>
          <a:p>
            <a:pPr marL="12700" marR="5080"/>
            <a:r>
              <a:rPr lang="en-US" sz="1450" kern="0" spc="-80" dirty="0">
                <a:solidFill>
                  <a:schemeClr val="accent2"/>
                </a:solidFill>
              </a:rPr>
              <a:t>📦 4.3 Delivery Mechanisms</a:t>
            </a:r>
          </a:p>
          <a:p>
            <a:pPr marL="12700" marR="5080"/>
            <a:r>
              <a:rPr lang="en-US" sz="1450" kern="0" spc="-80" dirty="0">
                <a:solidFill>
                  <a:schemeClr val="accent6"/>
                </a:solidFill>
              </a:rPr>
              <a:t>NPM package</a:t>
            </a:r>
          </a:p>
          <a:p>
            <a:pPr marL="12700" marR="5080"/>
            <a:r>
              <a:rPr lang="en-US" sz="1450" kern="0" spc="-80" dirty="0">
                <a:solidFill>
                  <a:schemeClr val="accent6"/>
                </a:solidFill>
              </a:rPr>
              <a:t>Private registry (GitHub Packages, Azure Artifacts)</a:t>
            </a:r>
          </a:p>
          <a:p>
            <a:pPr marL="12700" marR="5080"/>
            <a:r>
              <a:rPr lang="en-US" sz="1450" kern="0" spc="-80" dirty="0">
                <a:solidFill>
                  <a:schemeClr val="accent6"/>
                </a:solidFill>
              </a:rPr>
              <a:t>CDN bundles</a:t>
            </a:r>
          </a:p>
          <a:p>
            <a:pPr marL="12700" marR="5080"/>
            <a:r>
              <a:rPr lang="en-US" sz="1450" kern="0" spc="-80" dirty="0">
                <a:solidFill>
                  <a:schemeClr val="accent6"/>
                </a:solidFill>
              </a:rPr>
              <a:t>Token pipelines → platform outputs</a:t>
            </a:r>
          </a:p>
        </p:txBody>
      </p:sp>
    </p:spTree>
    <p:extLst>
      <p:ext uri="{BB962C8B-B14F-4D97-AF65-F5344CB8AC3E}">
        <p14:creationId xmlns:p14="http://schemas.microsoft.com/office/powerpoint/2010/main" val="11426429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F5295-C1CA-5FF1-45D7-F7E9FEC19AA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D3E388-C116-83B0-9AB9-B4C1FF485E9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2C71B26-BCFE-43BD-3661-1A2582AB7A0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39C09A5-7A28-60EF-AA72-C01DBD26D65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EA392A1-0CD5-6620-95CE-645AA590CF7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B31FD8A-C03B-D398-9089-5DE489E1173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AD6F809-7DAE-C8AD-7C3A-382B1D0B734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09DECD2-EDAB-1E87-1634-05F384B055C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0AE19B08-5457-3B23-893A-B4682A50A93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123B6335-F18D-0BAE-18DC-E69FEBCF858D}"/>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4. Design System Governance &amp; Processes</a:t>
            </a:r>
          </a:p>
          <a:p>
            <a:pPr marL="12700" marR="5080"/>
            <a:r>
              <a:rPr lang="en-US" sz="1500" kern="0" spc="-80" dirty="0">
                <a:solidFill>
                  <a:schemeClr val="accent2"/>
                </a:solidFill>
              </a:rPr>
              <a:t>🎯 4.4 Versioning Strategy</a:t>
            </a:r>
          </a:p>
          <a:p>
            <a:pPr marL="12700" marR="5080"/>
            <a:r>
              <a:rPr lang="en-US" sz="1500" kern="0" spc="-80" dirty="0">
                <a:solidFill>
                  <a:schemeClr val="accent6"/>
                </a:solidFill>
              </a:rPr>
              <a:t>Semantic Versioning (</a:t>
            </a:r>
            <a:r>
              <a:rPr lang="en-US" sz="1500" kern="0" spc="-80" dirty="0" err="1">
                <a:solidFill>
                  <a:schemeClr val="accent6"/>
                </a:solidFill>
              </a:rPr>
              <a:t>SemVer</a:t>
            </a:r>
            <a:r>
              <a:rPr lang="en-US" sz="1500" kern="0" spc="-80" dirty="0">
                <a:solidFill>
                  <a:schemeClr val="accent6"/>
                </a:solidFill>
              </a:rPr>
              <a:t>)</a:t>
            </a:r>
          </a:p>
          <a:p>
            <a:pPr marL="12700" marR="5080"/>
            <a:r>
              <a:rPr lang="en-US" sz="1500" kern="0" spc="-80" dirty="0">
                <a:solidFill>
                  <a:schemeClr val="accent6"/>
                </a:solidFill>
              </a:rPr>
              <a:t>Release channels: stable / beta / alpha</a:t>
            </a:r>
          </a:p>
          <a:p>
            <a:pPr marL="12700" marR="5080"/>
            <a:r>
              <a:rPr lang="en-US" sz="1500" kern="0" spc="-80" dirty="0">
                <a:solidFill>
                  <a:schemeClr val="accent6"/>
                </a:solidFill>
              </a:rPr>
              <a:t>Deprecation warnings</a:t>
            </a:r>
          </a:p>
          <a:p>
            <a:pPr marL="12700" marR="5080"/>
            <a:r>
              <a:rPr lang="en-US" sz="1500" kern="0" spc="-80" dirty="0">
                <a:solidFill>
                  <a:schemeClr val="accent6"/>
                </a:solidFill>
              </a:rPr>
              <a:t>Migration guides</a:t>
            </a:r>
          </a:p>
          <a:p>
            <a:pPr marL="12700" marR="5080"/>
            <a:endParaRPr lang="en-US" sz="1500" kern="0" spc="-80" dirty="0">
              <a:solidFill>
                <a:schemeClr val="accent6"/>
              </a:solidFill>
            </a:endParaRPr>
          </a:p>
          <a:p>
            <a:pPr marL="12700" marR="5080"/>
            <a:r>
              <a:rPr lang="en-US" sz="1500" kern="0" spc="-80" dirty="0">
                <a:solidFill>
                  <a:schemeClr val="accent2"/>
                </a:solidFill>
              </a:rPr>
              <a:t>5. Design System Tooling</a:t>
            </a:r>
          </a:p>
          <a:p>
            <a:pPr marL="12700" marR="5080"/>
            <a:r>
              <a:rPr lang="en-US" sz="1500" kern="0" spc="-80" dirty="0">
                <a:solidFill>
                  <a:schemeClr val="accent2"/>
                </a:solidFill>
              </a:rPr>
              <a:t>🎨 5.1 For Designers</a:t>
            </a:r>
          </a:p>
          <a:p>
            <a:pPr marL="12700" marR="5080"/>
            <a:r>
              <a:rPr lang="en-US" sz="1500" kern="0" spc="-80" dirty="0">
                <a:solidFill>
                  <a:schemeClr val="accent6"/>
                </a:solidFill>
              </a:rPr>
              <a:t>Figma (dominant)</a:t>
            </a:r>
          </a:p>
          <a:p>
            <a:pPr marL="12700" marR="5080"/>
            <a:r>
              <a:rPr lang="en-US" sz="1500" kern="0" spc="-80" dirty="0">
                <a:solidFill>
                  <a:schemeClr val="accent6"/>
                </a:solidFill>
              </a:rPr>
              <a:t>Sketch</a:t>
            </a:r>
          </a:p>
          <a:p>
            <a:pPr marL="12700" marR="5080"/>
            <a:r>
              <a:rPr lang="en-US" sz="1500" kern="0" spc="-80" dirty="0">
                <a:solidFill>
                  <a:schemeClr val="accent6"/>
                </a:solidFill>
              </a:rPr>
              <a:t>Adobe XD (legacy)</a:t>
            </a:r>
          </a:p>
          <a:p>
            <a:pPr marL="12700" marR="5080"/>
            <a:r>
              <a:rPr lang="en-US" sz="1500" kern="0" spc="-80" dirty="0">
                <a:solidFill>
                  <a:schemeClr val="accent6"/>
                </a:solidFill>
              </a:rPr>
              <a:t>Plugins:</a:t>
            </a:r>
          </a:p>
          <a:p>
            <a:pPr marL="12700" marR="5080"/>
            <a:r>
              <a:rPr lang="en-US" sz="1500" kern="0" spc="-80" dirty="0">
                <a:solidFill>
                  <a:schemeClr val="accent6"/>
                </a:solidFill>
              </a:rPr>
              <a:t>Tokens Studio</a:t>
            </a:r>
          </a:p>
          <a:p>
            <a:pPr marL="12700" marR="5080"/>
            <a:r>
              <a:rPr lang="en-US" sz="1500" kern="0" spc="-80" dirty="0">
                <a:solidFill>
                  <a:schemeClr val="accent6"/>
                </a:solidFill>
              </a:rPr>
              <a:t>Automate-layers</a:t>
            </a:r>
          </a:p>
          <a:p>
            <a:pPr marL="12700" marR="5080"/>
            <a:r>
              <a:rPr lang="en-US" sz="1500" kern="0" spc="-80" dirty="0">
                <a:solidFill>
                  <a:schemeClr val="accent6"/>
                </a:solidFill>
              </a:rPr>
              <a:t>Motion plugins</a:t>
            </a:r>
          </a:p>
          <a:p>
            <a:pPr marL="12700" marR="5080"/>
            <a:endParaRPr lang="en-US" sz="1500" kern="0" spc="-80" dirty="0">
              <a:solidFill>
                <a:schemeClr val="accent6"/>
              </a:solidFill>
            </a:endParaRPr>
          </a:p>
          <a:p>
            <a:pPr marL="12700" marR="5080"/>
            <a:r>
              <a:rPr lang="en-US" sz="1500" kern="0" spc="-80" dirty="0">
                <a:solidFill>
                  <a:schemeClr val="accent2"/>
                </a:solidFill>
              </a:rPr>
              <a:t>⚙️ 5.2 For Developers</a:t>
            </a:r>
          </a:p>
          <a:p>
            <a:pPr marL="12700" marR="5080"/>
            <a:r>
              <a:rPr lang="en-US" sz="1500" kern="0" spc="-80" dirty="0">
                <a:solidFill>
                  <a:schemeClr val="accent6"/>
                </a:solidFill>
              </a:rPr>
              <a:t>Storybook (component documentation)</a:t>
            </a:r>
          </a:p>
          <a:p>
            <a:pPr marL="12700" marR="5080"/>
            <a:r>
              <a:rPr lang="en-US" sz="1500" kern="0" spc="-80" dirty="0">
                <a:solidFill>
                  <a:schemeClr val="accent6"/>
                </a:solidFill>
              </a:rPr>
              <a:t>Chromatic (visual regression)</a:t>
            </a:r>
          </a:p>
          <a:p>
            <a:pPr marL="12700" marR="5080"/>
            <a:r>
              <a:rPr lang="en-US" sz="1500" kern="0" spc="-80" dirty="0">
                <a:solidFill>
                  <a:schemeClr val="accent6"/>
                </a:solidFill>
              </a:rPr>
              <a:t>Ladle (fast Storybook alternative)</a:t>
            </a:r>
          </a:p>
          <a:p>
            <a:pPr marL="12700" marR="5080"/>
            <a:r>
              <a:rPr lang="en-US" sz="1500" kern="0" spc="-80" dirty="0">
                <a:solidFill>
                  <a:schemeClr val="accent6"/>
                </a:solidFill>
              </a:rPr>
              <a:t>Vite / Webpack bundlers</a:t>
            </a:r>
          </a:p>
        </p:txBody>
      </p:sp>
    </p:spTree>
    <p:extLst>
      <p:ext uri="{BB962C8B-B14F-4D97-AF65-F5344CB8AC3E}">
        <p14:creationId xmlns:p14="http://schemas.microsoft.com/office/powerpoint/2010/main" val="1794362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82D2A-25A2-45B5-C2EC-0FFA2674344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AB80ED-BE25-5593-20E8-2E269249BC6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906FE97-081A-3C3E-ABF0-977E8C0D3D0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ACF1C75-D828-C269-3C4F-455FEE598CC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1DFA905-8C88-4145-9780-68C36D00C30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BFC4B54-BEBF-22D3-B244-E1DCA666786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BE783B6-058E-967F-7B54-CAEC7DA4F7F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AA1858C-703C-ACD6-63D4-21941134B70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0C983631-46C3-1DE5-E588-CC11F09756E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D096C8A3-E8D9-90E1-F58C-FA340F29640F}"/>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5. Design System Tooling</a:t>
            </a:r>
          </a:p>
          <a:p>
            <a:pPr marL="12700" marR="5080"/>
            <a:r>
              <a:rPr lang="en-US" sz="1500" kern="0" spc="-80" dirty="0">
                <a:solidFill>
                  <a:schemeClr val="accent2"/>
                </a:solidFill>
              </a:rPr>
              <a:t>⚙️ 5.2 For Developers</a:t>
            </a:r>
          </a:p>
          <a:p>
            <a:pPr marL="12700" marR="5080"/>
            <a:r>
              <a:rPr lang="en-US" sz="1500" kern="0" spc="-80" dirty="0">
                <a:solidFill>
                  <a:schemeClr val="accent6"/>
                </a:solidFill>
              </a:rPr>
              <a:t>TS / API Extractor</a:t>
            </a:r>
          </a:p>
          <a:p>
            <a:pPr marL="12700" marR="5080"/>
            <a:r>
              <a:rPr lang="en-US" sz="1500" kern="0" spc="-80" dirty="0" err="1">
                <a:solidFill>
                  <a:schemeClr val="accent6"/>
                </a:solidFill>
              </a:rPr>
              <a:t>Vitest</a:t>
            </a:r>
            <a:r>
              <a:rPr lang="en-US" sz="1500" kern="0" spc="-80" dirty="0">
                <a:solidFill>
                  <a:schemeClr val="accent6"/>
                </a:solidFill>
              </a:rPr>
              <a:t> / Jest</a:t>
            </a:r>
          </a:p>
          <a:p>
            <a:pPr marL="12700" marR="5080"/>
            <a:r>
              <a:rPr lang="en-US" sz="1500" kern="0" spc="-80" dirty="0">
                <a:solidFill>
                  <a:schemeClr val="accent6"/>
                </a:solidFill>
              </a:rPr>
              <a:t>RTL (React Testing Library)</a:t>
            </a:r>
          </a:p>
          <a:p>
            <a:pPr marL="12700" marR="5080"/>
            <a:r>
              <a:rPr lang="en-US" sz="1500" kern="0" spc="-80" dirty="0">
                <a:solidFill>
                  <a:schemeClr val="accent6"/>
                </a:solidFill>
              </a:rPr>
              <a:t>Cypress</a:t>
            </a:r>
          </a:p>
          <a:p>
            <a:pPr marL="12700" marR="5080"/>
            <a:endParaRPr lang="en-US" sz="1500" kern="0" spc="-80" dirty="0">
              <a:solidFill>
                <a:schemeClr val="accent6"/>
              </a:solidFill>
            </a:endParaRPr>
          </a:p>
          <a:p>
            <a:pPr marL="12700" marR="5080"/>
            <a:r>
              <a:rPr lang="en-US" sz="1500" kern="0" spc="-80" dirty="0">
                <a:solidFill>
                  <a:schemeClr val="accent2"/>
                </a:solidFill>
              </a:rPr>
              <a:t>🪄 5.3 Automation Tools</a:t>
            </a:r>
          </a:p>
          <a:p>
            <a:pPr marL="12700" marR="5080"/>
            <a:r>
              <a:rPr lang="en-US" sz="1500" kern="0" spc="-80" dirty="0">
                <a:solidFill>
                  <a:schemeClr val="accent6"/>
                </a:solidFill>
              </a:rPr>
              <a:t>Style Dictionary (tokens transformation)</a:t>
            </a:r>
          </a:p>
          <a:p>
            <a:pPr marL="12700" marR="5080"/>
            <a:r>
              <a:rPr lang="en-US" sz="1500" kern="0" spc="-80" dirty="0">
                <a:solidFill>
                  <a:schemeClr val="accent6"/>
                </a:solidFill>
              </a:rPr>
              <a:t>Theo</a:t>
            </a:r>
          </a:p>
          <a:p>
            <a:pPr marL="12700" marR="5080"/>
            <a:r>
              <a:rPr lang="en-US" sz="1500" kern="0" spc="-80" dirty="0">
                <a:solidFill>
                  <a:schemeClr val="accent6"/>
                </a:solidFill>
              </a:rPr>
              <a:t>Token Transformer</a:t>
            </a:r>
          </a:p>
          <a:p>
            <a:pPr marL="12700" marR="5080"/>
            <a:r>
              <a:rPr lang="en-US" sz="1500" kern="0" spc="-80" dirty="0">
                <a:solidFill>
                  <a:schemeClr val="accent6"/>
                </a:solidFill>
              </a:rPr>
              <a:t>Design Token pipeline automation (GitHub Actions)</a:t>
            </a:r>
          </a:p>
          <a:p>
            <a:pPr marL="12700" marR="5080"/>
            <a:r>
              <a:rPr lang="en-US" sz="1500" kern="0" spc="-80" dirty="0">
                <a:solidFill>
                  <a:schemeClr val="accent6"/>
                </a:solidFill>
              </a:rPr>
              <a:t>CI-driven documentation deployment</a:t>
            </a:r>
          </a:p>
          <a:p>
            <a:pPr marL="12700" marR="5080"/>
            <a:endParaRPr lang="en-US" sz="1500" kern="0" spc="-80" dirty="0">
              <a:solidFill>
                <a:schemeClr val="accent6"/>
              </a:solidFill>
            </a:endParaRPr>
          </a:p>
          <a:p>
            <a:pPr marL="12700" marR="5080"/>
            <a:r>
              <a:rPr lang="en-US" sz="1500" kern="0" spc="-80" dirty="0">
                <a:solidFill>
                  <a:schemeClr val="accent2"/>
                </a:solidFill>
              </a:rPr>
              <a:t>6. Architecture of a Design System</a:t>
            </a:r>
          </a:p>
          <a:p>
            <a:pPr marL="12700" marR="5080"/>
            <a:r>
              <a:rPr lang="en-US" sz="1500" kern="0" spc="-80" dirty="0">
                <a:solidFill>
                  <a:schemeClr val="accent2"/>
                </a:solidFill>
              </a:rPr>
              <a:t>🧩 6.1 Layered Architecture</a:t>
            </a:r>
          </a:p>
          <a:p>
            <a:pPr marL="12700" marR="5080"/>
            <a:r>
              <a:rPr lang="en-US" sz="1500" kern="0" spc="-80" dirty="0">
                <a:solidFill>
                  <a:schemeClr val="accent2"/>
                </a:solidFill>
              </a:rPr>
              <a:t>1. Foundations</a:t>
            </a:r>
          </a:p>
          <a:p>
            <a:pPr marL="12700" marR="5080"/>
            <a:r>
              <a:rPr lang="en-US" sz="1500" kern="0" spc="-80" dirty="0">
                <a:solidFill>
                  <a:schemeClr val="accent6"/>
                </a:solidFill>
              </a:rPr>
              <a:t>Colors</a:t>
            </a:r>
          </a:p>
          <a:p>
            <a:pPr marL="12700" marR="5080"/>
            <a:r>
              <a:rPr lang="en-US" sz="1500" kern="0" spc="-80" dirty="0">
                <a:solidFill>
                  <a:schemeClr val="accent6"/>
                </a:solidFill>
              </a:rPr>
              <a:t>Typography</a:t>
            </a:r>
          </a:p>
          <a:p>
            <a:pPr marL="12700" marR="5080"/>
            <a:r>
              <a:rPr lang="en-US" sz="1500" kern="0" spc="-80" dirty="0">
                <a:solidFill>
                  <a:schemeClr val="accent6"/>
                </a:solidFill>
              </a:rPr>
              <a:t>Spacing</a:t>
            </a:r>
          </a:p>
          <a:p>
            <a:pPr marL="12700" marR="5080"/>
            <a:r>
              <a:rPr lang="en-US" sz="1500" kern="0" spc="-80" dirty="0">
                <a:solidFill>
                  <a:schemeClr val="accent6"/>
                </a:solidFill>
              </a:rPr>
              <a:t>Motion</a:t>
            </a:r>
          </a:p>
          <a:p>
            <a:pPr marL="12700" marR="5080"/>
            <a:r>
              <a:rPr lang="en-US" sz="1500" kern="0" spc="-80" dirty="0">
                <a:solidFill>
                  <a:schemeClr val="accent6"/>
                </a:solidFill>
              </a:rPr>
              <a:t>Grids</a:t>
            </a:r>
          </a:p>
        </p:txBody>
      </p:sp>
    </p:spTree>
    <p:extLst>
      <p:ext uri="{BB962C8B-B14F-4D97-AF65-F5344CB8AC3E}">
        <p14:creationId xmlns:p14="http://schemas.microsoft.com/office/powerpoint/2010/main" val="39245389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DC9D9-FBF5-2C28-DCBD-8F2531DC46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712B005-C0EE-95B1-FFFA-B051F223677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FCD3894-1D62-D077-0464-0BD89925D46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5ECFBD6-57DE-C532-99D3-690B9D0C618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67990D9-CA5E-6F10-F505-C8AEFB23E7A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EBBF553-88E6-76F2-3615-453B349A4C1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7281F7B-C68E-EB65-9AE3-2024311BFCC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C7BF78F-867B-D1D6-93EA-0CC936BC462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128621DB-0AC3-6E98-6DCE-E43A7614AF4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3EB56815-5ADD-318C-02F4-3603890A2B34}"/>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6. Architecture of a Design System</a:t>
            </a:r>
          </a:p>
          <a:p>
            <a:pPr marL="12700" marR="5080"/>
            <a:r>
              <a:rPr lang="en-US" sz="1500" kern="0" spc="-80" dirty="0">
                <a:solidFill>
                  <a:schemeClr val="accent2"/>
                </a:solidFill>
              </a:rPr>
              <a:t>🧩 6.1 Layered Architecture</a:t>
            </a:r>
          </a:p>
          <a:p>
            <a:pPr marL="12700" marR="5080"/>
            <a:r>
              <a:rPr lang="en-US" sz="1500" kern="0" spc="-80" dirty="0">
                <a:solidFill>
                  <a:schemeClr val="accent2"/>
                </a:solidFill>
              </a:rPr>
              <a:t>2. Components</a:t>
            </a:r>
          </a:p>
          <a:p>
            <a:pPr marL="12700" marR="5080"/>
            <a:r>
              <a:rPr lang="en-US" sz="1500" kern="0" spc="-80" dirty="0">
                <a:solidFill>
                  <a:schemeClr val="accent6"/>
                </a:solidFill>
              </a:rPr>
              <a:t>Buttons</a:t>
            </a:r>
          </a:p>
          <a:p>
            <a:pPr marL="12700" marR="5080"/>
            <a:r>
              <a:rPr lang="en-US" sz="1500" kern="0" spc="-80" dirty="0">
                <a:solidFill>
                  <a:schemeClr val="accent6"/>
                </a:solidFill>
              </a:rPr>
              <a:t>Inputs</a:t>
            </a:r>
          </a:p>
          <a:p>
            <a:pPr marL="12700" marR="5080"/>
            <a:r>
              <a:rPr lang="en-US" sz="1500" kern="0" spc="-80" dirty="0">
                <a:solidFill>
                  <a:schemeClr val="accent6"/>
                </a:solidFill>
              </a:rPr>
              <a:t>Dropdowns</a:t>
            </a:r>
          </a:p>
          <a:p>
            <a:pPr marL="12700" marR="5080"/>
            <a:r>
              <a:rPr lang="en-US" sz="1500" kern="0" spc="-80" dirty="0">
                <a:solidFill>
                  <a:schemeClr val="accent6"/>
                </a:solidFill>
              </a:rPr>
              <a:t>Modals</a:t>
            </a:r>
          </a:p>
          <a:p>
            <a:pPr marL="12700" marR="5080"/>
            <a:endParaRPr lang="en-US" sz="1500" kern="0" spc="-80" dirty="0">
              <a:solidFill>
                <a:schemeClr val="accent6"/>
              </a:solidFill>
            </a:endParaRPr>
          </a:p>
          <a:p>
            <a:pPr marL="12700" marR="5080"/>
            <a:r>
              <a:rPr lang="en-US" sz="1500" kern="0" spc="-80" dirty="0">
                <a:solidFill>
                  <a:schemeClr val="accent2"/>
                </a:solidFill>
              </a:rPr>
              <a:t>3. Patterns</a:t>
            </a:r>
          </a:p>
          <a:p>
            <a:pPr marL="12700" marR="5080"/>
            <a:r>
              <a:rPr lang="en-US" sz="1500" kern="0" spc="-80" dirty="0">
                <a:solidFill>
                  <a:schemeClr val="accent6"/>
                </a:solidFill>
              </a:rPr>
              <a:t>Forms</a:t>
            </a:r>
          </a:p>
          <a:p>
            <a:pPr marL="12700" marR="5080"/>
            <a:r>
              <a:rPr lang="en-US" sz="1500" kern="0" spc="-80" dirty="0">
                <a:solidFill>
                  <a:schemeClr val="accent6"/>
                </a:solidFill>
              </a:rPr>
              <a:t>Navigation</a:t>
            </a:r>
          </a:p>
          <a:p>
            <a:pPr marL="12700" marR="5080"/>
            <a:r>
              <a:rPr lang="en-US" sz="1500" kern="0" spc="-80" dirty="0">
                <a:solidFill>
                  <a:schemeClr val="accent6"/>
                </a:solidFill>
              </a:rPr>
              <a:t>Page layouts</a:t>
            </a:r>
          </a:p>
          <a:p>
            <a:pPr marL="12700" marR="5080"/>
            <a:r>
              <a:rPr lang="en-US" sz="1500" kern="0" spc="-80" dirty="0">
                <a:solidFill>
                  <a:schemeClr val="accent6"/>
                </a:solidFill>
              </a:rPr>
              <a:t>Dashboards</a:t>
            </a:r>
          </a:p>
          <a:p>
            <a:pPr marL="12700" marR="5080"/>
            <a:endParaRPr lang="en-US" sz="1500" kern="0" spc="-80" dirty="0">
              <a:solidFill>
                <a:schemeClr val="accent6"/>
              </a:solidFill>
            </a:endParaRPr>
          </a:p>
          <a:p>
            <a:pPr marL="12700" marR="5080"/>
            <a:r>
              <a:rPr lang="en-US" sz="1500" kern="0" spc="-80" dirty="0">
                <a:solidFill>
                  <a:schemeClr val="accent2"/>
                </a:solidFill>
              </a:rPr>
              <a:t>4. Templates</a:t>
            </a:r>
          </a:p>
          <a:p>
            <a:pPr marL="12700" marR="5080"/>
            <a:r>
              <a:rPr lang="en-US" sz="1500" kern="0" spc="-80" dirty="0">
                <a:solidFill>
                  <a:schemeClr val="accent6"/>
                </a:solidFill>
              </a:rPr>
              <a:t>Page-level compositions</a:t>
            </a:r>
          </a:p>
          <a:p>
            <a:pPr marL="12700" marR="5080"/>
            <a:endParaRPr lang="en-US" sz="1500" kern="0" spc="-80" dirty="0">
              <a:solidFill>
                <a:schemeClr val="accent6"/>
              </a:solidFill>
            </a:endParaRPr>
          </a:p>
          <a:p>
            <a:pPr marL="12700" marR="5080"/>
            <a:r>
              <a:rPr lang="en-US" sz="1500" kern="0" spc="-80" dirty="0">
                <a:solidFill>
                  <a:schemeClr val="accent2"/>
                </a:solidFill>
              </a:rPr>
              <a:t>5. Experiences / Flows</a:t>
            </a:r>
          </a:p>
          <a:p>
            <a:pPr marL="12700" marR="5080"/>
            <a:r>
              <a:rPr lang="en-US" sz="1500" kern="0" spc="-80" dirty="0">
                <a:solidFill>
                  <a:schemeClr val="accent6"/>
                </a:solidFill>
              </a:rPr>
              <a:t>Onboarding</a:t>
            </a:r>
          </a:p>
          <a:p>
            <a:pPr marL="12700" marR="5080"/>
            <a:r>
              <a:rPr lang="en-US" sz="1500" kern="0" spc="-80" dirty="0">
                <a:solidFill>
                  <a:schemeClr val="accent6"/>
                </a:solidFill>
              </a:rPr>
              <a:t>Payments</a:t>
            </a:r>
          </a:p>
          <a:p>
            <a:pPr marL="12700" marR="5080"/>
            <a:r>
              <a:rPr lang="en-US" sz="1500" kern="0" spc="-80" dirty="0">
                <a:solidFill>
                  <a:schemeClr val="accent6"/>
                </a:solidFill>
              </a:rPr>
              <a:t>Reporting</a:t>
            </a:r>
          </a:p>
        </p:txBody>
      </p:sp>
    </p:spTree>
    <p:extLst>
      <p:ext uri="{BB962C8B-B14F-4D97-AF65-F5344CB8AC3E}">
        <p14:creationId xmlns:p14="http://schemas.microsoft.com/office/powerpoint/2010/main" val="6839389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64AF7-9C9A-D6F7-2FA5-E723A3697D7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DEFBCC-A253-382B-B860-A26330F4150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A0FBD82-62A6-880B-9FD4-829A0CBA23D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54023F7-E38E-5DBD-9E01-60BAD8231C3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07C6716-F9E4-317C-3D33-FC31EFAC96A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1F9EC76-8AAF-32F6-CE9E-382D2EEDAD3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606A872-7A1D-C8C7-1787-786E0398BA9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41BB1D9-E8EF-B7DE-5080-BAB84C3AE97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B29BA8E8-A28C-607E-3433-48C5EA995E1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D1A419F4-1F28-8DF0-AC60-019BA910CFFD}"/>
              </a:ext>
            </a:extLst>
          </p:cNvPr>
          <p:cNvSpPr txBox="1">
            <a:spLocks/>
          </p:cNvSpPr>
          <p:nvPr/>
        </p:nvSpPr>
        <p:spPr>
          <a:xfrm>
            <a:off x="152400" y="685800"/>
            <a:ext cx="8624937"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7. Real-World Design Systems — Case Studies</a:t>
            </a:r>
          </a:p>
          <a:p>
            <a:pPr marL="12700" marR="5080"/>
            <a:r>
              <a:rPr lang="en-US" sz="1500" kern="0" spc="-80" dirty="0">
                <a:solidFill>
                  <a:schemeClr val="accent2"/>
                </a:solidFill>
              </a:rPr>
              <a:t>Company	                            Key Concepts</a:t>
            </a:r>
          </a:p>
          <a:p>
            <a:pPr marL="12700" marR="5080"/>
            <a:r>
              <a:rPr lang="en-US" sz="1500" kern="0" spc="-80" dirty="0">
                <a:solidFill>
                  <a:schemeClr val="accent6"/>
                </a:solidFill>
              </a:rPr>
              <a:t>Google Material	          Extensive guidelines, multi-platform coherence</a:t>
            </a:r>
          </a:p>
          <a:p>
            <a:pPr marL="12700" marR="5080"/>
            <a:r>
              <a:rPr lang="en-US" sz="1500" kern="0" spc="-80" dirty="0">
                <a:solidFill>
                  <a:schemeClr val="accent6"/>
                </a:solidFill>
              </a:rPr>
              <a:t>Microsoft Fluent	          </a:t>
            </a:r>
            <a:r>
              <a:rPr lang="en-US" sz="1500" kern="0" spc="-80" dirty="0" err="1">
                <a:solidFill>
                  <a:schemeClr val="accent6"/>
                </a:solidFill>
              </a:rPr>
              <a:t>Web+desktop+mobile</a:t>
            </a:r>
            <a:r>
              <a:rPr lang="en-US" sz="1500" kern="0" spc="-80" dirty="0">
                <a:solidFill>
                  <a:schemeClr val="accent6"/>
                </a:solidFill>
              </a:rPr>
              <a:t> unified</a:t>
            </a:r>
          </a:p>
          <a:p>
            <a:pPr marL="12700" marR="5080"/>
            <a:r>
              <a:rPr lang="en-US" sz="1500" kern="0" spc="-80" dirty="0">
                <a:solidFill>
                  <a:schemeClr val="accent6"/>
                </a:solidFill>
              </a:rPr>
              <a:t>IBM Carbon	          Enterprise-focused, theming primitives</a:t>
            </a:r>
          </a:p>
          <a:p>
            <a:pPr marL="12700" marR="5080"/>
            <a:r>
              <a:rPr lang="en-US" sz="1500" kern="0" spc="-80" dirty="0">
                <a:solidFill>
                  <a:schemeClr val="accent6"/>
                </a:solidFill>
              </a:rPr>
              <a:t>Salesforce Lightning          Multi-tenant, multi-brand architecture</a:t>
            </a:r>
          </a:p>
          <a:p>
            <a:pPr marL="12700" marR="5080"/>
            <a:r>
              <a:rPr lang="en-US" sz="1500" kern="0" spc="-80" dirty="0">
                <a:solidFill>
                  <a:schemeClr val="accent6"/>
                </a:solidFill>
              </a:rPr>
              <a:t>Shopify Polaris	          Commerce patterns, guidance heavy</a:t>
            </a:r>
          </a:p>
          <a:p>
            <a:pPr marL="12700" marR="5080"/>
            <a:r>
              <a:rPr lang="en-US" sz="1500" kern="0" spc="-80" dirty="0">
                <a:solidFill>
                  <a:schemeClr val="accent6"/>
                </a:solidFill>
              </a:rPr>
              <a:t>Atlassian	                            Usability, deep content guidelines</a:t>
            </a:r>
          </a:p>
          <a:p>
            <a:pPr marL="12700" marR="5080"/>
            <a:endParaRPr lang="en-US" sz="1500" kern="0" spc="-80" dirty="0">
              <a:solidFill>
                <a:schemeClr val="accent6"/>
              </a:solidFill>
            </a:endParaRPr>
          </a:p>
          <a:p>
            <a:pPr marL="12700" marR="5080"/>
            <a:r>
              <a:rPr lang="en-US" sz="1500" kern="0" spc="-80" dirty="0">
                <a:solidFill>
                  <a:schemeClr val="accent2"/>
                </a:solidFill>
              </a:rPr>
              <a:t>8. Design System Delivery Approaches</a:t>
            </a:r>
          </a:p>
          <a:p>
            <a:pPr marL="12700" marR="5080"/>
            <a:r>
              <a:rPr lang="en-US" sz="1500" kern="0" spc="-80" dirty="0">
                <a:solidFill>
                  <a:schemeClr val="accent2"/>
                </a:solidFill>
              </a:rPr>
              <a:t>8.1 Centralized Design System</a:t>
            </a:r>
          </a:p>
          <a:p>
            <a:pPr marL="12700" marR="5080"/>
            <a:r>
              <a:rPr lang="en-US" sz="1500" kern="0" spc="-80" dirty="0">
                <a:solidFill>
                  <a:schemeClr val="accent6"/>
                </a:solidFill>
              </a:rPr>
              <a:t>Single DS team owns everything</a:t>
            </a:r>
          </a:p>
          <a:p>
            <a:pPr marL="12700" marR="5080"/>
            <a:r>
              <a:rPr lang="en-US" sz="1500" kern="0" spc="-80" dirty="0">
                <a:solidFill>
                  <a:schemeClr val="accent2"/>
                </a:solidFill>
              </a:rPr>
              <a:t>Pros:</a:t>
            </a:r>
            <a:r>
              <a:rPr lang="en-US" sz="1500" kern="0" spc="-80" dirty="0">
                <a:solidFill>
                  <a:schemeClr val="accent6"/>
                </a:solidFill>
              </a:rPr>
              <a:t> Consistency</a:t>
            </a:r>
          </a:p>
          <a:p>
            <a:pPr marL="12700" marR="5080"/>
            <a:r>
              <a:rPr lang="en-US" sz="1500" kern="0" spc="-80" dirty="0">
                <a:solidFill>
                  <a:schemeClr val="accent2"/>
                </a:solidFill>
              </a:rPr>
              <a:t>Cons: </a:t>
            </a:r>
            <a:r>
              <a:rPr lang="en-US" sz="1500" kern="0" spc="-80" dirty="0">
                <a:solidFill>
                  <a:schemeClr val="accent6"/>
                </a:solidFill>
              </a:rPr>
              <a:t>Bottlenecks</a:t>
            </a:r>
          </a:p>
          <a:p>
            <a:pPr marL="12700" marR="5080"/>
            <a:endParaRPr lang="en-US" sz="1500" kern="0" spc="-80" dirty="0">
              <a:solidFill>
                <a:schemeClr val="accent6"/>
              </a:solidFill>
            </a:endParaRPr>
          </a:p>
          <a:p>
            <a:pPr marL="12700" marR="5080"/>
            <a:r>
              <a:rPr lang="en-US" sz="1500" kern="0" spc="-80" dirty="0">
                <a:solidFill>
                  <a:schemeClr val="accent2"/>
                </a:solidFill>
              </a:rPr>
              <a:t>8.2 Federated / Hybrid</a:t>
            </a:r>
          </a:p>
          <a:p>
            <a:pPr marL="12700" marR="5080"/>
            <a:r>
              <a:rPr lang="en-US" sz="1500" kern="0" spc="-80" dirty="0">
                <a:solidFill>
                  <a:schemeClr val="accent6"/>
                </a:solidFill>
              </a:rPr>
              <a:t>Central team + multiple contributors</a:t>
            </a:r>
          </a:p>
          <a:p>
            <a:pPr marL="12700" marR="5080"/>
            <a:r>
              <a:rPr lang="en-US" sz="1500" kern="0" spc="-80" dirty="0">
                <a:solidFill>
                  <a:schemeClr val="accent6"/>
                </a:solidFill>
              </a:rPr>
              <a:t>Pros: Scales well</a:t>
            </a:r>
          </a:p>
          <a:p>
            <a:pPr marL="12700" marR="5080"/>
            <a:r>
              <a:rPr lang="en-US" sz="1500" kern="0" spc="-80" dirty="0">
                <a:solidFill>
                  <a:schemeClr val="accent6"/>
                </a:solidFill>
              </a:rPr>
              <a:t>Cons: Needs governance</a:t>
            </a: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6044488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8A1967-3EC1-E5A8-6EEF-CB3B645DA2A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76F3E13-C3D0-9A67-D47E-3172613590C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E6F7B98-6CB0-BBA4-73F2-21393BF7C0B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6E2008-47DA-AD1C-31A3-297697FE7AB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E198688-BE54-8447-5A8D-2295A175CFB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C844DC0-9741-BD66-0B4D-C38FF43BDEF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5787F9E-CDA1-454A-AF1B-4A30899A95E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219B602-A81F-BD68-E006-03CFCDBAB13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B3898D70-E764-C97F-B5D5-AD4F87C2E2B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B81C0A44-9A0B-B7D9-165C-F62356B94113}"/>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8. Design System Delivery Approaches</a:t>
            </a:r>
          </a:p>
          <a:p>
            <a:pPr marL="12700" marR="5080"/>
            <a:r>
              <a:rPr lang="en-US" sz="1500" kern="0" spc="-80" dirty="0">
                <a:solidFill>
                  <a:schemeClr val="accent2"/>
                </a:solidFill>
              </a:rPr>
              <a:t>8.3 Distributed</a:t>
            </a:r>
          </a:p>
          <a:p>
            <a:pPr marL="12700" marR="5080"/>
            <a:r>
              <a:rPr lang="en-US" sz="1500" kern="0" spc="-80" dirty="0">
                <a:solidFill>
                  <a:schemeClr val="accent6"/>
                </a:solidFill>
              </a:rPr>
              <a:t>Each team builds components</a:t>
            </a:r>
          </a:p>
          <a:p>
            <a:pPr marL="12700" marR="5080"/>
            <a:r>
              <a:rPr lang="en-US" sz="1500" kern="0" spc="-80" dirty="0">
                <a:solidFill>
                  <a:schemeClr val="accent6"/>
                </a:solidFill>
              </a:rPr>
              <a:t>Pros: Autonomy</a:t>
            </a:r>
          </a:p>
          <a:p>
            <a:pPr marL="12700" marR="5080"/>
            <a:r>
              <a:rPr lang="en-US" sz="1500" kern="0" spc="-80" dirty="0">
                <a:solidFill>
                  <a:schemeClr val="accent6"/>
                </a:solidFill>
              </a:rPr>
              <a:t>Cons: Fragmentation</a:t>
            </a:r>
          </a:p>
          <a:p>
            <a:pPr marL="12700" marR="5080"/>
            <a:endParaRPr lang="en-US" sz="1500" kern="0" spc="-80" dirty="0">
              <a:solidFill>
                <a:schemeClr val="accent6"/>
              </a:solidFill>
            </a:endParaRPr>
          </a:p>
          <a:p>
            <a:pPr marL="12700" marR="5080"/>
            <a:r>
              <a:rPr lang="en-US" sz="1500" kern="0" spc="-80" dirty="0">
                <a:solidFill>
                  <a:schemeClr val="accent2"/>
                </a:solidFill>
              </a:rPr>
              <a:t>9. Key Metrics for a Design System</a:t>
            </a:r>
          </a:p>
          <a:p>
            <a:pPr marL="12700" marR="5080"/>
            <a:r>
              <a:rPr lang="en-US" sz="1500" kern="0" spc="-80" dirty="0">
                <a:solidFill>
                  <a:schemeClr val="accent6"/>
                </a:solidFill>
              </a:rPr>
              <a:t>Adoption rate</a:t>
            </a:r>
          </a:p>
          <a:p>
            <a:pPr marL="12700" marR="5080"/>
            <a:r>
              <a:rPr lang="en-US" sz="1500" kern="0" spc="-80" dirty="0">
                <a:solidFill>
                  <a:schemeClr val="accent6"/>
                </a:solidFill>
              </a:rPr>
              <a:t>Contribution velocity</a:t>
            </a:r>
          </a:p>
          <a:p>
            <a:pPr marL="12700" marR="5080"/>
            <a:r>
              <a:rPr lang="en-US" sz="1500" kern="0" spc="-80" dirty="0">
                <a:solidFill>
                  <a:schemeClr val="accent6"/>
                </a:solidFill>
              </a:rPr>
              <a:t>Component coverage</a:t>
            </a:r>
          </a:p>
          <a:p>
            <a:pPr marL="12700" marR="5080"/>
            <a:r>
              <a:rPr lang="en-US" sz="1500" kern="0" spc="-80" dirty="0">
                <a:solidFill>
                  <a:schemeClr val="accent6"/>
                </a:solidFill>
              </a:rPr>
              <a:t>Token usage % across apps</a:t>
            </a:r>
          </a:p>
          <a:p>
            <a:pPr marL="12700" marR="5080"/>
            <a:r>
              <a:rPr lang="en-US" sz="1500" kern="0" spc="-80" dirty="0">
                <a:solidFill>
                  <a:schemeClr val="accent6"/>
                </a:solidFill>
              </a:rPr>
              <a:t>Visual defect reduction</a:t>
            </a:r>
          </a:p>
          <a:p>
            <a:pPr marL="12700" marR="5080"/>
            <a:r>
              <a:rPr lang="en-US" sz="1500" kern="0" spc="-80" dirty="0">
                <a:solidFill>
                  <a:schemeClr val="accent6"/>
                </a:solidFill>
              </a:rPr>
              <a:t>Time-to-build UI</a:t>
            </a:r>
          </a:p>
          <a:p>
            <a:pPr marL="12700" marR="5080"/>
            <a:r>
              <a:rPr lang="en-US" sz="1500" kern="0" spc="-80" dirty="0">
                <a:solidFill>
                  <a:schemeClr val="accent6"/>
                </a:solidFill>
              </a:rPr>
              <a:t>Accessibility pass rate</a:t>
            </a:r>
          </a:p>
          <a:p>
            <a:pPr marL="12700" marR="5080"/>
            <a:endParaRPr lang="en-US" sz="1500" kern="0" spc="-80" dirty="0">
              <a:solidFill>
                <a:schemeClr val="accent6"/>
              </a:solidFill>
            </a:endParaRPr>
          </a:p>
          <a:p>
            <a:pPr marL="12700" marR="5080"/>
            <a:r>
              <a:rPr lang="en-US" sz="1500" kern="0" spc="-80" dirty="0">
                <a:solidFill>
                  <a:schemeClr val="accent2"/>
                </a:solidFill>
              </a:rPr>
              <a:t>10. Documentation Architecture</a:t>
            </a:r>
          </a:p>
          <a:p>
            <a:pPr marL="12700" marR="5080"/>
            <a:r>
              <a:rPr lang="en-US" sz="1500" kern="0" spc="-80" dirty="0">
                <a:solidFill>
                  <a:schemeClr val="accent2"/>
                </a:solidFill>
              </a:rPr>
              <a:t>A good DS includes:</a:t>
            </a:r>
          </a:p>
          <a:p>
            <a:pPr marL="12700" marR="5080"/>
            <a:r>
              <a:rPr lang="en-US" sz="1500" kern="0" spc="-80" dirty="0">
                <a:solidFill>
                  <a:schemeClr val="accent6"/>
                </a:solidFill>
              </a:rPr>
              <a:t>Component Catalog</a:t>
            </a:r>
          </a:p>
          <a:p>
            <a:pPr marL="12700" marR="5080"/>
            <a:r>
              <a:rPr lang="en-US" sz="1500" kern="0" spc="-80" dirty="0">
                <a:solidFill>
                  <a:schemeClr val="accent6"/>
                </a:solidFill>
              </a:rPr>
              <a:t>Figma Kits</a:t>
            </a:r>
          </a:p>
          <a:p>
            <a:pPr marL="12700" marR="5080"/>
            <a:r>
              <a:rPr lang="en-US" sz="1500" kern="0" spc="-80" dirty="0">
                <a:solidFill>
                  <a:schemeClr val="accent6"/>
                </a:solidFill>
              </a:rPr>
              <a:t>Usage Guidelines</a:t>
            </a:r>
          </a:p>
          <a:p>
            <a:pPr marL="12700" marR="5080"/>
            <a:r>
              <a:rPr lang="en-US" sz="1500" kern="0" spc="-80" dirty="0">
                <a:solidFill>
                  <a:schemeClr val="accent6"/>
                </a:solidFill>
              </a:rPr>
              <a:t>Code examples</a:t>
            </a:r>
          </a:p>
          <a:p>
            <a:pPr marL="12700" marR="5080"/>
            <a:r>
              <a:rPr lang="en-US" sz="1500" kern="0" spc="-80" dirty="0">
                <a:solidFill>
                  <a:schemeClr val="accent6"/>
                </a:solidFill>
              </a:rPr>
              <a:t>Accessibility requirements</a:t>
            </a:r>
          </a:p>
        </p:txBody>
      </p:sp>
    </p:spTree>
    <p:extLst>
      <p:ext uri="{BB962C8B-B14F-4D97-AF65-F5344CB8AC3E}">
        <p14:creationId xmlns:p14="http://schemas.microsoft.com/office/powerpoint/2010/main" val="4185513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B2DA7D-5CF4-F10C-5CEF-19AB4726D1C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8805507-B3EB-409F-C5C9-3A37FEEED6F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DEDDF41-3E2F-2BB6-70E4-05F10C9F378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1EC6C17-EA57-4A2F-CAD2-455FBE03437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2363607-1F0E-8406-4C7A-B4E2978E1A0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6B971F8-C2FD-6852-10BD-DF89CC7093B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37393B1-30D8-9DD2-DBBF-C78B5AEA737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25A675C-3BD7-4DD6-0967-44347E22E2A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B39A5A0A-1DEF-F9BD-26D0-A556777449F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68A7A219-6A70-331C-E763-A307485AFA99}"/>
              </a:ext>
            </a:extLst>
          </p:cNvPr>
          <p:cNvSpPr txBox="1">
            <a:spLocks/>
          </p:cNvSpPr>
          <p:nvPr/>
        </p:nvSpPr>
        <p:spPr>
          <a:xfrm>
            <a:off x="152400" y="685800"/>
            <a:ext cx="8624937"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10. Documentation Architecture</a:t>
            </a:r>
          </a:p>
          <a:p>
            <a:pPr marL="12700" marR="5080"/>
            <a:r>
              <a:rPr lang="en-US" sz="1500" kern="0" spc="-80" dirty="0">
                <a:solidFill>
                  <a:schemeClr val="accent2"/>
                </a:solidFill>
              </a:rPr>
              <a:t>A good DS includes:</a:t>
            </a:r>
          </a:p>
          <a:p>
            <a:pPr marL="12700" marR="5080"/>
            <a:r>
              <a:rPr lang="en-US" sz="1500" kern="0" spc="-80" dirty="0">
                <a:solidFill>
                  <a:schemeClr val="accent6"/>
                </a:solidFill>
              </a:rPr>
              <a:t>Migration guides</a:t>
            </a:r>
          </a:p>
          <a:p>
            <a:pPr marL="12700" marR="5080"/>
            <a:r>
              <a:rPr lang="en-US" sz="1500" kern="0" spc="-80" dirty="0">
                <a:solidFill>
                  <a:schemeClr val="accent6"/>
                </a:solidFill>
              </a:rPr>
              <a:t>Changelog</a:t>
            </a:r>
          </a:p>
          <a:p>
            <a:pPr marL="12700" marR="5080"/>
            <a:r>
              <a:rPr lang="en-US" sz="1500" kern="0" spc="-80" dirty="0">
                <a:solidFill>
                  <a:schemeClr val="accent6"/>
                </a:solidFill>
              </a:rPr>
              <a:t>Tools:</a:t>
            </a:r>
          </a:p>
          <a:p>
            <a:pPr marL="12700" marR="5080"/>
            <a:r>
              <a:rPr lang="en-US" sz="1500" kern="0" spc="-80" dirty="0">
                <a:solidFill>
                  <a:schemeClr val="accent6"/>
                </a:solidFill>
              </a:rPr>
              <a:t>Storybook</a:t>
            </a:r>
          </a:p>
          <a:p>
            <a:pPr marL="12700" marR="5080"/>
            <a:r>
              <a:rPr lang="en-US" sz="1500" kern="0" spc="-80" dirty="0" err="1">
                <a:solidFill>
                  <a:schemeClr val="accent6"/>
                </a:solidFill>
              </a:rPr>
              <a:t>Docz</a:t>
            </a:r>
            <a:endParaRPr lang="en-US" sz="1500" kern="0" spc="-80" dirty="0">
              <a:solidFill>
                <a:schemeClr val="accent6"/>
              </a:solidFill>
            </a:endParaRPr>
          </a:p>
          <a:p>
            <a:pPr marL="12700" marR="5080"/>
            <a:r>
              <a:rPr lang="en-US" sz="1500" kern="0" spc="-80" dirty="0" err="1">
                <a:solidFill>
                  <a:schemeClr val="accent6"/>
                </a:solidFill>
              </a:rPr>
              <a:t>Docusaurus</a:t>
            </a:r>
            <a:endParaRPr lang="en-US" sz="1500" kern="0" spc="-80" dirty="0">
              <a:solidFill>
                <a:schemeClr val="accent6"/>
              </a:solidFill>
            </a:endParaRPr>
          </a:p>
          <a:p>
            <a:pPr marL="12700" marR="5080"/>
            <a:r>
              <a:rPr lang="en-US" sz="1500" kern="0" spc="-80" dirty="0">
                <a:solidFill>
                  <a:schemeClr val="accent6"/>
                </a:solidFill>
              </a:rPr>
              <a:t>Backlight</a:t>
            </a:r>
          </a:p>
          <a:p>
            <a:pPr marL="12700" marR="5080"/>
            <a:endParaRPr lang="en-US" sz="1500" kern="0" spc="-80" dirty="0">
              <a:solidFill>
                <a:schemeClr val="accent6"/>
              </a:solidFill>
            </a:endParaRPr>
          </a:p>
          <a:p>
            <a:pPr marL="12700" marR="5080"/>
            <a:r>
              <a:rPr lang="en-US" sz="1500" kern="0" spc="-80" dirty="0">
                <a:solidFill>
                  <a:schemeClr val="accent2"/>
                </a:solidFill>
              </a:rPr>
              <a:t>11. Advanced Concepts</a:t>
            </a:r>
          </a:p>
          <a:p>
            <a:pPr marL="12700" marR="5080"/>
            <a:r>
              <a:rPr lang="en-US" sz="1500" kern="0" spc="-80" dirty="0">
                <a:solidFill>
                  <a:schemeClr val="accent2"/>
                </a:solidFill>
              </a:rPr>
              <a:t>🎨 Adaptive Design Systems</a:t>
            </a:r>
          </a:p>
          <a:p>
            <a:pPr marL="12700" marR="5080"/>
            <a:r>
              <a:rPr lang="en-US" sz="1500" kern="0" spc="-80" dirty="0">
                <a:solidFill>
                  <a:schemeClr val="accent2"/>
                </a:solidFill>
              </a:rPr>
              <a:t>Context-aware:</a:t>
            </a:r>
          </a:p>
          <a:p>
            <a:pPr marL="12700" marR="5080"/>
            <a:r>
              <a:rPr lang="en-US" sz="1500" kern="0" spc="-80" dirty="0">
                <a:solidFill>
                  <a:schemeClr val="accent6"/>
                </a:solidFill>
              </a:rPr>
              <a:t>OS theme</a:t>
            </a:r>
          </a:p>
          <a:p>
            <a:pPr marL="12700" marR="5080"/>
            <a:r>
              <a:rPr lang="en-US" sz="1500" kern="0" spc="-80" dirty="0">
                <a:solidFill>
                  <a:schemeClr val="accent6"/>
                </a:solidFill>
              </a:rPr>
              <a:t>Reduced motion</a:t>
            </a:r>
          </a:p>
          <a:p>
            <a:pPr marL="12700" marR="5080"/>
            <a:r>
              <a:rPr lang="en-US" sz="1500" kern="0" spc="-80" dirty="0">
                <a:solidFill>
                  <a:schemeClr val="accent6"/>
                </a:solidFill>
              </a:rPr>
              <a:t>Color blindness modes</a:t>
            </a:r>
          </a:p>
          <a:p>
            <a:pPr marL="12700" marR="5080"/>
            <a:r>
              <a:rPr lang="en-US" sz="1500" kern="0" spc="-80" dirty="0">
                <a:solidFill>
                  <a:schemeClr val="accent6"/>
                </a:solidFill>
              </a:rPr>
              <a:t>Auto contrast tokens</a:t>
            </a:r>
          </a:p>
          <a:p>
            <a:pPr marL="12700" marR="5080"/>
            <a:r>
              <a:rPr lang="en-US" sz="1500" kern="0" spc="-80" dirty="0">
                <a:solidFill>
                  <a:schemeClr val="accent2"/>
                </a:solidFill>
              </a:rPr>
              <a:t>🧬 Meta Design Systems</a:t>
            </a:r>
          </a:p>
          <a:p>
            <a:pPr marL="12700" marR="5080"/>
            <a:r>
              <a:rPr lang="en-US" sz="1500" kern="0" spc="-80" dirty="0">
                <a:solidFill>
                  <a:schemeClr val="accent6"/>
                </a:solidFill>
              </a:rPr>
              <a:t>Companies with multiple brands use:</a:t>
            </a:r>
          </a:p>
          <a:p>
            <a:pPr marL="12700" marR="5080"/>
            <a:r>
              <a:rPr lang="en-US" sz="1500" kern="0" spc="-80" dirty="0">
                <a:solidFill>
                  <a:schemeClr val="accent6"/>
                </a:solidFill>
              </a:rPr>
              <a:t>Token inheritance trees</a:t>
            </a:r>
          </a:p>
          <a:p>
            <a:pPr marL="12700" marR="5080"/>
            <a:r>
              <a:rPr lang="en-US" sz="1500" kern="0" spc="-80" dirty="0">
                <a:solidFill>
                  <a:schemeClr val="accent6"/>
                </a:solidFill>
              </a:rPr>
              <a:t>Brand overrides</a:t>
            </a:r>
          </a:p>
          <a:p>
            <a:pPr marL="12700" marR="5080"/>
            <a:r>
              <a:rPr lang="en-US" sz="1500" kern="0" spc="-80" dirty="0">
                <a:solidFill>
                  <a:schemeClr val="accent6"/>
                </a:solidFill>
              </a:rPr>
              <a:t>Multiple theme packages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2768157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72BD55-B25B-9DB7-7F60-27D9A28A140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FAB4D8C-9B9D-B856-7DA2-158AD6AC3A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1E83FA0-E469-0524-ED59-73F1C6D0302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C40EE25-318B-626F-F25E-85A3E04BED9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EB69A56-EA2B-1B91-91B0-C49EDDB0317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40993CC-7A80-C2E8-4F0C-E8597E90DCB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72B2EC1-B35B-96BB-8870-0A387649123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B893A18-73C7-4C32-96A0-0B4C3CEAE35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F8698E39-3163-8C59-970E-AE5B9CCE2F5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FE8DAD00-FA0A-3CA8-6B8A-3362A725A0FE}"/>
              </a:ext>
            </a:extLst>
          </p:cNvPr>
          <p:cNvSpPr txBox="1">
            <a:spLocks/>
          </p:cNvSpPr>
          <p:nvPr/>
        </p:nvSpPr>
        <p:spPr>
          <a:xfrm>
            <a:off x="152400" y="685800"/>
            <a:ext cx="8624937" cy="558614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11. Advanced Concepts</a:t>
            </a:r>
          </a:p>
          <a:p>
            <a:pPr marL="12700" marR="5080"/>
            <a:r>
              <a:rPr lang="en-US" sz="1500" kern="0" spc="-80" dirty="0">
                <a:solidFill>
                  <a:schemeClr val="accent2"/>
                </a:solidFill>
              </a:rPr>
              <a:t>🤖 AI-Powered DS</a:t>
            </a:r>
          </a:p>
          <a:p>
            <a:pPr marL="12700" marR="5080"/>
            <a:r>
              <a:rPr lang="en-US" sz="1500" kern="0" spc="-80" dirty="0">
                <a:solidFill>
                  <a:schemeClr val="accent2"/>
                </a:solidFill>
              </a:rPr>
              <a:t>AI helps with:</a:t>
            </a:r>
          </a:p>
          <a:p>
            <a:pPr marL="12700" marR="5080"/>
            <a:r>
              <a:rPr lang="en-US" sz="1500" kern="0" spc="-80" dirty="0">
                <a:solidFill>
                  <a:schemeClr val="accent6"/>
                </a:solidFill>
              </a:rPr>
              <a:t>Automated docs</a:t>
            </a:r>
          </a:p>
          <a:p>
            <a:pPr marL="12700" marR="5080"/>
            <a:r>
              <a:rPr lang="en-US" sz="1500" kern="0" spc="-80" dirty="0">
                <a:solidFill>
                  <a:schemeClr val="accent6"/>
                </a:solidFill>
              </a:rPr>
              <a:t>Auto-generated variants</a:t>
            </a:r>
          </a:p>
          <a:p>
            <a:pPr marL="12700" marR="5080"/>
            <a:r>
              <a:rPr lang="en-US" sz="1500" kern="0" spc="-80" dirty="0">
                <a:solidFill>
                  <a:schemeClr val="accent6"/>
                </a:solidFill>
              </a:rPr>
              <a:t>A11y validation</a:t>
            </a:r>
          </a:p>
          <a:p>
            <a:pPr marL="12700" marR="5080"/>
            <a:r>
              <a:rPr lang="en-US" sz="1500" kern="0" spc="-80" dirty="0">
                <a:solidFill>
                  <a:schemeClr val="accent6"/>
                </a:solidFill>
              </a:rPr>
              <a:t>Visual diff detection</a:t>
            </a:r>
          </a:p>
          <a:p>
            <a:pPr marL="12700" marR="5080"/>
            <a:r>
              <a:rPr lang="en-US" sz="1500" kern="0" spc="-80" dirty="0">
                <a:solidFill>
                  <a:schemeClr val="accent6"/>
                </a:solidFill>
              </a:rPr>
              <a:t>Figma → Code generation.</a:t>
            </a:r>
          </a:p>
          <a:p>
            <a:pPr marL="12700" marR="5080"/>
            <a:endParaRPr lang="en-US" sz="1500" kern="0" spc="-80" dirty="0">
              <a:solidFill>
                <a:schemeClr val="accent6"/>
              </a:solidFill>
            </a:endParaRPr>
          </a:p>
          <a:p>
            <a:pPr marL="12700" marR="5080"/>
            <a:r>
              <a:rPr lang="en-US" sz="1400" kern="0" spc="-80" dirty="0">
                <a:solidFill>
                  <a:schemeClr val="accent2"/>
                </a:solidFill>
              </a:rPr>
              <a:t>For Further Exploration</a:t>
            </a:r>
          </a:p>
          <a:p>
            <a:pPr marL="12700" marR="5080"/>
            <a:r>
              <a:rPr lang="en-IN" sz="1400" dirty="0">
                <a:hlinkClick r:id="rId8"/>
              </a:rPr>
              <a:t>Design Systems 🆕 | </a:t>
            </a:r>
            <a:r>
              <a:rPr lang="en-IN" sz="1400" dirty="0" err="1">
                <a:hlinkClick r:id="rId8"/>
              </a:rPr>
              <a:t>DesignerUp</a:t>
            </a:r>
            <a:endParaRPr lang="en-IN" sz="1400" dirty="0"/>
          </a:p>
          <a:p>
            <a:pPr marL="12700" marR="5080"/>
            <a:r>
              <a:rPr lang="en-US" sz="1400" dirty="0" err="1">
                <a:hlinkClick r:id="rId9"/>
              </a:rPr>
              <a:t>Dribbble</a:t>
            </a:r>
            <a:r>
              <a:rPr lang="en-US" sz="1400" dirty="0">
                <a:hlinkClick r:id="rId9"/>
              </a:rPr>
              <a:t> - Discover the World’s Top Designers &amp; Creative Professionals</a:t>
            </a:r>
            <a:endParaRPr lang="en-US" sz="1400" dirty="0"/>
          </a:p>
          <a:p>
            <a:pPr marL="12700" marR="5080"/>
            <a:r>
              <a:rPr lang="en-US" sz="1400" dirty="0">
                <a:hlinkClick r:id="rId10"/>
              </a:rPr>
              <a:t>How to Create a Design System</a:t>
            </a:r>
            <a:endParaRPr lang="en-US" sz="1400" dirty="0"/>
          </a:p>
          <a:p>
            <a:pPr marL="12700" marR="5080"/>
            <a:r>
              <a:rPr lang="en-US" sz="1400" dirty="0">
                <a:hlinkClick r:id="rId11"/>
              </a:rPr>
              <a:t>Home - Fluent 2 Design System</a:t>
            </a:r>
            <a:endParaRPr lang="en-US" sz="1400" dirty="0"/>
          </a:p>
          <a:p>
            <a:pPr marL="12700" marR="5080"/>
            <a:r>
              <a:rPr lang="en-IN" sz="1400" dirty="0">
                <a:hlinkClick r:id="rId12"/>
              </a:rPr>
              <a:t>Figma Handbook - </a:t>
            </a:r>
            <a:r>
              <a:rPr lang="en-IN" sz="1400" dirty="0" err="1">
                <a:hlinkClick r:id="rId12"/>
              </a:rPr>
              <a:t>Design+Code</a:t>
            </a:r>
            <a:endParaRPr lang="en-US" sz="1400" dirty="0"/>
          </a:p>
          <a:p>
            <a:pPr marL="12700" marR="5080"/>
            <a:r>
              <a:rPr lang="en-US" sz="1400" dirty="0">
                <a:hlinkClick r:id="rId13"/>
              </a:rPr>
              <a:t>Design-Beyond-Limits-with-Figma</a:t>
            </a:r>
            <a:endParaRPr lang="en-US" sz="1400" dirty="0"/>
          </a:p>
          <a:p>
            <a:pPr marL="12700" marR="5080"/>
            <a:r>
              <a:rPr lang="en-IN" sz="1400" dirty="0">
                <a:hlinkClick r:id="rId14"/>
              </a:rPr>
              <a:t>Book “Designing in Figma”</a:t>
            </a:r>
            <a:endParaRPr lang="en-US" sz="1400" dirty="0"/>
          </a:p>
          <a:p>
            <a:pPr marL="12700" marR="5080"/>
            <a:r>
              <a:rPr lang="en-US" sz="1400" dirty="0">
                <a:hlinkClick r:id="rId15"/>
              </a:rPr>
              <a:t>UX Design Roadmap</a:t>
            </a:r>
            <a:endParaRPr lang="en-US" sz="1400" dirty="0"/>
          </a:p>
          <a:p>
            <a:pPr marL="12700" marR="5080"/>
            <a:endParaRPr lang="en-IN" sz="1400" dirty="0"/>
          </a:p>
          <a:p>
            <a:pPr marL="12700" marR="5080"/>
            <a:endParaRPr lang="en-US" sz="1400" dirty="0"/>
          </a:p>
          <a:p>
            <a:pPr marL="12700" marR="5080"/>
            <a:endParaRPr lang="en-US" sz="1400" dirty="0"/>
          </a:p>
          <a:p>
            <a:pPr marL="12700" marR="5080"/>
            <a:endParaRPr lang="en-US" sz="1600" dirty="0"/>
          </a:p>
          <a:p>
            <a:pPr marL="12700" marR="5080"/>
            <a:endParaRPr lang="en-US" sz="1400" kern="0" spc="-80" dirty="0">
              <a:solidFill>
                <a:schemeClr val="accent6"/>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3645675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BD796-AA22-3434-3FDD-274ED736F1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7CD2562-D116-C5E3-6FBD-BF2B88A46E9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D6BF1E9-BF64-C924-FF57-C474E17741C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67E7F8D-42B2-C5C9-4CD7-79BF351D833A}"/>
              </a:ext>
            </a:extLst>
          </p:cNvPr>
          <p:cNvGraphicFramePr/>
          <p:nvPr>
            <p:extLst>
              <p:ext uri="{D42A27DB-BD31-4B8C-83A1-F6EECF244321}">
                <p14:modId xmlns:p14="http://schemas.microsoft.com/office/powerpoint/2010/main" val="70041505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862699B-EFB1-7AAF-F792-810D16D6DD8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96FC712-F40E-766C-5F69-864F7B407B0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35F5513-114A-685A-842A-2C61FAE76C4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56E67AA-236B-FF02-A2C0-A31084B6D69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3B26857B-61E3-B377-1198-34DD3ABBB83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B9D28AE3-902B-3E0B-6E37-BF9AE012CF91}"/>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What is Frontend Development?</a:t>
            </a:r>
          </a:p>
          <a:p>
            <a:pPr marL="12700" marR="5080"/>
            <a:r>
              <a:rPr lang="en-US" sz="1600" kern="0" spc="-80" dirty="0">
                <a:solidFill>
                  <a:schemeClr val="accent6"/>
                </a:solidFill>
              </a:rPr>
              <a:t>Frontend development is everything that runs in the browser and interacts with the user. </a:t>
            </a:r>
          </a:p>
          <a:p>
            <a:pPr marL="12700" marR="5080"/>
            <a:r>
              <a:rPr lang="en-US" sz="1600" kern="0" spc="-80" dirty="0">
                <a:solidFill>
                  <a:schemeClr val="accent2"/>
                </a:solidFill>
              </a:rPr>
              <a:t>It deals with:</a:t>
            </a:r>
          </a:p>
          <a:p>
            <a:pPr marL="12700" marR="5080"/>
            <a:r>
              <a:rPr lang="en-US" sz="1600" kern="0" spc="-80" dirty="0">
                <a:solidFill>
                  <a:schemeClr val="accent2"/>
                </a:solidFill>
              </a:rPr>
              <a:t>Layer	                    Meaning</a:t>
            </a:r>
          </a:p>
          <a:p>
            <a:pPr marL="12700" marR="5080"/>
            <a:r>
              <a:rPr lang="en-US" sz="1600" kern="0" spc="-80" dirty="0">
                <a:solidFill>
                  <a:schemeClr val="accent6"/>
                </a:solidFill>
              </a:rPr>
              <a:t>Structure	                    How content is arranged → HTML</a:t>
            </a:r>
          </a:p>
          <a:p>
            <a:pPr marL="12700" marR="5080"/>
            <a:r>
              <a:rPr lang="en-US" sz="1600" kern="0" spc="-80" dirty="0">
                <a:solidFill>
                  <a:schemeClr val="accent6"/>
                </a:solidFill>
              </a:rPr>
              <a:t>Presentation	   How it looks → CSS</a:t>
            </a:r>
          </a:p>
          <a:p>
            <a:pPr marL="12700" marR="5080"/>
            <a:r>
              <a:rPr lang="en-US" sz="1600" kern="0" spc="-80" dirty="0">
                <a:solidFill>
                  <a:schemeClr val="accent6"/>
                </a:solidFill>
              </a:rPr>
              <a:t>Behavior	                    How it behaves → JavaScript</a:t>
            </a:r>
          </a:p>
          <a:p>
            <a:pPr marL="12700" marR="5080"/>
            <a:r>
              <a:rPr lang="en-US" sz="1600" kern="0" spc="-80" dirty="0">
                <a:solidFill>
                  <a:schemeClr val="accent6"/>
                </a:solidFill>
              </a:rPr>
              <a:t>Plus frameworks, tooling, performance, security, accessibility, etc.</a:t>
            </a:r>
          </a:p>
          <a:p>
            <a:pPr marL="12700" marR="5080"/>
            <a:endParaRPr lang="en-US" sz="1600" kern="0" spc="-80" dirty="0">
              <a:solidFill>
                <a:schemeClr val="accent6"/>
              </a:solidFill>
            </a:endParaRPr>
          </a:p>
          <a:p>
            <a:pPr marL="12700" marR="5080"/>
            <a:r>
              <a:rPr lang="en-US" sz="1600" kern="0" spc="-80" dirty="0">
                <a:solidFill>
                  <a:schemeClr val="accent2"/>
                </a:solidFill>
              </a:rPr>
              <a:t>1) HTML – Structure</a:t>
            </a:r>
          </a:p>
          <a:p>
            <a:pPr marL="12700" marR="5080"/>
            <a:r>
              <a:rPr lang="en-US" sz="1600" kern="0" spc="-80" dirty="0">
                <a:solidFill>
                  <a:schemeClr val="accent2"/>
                </a:solidFill>
              </a:rPr>
              <a:t>Core Concepts</a:t>
            </a:r>
          </a:p>
          <a:p>
            <a:pPr marL="12700" marR="5080"/>
            <a:r>
              <a:rPr lang="en-US" sz="1600" kern="0" spc="-80" dirty="0">
                <a:solidFill>
                  <a:schemeClr val="accent6"/>
                </a:solidFill>
              </a:rPr>
              <a:t>Elements &amp; Tags (&lt;div&gt;, &lt;p&gt;, &lt;header&gt;, etc.)</a:t>
            </a:r>
          </a:p>
          <a:p>
            <a:pPr marL="12700" marR="5080"/>
            <a:r>
              <a:rPr lang="en-US" sz="1600" kern="0" spc="-80" dirty="0">
                <a:solidFill>
                  <a:schemeClr val="accent6"/>
                </a:solidFill>
              </a:rPr>
              <a:t>Attributes (class, id, data-*, etc.)</a:t>
            </a:r>
          </a:p>
          <a:p>
            <a:pPr marL="12700" marR="5080"/>
            <a:r>
              <a:rPr lang="en-US" sz="1600" kern="0" spc="-80" dirty="0">
                <a:solidFill>
                  <a:schemeClr val="accent6"/>
                </a:solidFill>
              </a:rPr>
              <a:t>Semantic HTML (&lt;main&gt;, &lt;section&gt;, &lt;article&gt;, &lt;nav&gt;)</a:t>
            </a:r>
          </a:p>
          <a:p>
            <a:pPr marL="12700" marR="5080"/>
            <a:r>
              <a:rPr lang="en-US" sz="1600" kern="0" spc="-80" dirty="0">
                <a:solidFill>
                  <a:schemeClr val="accent6"/>
                </a:solidFill>
              </a:rPr>
              <a:t>Forms (&lt;form&gt;, inputs, validation)</a:t>
            </a:r>
          </a:p>
          <a:p>
            <a:pPr marL="12700" marR="5080"/>
            <a:r>
              <a:rPr lang="en-US" sz="1600" kern="0" spc="-80" dirty="0">
                <a:solidFill>
                  <a:schemeClr val="accent6"/>
                </a:solidFill>
              </a:rPr>
              <a:t>DOM Tree (Document Object Model)</a:t>
            </a:r>
          </a:p>
          <a:p>
            <a:pPr marL="12700" marR="5080"/>
            <a:endParaRPr lang="en-US" sz="1600" kern="0" spc="-80" dirty="0">
              <a:solidFill>
                <a:schemeClr val="accent6"/>
              </a:solidFill>
            </a:endParaRPr>
          </a:p>
          <a:p>
            <a:pPr marL="12700" marR="5080"/>
            <a:r>
              <a:rPr lang="en-US" sz="1600" kern="0" spc="-80" dirty="0">
                <a:solidFill>
                  <a:schemeClr val="accent2"/>
                </a:solidFill>
              </a:rPr>
              <a:t>Why Semantic HTML Matters</a:t>
            </a:r>
          </a:p>
          <a:p>
            <a:pPr marL="12700" marR="5080"/>
            <a:r>
              <a:rPr lang="en-US" sz="1600" kern="0" spc="-80" dirty="0">
                <a:solidFill>
                  <a:schemeClr val="accent6"/>
                </a:solidFill>
              </a:rPr>
              <a:t>Improves SEO</a:t>
            </a:r>
          </a:p>
          <a:p>
            <a:pPr marL="12700" marR="5080"/>
            <a:r>
              <a:rPr lang="en-US" sz="1600" kern="0" spc="-80" dirty="0">
                <a:solidFill>
                  <a:schemeClr val="accent6"/>
                </a:solidFill>
              </a:rPr>
              <a:t>Helps screen readers</a:t>
            </a:r>
          </a:p>
          <a:p>
            <a:pPr marL="12700" marR="5080"/>
            <a:r>
              <a:rPr lang="en-US" sz="1600" kern="0" spc="-80" dirty="0">
                <a:solidFill>
                  <a:schemeClr val="accent6"/>
                </a:solidFill>
              </a:rPr>
              <a:t>Gives meaning to structure so browsers optimize rendering</a:t>
            </a:r>
          </a:p>
        </p:txBody>
      </p:sp>
    </p:spTree>
    <p:extLst>
      <p:ext uri="{BB962C8B-B14F-4D97-AF65-F5344CB8AC3E}">
        <p14:creationId xmlns:p14="http://schemas.microsoft.com/office/powerpoint/2010/main" val="14255625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43413-2E85-08F1-7CED-1DF8FB686A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FAD2344-7FC7-6B9C-8C70-04EA4671960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B3FE429-7E04-B4F0-9BED-C9237988226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1002A63-947B-75EB-1835-2885F5BB2152}"/>
              </a:ext>
            </a:extLst>
          </p:cNvPr>
          <p:cNvGraphicFramePr/>
          <p:nvPr>
            <p:extLst>
              <p:ext uri="{D42A27DB-BD31-4B8C-83A1-F6EECF244321}">
                <p14:modId xmlns:p14="http://schemas.microsoft.com/office/powerpoint/2010/main" val="326036296"/>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E4742EC-5671-0F27-8CCC-6B210BB3360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3918996-F1EB-60B0-FE82-64566146CD2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8DB05F9-368A-981F-BE20-1EA381C079B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7696F2E-C745-A2FD-66A7-475C59BFBA2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A687AE8B-442A-97DE-E5DA-34377434805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DF722CBA-8C9A-45AD-CD9B-7114D2C3477C}"/>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2) CSS – Presentation</a:t>
            </a:r>
          </a:p>
          <a:p>
            <a:pPr marL="12700" marR="5080"/>
            <a:r>
              <a:rPr lang="en-US" sz="1500" kern="0" spc="-80" dirty="0">
                <a:solidFill>
                  <a:schemeClr val="accent2"/>
                </a:solidFill>
              </a:rPr>
              <a:t>CSS Foundations</a:t>
            </a:r>
          </a:p>
          <a:p>
            <a:pPr marL="12700" marR="5080"/>
            <a:r>
              <a:rPr lang="en-US" sz="1500" kern="0" spc="-80" dirty="0">
                <a:solidFill>
                  <a:schemeClr val="accent6"/>
                </a:solidFill>
              </a:rPr>
              <a:t>Selectors (.class, #id, attribute selectors)</a:t>
            </a:r>
          </a:p>
          <a:p>
            <a:pPr marL="12700" marR="5080"/>
            <a:r>
              <a:rPr lang="en-US" sz="1500" kern="0" spc="-80" dirty="0">
                <a:solidFill>
                  <a:schemeClr val="accent6"/>
                </a:solidFill>
              </a:rPr>
              <a:t>Box Model (content + padding + border + margin)</a:t>
            </a:r>
          </a:p>
          <a:p>
            <a:pPr marL="12700" marR="5080"/>
            <a:r>
              <a:rPr lang="en-US" sz="1500" kern="0" spc="-80" dirty="0">
                <a:solidFill>
                  <a:schemeClr val="accent6"/>
                </a:solidFill>
              </a:rPr>
              <a:t>Display (block, inline, inline-block, flex, grid)</a:t>
            </a:r>
          </a:p>
          <a:p>
            <a:pPr marL="12700" marR="5080"/>
            <a:r>
              <a:rPr lang="en-US" sz="1500" kern="0" spc="-80" dirty="0">
                <a:solidFill>
                  <a:schemeClr val="accent6"/>
                </a:solidFill>
              </a:rPr>
              <a:t>Positioning (static, relative, absolute, fixed, sticky)</a:t>
            </a:r>
          </a:p>
          <a:p>
            <a:pPr marL="12700" marR="5080"/>
            <a:r>
              <a:rPr lang="en-US" sz="1500" kern="0" spc="-80" dirty="0">
                <a:solidFill>
                  <a:schemeClr val="accent6"/>
                </a:solidFill>
              </a:rPr>
              <a:t>Colors, Borders, Shadows</a:t>
            </a:r>
          </a:p>
          <a:p>
            <a:pPr marL="12700" marR="5080"/>
            <a:r>
              <a:rPr lang="en-US" sz="1500" kern="0" spc="-80" dirty="0">
                <a:solidFill>
                  <a:schemeClr val="accent2"/>
                </a:solidFill>
              </a:rPr>
              <a:t>Units:</a:t>
            </a:r>
          </a:p>
          <a:p>
            <a:pPr marL="12700" marR="5080"/>
            <a:r>
              <a:rPr lang="en-US" sz="1500" kern="0" spc="-80" dirty="0">
                <a:solidFill>
                  <a:schemeClr val="accent6"/>
                </a:solidFill>
              </a:rPr>
              <a:t>Absolute (</a:t>
            </a:r>
            <a:r>
              <a:rPr lang="en-US" sz="1500" kern="0" spc="-80" dirty="0" err="1">
                <a:solidFill>
                  <a:schemeClr val="accent6"/>
                </a:solidFill>
              </a:rPr>
              <a:t>px</a:t>
            </a:r>
            <a:r>
              <a:rPr lang="en-US" sz="1500" kern="0" spc="-80" dirty="0">
                <a:solidFill>
                  <a:schemeClr val="accent6"/>
                </a:solidFill>
              </a:rPr>
              <a:t>)</a:t>
            </a:r>
          </a:p>
          <a:p>
            <a:pPr marL="12700" marR="5080"/>
            <a:r>
              <a:rPr lang="en-US" sz="1500" kern="0" spc="-80" dirty="0">
                <a:solidFill>
                  <a:schemeClr val="accent6"/>
                </a:solidFill>
              </a:rPr>
              <a:t>Relative (%, rem, </a:t>
            </a:r>
            <a:r>
              <a:rPr lang="en-US" sz="1500" kern="0" spc="-80" dirty="0" err="1">
                <a:solidFill>
                  <a:schemeClr val="accent6"/>
                </a:solidFill>
              </a:rPr>
              <a:t>vw</a:t>
            </a:r>
            <a:r>
              <a:rPr lang="en-US" sz="1500" kern="0" spc="-80" dirty="0">
                <a:solidFill>
                  <a:schemeClr val="accent6"/>
                </a:solidFill>
              </a:rPr>
              <a:t>)</a:t>
            </a:r>
          </a:p>
          <a:p>
            <a:pPr marL="12700" marR="5080"/>
            <a:r>
              <a:rPr lang="en-US" sz="1500" kern="0" spc="-80" dirty="0">
                <a:solidFill>
                  <a:schemeClr val="accent2"/>
                </a:solidFill>
              </a:rPr>
              <a:t>Layout Systems</a:t>
            </a:r>
          </a:p>
          <a:p>
            <a:pPr marL="12700" marR="5080"/>
            <a:r>
              <a:rPr lang="en-US" sz="1500" kern="0" spc="-80" dirty="0">
                <a:solidFill>
                  <a:schemeClr val="accent2"/>
                </a:solidFill>
              </a:rPr>
              <a:t>System	 When Used</a:t>
            </a:r>
          </a:p>
          <a:p>
            <a:pPr marL="12700" marR="5080"/>
            <a:r>
              <a:rPr lang="en-US" sz="1500" kern="0" spc="-80" dirty="0">
                <a:solidFill>
                  <a:schemeClr val="accent6"/>
                </a:solidFill>
              </a:rPr>
              <a:t>Flexbox	One-dimensional alignment (row or column)</a:t>
            </a:r>
          </a:p>
          <a:p>
            <a:pPr marL="12700" marR="5080"/>
            <a:r>
              <a:rPr lang="en-US" sz="1500" kern="0" spc="-80" dirty="0">
                <a:solidFill>
                  <a:schemeClr val="accent6"/>
                </a:solidFill>
              </a:rPr>
              <a:t>CSS Grid	Two-dimensional layout (rows + columns)</a:t>
            </a:r>
          </a:p>
          <a:p>
            <a:pPr marL="12700" marR="5080"/>
            <a:r>
              <a:rPr lang="en-US" sz="1500" kern="0" spc="-80" dirty="0">
                <a:solidFill>
                  <a:schemeClr val="accent2"/>
                </a:solidFill>
              </a:rPr>
              <a:t>Responsive Design</a:t>
            </a:r>
          </a:p>
          <a:p>
            <a:pPr marL="12700" marR="5080"/>
            <a:r>
              <a:rPr lang="en-US" sz="1500" kern="0" spc="-80" dirty="0">
                <a:solidFill>
                  <a:schemeClr val="accent6"/>
                </a:solidFill>
              </a:rPr>
              <a:t>Media Queries (@media)</a:t>
            </a:r>
          </a:p>
          <a:p>
            <a:pPr marL="12700" marR="5080"/>
            <a:r>
              <a:rPr lang="en-US" sz="1500" kern="0" spc="-80" dirty="0">
                <a:solidFill>
                  <a:schemeClr val="accent6"/>
                </a:solidFill>
              </a:rPr>
              <a:t>Mobile-first approach</a:t>
            </a:r>
          </a:p>
          <a:p>
            <a:pPr marL="12700" marR="5080"/>
            <a:r>
              <a:rPr lang="en-US" sz="1500" kern="0" spc="-80" dirty="0">
                <a:solidFill>
                  <a:schemeClr val="accent6"/>
                </a:solidFill>
              </a:rPr>
              <a:t>Fluid typography and container queries</a:t>
            </a:r>
          </a:p>
          <a:p>
            <a:pPr marL="12700" marR="5080"/>
            <a:r>
              <a:rPr lang="en-US" sz="1500" kern="0" spc="-80" dirty="0">
                <a:solidFill>
                  <a:schemeClr val="accent2"/>
                </a:solidFill>
              </a:rPr>
              <a:t>Modern CSS Tools</a:t>
            </a:r>
          </a:p>
          <a:p>
            <a:pPr marL="12700" marR="5080"/>
            <a:r>
              <a:rPr lang="en-US" sz="1500" kern="0" spc="-80" dirty="0">
                <a:solidFill>
                  <a:schemeClr val="accent2"/>
                </a:solidFill>
              </a:rPr>
              <a:t>Variables: </a:t>
            </a:r>
            <a:r>
              <a:rPr lang="en-US" sz="1500" kern="0" spc="-80" dirty="0">
                <a:solidFill>
                  <a:schemeClr val="accent6"/>
                </a:solidFill>
              </a:rPr>
              <a:t>--primary-color</a:t>
            </a:r>
          </a:p>
          <a:p>
            <a:pPr marL="12700" marR="5080"/>
            <a:r>
              <a:rPr lang="en-US" sz="1500" kern="0" spc="-80" dirty="0">
                <a:solidFill>
                  <a:schemeClr val="accent6"/>
                </a:solidFill>
              </a:rPr>
              <a:t>Nesting (new spec)</a:t>
            </a:r>
          </a:p>
          <a:p>
            <a:pPr marL="12700" marR="5080"/>
            <a:r>
              <a:rPr lang="en-US" sz="1500" kern="0" spc="-80" dirty="0">
                <a:solidFill>
                  <a:schemeClr val="accent6"/>
                </a:solidFill>
              </a:rPr>
              <a:t>CSS Modules</a:t>
            </a:r>
          </a:p>
          <a:p>
            <a:pPr marL="12700" marR="5080"/>
            <a:r>
              <a:rPr lang="en-US" sz="1500" kern="0" spc="-80" dirty="0">
                <a:solidFill>
                  <a:schemeClr val="accent2"/>
                </a:solidFill>
              </a:rPr>
              <a:t>Preprocessors: </a:t>
            </a:r>
            <a:r>
              <a:rPr lang="en-US" sz="1500" kern="0" spc="-80" dirty="0">
                <a:solidFill>
                  <a:schemeClr val="accent6"/>
                </a:solidFill>
              </a:rPr>
              <a:t>SASS/SCSS</a:t>
            </a:r>
          </a:p>
        </p:txBody>
      </p:sp>
    </p:spTree>
    <p:extLst>
      <p:ext uri="{BB962C8B-B14F-4D97-AF65-F5344CB8AC3E}">
        <p14:creationId xmlns:p14="http://schemas.microsoft.com/office/powerpoint/2010/main" val="4897614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3D61BB-B4F3-E559-CF7B-321A4782898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04AA537-7673-EC43-4AED-FFD2A8B55F5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489EAB2-CC96-60A5-A9B2-CD59B4DFFE3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D2F14AB-66F6-0187-5FF5-0D59E96985DF}"/>
              </a:ext>
            </a:extLst>
          </p:cNvPr>
          <p:cNvGraphicFramePr/>
          <p:nvPr>
            <p:extLst>
              <p:ext uri="{D42A27DB-BD31-4B8C-83A1-F6EECF244321}">
                <p14:modId xmlns:p14="http://schemas.microsoft.com/office/powerpoint/2010/main" val="78118844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13EF4E4-FEE4-2DD4-6AE4-A33DA73A2DC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0D92C1A-B88C-5923-A502-C901C27A12F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F0F9FFA-1E30-9E58-5620-CC3E6A43335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C1B8F47-E22F-91C3-85E3-9857FDCE5E5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9578CB9-0CF5-BE96-FC9E-F96B8C072DF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3CE1701-9498-62A4-B85A-04102E1AC216}"/>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3) JavaScript – Behavior</a:t>
            </a:r>
          </a:p>
          <a:p>
            <a:pPr marL="12700" marR="5080"/>
            <a:r>
              <a:rPr lang="en-US" sz="1600" kern="0" spc="-80" dirty="0">
                <a:solidFill>
                  <a:schemeClr val="accent6"/>
                </a:solidFill>
              </a:rPr>
              <a:t>Language Core</a:t>
            </a:r>
          </a:p>
          <a:p>
            <a:pPr marL="12700" marR="5080"/>
            <a:r>
              <a:rPr lang="en-US" sz="1600" kern="0" spc="-80" dirty="0">
                <a:solidFill>
                  <a:schemeClr val="accent6"/>
                </a:solidFill>
              </a:rPr>
              <a:t>Data Types &amp; Variables</a:t>
            </a:r>
          </a:p>
          <a:p>
            <a:pPr marL="12700" marR="5080"/>
            <a:r>
              <a:rPr lang="en-US" sz="1600" kern="0" spc="-80" dirty="0">
                <a:solidFill>
                  <a:schemeClr val="accent6"/>
                </a:solidFill>
              </a:rPr>
              <a:t>Functions, Scope, Closures</a:t>
            </a:r>
          </a:p>
          <a:p>
            <a:pPr marL="12700" marR="5080"/>
            <a:r>
              <a:rPr lang="en-US" sz="1600" kern="0" spc="-80" dirty="0">
                <a:solidFill>
                  <a:schemeClr val="accent6"/>
                </a:solidFill>
              </a:rPr>
              <a:t>Arrays, Objects</a:t>
            </a:r>
          </a:p>
          <a:p>
            <a:pPr marL="12700" marR="5080"/>
            <a:r>
              <a:rPr lang="en-US" sz="1600" kern="0" spc="-80" dirty="0">
                <a:solidFill>
                  <a:schemeClr val="accent6"/>
                </a:solidFill>
              </a:rPr>
              <a:t>this keyword</a:t>
            </a:r>
          </a:p>
          <a:p>
            <a:pPr marL="12700" marR="5080"/>
            <a:r>
              <a:rPr lang="en-US" sz="1600" kern="0" spc="-80" dirty="0">
                <a:solidFill>
                  <a:schemeClr val="accent6"/>
                </a:solidFill>
              </a:rPr>
              <a:t>Prototypes and Inheritance</a:t>
            </a:r>
          </a:p>
          <a:p>
            <a:pPr marL="12700" marR="5080"/>
            <a:r>
              <a:rPr lang="en-US" sz="1600" kern="0" spc="-80" dirty="0">
                <a:solidFill>
                  <a:schemeClr val="accent6"/>
                </a:solidFill>
              </a:rPr>
              <a:t>ES6+ Features (arrow functions, classes, modules, </a:t>
            </a:r>
            <a:r>
              <a:rPr lang="en-US" sz="1600" kern="0" spc="-80" dirty="0" err="1">
                <a:solidFill>
                  <a:schemeClr val="accent6"/>
                </a:solidFill>
              </a:rPr>
              <a:t>destructuring</a:t>
            </a:r>
            <a:r>
              <a:rPr lang="en-US" sz="1600" kern="0" spc="-80" dirty="0">
                <a:solidFill>
                  <a:schemeClr val="accent6"/>
                </a:solidFill>
              </a:rPr>
              <a:t>)</a:t>
            </a:r>
          </a:p>
          <a:p>
            <a:pPr marL="12700" marR="5080"/>
            <a:r>
              <a:rPr lang="en-US" sz="1600" kern="0" spc="-80" dirty="0">
                <a:solidFill>
                  <a:schemeClr val="accent6"/>
                </a:solidFill>
              </a:rPr>
              <a:t>Browser APIs</a:t>
            </a:r>
          </a:p>
          <a:p>
            <a:pPr marL="12700" marR="5080"/>
            <a:r>
              <a:rPr lang="en-US" sz="1600" kern="0" spc="-80" dirty="0">
                <a:solidFill>
                  <a:schemeClr val="accent6"/>
                </a:solidFill>
              </a:rPr>
              <a:t>DOM Manipulation (</a:t>
            </a:r>
            <a:r>
              <a:rPr lang="en-US" sz="1600" kern="0" spc="-80" dirty="0" err="1">
                <a:solidFill>
                  <a:schemeClr val="accent6"/>
                </a:solidFill>
              </a:rPr>
              <a:t>document.querySelector</a:t>
            </a:r>
            <a:r>
              <a:rPr lang="en-US" sz="1600" kern="0" spc="-80" dirty="0">
                <a:solidFill>
                  <a:schemeClr val="accent6"/>
                </a:solidFill>
              </a:rPr>
              <a:t>)</a:t>
            </a:r>
          </a:p>
          <a:p>
            <a:pPr marL="12700" marR="5080"/>
            <a:r>
              <a:rPr lang="en-US" sz="1600" kern="0" spc="-80" dirty="0">
                <a:solidFill>
                  <a:schemeClr val="accent6"/>
                </a:solidFill>
              </a:rPr>
              <a:t>Events (</a:t>
            </a:r>
            <a:r>
              <a:rPr lang="en-US" sz="1600" kern="0" spc="-80" dirty="0" err="1">
                <a:solidFill>
                  <a:schemeClr val="accent6"/>
                </a:solidFill>
              </a:rPr>
              <a:t>addEventListener</a:t>
            </a:r>
            <a:r>
              <a:rPr lang="en-US" sz="1600" kern="0" spc="-80" dirty="0">
                <a:solidFill>
                  <a:schemeClr val="accent6"/>
                </a:solidFill>
              </a:rPr>
              <a:t>)</a:t>
            </a:r>
          </a:p>
          <a:p>
            <a:pPr marL="12700" marR="5080"/>
            <a:r>
              <a:rPr lang="en-US" sz="1600" kern="0" spc="-80" dirty="0">
                <a:solidFill>
                  <a:schemeClr val="accent6"/>
                </a:solidFill>
              </a:rPr>
              <a:t>Fetch / AJAX / Promises / Async-Await</a:t>
            </a:r>
          </a:p>
          <a:p>
            <a:pPr marL="12700" marR="5080"/>
            <a:r>
              <a:rPr lang="en-US" sz="1600" kern="0" spc="-80" dirty="0" err="1">
                <a:solidFill>
                  <a:schemeClr val="accent6"/>
                </a:solidFill>
              </a:rPr>
              <a:t>LocalStorage</a:t>
            </a:r>
            <a:r>
              <a:rPr lang="en-US" sz="1600" kern="0" spc="-80" dirty="0">
                <a:solidFill>
                  <a:schemeClr val="accent6"/>
                </a:solidFill>
              </a:rPr>
              <a:t>, </a:t>
            </a:r>
            <a:r>
              <a:rPr lang="en-US" sz="1600" kern="0" spc="-80" dirty="0" err="1">
                <a:solidFill>
                  <a:schemeClr val="accent6"/>
                </a:solidFill>
              </a:rPr>
              <a:t>SessionStorage</a:t>
            </a:r>
            <a:r>
              <a:rPr lang="en-US" sz="1600" kern="0" spc="-80" dirty="0">
                <a:solidFill>
                  <a:schemeClr val="accent6"/>
                </a:solidFill>
              </a:rPr>
              <a:t>, Cookies</a:t>
            </a:r>
          </a:p>
          <a:p>
            <a:pPr marL="12700" marR="5080"/>
            <a:r>
              <a:rPr lang="en-US" sz="1600" kern="0" spc="-80" dirty="0">
                <a:solidFill>
                  <a:schemeClr val="accent6"/>
                </a:solidFill>
              </a:rPr>
              <a:t>Performance &amp; Optimization</a:t>
            </a:r>
          </a:p>
          <a:p>
            <a:pPr marL="12700" marR="5080"/>
            <a:r>
              <a:rPr lang="en-US" sz="1600" kern="0" spc="-80" dirty="0">
                <a:solidFill>
                  <a:schemeClr val="accent6"/>
                </a:solidFill>
              </a:rPr>
              <a:t>Debouncing &amp; Throttling</a:t>
            </a:r>
          </a:p>
          <a:p>
            <a:pPr marL="12700" marR="5080"/>
            <a:r>
              <a:rPr lang="en-US" sz="1600" kern="0" spc="-80" dirty="0">
                <a:solidFill>
                  <a:schemeClr val="accent6"/>
                </a:solidFill>
              </a:rPr>
              <a:t>Event Loop &amp; Call Stack</a:t>
            </a:r>
          </a:p>
          <a:p>
            <a:pPr marL="12700" marR="5080"/>
            <a:r>
              <a:rPr lang="en-US" sz="1600" kern="0" spc="-80" dirty="0">
                <a:solidFill>
                  <a:schemeClr val="accent6"/>
                </a:solidFill>
              </a:rPr>
              <a:t>Web Workers</a:t>
            </a:r>
          </a:p>
          <a:p>
            <a:pPr marL="12700" marR="5080"/>
            <a:r>
              <a:rPr lang="en-US" sz="1600" kern="0" spc="-80" dirty="0">
                <a:solidFill>
                  <a:schemeClr val="accent2"/>
                </a:solidFill>
              </a:rPr>
              <a:t>4) The DOM &amp; Virtual DOM</a:t>
            </a:r>
          </a:p>
          <a:p>
            <a:pPr marL="12700" marR="5080"/>
            <a:r>
              <a:rPr lang="en-US" sz="1600" kern="0" spc="-80" dirty="0">
                <a:solidFill>
                  <a:schemeClr val="accent2"/>
                </a:solidFill>
              </a:rPr>
              <a:t>Concept	                  Explanation</a:t>
            </a:r>
          </a:p>
          <a:p>
            <a:pPr marL="12700" marR="5080"/>
            <a:r>
              <a:rPr lang="en-US" sz="1600" kern="0" spc="-80" dirty="0">
                <a:solidFill>
                  <a:schemeClr val="accent6"/>
                </a:solidFill>
              </a:rPr>
              <a:t>DOM	                  Browser’s tree representation of the webpage</a:t>
            </a:r>
          </a:p>
          <a:p>
            <a:pPr marL="12700" marR="5080"/>
            <a:r>
              <a:rPr lang="en-US" sz="1600" kern="0" spc="-80" dirty="0">
                <a:solidFill>
                  <a:schemeClr val="accent6"/>
                </a:solidFill>
              </a:rPr>
              <a:t>Virtual DOM	 In frameworks, updates UI efficiently by diffing changes</a:t>
            </a:r>
          </a:p>
        </p:txBody>
      </p:sp>
    </p:spTree>
    <p:extLst>
      <p:ext uri="{BB962C8B-B14F-4D97-AF65-F5344CB8AC3E}">
        <p14:creationId xmlns:p14="http://schemas.microsoft.com/office/powerpoint/2010/main" val="20033110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21AACE-8EE2-6168-7EDE-9E063BAF7E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96055E8-1101-2CB0-EAC7-74866C7EBB1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2068241-4D1D-D8C1-EEFA-0B8E7404BFF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5C2DD58-4C98-0FFE-ED9D-69AD1A220E12}"/>
              </a:ext>
            </a:extLst>
          </p:cNvPr>
          <p:cNvGraphicFramePr/>
          <p:nvPr>
            <p:extLst>
              <p:ext uri="{D42A27DB-BD31-4B8C-83A1-F6EECF244321}">
                <p14:modId xmlns:p14="http://schemas.microsoft.com/office/powerpoint/2010/main" val="303722229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5CEFFE1-26AC-8BE7-93B4-829882E3DFA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84F2689-2C2E-97A1-838B-C1385E489C3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A4458CD-5591-ABB4-933A-CC887B1F748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2887A71-4C48-892B-331A-7A96A545AD3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E60F188-E5FA-88DE-B59B-766B6FC20D3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336F8D4-A981-8D49-CC4F-B0623583ABBA}"/>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5) Frontend Frameworks</a:t>
            </a:r>
          </a:p>
          <a:p>
            <a:pPr marL="12700" marR="5080"/>
            <a:r>
              <a:rPr lang="en-US" sz="1600" kern="0" spc="-80" dirty="0">
                <a:solidFill>
                  <a:schemeClr val="accent2"/>
                </a:solidFill>
              </a:rPr>
              <a:t>Component-Based Frameworks</a:t>
            </a:r>
          </a:p>
          <a:p>
            <a:pPr marL="12700" marR="5080"/>
            <a:r>
              <a:rPr lang="en-US" sz="1600" kern="0" spc="-80" dirty="0">
                <a:solidFill>
                  <a:schemeClr val="accent2"/>
                </a:solidFill>
              </a:rPr>
              <a:t>Framework	                 Why Used</a:t>
            </a:r>
          </a:p>
          <a:p>
            <a:pPr marL="12700" marR="5080"/>
            <a:r>
              <a:rPr lang="en-US" sz="1600" kern="0" spc="-80" dirty="0">
                <a:solidFill>
                  <a:schemeClr val="accent6"/>
                </a:solidFill>
              </a:rPr>
              <a:t>React	                                  Dominant ecosystem, component-oriented, flexible</a:t>
            </a:r>
          </a:p>
          <a:p>
            <a:pPr marL="12700" marR="5080"/>
            <a:r>
              <a:rPr lang="en-US" sz="1600" kern="0" spc="-80" dirty="0">
                <a:solidFill>
                  <a:schemeClr val="accent6"/>
                </a:solidFill>
              </a:rPr>
              <a:t>Angular	                                  Enterprise-scale, batteries-included framework</a:t>
            </a:r>
          </a:p>
          <a:p>
            <a:pPr marL="12700" marR="5080"/>
            <a:r>
              <a:rPr lang="en-US" sz="1600" kern="0" spc="-80" dirty="0">
                <a:solidFill>
                  <a:schemeClr val="accent6"/>
                </a:solidFill>
              </a:rPr>
              <a:t>Vue	                                  Lightweight, simple, gentle learning curve</a:t>
            </a:r>
          </a:p>
          <a:p>
            <a:pPr marL="12700" marR="5080"/>
            <a:r>
              <a:rPr lang="en-US" sz="1600" kern="0" spc="-80" dirty="0">
                <a:solidFill>
                  <a:schemeClr val="accent6"/>
                </a:solidFill>
              </a:rPr>
              <a:t>Svelte	                                  Compiler-based, minimal runtime overhead</a:t>
            </a:r>
          </a:p>
          <a:p>
            <a:pPr marL="12700" marR="5080"/>
            <a:r>
              <a:rPr lang="en-US" sz="1600" kern="0" spc="-80" dirty="0">
                <a:solidFill>
                  <a:schemeClr val="accent2"/>
                </a:solidFill>
              </a:rPr>
              <a:t>Concepts:</a:t>
            </a:r>
          </a:p>
          <a:p>
            <a:pPr marL="12700" marR="5080"/>
            <a:r>
              <a:rPr lang="en-US" sz="1600" kern="0" spc="-80" dirty="0">
                <a:solidFill>
                  <a:schemeClr val="accent6"/>
                </a:solidFill>
              </a:rPr>
              <a:t>Component lifecycle</a:t>
            </a:r>
          </a:p>
          <a:p>
            <a:pPr marL="12700" marR="5080"/>
            <a:r>
              <a:rPr lang="en-US" sz="1600" kern="0" spc="-80" dirty="0">
                <a:solidFill>
                  <a:schemeClr val="accent6"/>
                </a:solidFill>
              </a:rPr>
              <a:t>Props &amp; State</a:t>
            </a:r>
          </a:p>
          <a:p>
            <a:pPr marL="12700" marR="5080"/>
            <a:r>
              <a:rPr lang="en-US" sz="1600" kern="0" spc="-80" dirty="0">
                <a:solidFill>
                  <a:schemeClr val="accent6"/>
                </a:solidFill>
              </a:rPr>
              <a:t>Controlled vs Uncontrolled inputs</a:t>
            </a:r>
          </a:p>
          <a:p>
            <a:pPr marL="12700" marR="5080"/>
            <a:r>
              <a:rPr lang="en-US" sz="1600" kern="0" spc="-80" dirty="0">
                <a:solidFill>
                  <a:schemeClr val="accent6"/>
                </a:solidFill>
              </a:rPr>
              <a:t>Context / Dependency Injection</a:t>
            </a:r>
          </a:p>
          <a:p>
            <a:pPr marL="12700" marR="5080"/>
            <a:r>
              <a:rPr lang="en-US" sz="1600" kern="0" spc="-80" dirty="0">
                <a:solidFill>
                  <a:schemeClr val="accent6"/>
                </a:solidFill>
              </a:rPr>
              <a:t>Routing</a:t>
            </a:r>
          </a:p>
          <a:p>
            <a:pPr marL="12700" marR="5080"/>
            <a:r>
              <a:rPr lang="en-US" sz="1600" kern="0" spc="-80" dirty="0">
                <a:solidFill>
                  <a:schemeClr val="accent6"/>
                </a:solidFill>
              </a:rPr>
              <a:t>State Management</a:t>
            </a:r>
          </a:p>
          <a:p>
            <a:pPr marL="12700" marR="5080"/>
            <a:endParaRPr lang="en-US" sz="1600" kern="0" spc="-80" dirty="0">
              <a:solidFill>
                <a:schemeClr val="accent6"/>
              </a:solidFill>
            </a:endParaRPr>
          </a:p>
          <a:p>
            <a:pPr marL="12700" marR="5080"/>
            <a:r>
              <a:rPr lang="en-US" sz="1600" kern="0" spc="-80" dirty="0">
                <a:solidFill>
                  <a:schemeClr val="accent2"/>
                </a:solidFill>
              </a:rPr>
              <a:t>6) State Management Approaches</a:t>
            </a:r>
          </a:p>
          <a:p>
            <a:pPr marL="12700" marR="5080"/>
            <a:r>
              <a:rPr lang="en-US" sz="1600" kern="0" spc="-80" dirty="0">
                <a:solidFill>
                  <a:schemeClr val="accent2"/>
                </a:solidFill>
              </a:rPr>
              <a:t>Approach	                 Framework Examples</a:t>
            </a:r>
          </a:p>
          <a:p>
            <a:pPr marL="12700" marR="5080"/>
            <a:r>
              <a:rPr lang="en-US" sz="1600" kern="0" spc="-80" dirty="0">
                <a:solidFill>
                  <a:schemeClr val="accent6"/>
                </a:solidFill>
              </a:rPr>
              <a:t>Local Component State	React </a:t>
            </a:r>
            <a:r>
              <a:rPr lang="en-US" sz="1600" kern="0" spc="-80" dirty="0" err="1">
                <a:solidFill>
                  <a:schemeClr val="accent6"/>
                </a:solidFill>
              </a:rPr>
              <a:t>useState</a:t>
            </a:r>
            <a:r>
              <a:rPr lang="en-US" sz="1600" kern="0" spc="-80" dirty="0">
                <a:solidFill>
                  <a:schemeClr val="accent6"/>
                </a:solidFill>
              </a:rPr>
              <a:t>, Vue data</a:t>
            </a:r>
          </a:p>
          <a:p>
            <a:pPr marL="12700" marR="5080"/>
            <a:r>
              <a:rPr lang="en-US" sz="1600" kern="0" spc="-80" dirty="0">
                <a:solidFill>
                  <a:schemeClr val="accent6"/>
                </a:solidFill>
              </a:rPr>
              <a:t>Context / DI	                 React </a:t>
            </a:r>
            <a:r>
              <a:rPr lang="en-US" sz="1600" kern="0" spc="-80" dirty="0" err="1">
                <a:solidFill>
                  <a:schemeClr val="accent6"/>
                </a:solidFill>
              </a:rPr>
              <a:t>useContext</a:t>
            </a:r>
            <a:r>
              <a:rPr lang="en-US" sz="1600" kern="0" spc="-80" dirty="0">
                <a:solidFill>
                  <a:schemeClr val="accent6"/>
                </a:solidFill>
              </a:rPr>
              <a:t>, Angular Services</a:t>
            </a:r>
          </a:p>
          <a:p>
            <a:pPr marL="12700" marR="5080"/>
            <a:r>
              <a:rPr lang="en-US" sz="1600" kern="0" spc="-80" dirty="0">
                <a:solidFill>
                  <a:schemeClr val="accent6"/>
                </a:solidFill>
              </a:rPr>
              <a:t>Dedicated Stores	                 Redux, </a:t>
            </a:r>
            <a:r>
              <a:rPr lang="en-US" sz="1600" kern="0" spc="-80" dirty="0" err="1">
                <a:solidFill>
                  <a:schemeClr val="accent6"/>
                </a:solidFill>
              </a:rPr>
              <a:t>Zustand</a:t>
            </a:r>
            <a:r>
              <a:rPr lang="en-US" sz="1600" kern="0" spc="-80" dirty="0">
                <a:solidFill>
                  <a:schemeClr val="accent6"/>
                </a:solidFill>
              </a:rPr>
              <a:t>, </a:t>
            </a:r>
            <a:r>
              <a:rPr lang="en-US" sz="1600" kern="0" spc="-80" dirty="0" err="1">
                <a:solidFill>
                  <a:schemeClr val="accent6"/>
                </a:solidFill>
              </a:rPr>
              <a:t>Pinia</a:t>
            </a:r>
            <a:r>
              <a:rPr lang="en-US" sz="1600" kern="0" spc="-80" dirty="0">
                <a:solidFill>
                  <a:schemeClr val="accent6"/>
                </a:solidFill>
              </a:rPr>
              <a:t>, </a:t>
            </a:r>
            <a:r>
              <a:rPr lang="en-US" sz="1600" kern="0" spc="-80" dirty="0" err="1">
                <a:solidFill>
                  <a:schemeClr val="accent6"/>
                </a:solidFill>
              </a:rPr>
              <a:t>NgRx</a:t>
            </a:r>
            <a:endParaRPr lang="en-US" sz="1600" kern="0" spc="-80" dirty="0">
              <a:solidFill>
                <a:schemeClr val="accent6"/>
              </a:solidFill>
            </a:endParaRPr>
          </a:p>
          <a:p>
            <a:pPr marL="12700" marR="5080"/>
            <a:r>
              <a:rPr lang="en-US" sz="1600" kern="0" spc="-80" dirty="0">
                <a:solidFill>
                  <a:schemeClr val="accent6"/>
                </a:solidFill>
              </a:rPr>
              <a:t>Server State	                 React Query, SWR</a:t>
            </a:r>
          </a:p>
        </p:txBody>
      </p:sp>
    </p:spTree>
    <p:extLst>
      <p:ext uri="{BB962C8B-B14F-4D97-AF65-F5344CB8AC3E}">
        <p14:creationId xmlns:p14="http://schemas.microsoft.com/office/powerpoint/2010/main" val="1207981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88EA-1CA5-8D4E-1EC7-0C75D8BE4C9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6F8B49-0C38-69D3-C75E-DB84EBE49A7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1592B80-4B41-8151-409E-423D71C3182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5F75FD2-08D2-D41F-0409-FFB8B78D6BDF}"/>
              </a:ext>
            </a:extLst>
          </p:cNvPr>
          <p:cNvGraphicFramePr/>
          <p:nvPr>
            <p:extLst>
              <p:ext uri="{D42A27DB-BD31-4B8C-83A1-F6EECF244321}">
                <p14:modId xmlns:p14="http://schemas.microsoft.com/office/powerpoint/2010/main" val="78951358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6705CA4-78B1-B7F5-810B-C24099F476D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654831B-F6BE-FACE-4DA9-73DAB78FB61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D2738F-49F2-332C-A332-7C7B456B34E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6E90ABA-D9A2-23B8-69AE-DCDAE0E2D1E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22DACF4-0FEF-7EEA-7FD9-37E30890684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CAA8BCA-6153-7E4E-5B99-F57DC1ACFECE}"/>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7) Build &amp; Tooling</a:t>
            </a:r>
          </a:p>
          <a:p>
            <a:pPr marL="12700" marR="5080"/>
            <a:r>
              <a:rPr lang="en-US" sz="1500" kern="0" spc="-80" dirty="0">
                <a:solidFill>
                  <a:schemeClr val="accent2"/>
                </a:solidFill>
              </a:rPr>
              <a:t>Tool	                                    Purpose</a:t>
            </a:r>
          </a:p>
          <a:p>
            <a:pPr marL="12700" marR="5080"/>
            <a:r>
              <a:rPr lang="en-US" sz="1500" kern="0" spc="-80" dirty="0">
                <a:solidFill>
                  <a:schemeClr val="accent6"/>
                </a:solidFill>
              </a:rPr>
              <a:t>Node.js	                                    JS runtime outside browser</a:t>
            </a:r>
          </a:p>
          <a:p>
            <a:pPr marL="12700" marR="5080"/>
            <a:r>
              <a:rPr lang="en-US" sz="1500" kern="0" spc="-80" dirty="0">
                <a:solidFill>
                  <a:schemeClr val="accent6"/>
                </a:solidFill>
              </a:rPr>
              <a:t>NPM / Yarn / PNPM	                  Package managers</a:t>
            </a:r>
          </a:p>
          <a:p>
            <a:pPr marL="12700" marR="5080"/>
            <a:r>
              <a:rPr lang="en-US" sz="1500" kern="0" spc="-80" dirty="0">
                <a:solidFill>
                  <a:schemeClr val="accent6"/>
                </a:solidFill>
              </a:rPr>
              <a:t>Webpack, Vite, </a:t>
            </a:r>
            <a:r>
              <a:rPr lang="en-US" sz="1500" kern="0" spc="-80" dirty="0" err="1">
                <a:solidFill>
                  <a:schemeClr val="accent6"/>
                </a:solidFill>
              </a:rPr>
              <a:t>ESBuild</a:t>
            </a:r>
            <a:r>
              <a:rPr lang="en-US" sz="1500" kern="0" spc="-80" dirty="0">
                <a:solidFill>
                  <a:schemeClr val="accent6"/>
                </a:solidFill>
              </a:rPr>
              <a:t>               Bundlers	                          </a:t>
            </a:r>
          </a:p>
          <a:p>
            <a:pPr marL="12700" marR="5080"/>
            <a:r>
              <a:rPr lang="en-US" sz="1500" kern="0" spc="-80" dirty="0">
                <a:solidFill>
                  <a:schemeClr val="accent6"/>
                </a:solidFill>
              </a:rPr>
              <a:t>Babel, TypeScript compiler       </a:t>
            </a:r>
            <a:r>
              <a:rPr lang="en-US" sz="1500" kern="0" spc="-80" dirty="0" err="1">
                <a:solidFill>
                  <a:schemeClr val="accent6"/>
                </a:solidFill>
              </a:rPr>
              <a:t>Transpilers</a:t>
            </a:r>
            <a:r>
              <a:rPr lang="en-US" sz="1500" kern="0" spc="-80" dirty="0">
                <a:solidFill>
                  <a:schemeClr val="accent6"/>
                </a:solidFill>
              </a:rPr>
              <a:t>	        </a:t>
            </a:r>
          </a:p>
          <a:p>
            <a:pPr marL="12700" marR="5080"/>
            <a:r>
              <a:rPr lang="en-US" sz="1500" kern="0" spc="-80" dirty="0" err="1">
                <a:solidFill>
                  <a:schemeClr val="accent6"/>
                </a:solidFill>
              </a:rPr>
              <a:t>ESLint</a:t>
            </a:r>
            <a:r>
              <a:rPr lang="en-US" sz="1500" kern="0" spc="-80" dirty="0">
                <a:solidFill>
                  <a:schemeClr val="accent6"/>
                </a:solidFill>
              </a:rPr>
              <a:t>, Prettier                             Linters &amp; Formatters</a:t>
            </a:r>
          </a:p>
          <a:p>
            <a:pPr marL="12700" marR="5080"/>
            <a:endParaRPr lang="en-US" sz="1500" kern="0" spc="-80" dirty="0">
              <a:solidFill>
                <a:schemeClr val="accent6"/>
              </a:solidFill>
            </a:endParaRPr>
          </a:p>
          <a:p>
            <a:pPr marL="12700" marR="5080"/>
            <a:r>
              <a:rPr lang="en-US" sz="1500" kern="0" spc="-80" dirty="0">
                <a:solidFill>
                  <a:schemeClr val="accent2"/>
                </a:solidFill>
              </a:rPr>
              <a:t>8) TypeScript</a:t>
            </a:r>
          </a:p>
          <a:p>
            <a:pPr marL="12700" marR="5080"/>
            <a:r>
              <a:rPr lang="en-US" sz="1500" kern="0" spc="-80" dirty="0">
                <a:solidFill>
                  <a:schemeClr val="accent6"/>
                </a:solidFill>
              </a:rPr>
              <a:t>Adds static typing to JavaScript</a:t>
            </a:r>
          </a:p>
          <a:p>
            <a:pPr marL="12700" marR="5080"/>
            <a:r>
              <a:rPr lang="en-US" sz="1500" kern="0" spc="-80" dirty="0">
                <a:solidFill>
                  <a:schemeClr val="accent6"/>
                </a:solidFill>
              </a:rPr>
              <a:t>Reduces bugs in large codebases</a:t>
            </a:r>
          </a:p>
          <a:p>
            <a:pPr marL="12700" marR="5080"/>
            <a:r>
              <a:rPr lang="en-US" sz="1500" kern="0" spc="-80" dirty="0">
                <a:solidFill>
                  <a:schemeClr val="accent2"/>
                </a:solidFill>
              </a:rPr>
              <a:t>Key Concepts:</a:t>
            </a:r>
          </a:p>
          <a:p>
            <a:pPr marL="12700" marR="5080"/>
            <a:r>
              <a:rPr lang="en-US" sz="1500" kern="0" spc="-80" dirty="0">
                <a:solidFill>
                  <a:schemeClr val="accent6"/>
                </a:solidFill>
              </a:rPr>
              <a:t>Interfaces</a:t>
            </a:r>
          </a:p>
          <a:p>
            <a:pPr marL="12700" marR="5080"/>
            <a:r>
              <a:rPr lang="en-US" sz="1500" kern="0" spc="-80" dirty="0">
                <a:solidFill>
                  <a:schemeClr val="accent6"/>
                </a:solidFill>
              </a:rPr>
              <a:t>Generics</a:t>
            </a:r>
          </a:p>
          <a:p>
            <a:pPr marL="12700" marR="5080"/>
            <a:r>
              <a:rPr lang="en-US" sz="1500" kern="0" spc="-80" dirty="0">
                <a:solidFill>
                  <a:schemeClr val="accent6"/>
                </a:solidFill>
              </a:rPr>
              <a:t>Type inference</a:t>
            </a:r>
          </a:p>
          <a:p>
            <a:pPr marL="12700" marR="5080"/>
            <a:r>
              <a:rPr lang="en-US" sz="1500" kern="0" spc="-80" dirty="0">
                <a:solidFill>
                  <a:schemeClr val="accent6"/>
                </a:solidFill>
              </a:rPr>
              <a:t>Utility types</a:t>
            </a:r>
          </a:p>
          <a:p>
            <a:pPr marL="12700" marR="5080"/>
            <a:endParaRPr lang="en-US" sz="1500" kern="0" spc="-80" dirty="0">
              <a:solidFill>
                <a:schemeClr val="accent6"/>
              </a:solidFill>
            </a:endParaRPr>
          </a:p>
          <a:p>
            <a:pPr marL="12700" marR="5080"/>
            <a:r>
              <a:rPr lang="en-US" sz="1500" kern="0" spc="-80" dirty="0">
                <a:solidFill>
                  <a:schemeClr val="accent2"/>
                </a:solidFill>
              </a:rPr>
              <a:t>9) UI Libraries &amp; Design Systems</a:t>
            </a:r>
          </a:p>
          <a:p>
            <a:pPr marL="12700" marR="5080"/>
            <a:r>
              <a:rPr lang="en-US" sz="1500" kern="0" spc="-80" dirty="0">
                <a:solidFill>
                  <a:schemeClr val="accent6"/>
                </a:solidFill>
              </a:rPr>
              <a:t>Material UI</a:t>
            </a:r>
          </a:p>
          <a:p>
            <a:pPr marL="12700" marR="5080"/>
            <a:r>
              <a:rPr lang="en-US" sz="1500" kern="0" spc="-80" dirty="0">
                <a:solidFill>
                  <a:schemeClr val="accent6"/>
                </a:solidFill>
              </a:rPr>
              <a:t>Tailwind CSS</a:t>
            </a:r>
          </a:p>
          <a:p>
            <a:pPr marL="12700" marR="5080"/>
            <a:r>
              <a:rPr lang="en-US" sz="1500" kern="0" spc="-80" dirty="0">
                <a:solidFill>
                  <a:schemeClr val="accent6"/>
                </a:solidFill>
              </a:rPr>
              <a:t>Chakra UI</a:t>
            </a:r>
          </a:p>
          <a:p>
            <a:pPr marL="12700" marR="5080"/>
            <a:r>
              <a:rPr lang="en-US" sz="1500" kern="0" spc="-80" dirty="0">
                <a:solidFill>
                  <a:schemeClr val="accent6"/>
                </a:solidFill>
              </a:rPr>
              <a:t>Bootstrap</a:t>
            </a:r>
          </a:p>
        </p:txBody>
      </p:sp>
    </p:spTree>
    <p:extLst>
      <p:ext uri="{BB962C8B-B14F-4D97-AF65-F5344CB8AC3E}">
        <p14:creationId xmlns:p14="http://schemas.microsoft.com/office/powerpoint/2010/main" val="25024962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2F4E0-8608-4C97-6C6E-5DBE3C8D7EF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78960F2-F178-67A5-264A-3276B40BCA4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A4091E-D85A-190F-E1D2-90EA7126AD7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BECDC92-BB04-D7B5-257D-66E4DA421986}"/>
              </a:ext>
            </a:extLst>
          </p:cNvPr>
          <p:cNvGraphicFramePr/>
          <p:nvPr>
            <p:extLst>
              <p:ext uri="{D42A27DB-BD31-4B8C-83A1-F6EECF244321}">
                <p14:modId xmlns:p14="http://schemas.microsoft.com/office/powerpoint/2010/main" val="48328465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818ECB0-A3B0-8ECA-4502-53617A347A4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46D0DF5-EB46-F7A8-3B51-D9522696AD0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8447DA7-5E05-7E8C-8238-81EED0CB2A4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0F04D26-1769-8467-2452-15EEF88EBB8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AF751DD-0014-D90F-6015-288B371F08E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2448E00-FACE-8D85-D662-61FE621C0B39}"/>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Check For:</a:t>
            </a:r>
          </a:p>
          <a:p>
            <a:pPr marL="12700" marR="5080"/>
            <a:r>
              <a:rPr lang="en-US" sz="1500" kern="0" spc="-80" dirty="0">
                <a:solidFill>
                  <a:schemeClr val="accent6"/>
                </a:solidFill>
              </a:rPr>
              <a:t>Design Tokens</a:t>
            </a:r>
          </a:p>
          <a:p>
            <a:pPr marL="12700" marR="5080"/>
            <a:r>
              <a:rPr lang="en-US" sz="1500" kern="0" spc="-80" dirty="0">
                <a:solidFill>
                  <a:schemeClr val="accent6"/>
                </a:solidFill>
              </a:rPr>
              <a:t>Color Theory</a:t>
            </a:r>
          </a:p>
          <a:p>
            <a:pPr marL="12700" marR="5080"/>
            <a:r>
              <a:rPr lang="en-US" sz="1500" kern="0" spc="-80" dirty="0">
                <a:solidFill>
                  <a:schemeClr val="accent6"/>
                </a:solidFill>
              </a:rPr>
              <a:t>Spacing Scale</a:t>
            </a:r>
          </a:p>
          <a:p>
            <a:pPr marL="12700" marR="5080"/>
            <a:r>
              <a:rPr lang="en-US" sz="1500" kern="0" spc="-80" dirty="0">
                <a:solidFill>
                  <a:schemeClr val="accent6"/>
                </a:solidFill>
              </a:rPr>
              <a:t>Grid Systems</a:t>
            </a:r>
          </a:p>
          <a:p>
            <a:pPr marL="12700" marR="5080"/>
            <a:endParaRPr lang="en-US" sz="1500" kern="0" spc="-80" dirty="0">
              <a:solidFill>
                <a:schemeClr val="accent6"/>
              </a:solidFill>
            </a:endParaRPr>
          </a:p>
          <a:p>
            <a:pPr marL="12700" marR="5080"/>
            <a:r>
              <a:rPr lang="en-US" sz="1500" kern="0" spc="-80" dirty="0">
                <a:solidFill>
                  <a:schemeClr val="accent2"/>
                </a:solidFill>
              </a:rPr>
              <a:t>10) Web Performance Optimization</a:t>
            </a:r>
          </a:p>
          <a:p>
            <a:pPr marL="12700" marR="5080"/>
            <a:r>
              <a:rPr lang="en-US" sz="1500" kern="0" spc="-80" dirty="0">
                <a:solidFill>
                  <a:schemeClr val="accent2"/>
                </a:solidFill>
              </a:rPr>
              <a:t>Area	                                     Techniques</a:t>
            </a:r>
          </a:p>
          <a:p>
            <a:pPr marL="12700" marR="5080"/>
            <a:r>
              <a:rPr lang="en-US" sz="1500" kern="0" spc="-80" dirty="0">
                <a:solidFill>
                  <a:schemeClr val="accent6"/>
                </a:solidFill>
              </a:rPr>
              <a:t>Load Time	                   Minify, compress, lazy-load images, code splitting</a:t>
            </a:r>
          </a:p>
          <a:p>
            <a:pPr marL="12700" marR="5080"/>
            <a:r>
              <a:rPr lang="en-US" sz="1500" kern="0" spc="-80" dirty="0">
                <a:solidFill>
                  <a:schemeClr val="accent6"/>
                </a:solidFill>
              </a:rPr>
              <a:t>Runtime Performance	 Avoid re-renders, </a:t>
            </a:r>
            <a:r>
              <a:rPr lang="en-US" sz="1500" kern="0" spc="-80" dirty="0" err="1">
                <a:solidFill>
                  <a:schemeClr val="accent6"/>
                </a:solidFill>
              </a:rPr>
              <a:t>memoization</a:t>
            </a:r>
            <a:endParaRPr lang="en-US" sz="1500" kern="0" spc="-80" dirty="0">
              <a:solidFill>
                <a:schemeClr val="accent6"/>
              </a:solidFill>
            </a:endParaRPr>
          </a:p>
          <a:p>
            <a:pPr marL="12700" marR="5080"/>
            <a:r>
              <a:rPr lang="en-US" sz="1500" kern="0" spc="-80" dirty="0">
                <a:solidFill>
                  <a:schemeClr val="accent6"/>
                </a:solidFill>
              </a:rPr>
              <a:t>Rendering	                   Avoid layout thrashing</a:t>
            </a:r>
          </a:p>
          <a:p>
            <a:pPr marL="12700" marR="5080"/>
            <a:r>
              <a:rPr lang="en-US" sz="1500" kern="0" spc="-80" dirty="0">
                <a:solidFill>
                  <a:schemeClr val="accent2"/>
                </a:solidFill>
              </a:rPr>
              <a:t>Tools: </a:t>
            </a:r>
            <a:r>
              <a:rPr lang="en-US" sz="1500" kern="0" spc="-80" dirty="0">
                <a:solidFill>
                  <a:schemeClr val="accent6"/>
                </a:solidFill>
              </a:rPr>
              <a:t>Lighthouse, Core Web Vitals</a:t>
            </a:r>
          </a:p>
          <a:p>
            <a:pPr marL="12700" marR="5080"/>
            <a:endParaRPr lang="en-US" sz="1500" kern="0" spc="-80" dirty="0">
              <a:solidFill>
                <a:schemeClr val="accent6"/>
              </a:solidFill>
            </a:endParaRPr>
          </a:p>
          <a:p>
            <a:pPr marL="12700" marR="5080"/>
            <a:r>
              <a:rPr lang="en-US" sz="1500" kern="0" spc="-80" dirty="0">
                <a:solidFill>
                  <a:schemeClr val="accent2"/>
                </a:solidFill>
              </a:rPr>
              <a:t>11) Accessibility (A11y)</a:t>
            </a:r>
          </a:p>
          <a:p>
            <a:pPr marL="12700" marR="5080"/>
            <a:r>
              <a:rPr lang="en-US" sz="1500" kern="0" spc="-80" dirty="0">
                <a:solidFill>
                  <a:schemeClr val="accent6"/>
                </a:solidFill>
              </a:rPr>
              <a:t>ARIA roles</a:t>
            </a:r>
          </a:p>
          <a:p>
            <a:pPr marL="12700" marR="5080"/>
            <a:r>
              <a:rPr lang="en-US" sz="1500" kern="0" spc="-80" dirty="0">
                <a:solidFill>
                  <a:schemeClr val="accent6"/>
                </a:solidFill>
              </a:rPr>
              <a:t>Keyboard navigation</a:t>
            </a:r>
          </a:p>
          <a:p>
            <a:pPr marL="12700" marR="5080"/>
            <a:r>
              <a:rPr lang="en-US" sz="1500" kern="0" spc="-80" dirty="0">
                <a:solidFill>
                  <a:schemeClr val="accent6"/>
                </a:solidFill>
              </a:rPr>
              <a:t>Contrast ratios</a:t>
            </a:r>
          </a:p>
          <a:p>
            <a:pPr marL="12700" marR="5080"/>
            <a:r>
              <a:rPr lang="en-US" sz="1500" kern="0" spc="-80" dirty="0">
                <a:solidFill>
                  <a:schemeClr val="accent6"/>
                </a:solidFill>
              </a:rPr>
              <a:t>Semantic HTML</a:t>
            </a:r>
          </a:p>
          <a:p>
            <a:pPr marL="12700" marR="5080"/>
            <a:r>
              <a:rPr lang="en-US" sz="1500" kern="0" spc="-80" dirty="0">
                <a:solidFill>
                  <a:schemeClr val="accent2"/>
                </a:solidFill>
              </a:rPr>
              <a:t>Testing Tools: </a:t>
            </a:r>
            <a:r>
              <a:rPr lang="en-US" sz="1500" kern="0" spc="-80" dirty="0">
                <a:solidFill>
                  <a:schemeClr val="accent6"/>
                </a:solidFill>
              </a:rPr>
              <a:t>Axe, </a:t>
            </a:r>
            <a:r>
              <a:rPr lang="en-US" sz="1500" kern="0" spc="-80" dirty="0" err="1">
                <a:solidFill>
                  <a:schemeClr val="accent6"/>
                </a:solidFill>
              </a:rPr>
              <a:t>VoiceOver</a:t>
            </a:r>
            <a:r>
              <a:rPr lang="en-US" sz="1500" kern="0" spc="-80" dirty="0">
                <a:solidFill>
                  <a:schemeClr val="accent6"/>
                </a:solidFill>
              </a:rPr>
              <a:t>/NVDA</a:t>
            </a:r>
          </a:p>
          <a:p>
            <a:pPr marL="12700" marR="5080"/>
            <a:endParaRPr lang="en-US" sz="1500" kern="0" spc="-80" dirty="0">
              <a:solidFill>
                <a:schemeClr val="accent6"/>
              </a:solidFill>
            </a:endParaRPr>
          </a:p>
          <a:p>
            <a:pPr marL="12700" marR="5080"/>
            <a:r>
              <a:rPr lang="en-US" sz="1500" kern="0" spc="-80" dirty="0">
                <a:solidFill>
                  <a:schemeClr val="accent2"/>
                </a:solidFill>
              </a:rPr>
              <a:t>12) Browser &amp; Rendering Engine Internals</a:t>
            </a:r>
          </a:p>
          <a:p>
            <a:pPr marL="12700" marR="5080"/>
            <a:r>
              <a:rPr lang="en-US" sz="1500" kern="0" spc="-80" dirty="0">
                <a:solidFill>
                  <a:schemeClr val="accent2"/>
                </a:solidFill>
              </a:rPr>
              <a:t>Rendering pipeline: </a:t>
            </a:r>
            <a:r>
              <a:rPr lang="en-US" sz="1500" kern="0" spc="-80" dirty="0">
                <a:solidFill>
                  <a:schemeClr val="accent6"/>
                </a:solidFill>
              </a:rPr>
              <a:t>HTML → DOM → CSSOM → Render Tree → Layout → Paint → Composite</a:t>
            </a:r>
          </a:p>
          <a:p>
            <a:pPr marL="12700" marR="5080"/>
            <a:r>
              <a:rPr lang="en-US" sz="1500" kern="0" spc="-80" dirty="0">
                <a:solidFill>
                  <a:schemeClr val="accent6"/>
                </a:solidFill>
              </a:rPr>
              <a:t>How reflows and repaints affect performance</a:t>
            </a:r>
          </a:p>
        </p:txBody>
      </p:sp>
    </p:spTree>
    <p:extLst>
      <p:ext uri="{BB962C8B-B14F-4D97-AF65-F5344CB8AC3E}">
        <p14:creationId xmlns:p14="http://schemas.microsoft.com/office/powerpoint/2010/main" val="131693014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84C9-786A-5385-9FD9-D571F9AEF27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E48F7EA-C081-FE8F-2C3E-78778FDF2DE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413EE8F-63D0-F9C8-7BA4-0089A6DC71B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AFDF995-7F2D-3DFB-A6CD-F0BEEECAF003}"/>
              </a:ext>
            </a:extLst>
          </p:cNvPr>
          <p:cNvGraphicFramePr/>
          <p:nvPr>
            <p:extLst>
              <p:ext uri="{D42A27DB-BD31-4B8C-83A1-F6EECF244321}">
                <p14:modId xmlns:p14="http://schemas.microsoft.com/office/powerpoint/2010/main" val="275751991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E214522-C95A-B52C-A133-F2425A410E1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AC6B141-3EFD-F704-CD5A-8C2E8034DB3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5D07A4E-3BE1-720E-300B-8F4505F78D8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6DF15B5-CC4F-DBE8-2F04-1014B8757C3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4276A0B-C72C-C1C0-DE11-DCE87E45D9B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0E2D37A-6D8E-49A6-A5E8-D1C06EF5C4F1}"/>
              </a:ext>
            </a:extLst>
          </p:cNvPr>
          <p:cNvSpPr txBox="1">
            <a:spLocks/>
          </p:cNvSpPr>
          <p:nvPr/>
        </p:nvSpPr>
        <p:spPr>
          <a:xfrm>
            <a:off x="152400" y="685800"/>
            <a:ext cx="8624937" cy="57861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13) Security (Very Important)</a:t>
            </a:r>
          </a:p>
          <a:p>
            <a:pPr marL="12700" marR="5080"/>
            <a:r>
              <a:rPr lang="en-US" sz="1500" kern="0" spc="-80" dirty="0">
                <a:solidFill>
                  <a:schemeClr val="accent2"/>
                </a:solidFill>
              </a:rPr>
              <a:t>Attack	                  Prevention</a:t>
            </a:r>
          </a:p>
          <a:p>
            <a:pPr marL="12700" marR="5080"/>
            <a:r>
              <a:rPr lang="en-US" sz="1500" kern="0" spc="-80" dirty="0">
                <a:solidFill>
                  <a:schemeClr val="accent6"/>
                </a:solidFill>
              </a:rPr>
              <a:t>XSS	                  Escape HTML, CSP headers</a:t>
            </a:r>
          </a:p>
          <a:p>
            <a:pPr marL="12700" marR="5080"/>
            <a:r>
              <a:rPr lang="en-US" sz="1500" kern="0" spc="-80" dirty="0">
                <a:solidFill>
                  <a:schemeClr val="accent6"/>
                </a:solidFill>
              </a:rPr>
              <a:t>CSRF	                  </a:t>
            </a:r>
            <a:r>
              <a:rPr lang="en-US" sz="1500" kern="0" spc="-80" dirty="0" err="1">
                <a:solidFill>
                  <a:schemeClr val="accent6"/>
                </a:solidFill>
              </a:rPr>
              <a:t>SameSite</a:t>
            </a:r>
            <a:r>
              <a:rPr lang="en-US" sz="1500" kern="0" spc="-80" dirty="0">
                <a:solidFill>
                  <a:schemeClr val="accent6"/>
                </a:solidFill>
              </a:rPr>
              <a:t> cookies, tokens</a:t>
            </a:r>
          </a:p>
          <a:p>
            <a:pPr marL="12700" marR="5080"/>
            <a:r>
              <a:rPr lang="en-US" sz="1500" kern="0" spc="-80" dirty="0">
                <a:solidFill>
                  <a:schemeClr val="accent6"/>
                </a:solidFill>
              </a:rPr>
              <a:t>Clickjacking	X-Frame-Options</a:t>
            </a:r>
          </a:p>
          <a:p>
            <a:pPr marL="12700" marR="5080"/>
            <a:endParaRPr lang="en-US" sz="1500" kern="0" spc="-80" dirty="0">
              <a:solidFill>
                <a:schemeClr val="accent6"/>
              </a:solidFill>
            </a:endParaRPr>
          </a:p>
          <a:p>
            <a:pPr marL="12700" marR="5080"/>
            <a:r>
              <a:rPr lang="en-US" sz="1500" kern="0" spc="-80" dirty="0">
                <a:solidFill>
                  <a:schemeClr val="accent2"/>
                </a:solidFill>
              </a:rPr>
              <a:t>14) API Interaction Patterns</a:t>
            </a:r>
          </a:p>
          <a:p>
            <a:pPr marL="12700" marR="5080"/>
            <a:r>
              <a:rPr lang="en-US" sz="1500" kern="0" spc="-80" dirty="0">
                <a:solidFill>
                  <a:schemeClr val="accent6"/>
                </a:solidFill>
              </a:rPr>
              <a:t>REST</a:t>
            </a:r>
          </a:p>
          <a:p>
            <a:pPr marL="12700" marR="5080"/>
            <a:r>
              <a:rPr lang="en-US" sz="1500" kern="0" spc="-80" dirty="0" err="1">
                <a:solidFill>
                  <a:schemeClr val="accent6"/>
                </a:solidFill>
              </a:rPr>
              <a:t>GraphQL</a:t>
            </a:r>
            <a:endParaRPr lang="en-US" sz="1500" kern="0" spc="-80" dirty="0">
              <a:solidFill>
                <a:schemeClr val="accent6"/>
              </a:solidFill>
            </a:endParaRPr>
          </a:p>
          <a:p>
            <a:pPr marL="12700" marR="5080"/>
            <a:r>
              <a:rPr lang="en-US" sz="1500" kern="0" spc="-80" dirty="0" err="1">
                <a:solidFill>
                  <a:schemeClr val="accent6"/>
                </a:solidFill>
              </a:rPr>
              <a:t>WebSockets</a:t>
            </a:r>
            <a:endParaRPr lang="en-US" sz="1500" kern="0" spc="-80" dirty="0">
              <a:solidFill>
                <a:schemeClr val="accent6"/>
              </a:solidFill>
            </a:endParaRPr>
          </a:p>
          <a:p>
            <a:pPr marL="12700" marR="5080"/>
            <a:r>
              <a:rPr lang="en-US" sz="1500" kern="0" spc="-80" dirty="0">
                <a:solidFill>
                  <a:schemeClr val="accent6"/>
                </a:solidFill>
              </a:rPr>
              <a:t>Server-Sent Events</a:t>
            </a:r>
          </a:p>
          <a:p>
            <a:pPr marL="12700" marR="5080"/>
            <a:endParaRPr lang="en-US" sz="1500" kern="0" spc="-80" dirty="0">
              <a:solidFill>
                <a:schemeClr val="accent6"/>
              </a:solidFill>
            </a:endParaRPr>
          </a:p>
          <a:p>
            <a:pPr marL="12700" marR="5080"/>
            <a:r>
              <a:rPr lang="en-US" sz="1500" kern="0" spc="-80" dirty="0">
                <a:solidFill>
                  <a:schemeClr val="accent2"/>
                </a:solidFill>
              </a:rPr>
              <a:t>15) Deployment &amp; CI/CD</a:t>
            </a:r>
          </a:p>
          <a:p>
            <a:pPr marL="12700" marR="5080"/>
            <a:r>
              <a:rPr lang="en-US" sz="1500" kern="0" spc="-80" dirty="0">
                <a:solidFill>
                  <a:schemeClr val="accent2"/>
                </a:solidFill>
              </a:rPr>
              <a:t>Hosting: </a:t>
            </a:r>
            <a:r>
              <a:rPr lang="en-US" sz="1500" kern="0" spc="-80" dirty="0">
                <a:solidFill>
                  <a:schemeClr val="accent6"/>
                </a:solidFill>
              </a:rPr>
              <a:t>Netlify, </a:t>
            </a:r>
            <a:r>
              <a:rPr lang="en-US" sz="1500" kern="0" spc="-80" dirty="0" err="1">
                <a:solidFill>
                  <a:schemeClr val="accent6"/>
                </a:solidFill>
              </a:rPr>
              <a:t>Vercel</a:t>
            </a:r>
            <a:r>
              <a:rPr lang="en-US" sz="1500" kern="0" spc="-80" dirty="0">
                <a:solidFill>
                  <a:schemeClr val="accent6"/>
                </a:solidFill>
              </a:rPr>
              <a:t>, Cloudflare Pages, AWS S3 + CloudFront</a:t>
            </a:r>
          </a:p>
          <a:p>
            <a:pPr marL="12700" marR="5080"/>
            <a:r>
              <a:rPr lang="en-US" sz="1500" kern="0" spc="-80" dirty="0">
                <a:solidFill>
                  <a:schemeClr val="accent2"/>
                </a:solidFill>
              </a:rPr>
              <a:t>CI: </a:t>
            </a:r>
            <a:r>
              <a:rPr lang="en-US" sz="1500" kern="0" spc="-80" dirty="0">
                <a:solidFill>
                  <a:schemeClr val="accent6"/>
                </a:solidFill>
              </a:rPr>
              <a:t>GitHub Actions, GitLab CI, Azure DevOps.</a:t>
            </a:r>
          </a:p>
          <a:p>
            <a:pPr marL="12700" marR="5080"/>
            <a:endParaRPr lang="en-US" sz="1500" kern="0" spc="-80" dirty="0">
              <a:solidFill>
                <a:schemeClr val="accent6"/>
              </a:solidFill>
            </a:endParaRPr>
          </a:p>
          <a:p>
            <a:pPr marL="12700" marR="5080"/>
            <a:r>
              <a:rPr lang="en-US" sz="1500" kern="0" spc="-80" dirty="0">
                <a:solidFill>
                  <a:schemeClr val="accent2"/>
                </a:solidFill>
              </a:rPr>
              <a:t>For Further Exploration</a:t>
            </a:r>
          </a:p>
          <a:p>
            <a:pPr marL="12700" marR="5080"/>
            <a:r>
              <a:rPr lang="en-US" sz="1600" dirty="0">
                <a:hlinkClick r:id="rId8"/>
              </a:rPr>
              <a:t>Frontend Developer Roadmap</a:t>
            </a:r>
            <a:endParaRPr lang="en-US" sz="1600" dirty="0"/>
          </a:p>
          <a:p>
            <a:pPr marL="12700" marR="5080"/>
            <a:endParaRPr lang="en-US" sz="1500" kern="0" spc="-80" dirty="0">
              <a:solidFill>
                <a:schemeClr val="accent2"/>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0015596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E4321D-A5DB-0381-6BCB-795A8D03CA6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AEC9FFB-A0DE-DBEF-726F-5B31DB1FECD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AAB819B-172A-EA15-562B-5D1AB95A830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AB7C7F-2547-BC8B-36DD-AB24ADBBAC8B}"/>
              </a:ext>
            </a:extLst>
          </p:cNvPr>
          <p:cNvGraphicFramePr/>
          <p:nvPr>
            <p:extLst>
              <p:ext uri="{D42A27DB-BD31-4B8C-83A1-F6EECF244321}">
                <p14:modId xmlns:p14="http://schemas.microsoft.com/office/powerpoint/2010/main" val="126789680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46E9340-FBA1-237D-A042-CBE094B9922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39CD96D-A5CB-2CB7-8C6F-9BA2C17BCCC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6D57E6E-00A0-4958-98B3-6A8EF854C18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458803D-73CF-FD57-427B-D416B0DFF9D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1A819E2-27C6-4C6C-77FF-ED52E27527E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6245D99-1D1F-A67A-E509-81516A1B72F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902C81C-77DA-39F2-31C6-EFF858DAE444}"/>
              </a:ext>
            </a:extLst>
          </p:cNvPr>
          <p:cNvSpPr txBox="1">
            <a:spLocks/>
          </p:cNvSpPr>
          <p:nvPr/>
        </p:nvSpPr>
        <p:spPr>
          <a:xfrm>
            <a:off x="152400" y="685800"/>
            <a:ext cx="8624937" cy="54938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Semantic Html(5)</a:t>
            </a:r>
          </a:p>
          <a:p>
            <a:pPr marL="12700" marR="5080"/>
            <a:r>
              <a:rPr lang="en-US" sz="1700" kern="0" spc="-80" dirty="0">
                <a:solidFill>
                  <a:schemeClr val="accent2"/>
                </a:solidFill>
              </a:rPr>
              <a:t>✅ What is Semantic HTML?</a:t>
            </a:r>
          </a:p>
          <a:p>
            <a:pPr marL="12700" marR="5080"/>
            <a:r>
              <a:rPr lang="en-US" sz="1700" kern="0" spc="-80" dirty="0">
                <a:solidFill>
                  <a:schemeClr val="accent6"/>
                </a:solidFill>
              </a:rPr>
              <a:t>Semantic HTML means using HTML elements that convey meaning and purpose instead of just visual layout.</a:t>
            </a:r>
          </a:p>
          <a:p>
            <a:pPr marL="12700" marR="5080"/>
            <a:endParaRPr lang="en-US" sz="1700" kern="0" spc="-80" dirty="0">
              <a:solidFill>
                <a:schemeClr val="accent6"/>
              </a:solidFill>
            </a:endParaRPr>
          </a:p>
          <a:p>
            <a:pPr marL="12700" marR="5080"/>
            <a:r>
              <a:rPr lang="en-US" sz="1700" kern="0" spc="-80" dirty="0">
                <a:solidFill>
                  <a:schemeClr val="accent2"/>
                </a:solidFill>
              </a:rPr>
              <a:t>Non-semantic vs Semantic Example</a:t>
            </a:r>
            <a:r>
              <a:rPr lang="en-US" sz="1700" kern="0" spc="-80" dirty="0">
                <a:solidFill>
                  <a:schemeClr val="accent6"/>
                </a:solidFill>
              </a:rPr>
              <a:t>:</a:t>
            </a:r>
          </a:p>
          <a:p>
            <a:pPr marL="12700" marR="5080"/>
            <a:r>
              <a:rPr lang="en-US" sz="1700" kern="0" spc="-80" dirty="0">
                <a:solidFill>
                  <a:schemeClr val="accent2"/>
                </a:solidFill>
              </a:rPr>
              <a:t>Non-semantic Tag            Semantic Tag	         Meaning Conveyed</a:t>
            </a:r>
          </a:p>
          <a:p>
            <a:pPr marL="12700" marR="5080"/>
            <a:r>
              <a:rPr lang="en-US" sz="1700" kern="0" spc="-80" dirty="0">
                <a:solidFill>
                  <a:schemeClr val="accent6"/>
                </a:solidFill>
              </a:rPr>
              <a:t>&lt;div&gt;	                            &lt;header&gt;	                        This is the page or section header</a:t>
            </a:r>
          </a:p>
          <a:p>
            <a:pPr marL="12700" marR="5080"/>
            <a:r>
              <a:rPr lang="en-US" sz="1700" kern="0" spc="-80" dirty="0">
                <a:solidFill>
                  <a:schemeClr val="accent6"/>
                </a:solidFill>
              </a:rPr>
              <a:t>&lt;div&gt;	                            &lt;nav&gt;	                        This holds site navigation</a:t>
            </a:r>
          </a:p>
          <a:p>
            <a:pPr marL="12700" marR="5080"/>
            <a:r>
              <a:rPr lang="en-US" sz="1700" kern="0" spc="-80" dirty="0">
                <a:solidFill>
                  <a:schemeClr val="accent6"/>
                </a:solidFill>
              </a:rPr>
              <a:t>&lt;div&gt;	                            &lt;footer&gt;	                        This is the page footer</a:t>
            </a:r>
          </a:p>
          <a:p>
            <a:pPr marL="12700" marR="5080"/>
            <a:r>
              <a:rPr lang="en-US" sz="1700" kern="0" spc="-80" dirty="0">
                <a:solidFill>
                  <a:schemeClr val="accent6"/>
                </a:solidFill>
              </a:rPr>
              <a:t>&lt;b&gt;	                            &lt;strong&gt;	                        This text is important</a:t>
            </a:r>
          </a:p>
          <a:p>
            <a:pPr marL="12700" marR="5080"/>
            <a:r>
              <a:rPr lang="en-US" sz="1700" kern="0" spc="-80" dirty="0">
                <a:solidFill>
                  <a:schemeClr val="accent6"/>
                </a:solidFill>
              </a:rPr>
              <a:t>&lt;</a:t>
            </a:r>
            <a:r>
              <a:rPr lang="en-US" sz="1700" kern="0" spc="-80" dirty="0" err="1">
                <a:solidFill>
                  <a:schemeClr val="accent6"/>
                </a:solidFill>
              </a:rPr>
              <a:t>i</a:t>
            </a:r>
            <a:r>
              <a:rPr lang="en-US" sz="1700" kern="0" spc="-80" dirty="0">
                <a:solidFill>
                  <a:schemeClr val="accent6"/>
                </a:solidFill>
              </a:rPr>
              <a:t>&gt;	                            &lt;</a:t>
            </a:r>
            <a:r>
              <a:rPr lang="en-US" sz="1700" kern="0" spc="-80" dirty="0" err="1">
                <a:solidFill>
                  <a:schemeClr val="accent6"/>
                </a:solidFill>
              </a:rPr>
              <a:t>em</a:t>
            </a:r>
            <a:r>
              <a:rPr lang="en-US" sz="1700" kern="0" spc="-80" dirty="0">
                <a:solidFill>
                  <a:schemeClr val="accent6"/>
                </a:solidFill>
              </a:rPr>
              <a:t>&gt;	                        This text is emphasized</a:t>
            </a:r>
          </a:p>
          <a:p>
            <a:pPr marL="12700" marR="5080"/>
            <a:r>
              <a:rPr lang="en-US" sz="1700" kern="0" spc="-80" dirty="0">
                <a:solidFill>
                  <a:schemeClr val="accent6"/>
                </a:solidFill>
              </a:rPr>
              <a:t>Semantic = machine readable + human readable.</a:t>
            </a:r>
          </a:p>
          <a:p>
            <a:pPr marL="12700" marR="5080"/>
            <a:endParaRPr lang="en-US" sz="1700" kern="0" spc="-80" dirty="0">
              <a:solidFill>
                <a:schemeClr val="accent6"/>
              </a:solidFill>
            </a:endParaRPr>
          </a:p>
          <a:p>
            <a:pPr marL="12700" marR="5080"/>
            <a:r>
              <a:rPr lang="en-US" sz="1700" kern="0" spc="-80" dirty="0">
                <a:solidFill>
                  <a:schemeClr val="accent2"/>
                </a:solidFill>
              </a:rPr>
              <a:t>Why Semantic HTML?</a:t>
            </a:r>
          </a:p>
          <a:p>
            <a:pPr marL="12700" marR="5080"/>
            <a:r>
              <a:rPr lang="en-US" sz="1700" kern="0" spc="-80" dirty="0">
                <a:solidFill>
                  <a:schemeClr val="accent2"/>
                </a:solidFill>
              </a:rPr>
              <a:t>Benefit	                           Explanation</a:t>
            </a:r>
          </a:p>
          <a:p>
            <a:pPr marL="12700" marR="5080"/>
            <a:r>
              <a:rPr lang="en-US" sz="1700" kern="0" spc="-80" dirty="0">
                <a:solidFill>
                  <a:schemeClr val="accent6"/>
                </a:solidFill>
              </a:rPr>
              <a:t>Accessibility	           Screen readers understand page structure</a:t>
            </a:r>
          </a:p>
          <a:p>
            <a:pPr marL="12700" marR="5080"/>
            <a:r>
              <a:rPr lang="en-US" sz="1700" kern="0" spc="-80" dirty="0">
                <a:solidFill>
                  <a:schemeClr val="accent6"/>
                </a:solidFill>
              </a:rPr>
              <a:t>SEO Boost	           Search engines understand the content hierarchy</a:t>
            </a:r>
          </a:p>
          <a:p>
            <a:pPr marL="12700" marR="5080"/>
            <a:r>
              <a:rPr lang="en-US" sz="1700" kern="0" spc="-80" dirty="0">
                <a:solidFill>
                  <a:schemeClr val="accent6"/>
                </a:solidFill>
              </a:rPr>
              <a:t>Maintainability	           Code is clearer, easier to work with</a:t>
            </a:r>
          </a:p>
          <a:p>
            <a:pPr marL="12700" marR="5080"/>
            <a:r>
              <a:rPr lang="en-US" sz="1700" kern="0" spc="-80" dirty="0">
                <a:solidFill>
                  <a:schemeClr val="accent6"/>
                </a:solidFill>
              </a:rPr>
              <a:t>Future-Proof	           Works better with automation, AI search, and structured </a:t>
            </a:r>
          </a:p>
          <a:p>
            <a:pPr marL="12700" marR="5080"/>
            <a:r>
              <a:rPr lang="en-US" sz="1700" kern="0" spc="-80" dirty="0">
                <a:solidFill>
                  <a:schemeClr val="accent6"/>
                </a:solidFill>
              </a:rPr>
              <a:t>                                          data</a:t>
            </a:r>
          </a:p>
        </p:txBody>
      </p:sp>
    </p:spTree>
    <p:extLst>
      <p:ext uri="{BB962C8B-B14F-4D97-AF65-F5344CB8AC3E}">
        <p14:creationId xmlns:p14="http://schemas.microsoft.com/office/powerpoint/2010/main" val="20211083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487644-8D8A-5A1E-06ED-0CCF53DD30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4E8057-3B4D-F2B9-7251-8492741B263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49ECAC9-F86A-7431-F8C3-3F0F8BC1E9B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14DDF5-FCBD-EE6A-F0FB-FE060687BD72}"/>
              </a:ext>
            </a:extLst>
          </p:cNvPr>
          <p:cNvGraphicFramePr/>
          <p:nvPr>
            <p:extLst>
              <p:ext uri="{D42A27DB-BD31-4B8C-83A1-F6EECF244321}">
                <p14:modId xmlns:p14="http://schemas.microsoft.com/office/powerpoint/2010/main" val="417511513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F949B8C-DB61-4782-8D05-223E3FF8AD2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D16BB79-6754-C186-7489-DB6FFDD02C7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F1A6306-1AB8-2DC3-7E6B-DC1963A3BA9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1CB8883-9A5F-3CBC-BE2E-E719669C183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E923E71-EFA6-B273-6267-AA9C0DE2725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96E5B64-F285-CE90-FCD2-BC334D871C1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D54D0E3-6C99-1727-41A8-C1D1688107D0}"/>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Semantic Html(5)</a:t>
            </a:r>
          </a:p>
          <a:p>
            <a:pPr marL="12700" marR="5080"/>
            <a:r>
              <a:rPr lang="en-US" sz="1500" kern="0" spc="-80" dirty="0">
                <a:solidFill>
                  <a:schemeClr val="accent2"/>
                </a:solidFill>
              </a:rPr>
              <a:t>✅ Core Semantic Structural Tags (HTML5)</a:t>
            </a:r>
          </a:p>
          <a:p>
            <a:pPr marL="12700" marR="5080"/>
            <a:r>
              <a:rPr lang="en-US" sz="1500" kern="0" spc="-80" dirty="0">
                <a:solidFill>
                  <a:schemeClr val="accent2"/>
                </a:solidFill>
              </a:rPr>
              <a:t>These tags define page structure:</a:t>
            </a:r>
          </a:p>
          <a:p>
            <a:pPr marL="12700" marR="5080"/>
            <a:r>
              <a:rPr lang="en-US" sz="1500" kern="0" spc="-80" dirty="0">
                <a:solidFill>
                  <a:schemeClr val="accent2"/>
                </a:solidFill>
              </a:rPr>
              <a:t>Tag	      Meaning	                                    Typical Usage</a:t>
            </a:r>
          </a:p>
          <a:p>
            <a:pPr marL="12700" marR="5080"/>
            <a:r>
              <a:rPr lang="en-US" sz="1500" kern="0" spc="-80" dirty="0">
                <a:solidFill>
                  <a:schemeClr val="accent6"/>
                </a:solidFill>
              </a:rPr>
              <a:t>&lt;header&gt;	      Top of page or section	                  Branding, title, nav, search bar</a:t>
            </a:r>
          </a:p>
          <a:p>
            <a:pPr marL="12700" marR="5080"/>
            <a:r>
              <a:rPr lang="en-US" sz="1500" kern="0" spc="-80" dirty="0">
                <a:solidFill>
                  <a:schemeClr val="accent6"/>
                </a:solidFill>
              </a:rPr>
              <a:t>&lt;nav&gt;	       Navigation links	                                    Menu, sidebar menu</a:t>
            </a:r>
          </a:p>
          <a:p>
            <a:pPr marL="12700" marR="5080"/>
            <a:r>
              <a:rPr lang="en-US" sz="1500" kern="0" spc="-80" dirty="0">
                <a:solidFill>
                  <a:schemeClr val="accent6"/>
                </a:solidFill>
              </a:rPr>
              <a:t>&lt;main&gt;	       Main unique content on page	Only one &lt;main&gt; per page</a:t>
            </a:r>
          </a:p>
          <a:p>
            <a:pPr marL="12700" marR="5080"/>
            <a:r>
              <a:rPr lang="en-US" sz="1500" kern="0" spc="-80" dirty="0">
                <a:solidFill>
                  <a:schemeClr val="accent6"/>
                </a:solidFill>
              </a:rPr>
              <a:t>&lt;section&gt;	       Thematic grouping	                  Chapter, topic section</a:t>
            </a:r>
          </a:p>
          <a:p>
            <a:pPr marL="12700" marR="5080"/>
            <a:r>
              <a:rPr lang="en-US" sz="1500" kern="0" spc="-80" dirty="0">
                <a:solidFill>
                  <a:schemeClr val="accent6"/>
                </a:solidFill>
              </a:rPr>
              <a:t>&lt;article&gt;	       Independent, shareable content	Blog post, comment, news post</a:t>
            </a:r>
          </a:p>
          <a:p>
            <a:pPr marL="12700" marR="5080"/>
            <a:r>
              <a:rPr lang="en-US" sz="1500" kern="0" spc="-80" dirty="0">
                <a:solidFill>
                  <a:schemeClr val="accent6"/>
                </a:solidFill>
              </a:rPr>
              <a:t>&lt;aside&gt;	       Related minor content	                  Ads, side notes, related links</a:t>
            </a:r>
          </a:p>
          <a:p>
            <a:pPr marL="12700" marR="5080"/>
            <a:r>
              <a:rPr lang="en-US" sz="1500" kern="0" spc="-80" dirty="0">
                <a:solidFill>
                  <a:schemeClr val="accent6"/>
                </a:solidFill>
              </a:rPr>
              <a:t>&lt;footer&gt;	       Bottom info of page or section	Copyright, author info</a:t>
            </a:r>
          </a:p>
          <a:p>
            <a:pPr marL="12700" marR="5080"/>
            <a:endParaRPr lang="en-US" sz="1500" kern="0" spc="-80" dirty="0">
              <a:solidFill>
                <a:schemeClr val="accent6"/>
              </a:solidFill>
            </a:endParaRPr>
          </a:p>
          <a:p>
            <a:pPr marL="12700" marR="5080"/>
            <a:r>
              <a:rPr lang="en-US" sz="1500" kern="0" spc="-80" dirty="0">
                <a:solidFill>
                  <a:schemeClr val="accent2"/>
                </a:solidFill>
              </a:rPr>
              <a:t>Visualizing Semantic Page Layout</a:t>
            </a:r>
          </a:p>
          <a:p>
            <a:pPr marL="12700" marR="5080"/>
            <a:r>
              <a:rPr lang="en-US" sz="1500" kern="0" spc="-80" dirty="0">
                <a:solidFill>
                  <a:schemeClr val="accent6"/>
                </a:solidFill>
              </a:rPr>
              <a:t>&lt;header&gt;</a:t>
            </a:r>
          </a:p>
          <a:p>
            <a:pPr marL="12700" marR="5080"/>
            <a:r>
              <a:rPr lang="en-US" sz="1500" kern="0" spc="-80" dirty="0">
                <a:solidFill>
                  <a:schemeClr val="accent6"/>
                </a:solidFill>
              </a:rPr>
              <a:t>  &lt;nav&gt; ... &lt;/nav&gt;</a:t>
            </a:r>
          </a:p>
          <a:p>
            <a:pPr marL="12700" marR="5080"/>
            <a:r>
              <a:rPr lang="en-US" sz="1500" kern="0" spc="-80" dirty="0">
                <a:solidFill>
                  <a:schemeClr val="accent6"/>
                </a:solidFill>
              </a:rPr>
              <a:t>&lt;/header&gt;</a:t>
            </a:r>
          </a:p>
          <a:p>
            <a:pPr marL="12700" marR="5080"/>
            <a:r>
              <a:rPr lang="en-US" sz="1500" kern="0" spc="-80" dirty="0">
                <a:solidFill>
                  <a:schemeClr val="accent6"/>
                </a:solidFill>
              </a:rPr>
              <a:t>&lt;main&gt;</a:t>
            </a:r>
          </a:p>
          <a:p>
            <a:pPr marL="12700" marR="5080"/>
            <a:r>
              <a:rPr lang="en-US" sz="1500" kern="0" spc="-80" dirty="0">
                <a:solidFill>
                  <a:schemeClr val="accent6"/>
                </a:solidFill>
              </a:rPr>
              <a:t>  &lt;article&gt;</a:t>
            </a:r>
          </a:p>
          <a:p>
            <a:pPr marL="12700" marR="5080"/>
            <a:r>
              <a:rPr lang="en-US" sz="1500" kern="0" spc="-80" dirty="0">
                <a:solidFill>
                  <a:schemeClr val="accent6"/>
                </a:solidFill>
              </a:rPr>
              <a:t>     &lt;section&gt;...&lt;/section&gt;</a:t>
            </a:r>
          </a:p>
          <a:p>
            <a:pPr marL="12700" marR="5080"/>
            <a:r>
              <a:rPr lang="en-US" sz="1500" kern="0" spc="-80" dirty="0">
                <a:solidFill>
                  <a:schemeClr val="accent6"/>
                </a:solidFill>
              </a:rPr>
              <a:t>  &lt;/article&gt;</a:t>
            </a:r>
          </a:p>
          <a:p>
            <a:pPr marL="12700" marR="5080"/>
            <a:r>
              <a:rPr lang="en-US" sz="1500" kern="0" spc="-80" dirty="0">
                <a:solidFill>
                  <a:schemeClr val="accent6"/>
                </a:solidFill>
              </a:rPr>
              <a:t>  &lt;aside&gt;...&lt;/aside&gt;</a:t>
            </a:r>
          </a:p>
          <a:p>
            <a:pPr marL="12700" marR="5080"/>
            <a:r>
              <a:rPr lang="en-US" sz="1500" kern="0" spc="-80" dirty="0">
                <a:solidFill>
                  <a:schemeClr val="accent6"/>
                </a:solidFill>
              </a:rPr>
              <a:t>&lt;/main&gt;</a:t>
            </a:r>
          </a:p>
          <a:p>
            <a:pPr marL="12700" marR="5080"/>
            <a:r>
              <a:rPr lang="en-US" sz="1500" kern="0" spc="-80" dirty="0">
                <a:solidFill>
                  <a:schemeClr val="accent6"/>
                </a:solidFill>
              </a:rPr>
              <a:t>&lt;footer&gt;...&lt;/footer&gt;</a:t>
            </a:r>
          </a:p>
        </p:txBody>
      </p:sp>
    </p:spTree>
    <p:extLst>
      <p:ext uri="{BB962C8B-B14F-4D97-AF65-F5344CB8AC3E}">
        <p14:creationId xmlns:p14="http://schemas.microsoft.com/office/powerpoint/2010/main" val="28229062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6A74F-9E58-2FBF-4F99-58B097A06DA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C71F4DC-3D7C-0CFC-6403-B580B987692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33EF5B1-7EEB-CCC8-30C2-C475866E754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71F62F3-9AB7-F3AD-4F9A-0B4C21D012AB}"/>
              </a:ext>
            </a:extLst>
          </p:cNvPr>
          <p:cNvGraphicFramePr/>
          <p:nvPr>
            <p:extLst>
              <p:ext uri="{D42A27DB-BD31-4B8C-83A1-F6EECF244321}">
                <p14:modId xmlns:p14="http://schemas.microsoft.com/office/powerpoint/2010/main" val="91826139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8037493-153D-B628-F656-782C158A225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1C66789-3A72-256C-9B11-EC2FFD67276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0144B0-811F-9E56-851B-B2875EFF48B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5D08C27-8395-B928-1DC6-316DC2D95F7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C68548A-8C3E-958F-83CF-94D8E0BC240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74FFE5E-C8F4-2B53-24FB-270678CF44D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D663D34-BC7C-22F4-ED6B-232DB5FB000C}"/>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Semantic Html(5)</a:t>
            </a:r>
          </a:p>
          <a:p>
            <a:pPr marL="12700" marR="5080"/>
            <a:r>
              <a:rPr lang="en-US" sz="1500" kern="0" spc="-80" dirty="0">
                <a:solidFill>
                  <a:schemeClr val="accent2"/>
                </a:solidFill>
              </a:rPr>
              <a:t>✅ Inline Semantic Text Elements</a:t>
            </a:r>
          </a:p>
          <a:p>
            <a:pPr marL="12700" marR="5080"/>
            <a:r>
              <a:rPr lang="en-US" sz="1500" kern="0" spc="-80" dirty="0">
                <a:solidFill>
                  <a:schemeClr val="accent2"/>
                </a:solidFill>
              </a:rPr>
              <a:t>Tag	    Meaning	                  Example Use</a:t>
            </a:r>
          </a:p>
          <a:p>
            <a:pPr marL="12700" marR="5080"/>
            <a:r>
              <a:rPr lang="en-US" sz="1500" kern="0" spc="-80" dirty="0">
                <a:solidFill>
                  <a:schemeClr val="accent6"/>
                </a:solidFill>
              </a:rPr>
              <a:t>&lt;strong&gt;	    Important text	                  Warnings, alerts</a:t>
            </a:r>
          </a:p>
          <a:p>
            <a:pPr marL="12700" marR="5080"/>
            <a:r>
              <a:rPr lang="en-US" sz="1500" kern="0" spc="-80" dirty="0">
                <a:solidFill>
                  <a:schemeClr val="accent6"/>
                </a:solidFill>
              </a:rPr>
              <a:t>&lt;</a:t>
            </a:r>
            <a:r>
              <a:rPr lang="en-US" sz="1500" kern="0" spc="-80" dirty="0" err="1">
                <a:solidFill>
                  <a:schemeClr val="accent6"/>
                </a:solidFill>
              </a:rPr>
              <a:t>em</a:t>
            </a:r>
            <a:r>
              <a:rPr lang="en-US" sz="1500" kern="0" spc="-80" dirty="0">
                <a:solidFill>
                  <a:schemeClr val="accent6"/>
                </a:solidFill>
              </a:rPr>
              <a:t>&gt;	    Emphasis	                  Emphasize a word</a:t>
            </a:r>
          </a:p>
          <a:p>
            <a:pPr marL="12700" marR="5080"/>
            <a:r>
              <a:rPr lang="en-US" sz="1500" kern="0" spc="-80" dirty="0">
                <a:solidFill>
                  <a:schemeClr val="accent6"/>
                </a:solidFill>
              </a:rPr>
              <a:t>&lt;mark&gt;	    Highlight	                  Highlight search results</a:t>
            </a:r>
          </a:p>
          <a:p>
            <a:pPr marL="12700" marR="5080"/>
            <a:r>
              <a:rPr lang="en-US" sz="1500" kern="0" spc="-80" dirty="0">
                <a:solidFill>
                  <a:schemeClr val="accent6"/>
                </a:solidFill>
              </a:rPr>
              <a:t>&lt;time&gt;	    Date/time metadata               &lt;time datetime="2025-11-06"&gt;Today&lt;/time&gt;</a:t>
            </a:r>
          </a:p>
          <a:p>
            <a:pPr marL="12700" marR="5080"/>
            <a:r>
              <a:rPr lang="en-US" sz="1500" kern="0" spc="-80" dirty="0">
                <a:solidFill>
                  <a:schemeClr val="accent6"/>
                </a:solidFill>
              </a:rPr>
              <a:t>&lt;</a:t>
            </a:r>
            <a:r>
              <a:rPr lang="en-US" sz="1500" kern="0" spc="-80" dirty="0" err="1">
                <a:solidFill>
                  <a:schemeClr val="accent6"/>
                </a:solidFill>
              </a:rPr>
              <a:t>abbr</a:t>
            </a:r>
            <a:r>
              <a:rPr lang="en-US" sz="1500" kern="0" spc="-80" dirty="0">
                <a:solidFill>
                  <a:schemeClr val="accent6"/>
                </a:solidFill>
              </a:rPr>
              <a:t>&gt;	    Abbreviation	                  &lt;</a:t>
            </a:r>
            <a:r>
              <a:rPr lang="en-US" sz="1500" kern="0" spc="-80" dirty="0" err="1">
                <a:solidFill>
                  <a:schemeClr val="accent6"/>
                </a:solidFill>
              </a:rPr>
              <a:t>abbr</a:t>
            </a:r>
            <a:r>
              <a:rPr lang="en-US" sz="1500" kern="0" spc="-80" dirty="0">
                <a:solidFill>
                  <a:schemeClr val="accent6"/>
                </a:solidFill>
              </a:rPr>
              <a:t> title="World Health Organization"&gt;WHO&lt;/</a:t>
            </a:r>
            <a:r>
              <a:rPr lang="en-US" sz="1500" kern="0" spc="-80" dirty="0" err="1">
                <a:solidFill>
                  <a:schemeClr val="accent6"/>
                </a:solidFill>
              </a:rPr>
              <a:t>abbr</a:t>
            </a:r>
            <a:r>
              <a:rPr lang="en-US" sz="1500" kern="0" spc="-80" dirty="0">
                <a:solidFill>
                  <a:schemeClr val="accent6"/>
                </a:solidFill>
              </a:rPr>
              <a:t>&gt;</a:t>
            </a:r>
          </a:p>
          <a:p>
            <a:pPr marL="12700" marR="5080"/>
            <a:r>
              <a:rPr lang="en-US" sz="1500" kern="0" spc="-80" dirty="0">
                <a:solidFill>
                  <a:schemeClr val="accent6"/>
                </a:solidFill>
              </a:rPr>
              <a:t>&lt;cite&gt;	    Title of creative work              Book names, movie titles</a:t>
            </a:r>
          </a:p>
          <a:p>
            <a:pPr marL="12700" marR="5080"/>
            <a:endParaRPr lang="en-US" sz="1500" kern="0" spc="-80" dirty="0">
              <a:solidFill>
                <a:schemeClr val="accent6"/>
              </a:solidFill>
            </a:endParaRPr>
          </a:p>
          <a:p>
            <a:pPr marL="12700" marR="5080"/>
            <a:r>
              <a:rPr lang="en-US" sz="1500" kern="0" spc="-80" dirty="0">
                <a:solidFill>
                  <a:schemeClr val="accent2"/>
                </a:solidFill>
              </a:rPr>
              <a:t>✅ HTML5 Media &amp; Interactive Elements</a:t>
            </a:r>
          </a:p>
          <a:p>
            <a:pPr marL="12700" marR="5080"/>
            <a:r>
              <a:rPr lang="en-US" sz="1500" kern="0" spc="-80" dirty="0">
                <a:solidFill>
                  <a:schemeClr val="accent2"/>
                </a:solidFill>
              </a:rPr>
              <a:t>Tag	   Description	                  Example Use</a:t>
            </a:r>
          </a:p>
          <a:p>
            <a:pPr marL="12700" marR="5080"/>
            <a:r>
              <a:rPr lang="en-US" sz="1500" kern="0" spc="-80" dirty="0">
                <a:solidFill>
                  <a:schemeClr val="accent6"/>
                </a:solidFill>
              </a:rPr>
              <a:t>&lt;audio&gt;	   Embed audio	                  Podcasts, music</a:t>
            </a:r>
          </a:p>
          <a:p>
            <a:pPr marL="12700" marR="5080"/>
            <a:r>
              <a:rPr lang="en-US" sz="1500" kern="0" spc="-80" dirty="0">
                <a:solidFill>
                  <a:schemeClr val="accent6"/>
                </a:solidFill>
              </a:rPr>
              <a:t>&lt;video&gt;	   Embed video	                  Tutorials, movies</a:t>
            </a:r>
          </a:p>
          <a:p>
            <a:pPr marL="12700" marR="5080"/>
            <a:r>
              <a:rPr lang="en-US" sz="1500" kern="0" spc="-80" dirty="0">
                <a:solidFill>
                  <a:schemeClr val="accent6"/>
                </a:solidFill>
              </a:rPr>
              <a:t>&lt;source&gt;	   Multiple media sources	For cross-browser support</a:t>
            </a:r>
          </a:p>
          <a:p>
            <a:pPr marL="12700" marR="5080"/>
            <a:r>
              <a:rPr lang="en-US" sz="1500" kern="0" spc="-80" dirty="0">
                <a:solidFill>
                  <a:schemeClr val="accent6"/>
                </a:solidFill>
              </a:rPr>
              <a:t>&lt;track&gt;	   Subtitles / captions	Accessibility</a:t>
            </a:r>
          </a:p>
          <a:p>
            <a:pPr marL="12700" marR="5080"/>
            <a:r>
              <a:rPr lang="en-US" sz="1500" kern="0" spc="-80" dirty="0">
                <a:solidFill>
                  <a:schemeClr val="accent6"/>
                </a:solidFill>
              </a:rPr>
              <a:t>&lt;canvas&gt;	   Drawing API with JS	Games, visualizations</a:t>
            </a:r>
          </a:p>
          <a:p>
            <a:pPr marL="12700" marR="5080"/>
            <a:r>
              <a:rPr lang="en-US" sz="1500" kern="0" spc="-80" dirty="0">
                <a:solidFill>
                  <a:schemeClr val="accent6"/>
                </a:solidFill>
              </a:rPr>
              <a:t>&lt;</a:t>
            </a:r>
            <a:r>
              <a:rPr lang="en-US" sz="1500" kern="0" spc="-80" dirty="0" err="1">
                <a:solidFill>
                  <a:schemeClr val="accent6"/>
                </a:solidFill>
              </a:rPr>
              <a:t>svg</a:t>
            </a:r>
            <a:r>
              <a:rPr lang="en-US" sz="1500" kern="0" spc="-80" dirty="0">
                <a:solidFill>
                  <a:schemeClr val="accent6"/>
                </a:solidFill>
              </a:rPr>
              <a:t>&gt;	   Scalable vector graphics	Icons, charts</a:t>
            </a:r>
          </a:p>
          <a:p>
            <a:pPr marL="12700" marR="5080"/>
            <a:endParaRPr lang="en-US" sz="1500" kern="0" spc="-80" dirty="0">
              <a:solidFill>
                <a:schemeClr val="accent6"/>
              </a:solidFill>
            </a:endParaRPr>
          </a:p>
          <a:p>
            <a:pPr marL="12700" marR="5080"/>
            <a:r>
              <a:rPr lang="en-US" sz="1500" kern="0" spc="-80" dirty="0">
                <a:solidFill>
                  <a:schemeClr val="accent2"/>
                </a:solidFill>
              </a:rPr>
              <a:t>Example:</a:t>
            </a:r>
          </a:p>
          <a:p>
            <a:pPr marL="12700" marR="5080"/>
            <a:r>
              <a:rPr lang="en-US" sz="1500" kern="0" spc="-80" dirty="0">
                <a:solidFill>
                  <a:schemeClr val="accent6"/>
                </a:solidFill>
              </a:rPr>
              <a:t>&lt;video controls width="500"&gt;</a:t>
            </a:r>
          </a:p>
          <a:p>
            <a:pPr marL="12700" marR="5080"/>
            <a:r>
              <a:rPr lang="en-US" sz="1500" kern="0" spc="-80" dirty="0">
                <a:solidFill>
                  <a:schemeClr val="accent6"/>
                </a:solidFill>
              </a:rPr>
              <a:t>&lt;source </a:t>
            </a:r>
            <a:r>
              <a:rPr lang="en-US" sz="1500" kern="0" spc="-80" dirty="0" err="1">
                <a:solidFill>
                  <a:schemeClr val="accent6"/>
                </a:solidFill>
              </a:rPr>
              <a:t>src</a:t>
            </a:r>
            <a:r>
              <a:rPr lang="en-US" sz="1500" kern="0" spc="-80" dirty="0">
                <a:solidFill>
                  <a:schemeClr val="accent6"/>
                </a:solidFill>
              </a:rPr>
              <a:t>="movie.mp4" type="video/mp4"&gt;</a:t>
            </a:r>
          </a:p>
          <a:p>
            <a:pPr marL="12700" marR="5080"/>
            <a:r>
              <a:rPr lang="en-US" sz="1500" kern="0" spc="-80" dirty="0">
                <a:solidFill>
                  <a:schemeClr val="accent6"/>
                </a:solidFill>
              </a:rPr>
              <a:t>&lt;track </a:t>
            </a:r>
            <a:r>
              <a:rPr lang="en-US" sz="1500" kern="0" spc="-80" dirty="0" err="1">
                <a:solidFill>
                  <a:schemeClr val="accent6"/>
                </a:solidFill>
              </a:rPr>
              <a:t>src</a:t>
            </a:r>
            <a:r>
              <a:rPr lang="en-US" sz="1500" kern="0" spc="-80" dirty="0">
                <a:solidFill>
                  <a:schemeClr val="accent6"/>
                </a:solidFill>
              </a:rPr>
              <a:t>="</a:t>
            </a:r>
            <a:r>
              <a:rPr lang="en-US" sz="1500" kern="0" spc="-80" dirty="0" err="1">
                <a:solidFill>
                  <a:schemeClr val="accent6"/>
                </a:solidFill>
              </a:rPr>
              <a:t>subtitles.vtt</a:t>
            </a:r>
            <a:r>
              <a:rPr lang="en-US" sz="1500" kern="0" spc="-80" dirty="0">
                <a:solidFill>
                  <a:schemeClr val="accent6"/>
                </a:solidFill>
              </a:rPr>
              <a:t>" kind="subtitles" </a:t>
            </a:r>
            <a:r>
              <a:rPr lang="en-US" sz="1500" kern="0" spc="-80" dirty="0" err="1">
                <a:solidFill>
                  <a:schemeClr val="accent6"/>
                </a:solidFill>
              </a:rPr>
              <a:t>srclang</a:t>
            </a:r>
            <a:r>
              <a:rPr lang="en-US" sz="1500" kern="0" spc="-80" dirty="0">
                <a:solidFill>
                  <a:schemeClr val="accent6"/>
                </a:solidFill>
              </a:rPr>
              <a:t>="</a:t>
            </a:r>
            <a:r>
              <a:rPr lang="en-US" sz="1500" kern="0" spc="-80" dirty="0" err="1">
                <a:solidFill>
                  <a:schemeClr val="accent6"/>
                </a:solidFill>
              </a:rPr>
              <a:t>en</a:t>
            </a:r>
            <a:r>
              <a:rPr lang="en-US" sz="1500" kern="0" spc="-80" dirty="0">
                <a:solidFill>
                  <a:schemeClr val="accent6"/>
                </a:solidFill>
              </a:rPr>
              <a:t>"&gt;. </a:t>
            </a:r>
          </a:p>
        </p:txBody>
      </p:sp>
    </p:spTree>
    <p:extLst>
      <p:ext uri="{BB962C8B-B14F-4D97-AF65-F5344CB8AC3E}">
        <p14:creationId xmlns:p14="http://schemas.microsoft.com/office/powerpoint/2010/main" val="247218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78292B-5935-1ACB-4D20-18E1D3E4F02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4DE9FB6-DAB4-937B-66ED-6CA8A267FD2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8D4CE1E-61C7-4DF3-EE28-02869F5E076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5B2DC05-BE06-8E9D-9AFC-DA71E1DB7BC3}"/>
              </a:ext>
            </a:extLst>
          </p:cNvPr>
          <p:cNvGraphicFramePr/>
          <p:nvPr>
            <p:extLst>
              <p:ext uri="{D42A27DB-BD31-4B8C-83A1-F6EECF244321}">
                <p14:modId xmlns:p14="http://schemas.microsoft.com/office/powerpoint/2010/main" val="417701656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F4DB266-7058-9CFA-9743-0C3B5BD7D5C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AC73B3D-CE90-34EA-07DA-BD147D78209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3F68737-85EC-E645-B3AF-D2CC6F7E823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082A4D9-A665-0F47-974A-3E1AC10AE64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C5E50FD-CACC-7704-BDB1-44BABCDAA32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6CAAC63-E64B-B6AA-400E-38BEE256CB3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9F314A0-E110-494B-3FDF-EA271F18D10B}"/>
              </a:ext>
            </a:extLst>
          </p:cNvPr>
          <p:cNvSpPr txBox="1">
            <a:spLocks/>
          </p:cNvSpPr>
          <p:nvPr/>
        </p:nvSpPr>
        <p:spPr>
          <a:xfrm>
            <a:off x="152400" y="685800"/>
            <a:ext cx="8624937"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Semantic Html(5)</a:t>
            </a:r>
          </a:p>
          <a:p>
            <a:pPr marL="12700" marR="5080"/>
            <a:r>
              <a:rPr lang="en-US" sz="1500" kern="0" spc="-80" dirty="0">
                <a:solidFill>
                  <a:schemeClr val="accent2"/>
                </a:solidFill>
              </a:rPr>
              <a:t>✅ Forms in HTML5 (Major Improvements)</a:t>
            </a:r>
          </a:p>
          <a:p>
            <a:pPr marL="12700" marR="5080"/>
            <a:r>
              <a:rPr lang="en-US" sz="1500" kern="0" spc="-80" dirty="0">
                <a:solidFill>
                  <a:schemeClr val="accent2"/>
                </a:solidFill>
              </a:rPr>
              <a:t>Feature	                                    Purpose</a:t>
            </a:r>
          </a:p>
          <a:p>
            <a:pPr marL="12700" marR="5080"/>
            <a:r>
              <a:rPr lang="en-US" sz="1500" kern="0" spc="-80" dirty="0">
                <a:solidFill>
                  <a:schemeClr val="accent6"/>
                </a:solidFill>
              </a:rPr>
              <a:t>New input types	                  Better native validation &amp; UI</a:t>
            </a:r>
          </a:p>
          <a:p>
            <a:pPr marL="12700" marR="5080"/>
            <a:r>
              <a:rPr lang="en-US" sz="1500" kern="0" spc="-80" dirty="0">
                <a:solidFill>
                  <a:schemeClr val="accent6"/>
                </a:solidFill>
              </a:rPr>
              <a:t>Built-in validation	                  Reduced JavaScript</a:t>
            </a:r>
          </a:p>
          <a:p>
            <a:pPr marL="12700" marR="5080"/>
            <a:r>
              <a:rPr lang="en-US" sz="1500" kern="0" spc="-80" dirty="0">
                <a:solidFill>
                  <a:schemeClr val="accent6"/>
                </a:solidFill>
              </a:rPr>
              <a:t>Placeholder &amp; Autofocus	Better usability</a:t>
            </a:r>
          </a:p>
          <a:p>
            <a:pPr marL="12700" marR="5080"/>
            <a:endParaRPr lang="en-US" sz="1500" kern="0" spc="-80" dirty="0">
              <a:solidFill>
                <a:schemeClr val="accent6"/>
              </a:solidFill>
            </a:endParaRPr>
          </a:p>
          <a:p>
            <a:pPr marL="12700" marR="5080"/>
            <a:r>
              <a:rPr lang="en-US" sz="1500" kern="0" spc="-80" dirty="0">
                <a:solidFill>
                  <a:schemeClr val="accent2"/>
                </a:solidFill>
              </a:rPr>
              <a:t>Important Input Types:</a:t>
            </a:r>
          </a:p>
          <a:p>
            <a:pPr marL="12700" marR="5080"/>
            <a:r>
              <a:rPr lang="en-US" sz="1500" kern="0" spc="-80" dirty="0">
                <a:solidFill>
                  <a:schemeClr val="accent6"/>
                </a:solidFill>
              </a:rPr>
              <a:t>email, </a:t>
            </a:r>
            <a:r>
              <a:rPr lang="en-US" sz="1500" kern="0" spc="-80" dirty="0" err="1">
                <a:solidFill>
                  <a:schemeClr val="accent6"/>
                </a:solidFill>
              </a:rPr>
              <a:t>tel</a:t>
            </a:r>
            <a:r>
              <a:rPr lang="en-US" sz="1500" kern="0" spc="-80" dirty="0">
                <a:solidFill>
                  <a:schemeClr val="accent6"/>
                </a:solidFill>
              </a:rPr>
              <a:t>, </a:t>
            </a:r>
            <a:r>
              <a:rPr lang="en-US" sz="1500" kern="0" spc="-80" dirty="0" err="1">
                <a:solidFill>
                  <a:schemeClr val="accent6"/>
                </a:solidFill>
              </a:rPr>
              <a:t>url</a:t>
            </a:r>
            <a:r>
              <a:rPr lang="en-US" sz="1500" kern="0" spc="-80" dirty="0">
                <a:solidFill>
                  <a:schemeClr val="accent6"/>
                </a:solidFill>
              </a:rPr>
              <a:t>, date, time, range, number, color, search</a:t>
            </a:r>
          </a:p>
          <a:p>
            <a:pPr marL="12700" marR="5080"/>
            <a:r>
              <a:rPr lang="en-US" sz="1500" kern="0" spc="-80" dirty="0">
                <a:solidFill>
                  <a:schemeClr val="accent2"/>
                </a:solidFill>
              </a:rPr>
              <a:t>Example Form:</a:t>
            </a:r>
          </a:p>
          <a:p>
            <a:pPr marL="12700" marR="5080"/>
            <a:r>
              <a:rPr lang="en-US" sz="1500" kern="0" spc="-80" dirty="0">
                <a:solidFill>
                  <a:schemeClr val="accent6"/>
                </a:solidFill>
              </a:rPr>
              <a:t>&lt;form&gt;</a:t>
            </a:r>
          </a:p>
          <a:p>
            <a:pPr marL="12700" marR="5080"/>
            <a:r>
              <a:rPr lang="en-US" sz="1500" kern="0" spc="-80" dirty="0">
                <a:solidFill>
                  <a:schemeClr val="accent6"/>
                </a:solidFill>
              </a:rPr>
              <a:t>  &lt;label for="email"&gt;Email:&lt;/label&gt;</a:t>
            </a:r>
          </a:p>
          <a:p>
            <a:pPr marL="12700" marR="5080"/>
            <a:r>
              <a:rPr lang="en-US" sz="1500" kern="0" spc="-80" dirty="0">
                <a:solidFill>
                  <a:schemeClr val="accent6"/>
                </a:solidFill>
              </a:rPr>
              <a:t>  &lt;input type="email" id="email" required&gt;</a:t>
            </a:r>
          </a:p>
          <a:p>
            <a:pPr marL="12700" marR="5080"/>
            <a:r>
              <a:rPr lang="en-US" sz="1500" kern="0" spc="-80" dirty="0">
                <a:solidFill>
                  <a:schemeClr val="accent6"/>
                </a:solidFill>
              </a:rPr>
              <a:t>  &lt;input type="submit" value="Submit"&gt;</a:t>
            </a:r>
          </a:p>
          <a:p>
            <a:pPr marL="12700" marR="5080"/>
            <a:r>
              <a:rPr lang="en-US" sz="1500" kern="0" spc="-80" dirty="0">
                <a:solidFill>
                  <a:schemeClr val="accent6"/>
                </a:solidFill>
              </a:rPr>
              <a:t>&lt;/form&gt;</a:t>
            </a:r>
          </a:p>
          <a:p>
            <a:pPr marL="12700" marR="5080"/>
            <a:endParaRPr lang="en-US" sz="1500" kern="0" spc="-80" dirty="0">
              <a:solidFill>
                <a:schemeClr val="accent6"/>
              </a:solidFill>
            </a:endParaRPr>
          </a:p>
          <a:p>
            <a:pPr marL="12700" marR="5080"/>
            <a:r>
              <a:rPr lang="en-US" sz="1500" kern="0" spc="-80" dirty="0">
                <a:solidFill>
                  <a:schemeClr val="accent2"/>
                </a:solidFill>
              </a:rPr>
              <a:t>✅ ARIA with Semantic HTML (Accessibility)</a:t>
            </a:r>
          </a:p>
          <a:p>
            <a:pPr marL="12700" marR="5080"/>
            <a:r>
              <a:rPr lang="en-US" sz="1500" kern="0" spc="-80" dirty="0">
                <a:solidFill>
                  <a:schemeClr val="accent6"/>
                </a:solidFill>
              </a:rPr>
              <a:t>Use ARIA roles only when needed, because semantic elements already carry meaning.</a:t>
            </a:r>
          </a:p>
          <a:p>
            <a:pPr marL="12700" marR="5080"/>
            <a:r>
              <a:rPr lang="en-US" sz="1500" kern="0" spc="-80" dirty="0">
                <a:solidFill>
                  <a:schemeClr val="accent6"/>
                </a:solidFill>
              </a:rPr>
              <a:t>If you use	ARIA role is unnecessary</a:t>
            </a:r>
          </a:p>
          <a:p>
            <a:pPr marL="12700" marR="5080"/>
            <a:r>
              <a:rPr lang="en-US" sz="1500" kern="0" spc="-80" dirty="0">
                <a:solidFill>
                  <a:schemeClr val="accent6"/>
                </a:solidFill>
              </a:rPr>
              <a:t>&lt;nav&gt;	role="navigation"</a:t>
            </a:r>
          </a:p>
          <a:p>
            <a:pPr marL="12700" marR="5080"/>
            <a:r>
              <a:rPr lang="en-US" sz="1500" kern="0" spc="-80" dirty="0">
                <a:solidFill>
                  <a:schemeClr val="accent6"/>
                </a:solidFill>
              </a:rPr>
              <a:t>&lt;header&gt;	role="banner"</a:t>
            </a:r>
          </a:p>
          <a:p>
            <a:pPr marL="12700" marR="5080"/>
            <a:r>
              <a:rPr lang="en-US" sz="1500" kern="0" spc="-80" dirty="0">
                <a:solidFill>
                  <a:schemeClr val="accent6"/>
                </a:solidFill>
              </a:rPr>
              <a:t>&lt;main&gt;	role="main“</a:t>
            </a:r>
          </a:p>
          <a:p>
            <a:pPr marL="12700" marR="5080"/>
            <a:r>
              <a:rPr lang="en-US" sz="1500" kern="0" spc="-80" dirty="0">
                <a:solidFill>
                  <a:schemeClr val="accent6"/>
                </a:solidFill>
              </a:rPr>
              <a:t>Use ARIA in custom UI elements, like custom dropdowns.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7707181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74F12-A5BC-F8C8-1A5B-C0CC55A99EC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A8C48EE-B146-7EF2-F619-383DCDB1BB6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C06F8B5-9A90-37CF-D9D7-FAA9BC620FE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BC8375A-A4F9-2A32-CCF2-1BF98FD7DC35}"/>
              </a:ext>
            </a:extLst>
          </p:cNvPr>
          <p:cNvGraphicFramePr/>
          <p:nvPr>
            <p:extLst>
              <p:ext uri="{D42A27DB-BD31-4B8C-83A1-F6EECF244321}">
                <p14:modId xmlns:p14="http://schemas.microsoft.com/office/powerpoint/2010/main" val="94447716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AA84BE6-2F57-907B-F6AB-C439C621810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F1489EE-AC74-2486-26D5-DCA4506A714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9C2AA0B-8BF0-1B0E-5F37-EDDF58D0378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3CA62BF-7B6E-8E7C-8605-9F0DED41901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B8ED1D4-14E7-B1A6-3E44-B17D5574158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1D88AE4-9D11-64C4-C8F7-D3917826144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2C25465-8126-5CE2-56D1-2E7F2D82EABA}"/>
              </a:ext>
            </a:extLst>
          </p:cNvPr>
          <p:cNvSpPr txBox="1">
            <a:spLocks/>
          </p:cNvSpPr>
          <p:nvPr/>
        </p:nvSpPr>
        <p:spPr>
          <a:xfrm>
            <a:off x="152400" y="685800"/>
            <a:ext cx="8624937" cy="438581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Semantic Html(5)</a:t>
            </a:r>
          </a:p>
          <a:p>
            <a:pPr marL="12700" marR="5080"/>
            <a:r>
              <a:rPr lang="en-US" sz="1500" kern="0" spc="-80" dirty="0">
                <a:solidFill>
                  <a:schemeClr val="accent2"/>
                </a:solidFill>
              </a:rPr>
              <a:t>✅ Semantic HTML vs &lt;div&gt; Soup</a:t>
            </a:r>
          </a:p>
          <a:p>
            <a:pPr marL="12700" marR="5080"/>
            <a:r>
              <a:rPr lang="en-US" sz="1500" kern="0" spc="-80" dirty="0">
                <a:solidFill>
                  <a:schemeClr val="accent2"/>
                </a:solidFill>
              </a:rPr>
              <a:t>❌ Bad:</a:t>
            </a:r>
          </a:p>
          <a:p>
            <a:pPr marL="12700" marR="5080"/>
            <a:r>
              <a:rPr lang="en-US" sz="1500" kern="0" spc="-80" dirty="0">
                <a:solidFill>
                  <a:schemeClr val="accent6"/>
                </a:solidFill>
              </a:rPr>
              <a:t>&lt;div&gt;</a:t>
            </a:r>
          </a:p>
          <a:p>
            <a:pPr marL="12700" marR="5080"/>
            <a:r>
              <a:rPr lang="en-US" sz="1500" kern="0" spc="-80" dirty="0">
                <a:solidFill>
                  <a:schemeClr val="accent6"/>
                </a:solidFill>
              </a:rPr>
              <a:t>  &lt;div&gt;Menu&lt;/div&gt;</a:t>
            </a:r>
          </a:p>
          <a:p>
            <a:pPr marL="12700" marR="5080"/>
            <a:r>
              <a:rPr lang="en-US" sz="1500" kern="0" spc="-80" dirty="0">
                <a:solidFill>
                  <a:schemeClr val="accent6"/>
                </a:solidFill>
              </a:rPr>
              <a:t>  &lt;div&gt;Content&lt;/div&gt;</a:t>
            </a:r>
          </a:p>
          <a:p>
            <a:pPr marL="12700" marR="5080"/>
            <a:r>
              <a:rPr lang="en-US" sz="1500" kern="0" spc="-80" dirty="0">
                <a:solidFill>
                  <a:schemeClr val="accent6"/>
                </a:solidFill>
              </a:rPr>
              <a:t>&lt;/div&gt;</a:t>
            </a:r>
          </a:p>
          <a:p>
            <a:pPr marL="12700" marR="5080"/>
            <a:r>
              <a:rPr lang="en-US" sz="1500" kern="0" spc="-80" dirty="0">
                <a:solidFill>
                  <a:schemeClr val="accent2"/>
                </a:solidFill>
              </a:rPr>
              <a:t>✅ Good:</a:t>
            </a:r>
          </a:p>
          <a:p>
            <a:pPr marL="12700" marR="5080"/>
            <a:r>
              <a:rPr lang="en-US" sz="1500" kern="0" spc="-80" dirty="0">
                <a:solidFill>
                  <a:schemeClr val="accent6"/>
                </a:solidFill>
              </a:rPr>
              <a:t>&lt;nav&gt;Menu&lt;/nav&gt;</a:t>
            </a:r>
          </a:p>
          <a:p>
            <a:pPr marL="12700" marR="5080"/>
            <a:r>
              <a:rPr lang="en-US" sz="1500" kern="0" spc="-80" dirty="0">
                <a:solidFill>
                  <a:schemeClr val="accent6"/>
                </a:solidFill>
              </a:rPr>
              <a:t>&lt;main&gt;Content&lt;/main&gt;</a:t>
            </a:r>
          </a:p>
          <a:p>
            <a:pPr marL="12700" marR="5080"/>
            <a:endParaRPr lang="en-US" sz="1500" kern="0" spc="-80" dirty="0">
              <a:solidFill>
                <a:schemeClr val="accent6"/>
              </a:solidFill>
            </a:endParaRPr>
          </a:p>
          <a:p>
            <a:pPr marL="12700" marR="5080"/>
            <a:r>
              <a:rPr lang="en-US" sz="1500" kern="0" spc="-80" dirty="0">
                <a:solidFill>
                  <a:schemeClr val="accent2"/>
                </a:solidFill>
              </a:rPr>
              <a:t>✅ How Search Engines Use Semantic HTML (SEO)</a:t>
            </a:r>
          </a:p>
          <a:p>
            <a:pPr marL="12700" marR="5080"/>
            <a:r>
              <a:rPr lang="en-US" sz="1500" kern="0" spc="-80" dirty="0">
                <a:solidFill>
                  <a:schemeClr val="accent2"/>
                </a:solidFill>
              </a:rPr>
              <a:t>Tag	                                    SEO Impact</a:t>
            </a:r>
          </a:p>
          <a:p>
            <a:pPr marL="12700" marR="5080"/>
            <a:r>
              <a:rPr lang="en-US" sz="1500" kern="0" spc="-80" dirty="0">
                <a:solidFill>
                  <a:schemeClr val="accent6"/>
                </a:solidFill>
              </a:rPr>
              <a:t>&lt;main&gt;	                                    Helps Google identify core content</a:t>
            </a:r>
          </a:p>
          <a:p>
            <a:pPr marL="12700" marR="5080"/>
            <a:r>
              <a:rPr lang="en-US" sz="1500" kern="0" spc="-80" dirty="0">
                <a:solidFill>
                  <a:schemeClr val="accent6"/>
                </a:solidFill>
              </a:rPr>
              <a:t>&lt;article&gt;	                                    Used for indexing articles/news</a:t>
            </a:r>
          </a:p>
          <a:p>
            <a:pPr marL="12700" marR="5080"/>
            <a:r>
              <a:rPr lang="en-US" sz="1500" kern="0" spc="-80" dirty="0">
                <a:solidFill>
                  <a:schemeClr val="accent6"/>
                </a:solidFill>
              </a:rPr>
              <a:t>&lt;header&gt; inside &lt;article&gt;	Helps extract title &amp; metadata</a:t>
            </a:r>
          </a:p>
          <a:p>
            <a:pPr marL="12700" marR="5080"/>
            <a:r>
              <a:rPr lang="en-US" sz="1500" kern="0" spc="-80" dirty="0">
                <a:solidFill>
                  <a:schemeClr val="accent6"/>
                </a:solidFill>
              </a:rPr>
              <a:t>&lt;mark&gt;	                                    Increases keyword-highlight visibility</a:t>
            </a:r>
          </a:p>
          <a:p>
            <a:pPr marL="12700" marR="5080"/>
            <a:r>
              <a:rPr lang="en-US" sz="1500" kern="0" spc="-80" dirty="0">
                <a:solidFill>
                  <a:schemeClr val="accent6"/>
                </a:solidFill>
              </a:rPr>
              <a:t>&lt;time datetime=""&gt;	                  Enables rich search results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7189988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590EBF-1EC8-62EA-4A55-0FD6A17B7AA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B0F79A2-81FD-F898-8356-17340F5A3B1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6F072E0-93C0-5790-4645-FC1E160A535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DB28F37-275E-4F63-F67C-7F13BB08049F}"/>
              </a:ext>
            </a:extLst>
          </p:cNvPr>
          <p:cNvGraphicFramePr/>
          <p:nvPr>
            <p:extLst>
              <p:ext uri="{D42A27DB-BD31-4B8C-83A1-F6EECF244321}">
                <p14:modId xmlns:p14="http://schemas.microsoft.com/office/powerpoint/2010/main" val="205497331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11F0FA3-D44D-1DB3-F0DF-0FDC2FE1DB9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6315DEB-F49A-3952-6C25-FAA321528A5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C2B926F-669C-0259-58DB-E4CCA1DC9B1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F4BAE14-22F5-9726-38F2-7812AB1D1D9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0699857-1BE1-C58C-2B04-76EEFA1F03D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D0CADED-C83D-6069-ABB5-D5E800DBE91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52D6574-296B-5AE6-AD37-3CCE597FD332}"/>
              </a:ext>
            </a:extLst>
          </p:cNvPr>
          <p:cNvSpPr txBox="1">
            <a:spLocks/>
          </p:cNvSpPr>
          <p:nvPr/>
        </p:nvSpPr>
        <p:spPr>
          <a:xfrm>
            <a:off x="152400" y="685800"/>
            <a:ext cx="8624937" cy="586314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Semantic Html(5)</a:t>
            </a:r>
          </a:p>
          <a:p>
            <a:pPr marL="12700" marR="5080"/>
            <a:r>
              <a:rPr lang="en-US" sz="1500" kern="0" spc="-80" dirty="0">
                <a:solidFill>
                  <a:schemeClr val="accent2"/>
                </a:solidFill>
              </a:rPr>
              <a:t>✅ Summary (Fast Memory Shortcut)</a:t>
            </a:r>
          </a:p>
          <a:p>
            <a:pPr marL="12700" marR="5080"/>
            <a:r>
              <a:rPr lang="en-US" sz="1500" kern="0" spc="-80" dirty="0">
                <a:solidFill>
                  <a:schemeClr val="accent2"/>
                </a:solidFill>
              </a:rPr>
              <a:t>Structure the page like a newspaper:</a:t>
            </a:r>
          </a:p>
          <a:p>
            <a:pPr marL="12700" marR="5080"/>
            <a:r>
              <a:rPr lang="en-US" sz="1500" kern="0" spc="-80" dirty="0">
                <a:solidFill>
                  <a:schemeClr val="accent2"/>
                </a:solidFill>
              </a:rPr>
              <a:t>Header:</a:t>
            </a:r>
            <a:r>
              <a:rPr lang="en-US" sz="1500" kern="0" spc="-80" dirty="0">
                <a:solidFill>
                  <a:schemeClr val="accent6"/>
                </a:solidFill>
              </a:rPr>
              <a:t> Title &amp; top navigation</a:t>
            </a:r>
          </a:p>
          <a:p>
            <a:pPr marL="12700" marR="5080"/>
            <a:r>
              <a:rPr lang="en-US" sz="1500" kern="0" spc="-80" dirty="0">
                <a:solidFill>
                  <a:schemeClr val="accent2"/>
                </a:solidFill>
              </a:rPr>
              <a:t>Nav:</a:t>
            </a:r>
            <a:r>
              <a:rPr lang="en-US" sz="1500" kern="0" spc="-80" dirty="0">
                <a:solidFill>
                  <a:schemeClr val="accent6"/>
                </a:solidFill>
              </a:rPr>
              <a:t> The table of contents</a:t>
            </a:r>
          </a:p>
          <a:p>
            <a:pPr marL="12700" marR="5080"/>
            <a:r>
              <a:rPr lang="en-US" sz="1500" kern="0" spc="-80" dirty="0">
                <a:solidFill>
                  <a:schemeClr val="accent2"/>
                </a:solidFill>
              </a:rPr>
              <a:t>Main: </a:t>
            </a:r>
            <a:r>
              <a:rPr lang="en-US" sz="1500" kern="0" spc="-80" dirty="0">
                <a:solidFill>
                  <a:schemeClr val="accent6"/>
                </a:solidFill>
              </a:rPr>
              <a:t>The main story</a:t>
            </a:r>
          </a:p>
          <a:p>
            <a:pPr marL="12700" marR="5080"/>
            <a:r>
              <a:rPr lang="en-US" sz="1500" kern="0" spc="-80" dirty="0">
                <a:solidFill>
                  <a:schemeClr val="accent2"/>
                </a:solidFill>
              </a:rPr>
              <a:t>Article: </a:t>
            </a:r>
            <a:r>
              <a:rPr lang="en-US" sz="1500" kern="0" spc="-80" dirty="0">
                <a:solidFill>
                  <a:schemeClr val="accent6"/>
                </a:solidFill>
              </a:rPr>
              <a:t>A story that stands alone</a:t>
            </a:r>
          </a:p>
          <a:p>
            <a:pPr marL="12700" marR="5080"/>
            <a:r>
              <a:rPr lang="en-US" sz="1500" kern="0" spc="-80" dirty="0">
                <a:solidFill>
                  <a:schemeClr val="accent2"/>
                </a:solidFill>
              </a:rPr>
              <a:t>Section: </a:t>
            </a:r>
            <a:r>
              <a:rPr lang="en-US" sz="1500" kern="0" spc="-80" dirty="0">
                <a:solidFill>
                  <a:schemeClr val="accent6"/>
                </a:solidFill>
              </a:rPr>
              <a:t>A chapter/topic within the article</a:t>
            </a:r>
          </a:p>
          <a:p>
            <a:pPr marL="12700" marR="5080"/>
            <a:r>
              <a:rPr lang="en-US" sz="1500" kern="0" spc="-80" dirty="0">
                <a:solidFill>
                  <a:schemeClr val="accent2"/>
                </a:solidFill>
              </a:rPr>
              <a:t>Aside:</a:t>
            </a:r>
            <a:r>
              <a:rPr lang="en-US" sz="1500" kern="0" spc="-80" dirty="0">
                <a:solidFill>
                  <a:schemeClr val="accent6"/>
                </a:solidFill>
              </a:rPr>
              <a:t> Additional notes on the side</a:t>
            </a:r>
          </a:p>
          <a:p>
            <a:pPr marL="12700" marR="5080"/>
            <a:r>
              <a:rPr lang="en-US" sz="1500" kern="0" spc="-80" dirty="0">
                <a:solidFill>
                  <a:schemeClr val="accent2"/>
                </a:solidFill>
              </a:rPr>
              <a:t>Footer: </a:t>
            </a:r>
            <a:r>
              <a:rPr lang="en-US" sz="1500" kern="0" spc="-80" dirty="0">
                <a:solidFill>
                  <a:schemeClr val="accent6"/>
                </a:solidFill>
              </a:rPr>
              <a:t>Closing information. </a:t>
            </a: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r>
              <a:rPr lang="en-US" sz="1400" kern="0" spc="-80" dirty="0">
                <a:solidFill>
                  <a:schemeClr val="accent2"/>
                </a:solidFill>
              </a:rPr>
              <a:t>For Further Exploration</a:t>
            </a:r>
          </a:p>
          <a:p>
            <a:pPr marL="12700" marR="5080"/>
            <a:r>
              <a:rPr lang="en-US" sz="1400" dirty="0">
                <a:hlinkClick r:id="rId8"/>
              </a:rPr>
              <a:t>Mastering Semantic HTML5</a:t>
            </a:r>
            <a:endParaRPr lang="en-US" sz="1400" dirty="0"/>
          </a:p>
          <a:p>
            <a:pPr marL="12700" marR="5080"/>
            <a:r>
              <a:rPr lang="en-US" sz="1400" dirty="0">
                <a:hlinkClick r:id="rId9"/>
              </a:rPr>
              <a:t>Guide to semantic HTML5 tags! - DEV Community</a:t>
            </a:r>
            <a:endParaRPr lang="en-US" sz="1400" dirty="0"/>
          </a:p>
          <a:p>
            <a:pPr marL="12700" marR="5080"/>
            <a:r>
              <a:rPr lang="en-IN" sz="1400" dirty="0">
                <a:hlinkClick r:id="rId10"/>
              </a:rPr>
              <a:t>Free HTML5 Book</a:t>
            </a:r>
            <a:endParaRPr lang="en-IN" sz="1400" dirty="0"/>
          </a:p>
          <a:p>
            <a:pPr marL="12700" marR="5080"/>
            <a:r>
              <a:rPr lang="en-IN" sz="1400" dirty="0">
                <a:hlinkClick r:id="rId11"/>
              </a:rPr>
              <a:t>Free HTML5 Canvas Book</a:t>
            </a:r>
            <a:endParaRPr lang="en-US" sz="1400" dirty="0"/>
          </a:p>
          <a:p>
            <a:pPr marL="12700" marR="5080"/>
            <a:r>
              <a:rPr lang="en-IN" sz="1400" dirty="0">
                <a:hlinkClick r:id="rId12"/>
              </a:rPr>
              <a:t>Refactoring HTML</a:t>
            </a:r>
            <a:endParaRPr lang="en-IN" sz="1400" dirty="0"/>
          </a:p>
          <a:p>
            <a:pPr marL="12700" marR="5080"/>
            <a:r>
              <a:rPr lang="en-IN" sz="1400" dirty="0">
                <a:hlinkClick r:id="rId13"/>
              </a:rPr>
              <a:t>Test-Driving HTML Templates</a:t>
            </a:r>
            <a:endParaRPr lang="en-IN" sz="1400" dirty="0"/>
          </a:p>
          <a:p>
            <a:pPr marL="12700" marR="5080"/>
            <a:endParaRPr lang="en-IN" sz="1400" dirty="0"/>
          </a:p>
          <a:p>
            <a:pPr marL="12700" marR="5080"/>
            <a:endParaRPr lang="en-US" sz="1400" kern="0" spc="-80" dirty="0">
              <a:solidFill>
                <a:schemeClr val="accent2"/>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9331805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CB10C5-4EE0-8519-E408-9156F5CAC6D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EEB3B11-40E7-5315-C509-F56AF3B65D7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FD5951E-34D5-BF63-D0E4-07E1390154C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0FB6385-C224-6C8D-846C-334B6BB3212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46B5DA1-E659-8C72-D210-5A08A4998EB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14D56A2-71A2-C03C-58E1-993BAB91B11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89D193F-D64F-BB69-53F0-404C2053FF6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DFEB38C-7F0F-72B2-2E45-2371F76DDEB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0025302-E7E1-3AC9-3FE4-DF21EB372AB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9394EAA-67D4-395F-AE42-49C6FC0B8A0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C7DD0A3-648F-FB78-5C6D-F902EDAAF249}"/>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1. FOUNDATION: WHAT IS WEB ACCESSIBILITY?</a:t>
            </a:r>
          </a:p>
          <a:p>
            <a:pPr marL="12700" marR="5080"/>
            <a:r>
              <a:rPr lang="en-US" sz="1400" kern="0" spc="-80" dirty="0">
                <a:solidFill>
                  <a:schemeClr val="accent6"/>
                </a:solidFill>
              </a:rPr>
              <a:t>Web Accessibility means designing and building web applications so that all users, including people with disabilities, can perceive, understand, navigate, interact, and contribute online.</a:t>
            </a:r>
          </a:p>
          <a:p>
            <a:pPr marL="12700" marR="5080"/>
            <a:r>
              <a:rPr lang="en-US" sz="1400" kern="0" spc="-80" dirty="0">
                <a:solidFill>
                  <a:schemeClr val="accent2"/>
                </a:solidFill>
              </a:rPr>
              <a:t>❗ Disabilities considered</a:t>
            </a:r>
          </a:p>
          <a:p>
            <a:pPr marL="12700" marR="5080"/>
            <a:r>
              <a:rPr lang="en-US" sz="1400" kern="0" spc="-80" dirty="0">
                <a:solidFill>
                  <a:schemeClr val="accent2"/>
                </a:solidFill>
              </a:rPr>
              <a:t>Visual: </a:t>
            </a:r>
            <a:r>
              <a:rPr lang="en-US" sz="1400" kern="0" spc="-80" dirty="0">
                <a:solidFill>
                  <a:schemeClr val="accent6"/>
                </a:solidFill>
              </a:rPr>
              <a:t>Blindness, low vision, color-blindness</a:t>
            </a:r>
          </a:p>
          <a:p>
            <a:pPr marL="12700" marR="5080"/>
            <a:r>
              <a:rPr lang="en-US" sz="1400" kern="0" spc="-80" dirty="0">
                <a:solidFill>
                  <a:schemeClr val="accent2"/>
                </a:solidFill>
              </a:rPr>
              <a:t>Auditory: </a:t>
            </a:r>
            <a:r>
              <a:rPr lang="en-US" sz="1400" kern="0" spc="-80" dirty="0">
                <a:solidFill>
                  <a:schemeClr val="accent6"/>
                </a:solidFill>
              </a:rPr>
              <a:t>Deafness, hard-of-hearing</a:t>
            </a:r>
          </a:p>
          <a:p>
            <a:pPr marL="12700" marR="5080"/>
            <a:r>
              <a:rPr lang="en-US" sz="1400" kern="0" spc="-80" dirty="0">
                <a:solidFill>
                  <a:schemeClr val="accent2"/>
                </a:solidFill>
              </a:rPr>
              <a:t>Motor: </a:t>
            </a:r>
            <a:r>
              <a:rPr lang="en-US" sz="1400" kern="0" spc="-80" dirty="0">
                <a:solidFill>
                  <a:schemeClr val="accent6"/>
                </a:solidFill>
              </a:rPr>
              <a:t>Limited fine motor control, paralysis, tremors</a:t>
            </a:r>
          </a:p>
          <a:p>
            <a:pPr marL="12700" marR="5080"/>
            <a:r>
              <a:rPr lang="en-US" sz="1400" kern="0" spc="-80" dirty="0">
                <a:solidFill>
                  <a:schemeClr val="accent2"/>
                </a:solidFill>
              </a:rPr>
              <a:t>Cognitive: </a:t>
            </a:r>
            <a:r>
              <a:rPr lang="en-US" sz="1400" kern="0" spc="-80" dirty="0">
                <a:solidFill>
                  <a:schemeClr val="accent6"/>
                </a:solidFill>
              </a:rPr>
              <a:t>Dyslexia, ADHD, autism, memory and learning disabilities</a:t>
            </a:r>
          </a:p>
          <a:p>
            <a:pPr marL="12700" marR="5080"/>
            <a:r>
              <a:rPr lang="en-US" sz="1400" kern="0" spc="-80" dirty="0">
                <a:solidFill>
                  <a:schemeClr val="accent2"/>
                </a:solidFill>
              </a:rPr>
              <a:t>Temporary: </a:t>
            </a:r>
            <a:r>
              <a:rPr lang="en-US" sz="1400" kern="0" spc="-80" dirty="0">
                <a:solidFill>
                  <a:schemeClr val="accent6"/>
                </a:solidFill>
              </a:rPr>
              <a:t>Broken arm, eye infection, noisy environment, bright sunlight</a:t>
            </a:r>
          </a:p>
          <a:p>
            <a:pPr marL="12700" marR="5080"/>
            <a:r>
              <a:rPr lang="en-US" sz="1400" kern="0" spc="-80" dirty="0">
                <a:solidFill>
                  <a:schemeClr val="accent2"/>
                </a:solidFill>
              </a:rPr>
              <a:t>Situational: </a:t>
            </a:r>
            <a:r>
              <a:rPr lang="en-US" sz="1400" kern="0" spc="-80" dirty="0">
                <a:solidFill>
                  <a:schemeClr val="accent6"/>
                </a:solidFill>
              </a:rPr>
              <a:t>Using app with gloves, small mobile screens</a:t>
            </a:r>
          </a:p>
          <a:p>
            <a:pPr marL="12700" marR="5080"/>
            <a:endParaRPr lang="en-US" sz="1400" kern="0" spc="-80" dirty="0">
              <a:solidFill>
                <a:schemeClr val="accent6"/>
              </a:solidFill>
            </a:endParaRPr>
          </a:p>
          <a:p>
            <a:pPr marL="12700" marR="5080"/>
            <a:r>
              <a:rPr lang="en-US" sz="1400" kern="0" spc="-80" dirty="0">
                <a:solidFill>
                  <a:schemeClr val="accent2"/>
                </a:solidFill>
              </a:rPr>
              <a:t>2. INTERNATIONAL STANDARDS &amp; LAWS</a:t>
            </a:r>
          </a:p>
          <a:p>
            <a:pPr marL="12700" marR="5080"/>
            <a:r>
              <a:rPr lang="en-US" sz="1400" kern="0" spc="-80" dirty="0">
                <a:solidFill>
                  <a:schemeClr val="accent6"/>
                </a:solidFill>
              </a:rPr>
              <a:t>🌐 WCAG (Web Content Accessibility Guidelines)</a:t>
            </a:r>
          </a:p>
          <a:p>
            <a:pPr marL="12700" marR="5080"/>
            <a:r>
              <a:rPr lang="en-US" sz="1400" kern="0" spc="-80" dirty="0">
                <a:solidFill>
                  <a:schemeClr val="accent2"/>
                </a:solidFill>
              </a:rPr>
              <a:t>Organized under POUR principles:</a:t>
            </a:r>
          </a:p>
          <a:p>
            <a:pPr marL="12700" marR="5080"/>
            <a:r>
              <a:rPr lang="en-US" sz="1400" kern="0" spc="-80" dirty="0">
                <a:solidFill>
                  <a:schemeClr val="accent6"/>
                </a:solidFill>
              </a:rPr>
              <a:t>Perceivable</a:t>
            </a:r>
          </a:p>
          <a:p>
            <a:pPr marL="12700" marR="5080"/>
            <a:r>
              <a:rPr lang="en-US" sz="1400" kern="0" spc="-80" dirty="0">
                <a:solidFill>
                  <a:schemeClr val="accent6"/>
                </a:solidFill>
              </a:rPr>
              <a:t>Operable</a:t>
            </a:r>
          </a:p>
          <a:p>
            <a:pPr marL="12700" marR="5080"/>
            <a:r>
              <a:rPr lang="en-US" sz="1400" kern="0" spc="-80" dirty="0">
                <a:solidFill>
                  <a:schemeClr val="accent6"/>
                </a:solidFill>
              </a:rPr>
              <a:t>Understandable</a:t>
            </a:r>
          </a:p>
          <a:p>
            <a:pPr marL="12700" marR="5080"/>
            <a:r>
              <a:rPr lang="en-US" sz="1400" kern="0" spc="-80" dirty="0">
                <a:solidFill>
                  <a:schemeClr val="accent6"/>
                </a:solidFill>
              </a:rPr>
              <a:t>Robust</a:t>
            </a:r>
          </a:p>
          <a:p>
            <a:pPr marL="12700" marR="5080"/>
            <a:r>
              <a:rPr lang="en-US" sz="1400" kern="0" spc="-80" dirty="0">
                <a:solidFill>
                  <a:schemeClr val="accent2"/>
                </a:solidFill>
              </a:rPr>
              <a:t>Versions:</a:t>
            </a:r>
          </a:p>
          <a:p>
            <a:pPr marL="12700" marR="5080"/>
            <a:r>
              <a:rPr lang="en-US" sz="1400" kern="0" spc="-80" dirty="0">
                <a:solidFill>
                  <a:schemeClr val="accent6"/>
                </a:solidFill>
              </a:rPr>
              <a:t>WCAG 2.0, 2.1, 2.2</a:t>
            </a:r>
          </a:p>
          <a:p>
            <a:pPr marL="12700" marR="5080"/>
            <a:r>
              <a:rPr lang="en-US" sz="1400" kern="0" spc="-80" dirty="0">
                <a:solidFill>
                  <a:schemeClr val="accent6"/>
                </a:solidFill>
              </a:rPr>
              <a:t>WCAG 3.0 (future)</a:t>
            </a:r>
          </a:p>
          <a:p>
            <a:pPr marL="12700" marR="5080"/>
            <a:r>
              <a:rPr lang="en-US" sz="1400" kern="0" spc="-80" dirty="0">
                <a:solidFill>
                  <a:schemeClr val="accent6"/>
                </a:solidFill>
              </a:rPr>
              <a:t>WCAG Conformance Levels</a:t>
            </a:r>
          </a:p>
        </p:txBody>
      </p:sp>
    </p:spTree>
    <p:extLst>
      <p:ext uri="{BB962C8B-B14F-4D97-AF65-F5344CB8AC3E}">
        <p14:creationId xmlns:p14="http://schemas.microsoft.com/office/powerpoint/2010/main" val="23837425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7615E5-685F-51C9-F391-881E059519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3D664C2-B779-31FF-1B0D-BD547E8B091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583F17-9435-8434-0E38-51A59975CAC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AEE6BF5-8397-2CE7-76CF-F192F76F12B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8F3631E-ED29-92F8-B8C2-4B2C89134B6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F046881-34D3-8E62-7B01-7E4228CC7ED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2CE129B-4B61-B3B8-1BBD-504A836F160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12085E1-E187-C0E5-8F63-7519C68DB2D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A29A809-70B8-68F6-F7E4-C068701096E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8FB8C26-D515-B91B-CEA2-EB40794ED7D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0BD3CF4-E4A5-E062-9C54-3E8FC91572C5}"/>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2. INTERNATIONAL STANDARDS &amp; LAWS</a:t>
            </a:r>
          </a:p>
          <a:p>
            <a:pPr marL="12700" marR="5080"/>
            <a:r>
              <a:rPr lang="en-US" sz="1400" kern="0" spc="-80" dirty="0">
                <a:solidFill>
                  <a:schemeClr val="accent2"/>
                </a:solidFill>
              </a:rPr>
              <a:t>WCAG Conformance Levels</a:t>
            </a:r>
          </a:p>
          <a:p>
            <a:pPr marL="12700" marR="5080"/>
            <a:r>
              <a:rPr lang="en-US" sz="1400" kern="0" spc="-80" dirty="0">
                <a:solidFill>
                  <a:schemeClr val="accent6"/>
                </a:solidFill>
              </a:rPr>
              <a:t>A – Minimum accessibility</a:t>
            </a:r>
          </a:p>
          <a:p>
            <a:pPr marL="12700" marR="5080"/>
            <a:r>
              <a:rPr lang="en-US" sz="1400" kern="0" spc="-80" dirty="0">
                <a:solidFill>
                  <a:schemeClr val="accent6"/>
                </a:solidFill>
              </a:rPr>
              <a:t>AA – Required for most legal compliance</a:t>
            </a:r>
          </a:p>
          <a:p>
            <a:pPr marL="12700" marR="5080"/>
            <a:r>
              <a:rPr lang="en-US" sz="1400" kern="0" spc="-80" dirty="0">
                <a:solidFill>
                  <a:schemeClr val="accent6"/>
                </a:solidFill>
              </a:rPr>
              <a:t>AAA – Advanced accessibility</a:t>
            </a:r>
          </a:p>
          <a:p>
            <a:pPr marL="12700" marR="5080"/>
            <a:r>
              <a:rPr lang="en-US" sz="1400" kern="0" spc="-80" dirty="0">
                <a:solidFill>
                  <a:schemeClr val="accent2"/>
                </a:solidFill>
              </a:rPr>
              <a:t>Legal frameworks worldwide</a:t>
            </a:r>
          </a:p>
          <a:p>
            <a:pPr marL="12700" marR="5080"/>
            <a:r>
              <a:rPr lang="en-US" sz="1400" kern="0" spc="-80" dirty="0">
                <a:solidFill>
                  <a:schemeClr val="accent6"/>
                </a:solidFill>
              </a:rPr>
              <a:t>ADA (USA)</a:t>
            </a:r>
          </a:p>
          <a:p>
            <a:pPr marL="12700" marR="5080"/>
            <a:r>
              <a:rPr lang="en-US" sz="1400" kern="0" spc="-80" dirty="0">
                <a:solidFill>
                  <a:schemeClr val="accent6"/>
                </a:solidFill>
              </a:rPr>
              <a:t>Section 508 (USA)</a:t>
            </a:r>
          </a:p>
          <a:p>
            <a:pPr marL="12700" marR="5080"/>
            <a:r>
              <a:rPr lang="en-US" sz="1400" kern="0" spc="-80" dirty="0">
                <a:solidFill>
                  <a:schemeClr val="accent6"/>
                </a:solidFill>
              </a:rPr>
              <a:t>EN 301 549 (EU)</a:t>
            </a:r>
          </a:p>
          <a:p>
            <a:pPr marL="12700" marR="5080"/>
            <a:r>
              <a:rPr lang="en-US" sz="1400" kern="0" spc="-80" dirty="0">
                <a:solidFill>
                  <a:schemeClr val="accent6"/>
                </a:solidFill>
              </a:rPr>
              <a:t>Accessibility for Ontarians with Disabilities Act (AODA)</a:t>
            </a:r>
          </a:p>
          <a:p>
            <a:pPr marL="12700" marR="5080"/>
            <a:r>
              <a:rPr lang="en-US" sz="1400" kern="0" spc="-80" dirty="0">
                <a:solidFill>
                  <a:schemeClr val="accent6"/>
                </a:solidFill>
              </a:rPr>
              <a:t>UK Equality Act</a:t>
            </a:r>
          </a:p>
          <a:p>
            <a:pPr marL="12700" marR="5080"/>
            <a:r>
              <a:rPr lang="en-US" sz="1400" kern="0" spc="-80" dirty="0">
                <a:solidFill>
                  <a:schemeClr val="accent6"/>
                </a:solidFill>
              </a:rPr>
              <a:t>Australian DDA</a:t>
            </a:r>
          </a:p>
          <a:p>
            <a:pPr marL="12700" marR="5080"/>
            <a:r>
              <a:rPr lang="en-US" sz="1400" kern="0" spc="-80" dirty="0">
                <a:solidFill>
                  <a:schemeClr val="accent2"/>
                </a:solidFill>
              </a:rPr>
              <a:t>India: </a:t>
            </a:r>
            <a:r>
              <a:rPr lang="en-US" sz="1400" kern="0" spc="-80" dirty="0">
                <a:solidFill>
                  <a:schemeClr val="accent6"/>
                </a:solidFill>
              </a:rPr>
              <a:t>Rights of Persons with Disabilities Act</a:t>
            </a:r>
          </a:p>
          <a:p>
            <a:pPr marL="12700" marR="5080"/>
            <a:endParaRPr lang="en-US" sz="1400" kern="0" spc="-80" dirty="0">
              <a:solidFill>
                <a:schemeClr val="accent6"/>
              </a:solidFill>
            </a:endParaRPr>
          </a:p>
          <a:p>
            <a:pPr marL="12700" marR="5080"/>
            <a:r>
              <a:rPr lang="en-US" sz="1400" kern="0" spc="-80" dirty="0">
                <a:solidFill>
                  <a:schemeClr val="accent2"/>
                </a:solidFill>
              </a:rPr>
              <a:t>3. POUR PRINCIPLES IN DEPTH</a:t>
            </a:r>
          </a:p>
          <a:p>
            <a:pPr marL="12700" marR="5080"/>
            <a:r>
              <a:rPr lang="en-US" sz="1400" kern="0" spc="-80" dirty="0">
                <a:solidFill>
                  <a:schemeClr val="accent2"/>
                </a:solidFill>
              </a:rPr>
              <a:t>3.1 P — PERCEIVABLE</a:t>
            </a:r>
          </a:p>
          <a:p>
            <a:pPr marL="12700" marR="5080"/>
            <a:r>
              <a:rPr lang="en-US" sz="1400" kern="0" spc="-80" dirty="0">
                <a:solidFill>
                  <a:schemeClr val="accent6"/>
                </a:solidFill>
              </a:rPr>
              <a:t>Users must be able to perceive the content.</a:t>
            </a:r>
          </a:p>
          <a:p>
            <a:pPr marL="12700" marR="5080"/>
            <a:r>
              <a:rPr lang="en-US" sz="1400" kern="0" spc="-80" dirty="0">
                <a:solidFill>
                  <a:schemeClr val="accent6"/>
                </a:solidFill>
              </a:rPr>
              <a:t>Techniques</a:t>
            </a:r>
          </a:p>
          <a:p>
            <a:pPr marL="12700" marR="5080"/>
            <a:r>
              <a:rPr lang="en-US" sz="1400" kern="0" spc="-80" dirty="0">
                <a:solidFill>
                  <a:schemeClr val="accent6"/>
                </a:solidFill>
              </a:rPr>
              <a:t>Text Alternatives</a:t>
            </a:r>
          </a:p>
          <a:p>
            <a:pPr marL="12700" marR="5080"/>
            <a:r>
              <a:rPr lang="en-US" sz="1400" kern="0" spc="-80" dirty="0">
                <a:solidFill>
                  <a:schemeClr val="accent6"/>
                </a:solidFill>
              </a:rPr>
              <a:t>alt text for images</a:t>
            </a:r>
          </a:p>
          <a:p>
            <a:pPr marL="12700" marR="5080"/>
            <a:r>
              <a:rPr lang="en-US" sz="1400" kern="0" spc="-80" dirty="0">
                <a:solidFill>
                  <a:schemeClr val="accent6"/>
                </a:solidFill>
              </a:rPr>
              <a:t>aria-label for decorative icons</a:t>
            </a:r>
          </a:p>
          <a:p>
            <a:pPr marL="12700" marR="5080"/>
            <a:r>
              <a:rPr lang="en-US" sz="1400" kern="0" spc="-80" dirty="0">
                <a:solidFill>
                  <a:schemeClr val="accent6"/>
                </a:solidFill>
              </a:rPr>
              <a:t>Complex images → extended descriptions</a:t>
            </a:r>
          </a:p>
        </p:txBody>
      </p:sp>
    </p:spTree>
    <p:extLst>
      <p:ext uri="{BB962C8B-B14F-4D97-AF65-F5344CB8AC3E}">
        <p14:creationId xmlns:p14="http://schemas.microsoft.com/office/powerpoint/2010/main" val="38483237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0DE3F-3BCD-6BFF-F525-7A3041061F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52BC8A6-B2D0-A4CA-2A6C-1CF7BCD1C08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7607B80-8792-CEC7-0A1E-EFA7F1B9F68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2B1B71B-BF4D-3332-71C3-299568F8A8B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8E3EBBD-9549-2E23-B400-A15530A7218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C0C6EE4-DA67-526B-5285-411124968FF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968EB6F-00DF-8E54-3BD2-AA8DAB7466E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50078A1-0B0E-E8ED-67C5-881FD1717EA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B535F91-6A1B-C563-A608-6592A0846E1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0102DB3-4798-8DC7-D73D-092066FAF6D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6B8CF0C-1DEF-FE1A-4ADD-681E9EEC5331}"/>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3. POUR PRINCIPLES IN DEPTH</a:t>
            </a:r>
          </a:p>
          <a:p>
            <a:pPr marL="12700" marR="5080"/>
            <a:r>
              <a:rPr lang="en-US" sz="1400" kern="0" spc="-80" dirty="0">
                <a:solidFill>
                  <a:schemeClr val="accent2"/>
                </a:solidFill>
              </a:rPr>
              <a:t>3.1 P — PERCEIVABLE</a:t>
            </a:r>
          </a:p>
          <a:p>
            <a:pPr marL="12700" marR="5080"/>
            <a:r>
              <a:rPr lang="en-US" sz="1400" kern="0" spc="-80" dirty="0">
                <a:solidFill>
                  <a:schemeClr val="accent6"/>
                </a:solidFill>
              </a:rPr>
              <a:t>Users must be able to perceive the content.</a:t>
            </a:r>
          </a:p>
          <a:p>
            <a:pPr marL="12700" marR="5080"/>
            <a:r>
              <a:rPr lang="en-US" sz="1400" kern="0" spc="-80" dirty="0">
                <a:solidFill>
                  <a:schemeClr val="accent6"/>
                </a:solidFill>
              </a:rPr>
              <a:t>Techniques</a:t>
            </a:r>
          </a:p>
          <a:p>
            <a:pPr marL="12700" marR="5080"/>
            <a:r>
              <a:rPr lang="en-US" sz="1400" kern="0" spc="-80" dirty="0">
                <a:solidFill>
                  <a:schemeClr val="accent6"/>
                </a:solidFill>
              </a:rPr>
              <a:t>Text Alternatives</a:t>
            </a:r>
          </a:p>
          <a:p>
            <a:pPr marL="12700" marR="5080"/>
            <a:r>
              <a:rPr lang="en-US" sz="1400" kern="0" spc="-80" dirty="0">
                <a:solidFill>
                  <a:schemeClr val="accent6"/>
                </a:solidFill>
              </a:rPr>
              <a:t>alt text for images</a:t>
            </a:r>
          </a:p>
          <a:p>
            <a:pPr marL="12700" marR="5080"/>
            <a:r>
              <a:rPr lang="en-US" sz="1400" kern="0" spc="-80" dirty="0">
                <a:solidFill>
                  <a:schemeClr val="accent6"/>
                </a:solidFill>
              </a:rPr>
              <a:t>aria-label for decorative icons</a:t>
            </a:r>
          </a:p>
          <a:p>
            <a:pPr marL="12700" marR="5080"/>
            <a:r>
              <a:rPr lang="en-US" sz="1400" kern="0" spc="-80" dirty="0">
                <a:solidFill>
                  <a:schemeClr val="accent6"/>
                </a:solidFill>
              </a:rPr>
              <a:t>Complex images → extended descriptions</a:t>
            </a:r>
          </a:p>
          <a:p>
            <a:pPr marL="12700" marR="5080"/>
            <a:r>
              <a:rPr lang="en-US" sz="1400" kern="0" spc="-80" dirty="0">
                <a:solidFill>
                  <a:schemeClr val="accent6"/>
                </a:solidFill>
              </a:rPr>
              <a:t>Time-based Media</a:t>
            </a:r>
          </a:p>
          <a:p>
            <a:pPr marL="12700" marR="5080"/>
            <a:r>
              <a:rPr lang="en-US" sz="1400" kern="0" spc="-80" dirty="0">
                <a:solidFill>
                  <a:schemeClr val="accent6"/>
                </a:solidFill>
              </a:rPr>
              <a:t>Subtitle (closed caption)</a:t>
            </a:r>
          </a:p>
          <a:p>
            <a:pPr marL="12700" marR="5080"/>
            <a:r>
              <a:rPr lang="en-US" sz="1400" kern="0" spc="-80" dirty="0">
                <a:solidFill>
                  <a:schemeClr val="accent6"/>
                </a:solidFill>
              </a:rPr>
              <a:t>Audio description</a:t>
            </a:r>
          </a:p>
          <a:p>
            <a:pPr marL="12700" marR="5080"/>
            <a:r>
              <a:rPr lang="en-US" sz="1400" kern="0" spc="-80" dirty="0">
                <a:solidFill>
                  <a:schemeClr val="accent6"/>
                </a:solidFill>
              </a:rPr>
              <a:t>Transcript</a:t>
            </a:r>
          </a:p>
          <a:p>
            <a:pPr marL="12700" marR="5080"/>
            <a:r>
              <a:rPr lang="en-US" sz="1400" kern="0" spc="-80" dirty="0">
                <a:solidFill>
                  <a:schemeClr val="accent6"/>
                </a:solidFill>
              </a:rPr>
              <a:t>Adaptable Content</a:t>
            </a:r>
          </a:p>
          <a:p>
            <a:pPr marL="12700" marR="5080"/>
            <a:r>
              <a:rPr lang="en-US" sz="1400" kern="0" spc="-80" dirty="0">
                <a:solidFill>
                  <a:schemeClr val="accent6"/>
                </a:solidFill>
              </a:rPr>
              <a:t>Semantic HTML</a:t>
            </a:r>
          </a:p>
          <a:p>
            <a:pPr marL="12700" marR="5080"/>
            <a:r>
              <a:rPr lang="en-US" sz="1400" kern="0" spc="-80" dirty="0">
                <a:solidFill>
                  <a:schemeClr val="accent6"/>
                </a:solidFill>
              </a:rPr>
              <a:t>Proper headings (h1-h6)</a:t>
            </a:r>
          </a:p>
          <a:p>
            <a:pPr marL="12700" marR="5080"/>
            <a:r>
              <a:rPr lang="en-US" sz="1400" kern="0" spc="-80" dirty="0">
                <a:solidFill>
                  <a:schemeClr val="accent6"/>
                </a:solidFill>
              </a:rPr>
              <a:t>Lists, landmarks, tables with headers</a:t>
            </a:r>
          </a:p>
          <a:p>
            <a:pPr marL="12700" marR="5080"/>
            <a:r>
              <a:rPr lang="en-US" sz="1400" kern="0" spc="-80" dirty="0">
                <a:solidFill>
                  <a:schemeClr val="accent6"/>
                </a:solidFill>
              </a:rPr>
              <a:t>Distinguishable</a:t>
            </a:r>
          </a:p>
          <a:p>
            <a:pPr marL="12700" marR="5080"/>
            <a:r>
              <a:rPr lang="en-US" sz="1400" kern="0" spc="-80" dirty="0">
                <a:solidFill>
                  <a:schemeClr val="accent6"/>
                </a:solidFill>
              </a:rPr>
              <a:t>Color contrast ratio:</a:t>
            </a:r>
          </a:p>
          <a:p>
            <a:pPr marL="12700" marR="5080"/>
            <a:r>
              <a:rPr lang="en-US" sz="1400" kern="0" spc="-80" dirty="0">
                <a:solidFill>
                  <a:schemeClr val="accent6"/>
                </a:solidFill>
              </a:rPr>
              <a:t>Text: 4.5:1</a:t>
            </a:r>
          </a:p>
          <a:p>
            <a:pPr marL="12700" marR="5080"/>
            <a:r>
              <a:rPr lang="en-US" sz="1400" kern="0" spc="-80" dirty="0">
                <a:solidFill>
                  <a:schemeClr val="accent6"/>
                </a:solidFill>
              </a:rPr>
              <a:t>Large text: 3:1</a:t>
            </a:r>
          </a:p>
          <a:p>
            <a:pPr marL="12700" marR="5080"/>
            <a:r>
              <a:rPr lang="en-US" sz="1400" kern="0" spc="-80" dirty="0">
                <a:solidFill>
                  <a:schemeClr val="accent6"/>
                </a:solidFill>
              </a:rPr>
              <a:t>UI components: 3:1</a:t>
            </a:r>
          </a:p>
          <a:p>
            <a:pPr marL="12700" marR="5080"/>
            <a:r>
              <a:rPr lang="en-US" sz="1400" kern="0" spc="-80" dirty="0">
                <a:solidFill>
                  <a:schemeClr val="accent6"/>
                </a:solidFill>
              </a:rPr>
              <a:t>No text-only color indicators</a:t>
            </a:r>
          </a:p>
        </p:txBody>
      </p:sp>
    </p:spTree>
    <p:extLst>
      <p:ext uri="{BB962C8B-B14F-4D97-AF65-F5344CB8AC3E}">
        <p14:creationId xmlns:p14="http://schemas.microsoft.com/office/powerpoint/2010/main" val="218428770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0F1FC-9A96-9BCF-2FB1-E0B3BBC58FA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B7A576B-FE4D-C449-C4A3-8F37301D226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BF45374-7027-E213-7F95-ACD78069630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9E6232D-E7FC-2248-13F0-76F94533DA3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6B84A65-F9FD-782E-2F53-64E582809CD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01D58B6-E779-85C9-52A7-1E2D20DC09C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6360E0C-8C7E-F85C-3E3F-2A8DFF2AE32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9FEC6B2-C598-64AE-2734-5416DF0981D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6A8C36E-7A5F-BF2C-7270-FCF4AB06181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108D6DF-9584-DFFE-48DF-3A7A2944795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452091B-01C2-6AD5-474A-1EEB65726E44}"/>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3. POUR PRINCIPLES IN DEPTH</a:t>
            </a:r>
          </a:p>
          <a:p>
            <a:pPr marL="12700" marR="5080"/>
            <a:r>
              <a:rPr lang="en-US" sz="1400" kern="0" spc="-80" dirty="0">
                <a:solidFill>
                  <a:schemeClr val="accent2"/>
                </a:solidFill>
              </a:rPr>
              <a:t>3.2 O — OPERABLE</a:t>
            </a:r>
          </a:p>
          <a:p>
            <a:pPr marL="12700" marR="5080"/>
            <a:r>
              <a:rPr lang="en-US" sz="1400" kern="0" spc="-80" dirty="0">
                <a:solidFill>
                  <a:schemeClr val="accent6"/>
                </a:solidFill>
              </a:rPr>
              <a:t>Users must be able to operate the interface.</a:t>
            </a:r>
          </a:p>
          <a:p>
            <a:pPr marL="12700" marR="5080"/>
            <a:r>
              <a:rPr lang="en-US" sz="1400" kern="0" spc="-80" dirty="0">
                <a:solidFill>
                  <a:schemeClr val="accent6"/>
                </a:solidFill>
              </a:rPr>
              <a:t>Techniques</a:t>
            </a:r>
          </a:p>
          <a:p>
            <a:pPr marL="12700" marR="5080"/>
            <a:r>
              <a:rPr lang="en-US" sz="1400" kern="0" spc="-80" dirty="0">
                <a:solidFill>
                  <a:schemeClr val="accent6"/>
                </a:solidFill>
              </a:rPr>
              <a:t>Keyboard Accessibility</a:t>
            </a:r>
          </a:p>
          <a:p>
            <a:pPr marL="12700" marR="5080"/>
            <a:r>
              <a:rPr lang="en-US" sz="1400" kern="0" spc="-80" dirty="0">
                <a:solidFill>
                  <a:schemeClr val="accent6"/>
                </a:solidFill>
              </a:rPr>
              <a:t>No keyboard traps</a:t>
            </a:r>
          </a:p>
          <a:p>
            <a:pPr marL="12700" marR="5080"/>
            <a:r>
              <a:rPr lang="en-US" sz="1400" kern="0" spc="-80" dirty="0">
                <a:solidFill>
                  <a:schemeClr val="accent6"/>
                </a:solidFill>
              </a:rPr>
              <a:t>Logical tab order</a:t>
            </a:r>
          </a:p>
          <a:p>
            <a:pPr marL="12700" marR="5080"/>
            <a:r>
              <a:rPr lang="en-US" sz="1400" kern="0" spc="-80" dirty="0">
                <a:solidFill>
                  <a:schemeClr val="accent6"/>
                </a:solidFill>
              </a:rPr>
              <a:t>:focus visible styles</a:t>
            </a:r>
          </a:p>
          <a:p>
            <a:pPr marL="12700" marR="5080"/>
            <a:r>
              <a:rPr lang="en-US" sz="1400" kern="0" spc="-80" dirty="0">
                <a:solidFill>
                  <a:schemeClr val="accent6"/>
                </a:solidFill>
              </a:rPr>
              <a:t>Enough Time</a:t>
            </a:r>
          </a:p>
          <a:p>
            <a:pPr marL="12700" marR="5080"/>
            <a:r>
              <a:rPr lang="en-US" sz="1400" kern="0" spc="-80" dirty="0">
                <a:solidFill>
                  <a:schemeClr val="accent6"/>
                </a:solidFill>
              </a:rPr>
              <a:t>Adjustable timeouts</a:t>
            </a:r>
          </a:p>
          <a:p>
            <a:pPr marL="12700" marR="5080"/>
            <a:r>
              <a:rPr lang="en-US" sz="1400" kern="0" spc="-80" dirty="0">
                <a:solidFill>
                  <a:schemeClr val="accent6"/>
                </a:solidFill>
              </a:rPr>
              <a:t>Pause/Stop autoplay elements</a:t>
            </a:r>
          </a:p>
          <a:p>
            <a:pPr marL="12700" marR="5080"/>
            <a:r>
              <a:rPr lang="en-US" sz="1400" kern="0" spc="-80" dirty="0">
                <a:solidFill>
                  <a:schemeClr val="accent6"/>
                </a:solidFill>
              </a:rPr>
              <a:t>Seizure Prevention</a:t>
            </a:r>
          </a:p>
          <a:p>
            <a:pPr marL="12700" marR="5080"/>
            <a:r>
              <a:rPr lang="en-US" sz="1400" kern="0" spc="-80" dirty="0">
                <a:solidFill>
                  <a:schemeClr val="accent6"/>
                </a:solidFill>
              </a:rPr>
              <a:t>No flashing elements &gt; 3 flashes/sec</a:t>
            </a:r>
          </a:p>
          <a:p>
            <a:pPr marL="12700" marR="5080"/>
            <a:r>
              <a:rPr lang="en-US" sz="1400" kern="0" spc="-80" dirty="0">
                <a:solidFill>
                  <a:schemeClr val="accent6"/>
                </a:solidFill>
              </a:rPr>
              <a:t>Navigable</a:t>
            </a:r>
          </a:p>
          <a:p>
            <a:pPr marL="12700" marR="5080"/>
            <a:r>
              <a:rPr lang="en-US" sz="1400" kern="0" spc="-80" dirty="0">
                <a:solidFill>
                  <a:schemeClr val="accent6"/>
                </a:solidFill>
              </a:rPr>
              <a:t>Proper page title</a:t>
            </a:r>
          </a:p>
          <a:p>
            <a:pPr marL="12700" marR="5080"/>
            <a:r>
              <a:rPr lang="en-US" sz="1400" kern="0" spc="-80" dirty="0">
                <a:solidFill>
                  <a:schemeClr val="accent6"/>
                </a:solidFill>
              </a:rPr>
              <a:t>Skippable navigation (skip to content)</a:t>
            </a:r>
          </a:p>
          <a:p>
            <a:pPr marL="12700" marR="5080"/>
            <a:r>
              <a:rPr lang="en-US" sz="1400" kern="0" spc="-80" dirty="0">
                <a:solidFill>
                  <a:schemeClr val="accent6"/>
                </a:solidFill>
              </a:rPr>
              <a:t>Breadcrumbs</a:t>
            </a:r>
          </a:p>
          <a:p>
            <a:pPr marL="12700" marR="5080"/>
            <a:r>
              <a:rPr lang="en-US" sz="1400" kern="0" spc="-80" dirty="0">
                <a:solidFill>
                  <a:schemeClr val="accent6"/>
                </a:solidFill>
              </a:rPr>
              <a:t>Landmarks (&lt;nav&gt;, &lt;main&gt;, &lt;header&gt;)</a:t>
            </a:r>
          </a:p>
          <a:p>
            <a:pPr marL="12700" marR="5080"/>
            <a:r>
              <a:rPr lang="en-US" sz="1400" kern="0" spc="-80" dirty="0">
                <a:solidFill>
                  <a:schemeClr val="accent6"/>
                </a:solidFill>
              </a:rPr>
              <a:t>Gestures &amp; Pointer</a:t>
            </a:r>
          </a:p>
          <a:p>
            <a:pPr marL="12700" marR="5080"/>
            <a:r>
              <a:rPr lang="en-US" sz="1400" kern="0" spc="-80" dirty="0">
                <a:solidFill>
                  <a:schemeClr val="accent6"/>
                </a:solidFill>
              </a:rPr>
              <a:t>Touch targets ≥ 24px</a:t>
            </a:r>
          </a:p>
          <a:p>
            <a:pPr marL="12700" marR="5080"/>
            <a:r>
              <a:rPr lang="en-US" sz="1400" kern="0" spc="-80" dirty="0">
                <a:solidFill>
                  <a:schemeClr val="accent6"/>
                </a:solidFill>
              </a:rPr>
              <a:t>No gesture-only interactions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9331366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7641E-30A4-3C04-93C7-6DE0E81DC4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454935E-3F93-BE18-B5F8-916581E7ECF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C9E1C71-30E8-F0A6-7349-FF0E91F2500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D435C18-0659-03B3-8C85-B17AD134EBA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417BF66-2D97-4449-991F-0BE5BCDFADD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EB96766-7B8F-8A23-5986-2E450203933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35311FC-679E-0D53-8495-8D9FBAB24AD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0D1BB2E-609A-C782-19F8-2C67059D2B2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1196448-430B-9A80-70CB-DAE36F42E05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B125BEA-1158-F79F-3D4A-5912DB77861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2D89671-1855-F639-B8F9-604383B474AE}"/>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3. POUR PRINCIPLES IN DEPTH</a:t>
            </a:r>
          </a:p>
          <a:p>
            <a:pPr marL="12700" marR="5080"/>
            <a:r>
              <a:rPr lang="en-US" sz="1400" kern="0" spc="-80" dirty="0">
                <a:solidFill>
                  <a:schemeClr val="accent2"/>
                </a:solidFill>
              </a:rPr>
              <a:t>3.3 U — UNDERSTANDABLE</a:t>
            </a:r>
          </a:p>
          <a:p>
            <a:pPr marL="12700" marR="5080"/>
            <a:r>
              <a:rPr lang="en-US" sz="1400" kern="0" spc="-80" dirty="0">
                <a:solidFill>
                  <a:schemeClr val="accent6"/>
                </a:solidFill>
              </a:rPr>
              <a:t>Interface must be understandable.</a:t>
            </a:r>
          </a:p>
          <a:p>
            <a:pPr marL="12700" marR="5080"/>
            <a:r>
              <a:rPr lang="en-US" sz="1400" kern="0" spc="-80" dirty="0">
                <a:solidFill>
                  <a:schemeClr val="accent6"/>
                </a:solidFill>
              </a:rPr>
              <a:t>Techniques</a:t>
            </a:r>
          </a:p>
          <a:p>
            <a:pPr marL="12700" marR="5080"/>
            <a:r>
              <a:rPr lang="en-US" sz="1400" kern="0" spc="-80" dirty="0">
                <a:solidFill>
                  <a:schemeClr val="accent6"/>
                </a:solidFill>
              </a:rPr>
              <a:t>Readable</a:t>
            </a:r>
          </a:p>
          <a:p>
            <a:pPr marL="12700" marR="5080"/>
            <a:r>
              <a:rPr lang="en-US" sz="1400" kern="0" spc="-80" dirty="0">
                <a:solidFill>
                  <a:schemeClr val="accent6"/>
                </a:solidFill>
              </a:rPr>
              <a:t>Define page language &lt;html lang="</a:t>
            </a:r>
            <a:r>
              <a:rPr lang="en-US" sz="1400" kern="0" spc="-80" dirty="0" err="1">
                <a:solidFill>
                  <a:schemeClr val="accent6"/>
                </a:solidFill>
              </a:rPr>
              <a:t>en</a:t>
            </a:r>
            <a:r>
              <a:rPr lang="en-US" sz="1400" kern="0" spc="-80" dirty="0">
                <a:solidFill>
                  <a:schemeClr val="accent6"/>
                </a:solidFill>
              </a:rPr>
              <a:t>"&gt;</a:t>
            </a:r>
          </a:p>
          <a:p>
            <a:pPr marL="12700" marR="5080"/>
            <a:r>
              <a:rPr lang="en-US" sz="1400" kern="0" spc="-80" dirty="0">
                <a:solidFill>
                  <a:schemeClr val="accent6"/>
                </a:solidFill>
              </a:rPr>
              <a:t>Use simple language</a:t>
            </a:r>
          </a:p>
          <a:p>
            <a:pPr marL="12700" marR="5080"/>
            <a:r>
              <a:rPr lang="en-US" sz="1400" kern="0" spc="-80" dirty="0">
                <a:solidFill>
                  <a:schemeClr val="accent6"/>
                </a:solidFill>
              </a:rPr>
              <a:t>Provide tooltips and help</a:t>
            </a:r>
          </a:p>
          <a:p>
            <a:pPr marL="12700" marR="5080"/>
            <a:r>
              <a:rPr lang="en-US" sz="1400" kern="0" spc="-80" dirty="0">
                <a:solidFill>
                  <a:schemeClr val="accent6"/>
                </a:solidFill>
              </a:rPr>
              <a:t>Predictable</a:t>
            </a:r>
          </a:p>
          <a:p>
            <a:pPr marL="12700" marR="5080"/>
            <a:r>
              <a:rPr lang="en-US" sz="1400" kern="0" spc="-80" dirty="0">
                <a:solidFill>
                  <a:schemeClr val="accent6"/>
                </a:solidFill>
              </a:rPr>
              <a:t>No unexpected page changes</a:t>
            </a:r>
          </a:p>
          <a:p>
            <a:pPr marL="12700" marR="5080"/>
            <a:r>
              <a:rPr lang="en-US" sz="1400" kern="0" spc="-80" dirty="0">
                <a:solidFill>
                  <a:schemeClr val="accent6"/>
                </a:solidFill>
              </a:rPr>
              <a:t>Same element behaves consistently</a:t>
            </a:r>
          </a:p>
          <a:p>
            <a:pPr marL="12700" marR="5080"/>
            <a:r>
              <a:rPr lang="en-US" sz="1400" kern="0" spc="-80" dirty="0">
                <a:solidFill>
                  <a:schemeClr val="accent6"/>
                </a:solidFill>
              </a:rPr>
              <a:t>Input Assistance</a:t>
            </a:r>
          </a:p>
          <a:p>
            <a:pPr marL="12700" marR="5080"/>
            <a:r>
              <a:rPr lang="en-US" sz="1400" kern="0" spc="-80" dirty="0">
                <a:solidFill>
                  <a:schemeClr val="accent6"/>
                </a:solidFill>
              </a:rPr>
              <a:t>Form error messages</a:t>
            </a:r>
          </a:p>
          <a:p>
            <a:pPr marL="12700" marR="5080"/>
            <a:r>
              <a:rPr lang="en-US" sz="1400" kern="0" spc="-80" dirty="0">
                <a:solidFill>
                  <a:schemeClr val="accent6"/>
                </a:solidFill>
              </a:rPr>
              <a:t>Auto-complete attributes</a:t>
            </a:r>
          </a:p>
          <a:p>
            <a:pPr marL="12700" marR="5080"/>
            <a:r>
              <a:rPr lang="en-US" sz="1400" kern="0" spc="-80" dirty="0">
                <a:solidFill>
                  <a:schemeClr val="accent6"/>
                </a:solidFill>
              </a:rPr>
              <a:t>Clear labels</a:t>
            </a:r>
          </a:p>
          <a:p>
            <a:pPr marL="12700" marR="5080"/>
            <a:r>
              <a:rPr lang="en-US" sz="1400" kern="0" spc="-80" dirty="0">
                <a:solidFill>
                  <a:schemeClr val="accent6"/>
                </a:solidFill>
              </a:rPr>
              <a:t>Real-time validation</a:t>
            </a:r>
          </a:p>
          <a:p>
            <a:pPr marL="12700" marR="5080"/>
            <a:endParaRPr lang="en-US" sz="1400" kern="0" spc="-80" dirty="0">
              <a:solidFill>
                <a:schemeClr val="accent6"/>
              </a:solidFill>
            </a:endParaRPr>
          </a:p>
          <a:p>
            <a:pPr marL="12700" marR="5080"/>
            <a:r>
              <a:rPr lang="en-US" sz="1400" kern="0" spc="-80" dirty="0">
                <a:solidFill>
                  <a:schemeClr val="accent2"/>
                </a:solidFill>
              </a:rPr>
              <a:t>3.4 R — ROBUST</a:t>
            </a:r>
          </a:p>
          <a:p>
            <a:pPr marL="12700" marR="5080"/>
            <a:r>
              <a:rPr lang="en-US" sz="1400" kern="0" spc="-80" dirty="0">
                <a:solidFill>
                  <a:schemeClr val="accent6"/>
                </a:solidFill>
              </a:rPr>
              <a:t>Content must work with current and future assistive tech.</a:t>
            </a:r>
          </a:p>
          <a:p>
            <a:pPr marL="12700" marR="5080"/>
            <a:r>
              <a:rPr lang="en-US" sz="1400" kern="0" spc="-80" dirty="0">
                <a:solidFill>
                  <a:schemeClr val="accent6"/>
                </a:solidFill>
              </a:rPr>
              <a:t>Techniques</a:t>
            </a:r>
          </a:p>
          <a:p>
            <a:pPr marL="12700" marR="5080"/>
            <a:r>
              <a:rPr lang="en-US" sz="1400" kern="0" spc="-80" dirty="0">
                <a:solidFill>
                  <a:schemeClr val="accent6"/>
                </a:solidFill>
              </a:rPr>
              <a:t>Proper semantic tags</a:t>
            </a:r>
          </a:p>
          <a:p>
            <a:pPr marL="12700" marR="5080"/>
            <a:r>
              <a:rPr lang="en-US" sz="1400" kern="0" spc="-80" dirty="0">
                <a:solidFill>
                  <a:schemeClr val="accent6"/>
                </a:solidFill>
              </a:rPr>
              <a:t>Avoid ARIA if HTML semantics exist</a:t>
            </a:r>
          </a:p>
          <a:p>
            <a:pPr marL="12700" marR="5080"/>
            <a:r>
              <a:rPr lang="en-US" sz="1400" kern="0" spc="-80" dirty="0">
                <a:solidFill>
                  <a:schemeClr val="accent6"/>
                </a:solidFill>
              </a:rPr>
              <a:t>Ensure DOM order matches visual order</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6237480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A7515-DD4F-9CBF-04A7-E04766D2AB8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0F2538B-C8FF-E0A2-BCC5-C08D8E579C9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0F19970-69EA-562E-5641-C916F598AC5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C658D4-B0EC-7ECF-8748-FF1FA6E3A8E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039B0F3-1329-7F3E-B5EC-59F7635962F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637EBA9-F202-BBB8-9C71-EE05D1A0EFF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FB5E147-06D2-4424-106F-63A01A816FF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4C56018-D815-C353-3ADE-E9CA967303A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EBBFE9B-7698-802E-C554-7418DF55418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B46382E-476E-5734-752C-A5B46B52CDE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DD12805-6055-68EA-66BC-AFD85BA365F3}"/>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3. POUR PRINCIPLES IN DEPTH</a:t>
            </a:r>
          </a:p>
          <a:p>
            <a:pPr marL="12700" marR="5080"/>
            <a:r>
              <a:rPr lang="en-US" sz="1400" kern="0" spc="-80" dirty="0">
                <a:solidFill>
                  <a:schemeClr val="accent2"/>
                </a:solidFill>
              </a:rPr>
              <a:t>3.4 R — ROBUST</a:t>
            </a:r>
          </a:p>
          <a:p>
            <a:pPr marL="12700" marR="5080"/>
            <a:r>
              <a:rPr lang="en-US" sz="1400" kern="0" spc="-80" dirty="0">
                <a:solidFill>
                  <a:schemeClr val="accent6"/>
                </a:solidFill>
              </a:rPr>
              <a:t>ARIA roles, states, properties used correctly</a:t>
            </a:r>
          </a:p>
          <a:p>
            <a:pPr marL="12700" marR="5080"/>
            <a:endParaRPr lang="en-US" sz="1400" kern="0" spc="-80" dirty="0">
              <a:solidFill>
                <a:schemeClr val="accent6"/>
              </a:solidFill>
            </a:endParaRPr>
          </a:p>
          <a:p>
            <a:pPr marL="12700" marR="5080"/>
            <a:r>
              <a:rPr lang="en-US" sz="1400" kern="0" spc="-80" dirty="0">
                <a:solidFill>
                  <a:schemeClr val="accent2"/>
                </a:solidFill>
              </a:rPr>
              <a:t>4. TECHNIQUES &amp; TECHNOLOGIES</a:t>
            </a:r>
          </a:p>
          <a:p>
            <a:pPr marL="12700" marR="5080"/>
            <a:r>
              <a:rPr lang="en-US" sz="1400" kern="0" spc="-80" dirty="0">
                <a:solidFill>
                  <a:schemeClr val="accent2"/>
                </a:solidFill>
              </a:rPr>
              <a:t>4.1 Semantic HTML</a:t>
            </a:r>
          </a:p>
          <a:p>
            <a:pPr marL="12700" marR="5080"/>
            <a:r>
              <a:rPr lang="en-US" sz="1400" kern="0" spc="-80" dirty="0">
                <a:solidFill>
                  <a:schemeClr val="accent6"/>
                </a:solidFill>
              </a:rPr>
              <a:t>Use native HTML elements:</a:t>
            </a:r>
          </a:p>
          <a:p>
            <a:pPr marL="12700" marR="5080"/>
            <a:r>
              <a:rPr lang="en-US" sz="1400" kern="0" spc="-80" dirty="0">
                <a:solidFill>
                  <a:schemeClr val="accent6"/>
                </a:solidFill>
              </a:rPr>
              <a:t>&lt;button&gt; instead of clickable &lt;div&gt;</a:t>
            </a:r>
          </a:p>
          <a:p>
            <a:pPr marL="12700" marR="5080"/>
            <a:r>
              <a:rPr lang="en-US" sz="1400" kern="0" spc="-80" dirty="0">
                <a:solidFill>
                  <a:schemeClr val="accent6"/>
                </a:solidFill>
              </a:rPr>
              <a:t>&lt;nav&gt;, &lt;main&gt;, &lt;aside&gt;</a:t>
            </a:r>
          </a:p>
          <a:p>
            <a:pPr marL="12700" marR="5080"/>
            <a:r>
              <a:rPr lang="en-US" sz="1400" kern="0" spc="-80" dirty="0">
                <a:solidFill>
                  <a:schemeClr val="accent6"/>
                </a:solidFill>
              </a:rPr>
              <a:t>&lt;</a:t>
            </a:r>
            <a:r>
              <a:rPr lang="en-US" sz="1400" kern="0" spc="-80" dirty="0" err="1">
                <a:solidFill>
                  <a:schemeClr val="accent6"/>
                </a:solidFill>
              </a:rPr>
              <a:t>fieldset</a:t>
            </a:r>
            <a:r>
              <a:rPr lang="en-US" sz="1400" kern="0" spc="-80" dirty="0">
                <a:solidFill>
                  <a:schemeClr val="accent6"/>
                </a:solidFill>
              </a:rPr>
              <a:t>&gt;, &lt;legend&gt;</a:t>
            </a:r>
          </a:p>
          <a:p>
            <a:pPr marL="12700" marR="5080"/>
            <a:r>
              <a:rPr lang="en-US" sz="1400" kern="0" spc="-80" dirty="0">
                <a:solidFill>
                  <a:schemeClr val="accent6"/>
                </a:solidFill>
              </a:rPr>
              <a:t>Semantic HTML automatically gives:</a:t>
            </a:r>
          </a:p>
          <a:p>
            <a:pPr marL="12700" marR="5080"/>
            <a:r>
              <a:rPr lang="en-US" sz="1400" kern="0" spc="-80" dirty="0">
                <a:solidFill>
                  <a:schemeClr val="accent6"/>
                </a:solidFill>
              </a:rPr>
              <a:t>Correct ARIA role</a:t>
            </a:r>
          </a:p>
          <a:p>
            <a:pPr marL="12700" marR="5080"/>
            <a:r>
              <a:rPr lang="en-US" sz="1400" kern="0" spc="-80" dirty="0">
                <a:solidFill>
                  <a:schemeClr val="accent6"/>
                </a:solidFill>
              </a:rPr>
              <a:t>Keyboard support</a:t>
            </a:r>
          </a:p>
          <a:p>
            <a:pPr marL="12700" marR="5080"/>
            <a:r>
              <a:rPr lang="en-US" sz="1400" kern="0" spc="-80" dirty="0">
                <a:solidFill>
                  <a:schemeClr val="accent6"/>
                </a:solidFill>
              </a:rPr>
              <a:t>Accessibility tree information</a:t>
            </a:r>
          </a:p>
          <a:p>
            <a:pPr marL="12700" marR="5080"/>
            <a:endParaRPr lang="en-US" sz="1400" kern="0" spc="-80" dirty="0">
              <a:solidFill>
                <a:schemeClr val="accent6"/>
              </a:solidFill>
            </a:endParaRPr>
          </a:p>
          <a:p>
            <a:pPr marL="12700" marR="5080"/>
            <a:r>
              <a:rPr lang="en-US" sz="1400" kern="0" spc="-80" dirty="0">
                <a:solidFill>
                  <a:schemeClr val="accent2"/>
                </a:solidFill>
              </a:rPr>
              <a:t>4.2 WAI-ARIA</a:t>
            </a:r>
          </a:p>
          <a:p>
            <a:pPr marL="12700" marR="5080"/>
            <a:r>
              <a:rPr lang="en-US" sz="1400" kern="0" spc="-80" dirty="0">
                <a:solidFill>
                  <a:schemeClr val="accent6"/>
                </a:solidFill>
              </a:rPr>
              <a:t>ARIA helps bridge gaps but must be used carefully.</a:t>
            </a:r>
          </a:p>
          <a:p>
            <a:pPr marL="12700" marR="5080"/>
            <a:r>
              <a:rPr lang="en-US" sz="1400" kern="0" spc="-80" dirty="0">
                <a:solidFill>
                  <a:schemeClr val="accent6"/>
                </a:solidFill>
              </a:rPr>
              <a:t>ARIA Categories</a:t>
            </a:r>
          </a:p>
          <a:p>
            <a:pPr marL="12700" marR="5080"/>
            <a:r>
              <a:rPr lang="en-US" sz="1400" kern="0" spc="-80" dirty="0">
                <a:solidFill>
                  <a:schemeClr val="accent6"/>
                </a:solidFill>
              </a:rPr>
              <a:t>Roles</a:t>
            </a:r>
          </a:p>
          <a:p>
            <a:pPr marL="12700" marR="5080"/>
            <a:r>
              <a:rPr lang="en-US" sz="1400" kern="0" spc="-80" dirty="0">
                <a:solidFill>
                  <a:schemeClr val="accent6"/>
                </a:solidFill>
              </a:rPr>
              <a:t>button, alert, dialog, navigation, </a:t>
            </a:r>
            <a:r>
              <a:rPr lang="en-US" sz="1400" kern="0" spc="-80" dirty="0" err="1">
                <a:solidFill>
                  <a:schemeClr val="accent6"/>
                </a:solidFill>
              </a:rPr>
              <a:t>tablist</a:t>
            </a:r>
            <a:endParaRPr lang="en-US" sz="1400" kern="0" spc="-80" dirty="0">
              <a:solidFill>
                <a:schemeClr val="accent6"/>
              </a:solidFill>
            </a:endParaRPr>
          </a:p>
          <a:p>
            <a:pPr marL="12700" marR="5080"/>
            <a:r>
              <a:rPr lang="en-US" sz="1400" kern="0" spc="-80" dirty="0">
                <a:solidFill>
                  <a:schemeClr val="accent6"/>
                </a:solidFill>
              </a:rPr>
              <a:t>States</a:t>
            </a:r>
          </a:p>
          <a:p>
            <a:pPr marL="12700" marR="5080"/>
            <a:r>
              <a:rPr lang="en-US" sz="1400" kern="0" spc="-80" dirty="0">
                <a:solidFill>
                  <a:schemeClr val="accent6"/>
                </a:solidFill>
              </a:rPr>
              <a:t>aria-disabled, aria-expanded, aria-checked</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3773676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81DB82-98EC-E485-A66C-B9A85AEC832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A782B7-3C81-CE66-F281-1A93902D8BD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D010508-CA5D-76EE-9C92-704386F9288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10794FF-E746-0510-29A4-A07B885944C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CF9B846-82A4-E3B7-4CC8-69CAF8A8105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0CAD670-CD66-F163-372A-AB809DDFCBA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3655027-DB94-AFC3-34DA-AB599BFEBE5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E2E833E-0068-C678-B8F0-E84ACD27924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96921E2-04FF-CBD3-71E3-0D1464B8FC5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A55C6D5-C3AA-9C73-8AD4-5C9622B3F70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45560D1-3E6E-4B90-4174-F7841374BE5C}"/>
              </a:ext>
            </a:extLst>
          </p:cNvPr>
          <p:cNvSpPr txBox="1">
            <a:spLocks/>
          </p:cNvSpPr>
          <p:nvPr/>
        </p:nvSpPr>
        <p:spPr>
          <a:xfrm>
            <a:off x="152400" y="685800"/>
            <a:ext cx="8624937" cy="61247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4. TECHNIQUES &amp; TECHNOLOGIES</a:t>
            </a:r>
          </a:p>
          <a:p>
            <a:pPr marL="12700" marR="5080"/>
            <a:r>
              <a:rPr lang="en-US" sz="1375" kern="0" spc="-80" dirty="0">
                <a:solidFill>
                  <a:schemeClr val="accent2"/>
                </a:solidFill>
              </a:rPr>
              <a:t>4.2 WAI-ARIA</a:t>
            </a:r>
          </a:p>
          <a:p>
            <a:pPr marL="12700" marR="5080"/>
            <a:r>
              <a:rPr lang="en-US" sz="1375" kern="0" spc="-80" dirty="0">
                <a:solidFill>
                  <a:schemeClr val="accent6"/>
                </a:solidFill>
              </a:rPr>
              <a:t>Properties</a:t>
            </a:r>
          </a:p>
          <a:p>
            <a:pPr marL="12700" marR="5080"/>
            <a:r>
              <a:rPr lang="en-US" sz="1375" kern="0" spc="-80" dirty="0">
                <a:solidFill>
                  <a:schemeClr val="accent6"/>
                </a:solidFill>
              </a:rPr>
              <a:t>aria-label, aria-</a:t>
            </a:r>
            <a:r>
              <a:rPr lang="en-US" sz="1375" kern="0" spc="-80" dirty="0" err="1">
                <a:solidFill>
                  <a:schemeClr val="accent6"/>
                </a:solidFill>
              </a:rPr>
              <a:t>labelledby</a:t>
            </a:r>
            <a:r>
              <a:rPr lang="en-US" sz="1375" kern="0" spc="-80" dirty="0">
                <a:solidFill>
                  <a:schemeClr val="accent6"/>
                </a:solidFill>
              </a:rPr>
              <a:t>, aria-</a:t>
            </a:r>
            <a:r>
              <a:rPr lang="en-US" sz="1375" kern="0" spc="-80" dirty="0" err="1">
                <a:solidFill>
                  <a:schemeClr val="accent6"/>
                </a:solidFill>
              </a:rPr>
              <a:t>describedby</a:t>
            </a:r>
            <a:endParaRPr lang="en-US" sz="1375" kern="0" spc="-80" dirty="0">
              <a:solidFill>
                <a:schemeClr val="accent6"/>
              </a:solidFill>
            </a:endParaRPr>
          </a:p>
          <a:p>
            <a:pPr marL="12700" marR="5080"/>
            <a:r>
              <a:rPr lang="en-US" sz="1375" kern="0" spc="-80" dirty="0">
                <a:solidFill>
                  <a:schemeClr val="accent6"/>
                </a:solidFill>
              </a:rPr>
              <a:t>ARIA Rules (VERY important)</a:t>
            </a:r>
          </a:p>
          <a:p>
            <a:pPr marL="12700" marR="5080"/>
            <a:r>
              <a:rPr lang="en-US" sz="1375" kern="0" spc="-80" dirty="0">
                <a:solidFill>
                  <a:schemeClr val="accent6"/>
                </a:solidFill>
              </a:rPr>
              <a:t>Do not use ARIA if HTML already has the semantic element</a:t>
            </a:r>
          </a:p>
          <a:p>
            <a:pPr marL="12700" marR="5080"/>
            <a:r>
              <a:rPr lang="en-US" sz="1375" kern="0" spc="-80" dirty="0">
                <a:solidFill>
                  <a:schemeClr val="accent6"/>
                </a:solidFill>
              </a:rPr>
              <a:t>ARIA does not automatically give keyboard accessibility</a:t>
            </a:r>
          </a:p>
          <a:p>
            <a:pPr marL="12700" marR="5080"/>
            <a:r>
              <a:rPr lang="en-US" sz="1375" kern="0" spc="-80" dirty="0">
                <a:solidFill>
                  <a:schemeClr val="accent6"/>
                </a:solidFill>
              </a:rPr>
              <a:t>Always sync ARIA attributes with component state</a:t>
            </a:r>
          </a:p>
          <a:p>
            <a:pPr marL="12700" marR="5080"/>
            <a:endParaRPr lang="en-US" sz="1375" kern="0" spc="-80" dirty="0">
              <a:solidFill>
                <a:schemeClr val="accent6"/>
              </a:solidFill>
            </a:endParaRPr>
          </a:p>
          <a:p>
            <a:pPr marL="12700" marR="5080"/>
            <a:r>
              <a:rPr lang="en-US" sz="1375" kern="0" spc="-80" dirty="0">
                <a:solidFill>
                  <a:schemeClr val="accent2"/>
                </a:solidFill>
              </a:rPr>
              <a:t>4.3 Responsive &amp; Adaptive Design</a:t>
            </a:r>
          </a:p>
          <a:p>
            <a:pPr marL="12700" marR="5080"/>
            <a:r>
              <a:rPr lang="en-US" sz="1375" kern="0" spc="-80" dirty="0">
                <a:solidFill>
                  <a:schemeClr val="accent6"/>
                </a:solidFill>
              </a:rPr>
              <a:t>Reflow at 320px</a:t>
            </a:r>
          </a:p>
          <a:p>
            <a:pPr marL="12700" marR="5080"/>
            <a:r>
              <a:rPr lang="en-US" sz="1375" kern="0" spc="-80" dirty="0">
                <a:solidFill>
                  <a:schemeClr val="accent6"/>
                </a:solidFill>
              </a:rPr>
              <a:t>Avoid horizontal scrolling</a:t>
            </a:r>
          </a:p>
          <a:p>
            <a:pPr marL="12700" marR="5080"/>
            <a:r>
              <a:rPr lang="en-US" sz="1375" kern="0" spc="-80" dirty="0">
                <a:solidFill>
                  <a:schemeClr val="accent6"/>
                </a:solidFill>
              </a:rPr>
              <a:t>Resize text without loss of functionality (200%)</a:t>
            </a:r>
          </a:p>
          <a:p>
            <a:pPr marL="12700" marR="5080"/>
            <a:endParaRPr lang="en-US" sz="1375" kern="0" spc="-80" dirty="0">
              <a:solidFill>
                <a:schemeClr val="accent6"/>
              </a:solidFill>
            </a:endParaRPr>
          </a:p>
          <a:p>
            <a:pPr marL="12700" marR="5080"/>
            <a:r>
              <a:rPr lang="en-US" sz="1375" kern="0" spc="-80" dirty="0">
                <a:solidFill>
                  <a:schemeClr val="accent2"/>
                </a:solidFill>
              </a:rPr>
              <a:t>4.4 Color &amp; Contrast Tools</a:t>
            </a:r>
          </a:p>
          <a:p>
            <a:pPr marL="12700" marR="5080"/>
            <a:r>
              <a:rPr lang="en-US" sz="1375" kern="0" spc="-80" dirty="0">
                <a:solidFill>
                  <a:schemeClr val="accent6"/>
                </a:solidFill>
              </a:rPr>
              <a:t>Contrast checkers</a:t>
            </a:r>
          </a:p>
          <a:p>
            <a:pPr marL="12700" marR="5080"/>
            <a:r>
              <a:rPr lang="en-US" sz="1375" kern="0" spc="-80" dirty="0">
                <a:solidFill>
                  <a:schemeClr val="accent6"/>
                </a:solidFill>
              </a:rPr>
              <a:t>Color blindness simulators</a:t>
            </a:r>
          </a:p>
          <a:p>
            <a:pPr marL="12700" marR="5080"/>
            <a:r>
              <a:rPr lang="en-US" sz="1375" kern="0" spc="-80" dirty="0">
                <a:solidFill>
                  <a:schemeClr val="accent6"/>
                </a:solidFill>
              </a:rPr>
              <a:t>High contrast themes</a:t>
            </a:r>
          </a:p>
          <a:p>
            <a:pPr marL="12700" marR="5080"/>
            <a:endParaRPr lang="en-US" sz="1375" kern="0" spc="-80" dirty="0">
              <a:solidFill>
                <a:schemeClr val="accent6"/>
              </a:solidFill>
            </a:endParaRPr>
          </a:p>
          <a:p>
            <a:pPr marL="12700" marR="5080"/>
            <a:r>
              <a:rPr lang="en-US" sz="1375" kern="0" spc="-80" dirty="0">
                <a:solidFill>
                  <a:schemeClr val="accent2"/>
                </a:solidFill>
              </a:rPr>
              <a:t>4.5 Accessible Multimedia</a:t>
            </a:r>
          </a:p>
          <a:p>
            <a:pPr marL="12700" marR="5080"/>
            <a:r>
              <a:rPr lang="en-US" sz="1375" kern="0" spc="-80" dirty="0">
                <a:solidFill>
                  <a:schemeClr val="accent6"/>
                </a:solidFill>
              </a:rPr>
              <a:t>Captions (manual or auto)</a:t>
            </a:r>
          </a:p>
          <a:p>
            <a:pPr marL="12700" marR="5080"/>
            <a:r>
              <a:rPr lang="en-US" sz="1375" kern="0" spc="-80" dirty="0">
                <a:solidFill>
                  <a:schemeClr val="accent6"/>
                </a:solidFill>
              </a:rPr>
              <a:t>Sign-language support</a:t>
            </a:r>
          </a:p>
          <a:p>
            <a:pPr marL="12700" marR="5080"/>
            <a:r>
              <a:rPr lang="en-US" sz="1375" kern="0" spc="-80" dirty="0">
                <a:solidFill>
                  <a:schemeClr val="accent6"/>
                </a:solidFill>
              </a:rPr>
              <a:t>Descriptive audio</a:t>
            </a:r>
          </a:p>
          <a:p>
            <a:pPr marL="12700" marR="5080"/>
            <a:r>
              <a:rPr lang="en-US" sz="1375" kern="0" spc="-80" dirty="0">
                <a:solidFill>
                  <a:schemeClr val="accent6"/>
                </a:solidFill>
              </a:rPr>
              <a:t>Keyboard controls for players</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26996140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E727E-46CA-F37A-37A8-A2B29644E7E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3826E40-9674-D3C2-45C7-630C24E3326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A41CE7F-06A6-8CDE-4D37-5A718F39823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0B7102F-C373-E3F3-B7F7-548A491242F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3C132C4-0B30-687D-9E2D-B2A2F95D5F7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773FB1E-E4DF-5B60-245E-30B05736DFD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18C8548-687F-0FE5-D266-0366320EE6E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4660749-F063-0727-BB89-367100322D1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079C628-4124-F2FB-714E-151845F4AE0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A59E525-F9A0-FAFF-E893-FA6C2CFF8C8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1C3F4E8-E09F-D2B2-BDF5-DE2F1B328C74}"/>
              </a:ext>
            </a:extLst>
          </p:cNvPr>
          <p:cNvSpPr txBox="1">
            <a:spLocks/>
          </p:cNvSpPr>
          <p:nvPr/>
        </p:nvSpPr>
        <p:spPr>
          <a:xfrm>
            <a:off x="152400" y="685800"/>
            <a:ext cx="8624937"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5. ACCESSIBLE DESIGN PATTERNS</a:t>
            </a:r>
          </a:p>
          <a:p>
            <a:pPr marL="12700" marR="5080"/>
            <a:r>
              <a:rPr lang="en-US" sz="1375" kern="0" spc="-80" dirty="0">
                <a:solidFill>
                  <a:schemeClr val="accent2"/>
                </a:solidFill>
              </a:rPr>
              <a:t>PATTERN 1 → Accessible Navigation</a:t>
            </a:r>
          </a:p>
          <a:p>
            <a:pPr marL="12700" marR="5080"/>
            <a:r>
              <a:rPr lang="en-US" sz="1375" kern="0" spc="-80" dirty="0">
                <a:solidFill>
                  <a:schemeClr val="accent6"/>
                </a:solidFill>
              </a:rPr>
              <a:t>Skip link</a:t>
            </a:r>
          </a:p>
          <a:p>
            <a:pPr marL="12700" marR="5080"/>
            <a:r>
              <a:rPr lang="en-US" sz="1375" kern="0" spc="-80" dirty="0">
                <a:solidFill>
                  <a:schemeClr val="accent6"/>
                </a:solidFill>
              </a:rPr>
              <a:t>Keyboard-friendly menu</a:t>
            </a:r>
          </a:p>
          <a:p>
            <a:pPr marL="12700" marR="5080"/>
            <a:r>
              <a:rPr lang="en-US" sz="1375" kern="0" spc="-80" dirty="0">
                <a:solidFill>
                  <a:schemeClr val="accent6"/>
                </a:solidFill>
              </a:rPr>
              <a:t>Landmarks (&lt;nav&gt;)</a:t>
            </a:r>
          </a:p>
          <a:p>
            <a:pPr marL="12700" marR="5080"/>
            <a:r>
              <a:rPr lang="en-US" sz="1375" kern="0" spc="-80" dirty="0">
                <a:solidFill>
                  <a:schemeClr val="accent2"/>
                </a:solidFill>
              </a:rPr>
              <a:t>PATTERN 2 → Accessible Modal</a:t>
            </a:r>
          </a:p>
          <a:p>
            <a:pPr marL="12700" marR="5080"/>
            <a:r>
              <a:rPr lang="en-US" sz="1375" kern="0" spc="-80" dirty="0">
                <a:solidFill>
                  <a:schemeClr val="accent6"/>
                </a:solidFill>
              </a:rPr>
              <a:t>Focus trap</a:t>
            </a:r>
          </a:p>
          <a:p>
            <a:pPr marL="12700" marR="5080"/>
            <a:r>
              <a:rPr lang="en-US" sz="1375" kern="0" spc="-80" dirty="0">
                <a:solidFill>
                  <a:schemeClr val="accent6"/>
                </a:solidFill>
              </a:rPr>
              <a:t>aria-modal="true"</a:t>
            </a:r>
          </a:p>
          <a:p>
            <a:pPr marL="12700" marR="5080"/>
            <a:r>
              <a:rPr lang="en-US" sz="1375" kern="0" spc="-80" dirty="0">
                <a:solidFill>
                  <a:schemeClr val="accent6"/>
                </a:solidFill>
              </a:rPr>
              <a:t>ESC closes modal</a:t>
            </a:r>
          </a:p>
          <a:p>
            <a:pPr marL="12700" marR="5080"/>
            <a:r>
              <a:rPr lang="en-US" sz="1375" kern="0" spc="-80" dirty="0">
                <a:solidFill>
                  <a:schemeClr val="accent6"/>
                </a:solidFill>
              </a:rPr>
              <a:t>Initial focus set to modal content</a:t>
            </a:r>
          </a:p>
          <a:p>
            <a:pPr marL="12700" marR="5080"/>
            <a:r>
              <a:rPr lang="en-US" sz="1375" kern="0" spc="-80" dirty="0">
                <a:solidFill>
                  <a:schemeClr val="accent2"/>
                </a:solidFill>
              </a:rPr>
              <a:t>PATTERN 3 → Accessible Tabs</a:t>
            </a:r>
          </a:p>
          <a:p>
            <a:pPr marL="12700" marR="5080"/>
            <a:r>
              <a:rPr lang="en-US" sz="1375" kern="0" spc="-80" dirty="0">
                <a:solidFill>
                  <a:schemeClr val="accent6"/>
                </a:solidFill>
              </a:rPr>
              <a:t>Role: </a:t>
            </a:r>
            <a:r>
              <a:rPr lang="en-US" sz="1375" kern="0" spc="-80" dirty="0" err="1">
                <a:solidFill>
                  <a:schemeClr val="accent6"/>
                </a:solidFill>
              </a:rPr>
              <a:t>tablist</a:t>
            </a:r>
            <a:r>
              <a:rPr lang="en-US" sz="1375" kern="0" spc="-80" dirty="0">
                <a:solidFill>
                  <a:schemeClr val="accent6"/>
                </a:solidFill>
              </a:rPr>
              <a:t>, tab, </a:t>
            </a:r>
            <a:r>
              <a:rPr lang="en-US" sz="1375" kern="0" spc="-80" dirty="0" err="1">
                <a:solidFill>
                  <a:schemeClr val="accent6"/>
                </a:solidFill>
              </a:rPr>
              <a:t>tabpanel</a:t>
            </a:r>
            <a:endParaRPr lang="en-US" sz="1375" kern="0" spc="-80" dirty="0">
              <a:solidFill>
                <a:schemeClr val="accent6"/>
              </a:solidFill>
            </a:endParaRPr>
          </a:p>
          <a:p>
            <a:pPr marL="12700" marR="5080"/>
            <a:r>
              <a:rPr lang="en-US" sz="1375" kern="0" spc="-80" dirty="0">
                <a:solidFill>
                  <a:schemeClr val="accent6"/>
                </a:solidFill>
              </a:rPr>
              <a:t>Arrow keys cycle tabs</a:t>
            </a:r>
          </a:p>
          <a:p>
            <a:pPr marL="12700" marR="5080"/>
            <a:r>
              <a:rPr lang="en-US" sz="1375" kern="0" spc="-80" dirty="0">
                <a:solidFill>
                  <a:schemeClr val="accent6"/>
                </a:solidFill>
              </a:rPr>
              <a:t>aria-selected, aria-controls</a:t>
            </a:r>
          </a:p>
          <a:p>
            <a:pPr marL="12700" marR="5080"/>
            <a:r>
              <a:rPr lang="en-US" sz="1375" kern="0" spc="-80" dirty="0">
                <a:solidFill>
                  <a:schemeClr val="accent2"/>
                </a:solidFill>
              </a:rPr>
              <a:t>PATTERN 4 → Accessible Dropdown</a:t>
            </a:r>
          </a:p>
          <a:p>
            <a:pPr marL="12700" marR="5080"/>
            <a:r>
              <a:rPr lang="en-US" sz="1375" kern="0" spc="-80" dirty="0">
                <a:solidFill>
                  <a:schemeClr val="accent6"/>
                </a:solidFill>
              </a:rPr>
              <a:t>Enter/Space opens</a:t>
            </a:r>
          </a:p>
          <a:p>
            <a:pPr marL="12700" marR="5080"/>
            <a:r>
              <a:rPr lang="en-US" sz="1375" kern="0" spc="-80" dirty="0">
                <a:solidFill>
                  <a:schemeClr val="accent6"/>
                </a:solidFill>
              </a:rPr>
              <a:t>ESC closes</a:t>
            </a:r>
          </a:p>
          <a:p>
            <a:pPr marL="12700" marR="5080"/>
            <a:r>
              <a:rPr lang="en-US" sz="1375" kern="0" spc="-80" dirty="0">
                <a:solidFill>
                  <a:schemeClr val="accent6"/>
                </a:solidFill>
              </a:rPr>
              <a:t>Arrow keys navigate items</a:t>
            </a:r>
          </a:p>
          <a:p>
            <a:pPr marL="12700" marR="5080"/>
            <a:r>
              <a:rPr lang="en-US" sz="1375" kern="0" spc="-80" dirty="0">
                <a:solidFill>
                  <a:schemeClr val="accent6"/>
                </a:solidFill>
              </a:rPr>
              <a:t>Manage focus</a:t>
            </a:r>
          </a:p>
          <a:p>
            <a:pPr marL="12700" marR="5080"/>
            <a:r>
              <a:rPr lang="en-US" sz="1375" kern="0" spc="-80" dirty="0">
                <a:solidFill>
                  <a:schemeClr val="accent2"/>
                </a:solidFill>
              </a:rPr>
              <a:t>PATTERN 5 → Accessible Forms</a:t>
            </a:r>
          </a:p>
          <a:p>
            <a:pPr marL="12700" marR="5080"/>
            <a:r>
              <a:rPr lang="en-US" sz="1375" kern="0" spc="-80" dirty="0">
                <a:solidFill>
                  <a:schemeClr val="accent6"/>
                </a:solidFill>
              </a:rPr>
              <a:t>Visible labels</a:t>
            </a:r>
          </a:p>
          <a:p>
            <a:pPr marL="12700" marR="5080"/>
            <a:r>
              <a:rPr lang="en-US" sz="1375" kern="0" spc="-80" dirty="0">
                <a:solidFill>
                  <a:schemeClr val="accent6"/>
                </a:solidFill>
              </a:rPr>
              <a:t>aria-invalid on errors</a:t>
            </a:r>
          </a:p>
          <a:p>
            <a:pPr marL="12700" marR="5080"/>
            <a:r>
              <a:rPr lang="en-US" sz="1375" kern="0" spc="-80" dirty="0">
                <a:solidFill>
                  <a:schemeClr val="accent6"/>
                </a:solidFill>
              </a:rPr>
              <a:t>Input grouping via &lt;</a:t>
            </a:r>
            <a:r>
              <a:rPr lang="en-US" sz="1375" kern="0" spc="-80" dirty="0" err="1">
                <a:solidFill>
                  <a:schemeClr val="accent6"/>
                </a:solidFill>
              </a:rPr>
              <a:t>fieldset</a:t>
            </a:r>
            <a:r>
              <a:rPr lang="en-US" sz="1375" kern="0" spc="-80" dirty="0">
                <a:solidFill>
                  <a:schemeClr val="accent6"/>
                </a:solidFill>
              </a:rPr>
              <a:t>&gt;</a:t>
            </a:r>
          </a:p>
          <a:p>
            <a:pPr marL="12700" marR="5080"/>
            <a:r>
              <a:rPr lang="en-US" sz="1375" kern="0" spc="-80" dirty="0">
                <a:solidFill>
                  <a:schemeClr val="accent6"/>
                </a:solidFill>
              </a:rPr>
              <a:t>Instructions before the field</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64434802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2A7FC6-DB80-6E07-E8E7-81DFE63E593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4DC021F-2C9A-154A-FAFF-0EEF910CF28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CEBC2AA-5453-13AB-0AEA-634FB49B3FC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41E3BEB-3762-BEC3-E89E-30648EB4BB5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6907BD-E5C3-9054-ECCD-443DB66F2B5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6CFC826-2E68-4EAE-19B8-AE93F2C2BCA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AED3AFA-AAE6-352C-5F9E-DBC625FF76B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47194D9-5FAE-CBCA-BE3A-D98482EC66F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3A9F71A-E88D-95E6-4B77-7BEE6640704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3ECC040-1AAF-0A51-70ED-BC866A68039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6F8FA6D-D93C-94E3-0673-B75A8883DBFD}"/>
              </a:ext>
            </a:extLst>
          </p:cNvPr>
          <p:cNvSpPr txBox="1">
            <a:spLocks/>
          </p:cNvSpPr>
          <p:nvPr/>
        </p:nvSpPr>
        <p:spPr>
          <a:xfrm>
            <a:off x="152400" y="685800"/>
            <a:ext cx="8624937" cy="61247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5. ACCESSIBLE DESIGN PATTERNS</a:t>
            </a:r>
          </a:p>
          <a:p>
            <a:pPr marL="12700" marR="5080"/>
            <a:r>
              <a:rPr lang="en-US" sz="1400" kern="0" spc="-80" dirty="0">
                <a:solidFill>
                  <a:schemeClr val="accent2"/>
                </a:solidFill>
              </a:rPr>
              <a:t>PATTERN 6 → Accessible Toasts &amp; Alerts</a:t>
            </a:r>
          </a:p>
          <a:p>
            <a:pPr marL="12700" marR="5080"/>
            <a:r>
              <a:rPr lang="en-US" sz="1400" kern="0" spc="-80" dirty="0">
                <a:solidFill>
                  <a:schemeClr val="accent6"/>
                </a:solidFill>
              </a:rPr>
              <a:t>role="alert"</a:t>
            </a:r>
          </a:p>
          <a:p>
            <a:pPr marL="12700" marR="5080"/>
            <a:r>
              <a:rPr lang="en-US" sz="1400" kern="0" spc="-80" dirty="0">
                <a:solidFill>
                  <a:schemeClr val="accent6"/>
                </a:solidFill>
              </a:rPr>
              <a:t>Automatically read by screen readers</a:t>
            </a:r>
          </a:p>
          <a:p>
            <a:pPr marL="12700" marR="5080"/>
            <a:r>
              <a:rPr lang="en-US" sz="1400" kern="0" spc="-80" dirty="0">
                <a:solidFill>
                  <a:schemeClr val="accent2"/>
                </a:solidFill>
              </a:rPr>
              <a:t>PATTERN 7 → Accessible Data Tables</a:t>
            </a:r>
          </a:p>
          <a:p>
            <a:pPr marL="12700" marR="5080"/>
            <a:r>
              <a:rPr lang="en-US" sz="1400" kern="0" spc="-80" dirty="0">
                <a:solidFill>
                  <a:schemeClr val="accent6"/>
                </a:solidFill>
              </a:rPr>
              <a:t>&lt;</a:t>
            </a:r>
            <a:r>
              <a:rPr lang="en-US" sz="1400" kern="0" spc="-80" dirty="0" err="1">
                <a:solidFill>
                  <a:schemeClr val="accent6"/>
                </a:solidFill>
              </a:rPr>
              <a:t>th</a:t>
            </a:r>
            <a:r>
              <a:rPr lang="en-US" sz="1400" kern="0" spc="-80" dirty="0">
                <a:solidFill>
                  <a:schemeClr val="accent6"/>
                </a:solidFill>
              </a:rPr>
              <a:t>&gt; and scope="</a:t>
            </a:r>
            <a:r>
              <a:rPr lang="en-US" sz="1400" kern="0" spc="-80" dirty="0" err="1">
                <a:solidFill>
                  <a:schemeClr val="accent6"/>
                </a:solidFill>
              </a:rPr>
              <a:t>col|row</a:t>
            </a:r>
            <a:r>
              <a:rPr lang="en-US" sz="1400" kern="0" spc="-80" dirty="0">
                <a:solidFill>
                  <a:schemeClr val="accent6"/>
                </a:solidFill>
              </a:rPr>
              <a:t>"</a:t>
            </a:r>
          </a:p>
          <a:p>
            <a:pPr marL="12700" marR="5080"/>
            <a:r>
              <a:rPr lang="en-US" sz="1400" kern="0" spc="-80" dirty="0">
                <a:solidFill>
                  <a:schemeClr val="accent6"/>
                </a:solidFill>
              </a:rPr>
              <a:t>Caption for table summary</a:t>
            </a:r>
          </a:p>
          <a:p>
            <a:pPr marL="12700" marR="5080"/>
            <a:endParaRPr lang="en-US" sz="1400" kern="0" spc="-80" dirty="0">
              <a:solidFill>
                <a:schemeClr val="accent6"/>
              </a:solidFill>
            </a:endParaRPr>
          </a:p>
          <a:p>
            <a:pPr marL="12700" marR="5080"/>
            <a:r>
              <a:rPr lang="en-US" sz="1400" kern="0" spc="-80" dirty="0">
                <a:solidFill>
                  <a:schemeClr val="accent2"/>
                </a:solidFill>
              </a:rPr>
              <a:t>6. ACCESSIBILITY TESTING</a:t>
            </a:r>
          </a:p>
          <a:p>
            <a:pPr marL="12700" marR="5080"/>
            <a:r>
              <a:rPr lang="en-US" sz="1400" kern="0" spc="-80" dirty="0">
                <a:solidFill>
                  <a:schemeClr val="accent2"/>
                </a:solidFill>
              </a:rPr>
              <a:t>6.1 Automated Testing Tools</a:t>
            </a:r>
          </a:p>
          <a:p>
            <a:pPr marL="12700" marR="5080"/>
            <a:r>
              <a:rPr lang="en-US" sz="1400" kern="0" spc="-80" dirty="0">
                <a:solidFill>
                  <a:schemeClr val="accent2"/>
                </a:solidFill>
              </a:rPr>
              <a:t>Tool	                                       Type	               Notes</a:t>
            </a:r>
          </a:p>
          <a:p>
            <a:pPr marL="12700" marR="5080"/>
            <a:r>
              <a:rPr lang="en-US" sz="1400" kern="0" spc="-80" dirty="0">
                <a:solidFill>
                  <a:schemeClr val="accent6"/>
                </a:solidFill>
              </a:rPr>
              <a:t>axe-core	                                       Browser/CLI             De facto standard</a:t>
            </a:r>
          </a:p>
          <a:p>
            <a:pPr marL="12700" marR="5080"/>
            <a:r>
              <a:rPr lang="en-US" sz="1400" kern="0" spc="-80" dirty="0">
                <a:solidFill>
                  <a:schemeClr val="accent6"/>
                </a:solidFill>
              </a:rPr>
              <a:t>Lighthouse Accessibility	Browser	               Fast, basic</a:t>
            </a:r>
          </a:p>
          <a:p>
            <a:pPr marL="12700" marR="5080"/>
            <a:r>
              <a:rPr lang="en-US" sz="1400" kern="0" spc="-80" dirty="0">
                <a:solidFill>
                  <a:schemeClr val="accent6"/>
                </a:solidFill>
              </a:rPr>
              <a:t>WAVE	                                       Browser	               Good visual indicators</a:t>
            </a:r>
          </a:p>
          <a:p>
            <a:pPr marL="12700" marR="5080"/>
            <a:r>
              <a:rPr lang="en-US" sz="1400" kern="0" spc="-80" dirty="0">
                <a:solidFill>
                  <a:schemeClr val="accent6"/>
                </a:solidFill>
              </a:rPr>
              <a:t>Pa11y	                                       CLI	               CI automation</a:t>
            </a:r>
          </a:p>
          <a:p>
            <a:pPr marL="12700" marR="5080"/>
            <a:endParaRPr lang="en-US" sz="1400" kern="0" spc="-80" dirty="0">
              <a:solidFill>
                <a:schemeClr val="accent6"/>
              </a:solidFill>
            </a:endParaRPr>
          </a:p>
          <a:p>
            <a:pPr marL="12700" marR="5080"/>
            <a:r>
              <a:rPr lang="en-US" sz="1400" kern="0" spc="-80" dirty="0">
                <a:solidFill>
                  <a:schemeClr val="accent2"/>
                </a:solidFill>
              </a:rPr>
              <a:t>6.2 Manual Testing</a:t>
            </a:r>
          </a:p>
          <a:p>
            <a:pPr marL="12700" marR="5080"/>
            <a:r>
              <a:rPr lang="en-US" sz="1400" kern="0" spc="-80" dirty="0">
                <a:solidFill>
                  <a:schemeClr val="accent6"/>
                </a:solidFill>
              </a:rPr>
              <a:t>Essential for real accuracy:</a:t>
            </a:r>
          </a:p>
          <a:p>
            <a:pPr marL="12700" marR="5080"/>
            <a:r>
              <a:rPr lang="en-US" sz="1400" kern="0" spc="-80" dirty="0">
                <a:solidFill>
                  <a:schemeClr val="accent6"/>
                </a:solidFill>
              </a:rPr>
              <a:t>Screen Readers</a:t>
            </a:r>
          </a:p>
          <a:p>
            <a:pPr marL="12700" marR="5080"/>
            <a:r>
              <a:rPr lang="en-US" sz="1400" kern="0" spc="-80" dirty="0">
                <a:solidFill>
                  <a:schemeClr val="accent6"/>
                </a:solidFill>
              </a:rPr>
              <a:t>NVDA (Windows)</a:t>
            </a:r>
          </a:p>
          <a:p>
            <a:pPr marL="12700" marR="5080"/>
            <a:r>
              <a:rPr lang="en-US" sz="1400" kern="0" spc="-80" dirty="0">
                <a:solidFill>
                  <a:schemeClr val="accent6"/>
                </a:solidFill>
              </a:rPr>
              <a:t>JAWS (Windows)</a:t>
            </a:r>
          </a:p>
          <a:p>
            <a:pPr marL="12700" marR="5080"/>
            <a:r>
              <a:rPr lang="en-US" sz="1400" kern="0" spc="-80" dirty="0" err="1">
                <a:solidFill>
                  <a:schemeClr val="accent6"/>
                </a:solidFill>
              </a:rPr>
              <a:t>VoiceOver</a:t>
            </a:r>
            <a:r>
              <a:rPr lang="en-US" sz="1400" kern="0" spc="-80" dirty="0">
                <a:solidFill>
                  <a:schemeClr val="accent6"/>
                </a:solidFill>
              </a:rPr>
              <a:t> (Mac/iOS)</a:t>
            </a:r>
          </a:p>
          <a:p>
            <a:pPr marL="12700" marR="5080"/>
            <a:r>
              <a:rPr lang="en-US" sz="1400" kern="0" spc="-80" dirty="0" err="1">
                <a:solidFill>
                  <a:schemeClr val="accent6"/>
                </a:solidFill>
              </a:rPr>
              <a:t>TalkBack</a:t>
            </a:r>
            <a:r>
              <a:rPr lang="en-US" sz="1400" kern="0" spc="-80" dirty="0">
                <a:solidFill>
                  <a:schemeClr val="accent6"/>
                </a:solidFill>
              </a:rPr>
              <a:t> (Android)</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7233677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1D710-0C6E-A105-BAD9-F12DD81E87F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077D87F-68AB-3125-96AC-A1F5E8CFE69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A5BFA0E-4415-35A1-B949-4EC3075920B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A8ACCED-4E6B-A65D-7C3A-2C4544F24B2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A6C4A01-D24A-13C6-8E1D-365BB5A6889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4D6EAB5-9DAA-CFCF-D3BA-A54D9427FA0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FA41395-8C22-72D2-CBD3-B14E8E45300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8A24C65-C1C0-5627-DDB9-A877E77FC35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3DEED42-F9FB-C59C-538A-77D1B37453D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535CDF2-E850-C8B6-6720-12CF6A3CCA4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78863C6-7758-4AD6-2223-28F57FDC1036}"/>
              </a:ext>
            </a:extLst>
          </p:cNvPr>
          <p:cNvSpPr txBox="1">
            <a:spLocks/>
          </p:cNvSpPr>
          <p:nvPr/>
        </p:nvSpPr>
        <p:spPr>
          <a:xfrm>
            <a:off x="152400" y="6858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6. ACCESSIBILITY TESTING</a:t>
            </a:r>
          </a:p>
          <a:p>
            <a:pPr marL="12700" marR="5080"/>
            <a:r>
              <a:rPr lang="en-US" sz="1400" kern="0" spc="-80" dirty="0">
                <a:solidFill>
                  <a:schemeClr val="accent2"/>
                </a:solidFill>
              </a:rPr>
              <a:t>6.2 Manual Testing</a:t>
            </a:r>
          </a:p>
          <a:p>
            <a:pPr marL="12700" marR="5080"/>
            <a:r>
              <a:rPr lang="en-US" sz="1400" kern="0" spc="-80" dirty="0">
                <a:solidFill>
                  <a:schemeClr val="accent6"/>
                </a:solidFill>
              </a:rPr>
              <a:t>Keyboard Testing</a:t>
            </a:r>
          </a:p>
          <a:p>
            <a:pPr marL="12700" marR="5080"/>
            <a:r>
              <a:rPr lang="en-US" sz="1400" kern="0" spc="-80" dirty="0">
                <a:solidFill>
                  <a:schemeClr val="accent6"/>
                </a:solidFill>
              </a:rPr>
              <a:t>Tab navigation</a:t>
            </a:r>
          </a:p>
          <a:p>
            <a:pPr marL="12700" marR="5080"/>
            <a:r>
              <a:rPr lang="en-US" sz="1400" kern="0" spc="-80" dirty="0">
                <a:solidFill>
                  <a:schemeClr val="accent6"/>
                </a:solidFill>
              </a:rPr>
              <a:t>Focus visibility</a:t>
            </a:r>
          </a:p>
          <a:p>
            <a:pPr marL="12700" marR="5080"/>
            <a:r>
              <a:rPr lang="en-US" sz="1400" kern="0" spc="-80" dirty="0">
                <a:solidFill>
                  <a:schemeClr val="accent6"/>
                </a:solidFill>
              </a:rPr>
              <a:t>Modal/dialog flows</a:t>
            </a:r>
          </a:p>
          <a:p>
            <a:pPr marL="12700" marR="5080"/>
            <a:r>
              <a:rPr lang="en-US" sz="1400" kern="0" spc="-80" dirty="0">
                <a:solidFill>
                  <a:schemeClr val="accent6"/>
                </a:solidFill>
              </a:rPr>
              <a:t>Zoom &amp; Reflow Testing</a:t>
            </a:r>
          </a:p>
          <a:p>
            <a:pPr marL="12700" marR="5080"/>
            <a:r>
              <a:rPr lang="en-US" sz="1400" kern="0" spc="-80" dirty="0">
                <a:solidFill>
                  <a:schemeClr val="accent6"/>
                </a:solidFill>
              </a:rPr>
              <a:t>200% and 400% zoom</a:t>
            </a:r>
          </a:p>
          <a:p>
            <a:pPr marL="12700" marR="5080"/>
            <a:endParaRPr lang="en-US" sz="1400" kern="0" spc="-80" dirty="0">
              <a:solidFill>
                <a:schemeClr val="accent6"/>
              </a:solidFill>
            </a:endParaRPr>
          </a:p>
          <a:p>
            <a:pPr marL="12700" marR="5080"/>
            <a:r>
              <a:rPr lang="en-US" sz="1400" kern="0" spc="-80" dirty="0">
                <a:solidFill>
                  <a:schemeClr val="accent2"/>
                </a:solidFill>
              </a:rPr>
              <a:t>6.3 Assistive Technology Testing</a:t>
            </a:r>
          </a:p>
          <a:p>
            <a:pPr marL="12700" marR="5080"/>
            <a:r>
              <a:rPr lang="en-US" sz="1400" kern="0" spc="-80" dirty="0">
                <a:solidFill>
                  <a:schemeClr val="accent6"/>
                </a:solidFill>
              </a:rPr>
              <a:t>Eye-tracking testing</a:t>
            </a:r>
          </a:p>
          <a:p>
            <a:pPr marL="12700" marR="5080"/>
            <a:r>
              <a:rPr lang="en-US" sz="1400" kern="0" spc="-80" dirty="0">
                <a:solidFill>
                  <a:schemeClr val="accent6"/>
                </a:solidFill>
              </a:rPr>
              <a:t>Switch devices</a:t>
            </a:r>
          </a:p>
          <a:p>
            <a:pPr marL="12700" marR="5080"/>
            <a:r>
              <a:rPr lang="en-US" sz="1400" kern="0" spc="-80" dirty="0">
                <a:solidFill>
                  <a:schemeClr val="accent6"/>
                </a:solidFill>
              </a:rPr>
              <a:t>High contrast modes</a:t>
            </a:r>
          </a:p>
          <a:p>
            <a:pPr marL="12700" marR="5080"/>
            <a:r>
              <a:rPr lang="en-US" sz="1400" kern="0" spc="-80" dirty="0">
                <a:solidFill>
                  <a:schemeClr val="accent6"/>
                </a:solidFill>
              </a:rPr>
              <a:t>Screen magnifiers</a:t>
            </a:r>
          </a:p>
          <a:p>
            <a:pPr marL="12700" marR="5080"/>
            <a:endParaRPr lang="en-US" sz="1400" kern="0" spc="-80" dirty="0">
              <a:solidFill>
                <a:schemeClr val="accent6"/>
              </a:solidFill>
            </a:endParaRPr>
          </a:p>
          <a:p>
            <a:pPr marL="12700" marR="5080"/>
            <a:r>
              <a:rPr lang="en-US" sz="1400" kern="0" spc="-80" dirty="0">
                <a:solidFill>
                  <a:schemeClr val="accent2"/>
                </a:solidFill>
              </a:rPr>
              <a:t>7. ACCESSIBILITY ENGINEERING PRACTICES</a:t>
            </a:r>
          </a:p>
          <a:p>
            <a:pPr marL="12700" marR="5080"/>
            <a:r>
              <a:rPr lang="en-US" sz="1400" kern="0" spc="-80" dirty="0">
                <a:solidFill>
                  <a:schemeClr val="accent2"/>
                </a:solidFill>
              </a:rPr>
              <a:t>7.1 Shift-Left Accessibility</a:t>
            </a:r>
          </a:p>
          <a:p>
            <a:pPr marL="12700" marR="5080"/>
            <a:r>
              <a:rPr lang="en-US" sz="1400" kern="0" spc="-80" dirty="0">
                <a:solidFill>
                  <a:schemeClr val="accent6"/>
                </a:solidFill>
              </a:rPr>
              <a:t>Integrate accessibility at design stage</a:t>
            </a:r>
          </a:p>
          <a:p>
            <a:pPr marL="12700" marR="5080"/>
            <a:r>
              <a:rPr lang="en-US" sz="1400" kern="0" spc="-80" dirty="0">
                <a:solidFill>
                  <a:schemeClr val="accent6"/>
                </a:solidFill>
              </a:rPr>
              <a:t>Story acceptance criteria:</a:t>
            </a:r>
          </a:p>
          <a:p>
            <a:pPr marL="12700" marR="5080"/>
            <a:r>
              <a:rPr lang="en-US" sz="1400" kern="0" spc="-80" dirty="0">
                <a:solidFill>
                  <a:schemeClr val="accent6"/>
                </a:solidFill>
              </a:rPr>
              <a:t>“As a screen reader user…”</a:t>
            </a:r>
          </a:p>
          <a:p>
            <a:pPr marL="12700" marR="5080"/>
            <a:r>
              <a:rPr lang="en-US" sz="1400" kern="0" spc="-80" dirty="0">
                <a:solidFill>
                  <a:schemeClr val="accent6"/>
                </a:solidFill>
              </a:rPr>
              <a:t>“As a keyboard-only user…”</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298011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061E9-8842-5C43-360F-ED11D4887A9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CABA0D5-B743-F1B5-6F42-6FDF3554AFA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669B32B-4C21-EC56-1FC3-56F6B4E31F0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D3BC8A8-D711-66E6-9D01-02F355948B5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46734CC-2303-26E2-398F-CA680F6FF71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9E9203C-24E6-AABB-CD2C-5E70D1C2389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80F970E-90A9-EC8E-3CA5-8D4358E2DF6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F5AFC6B-25B9-7FF9-33B0-9780B01855B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259B869-06E6-AA20-8ED7-4B3ADBCF30B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FC7B436-150A-1B85-15D2-850011A427E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5CA00F4-E039-B1AF-1F6F-B1153AC08D82}"/>
              </a:ext>
            </a:extLst>
          </p:cNvPr>
          <p:cNvSpPr txBox="1">
            <a:spLocks/>
          </p:cNvSpPr>
          <p:nvPr/>
        </p:nvSpPr>
        <p:spPr>
          <a:xfrm>
            <a:off x="152400" y="685800"/>
            <a:ext cx="8624937"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7. ACCESSIBILITY ENGINEERING PRACTICES</a:t>
            </a:r>
          </a:p>
          <a:p>
            <a:pPr marL="12700" marR="5080"/>
            <a:r>
              <a:rPr lang="en-US" sz="1400" kern="0" spc="-80" dirty="0">
                <a:solidFill>
                  <a:schemeClr val="accent2"/>
                </a:solidFill>
              </a:rPr>
              <a:t>7.2 Design System Integration</a:t>
            </a:r>
          </a:p>
          <a:p>
            <a:pPr marL="12700" marR="5080"/>
            <a:r>
              <a:rPr lang="en-US" sz="1400" kern="0" spc="-80" dirty="0">
                <a:solidFill>
                  <a:schemeClr val="accent6"/>
                </a:solidFill>
              </a:rPr>
              <a:t>Every component should have:</a:t>
            </a:r>
          </a:p>
          <a:p>
            <a:pPr marL="12700" marR="5080"/>
            <a:r>
              <a:rPr lang="en-US" sz="1400" kern="0" spc="-80" dirty="0">
                <a:solidFill>
                  <a:schemeClr val="accent6"/>
                </a:solidFill>
              </a:rPr>
              <a:t>WCAG mapping</a:t>
            </a:r>
          </a:p>
          <a:p>
            <a:pPr marL="12700" marR="5080"/>
            <a:r>
              <a:rPr lang="en-US" sz="1400" kern="0" spc="-80" dirty="0">
                <a:solidFill>
                  <a:schemeClr val="accent6"/>
                </a:solidFill>
              </a:rPr>
              <a:t>Keyboard interaction spec</a:t>
            </a:r>
          </a:p>
          <a:p>
            <a:pPr marL="12700" marR="5080"/>
            <a:r>
              <a:rPr lang="en-US" sz="1400" kern="0" spc="-80" dirty="0">
                <a:solidFill>
                  <a:schemeClr val="accent6"/>
                </a:solidFill>
              </a:rPr>
              <a:t>ARIA spec if needed</a:t>
            </a:r>
          </a:p>
          <a:p>
            <a:pPr marL="12700" marR="5080"/>
            <a:r>
              <a:rPr lang="en-US" sz="1400" kern="0" spc="-80" dirty="0">
                <a:solidFill>
                  <a:schemeClr val="accent6"/>
                </a:solidFill>
              </a:rPr>
              <a:t>Focus management rules</a:t>
            </a:r>
          </a:p>
          <a:p>
            <a:pPr marL="12700" marR="5080"/>
            <a:r>
              <a:rPr lang="en-US" sz="1400" kern="0" spc="-80" dirty="0">
                <a:solidFill>
                  <a:schemeClr val="accent6"/>
                </a:solidFill>
              </a:rPr>
              <a:t>Examples:</a:t>
            </a:r>
          </a:p>
          <a:p>
            <a:pPr marL="12700" marR="5080"/>
            <a:r>
              <a:rPr lang="en-US" sz="1400" kern="0" spc="-80" dirty="0">
                <a:solidFill>
                  <a:schemeClr val="accent6"/>
                </a:solidFill>
              </a:rPr>
              <a:t>Material Design Accessibility</a:t>
            </a:r>
          </a:p>
          <a:p>
            <a:pPr marL="12700" marR="5080"/>
            <a:r>
              <a:rPr lang="en-US" sz="1400" kern="0" spc="-80" dirty="0">
                <a:solidFill>
                  <a:schemeClr val="accent6"/>
                </a:solidFill>
              </a:rPr>
              <a:t>Fluent UI Accessibility</a:t>
            </a:r>
          </a:p>
          <a:p>
            <a:pPr marL="12700" marR="5080"/>
            <a:endParaRPr lang="en-US" sz="1400" kern="0" spc="-80" dirty="0">
              <a:solidFill>
                <a:schemeClr val="accent6"/>
              </a:solidFill>
            </a:endParaRPr>
          </a:p>
          <a:p>
            <a:pPr marL="12700" marR="5080"/>
            <a:r>
              <a:rPr lang="en-US" sz="1400" kern="0" spc="-80" dirty="0">
                <a:solidFill>
                  <a:schemeClr val="accent2"/>
                </a:solidFill>
              </a:rPr>
              <a:t>7.3 Accessibility Architecture Patterns</a:t>
            </a:r>
          </a:p>
          <a:p>
            <a:pPr marL="12700" marR="5080"/>
            <a:r>
              <a:rPr lang="en-US" sz="1400" kern="0" spc="-80" dirty="0">
                <a:solidFill>
                  <a:schemeClr val="accent2"/>
                </a:solidFill>
              </a:rPr>
              <a:t>Pattern 1 — A11y-First Component Architecture</a:t>
            </a:r>
          </a:p>
          <a:p>
            <a:pPr marL="12700" marR="5080"/>
            <a:r>
              <a:rPr lang="en-US" sz="1400" kern="0" spc="-80" dirty="0">
                <a:solidFill>
                  <a:schemeClr val="accent6"/>
                </a:solidFill>
              </a:rPr>
              <a:t>Every component includes:</a:t>
            </a:r>
          </a:p>
          <a:p>
            <a:pPr marL="12700" marR="5080"/>
            <a:r>
              <a:rPr lang="en-US" sz="1400" kern="0" spc="-80" dirty="0">
                <a:solidFill>
                  <a:schemeClr val="accent6"/>
                </a:solidFill>
              </a:rPr>
              <a:t>Semantics</a:t>
            </a:r>
          </a:p>
          <a:p>
            <a:pPr marL="12700" marR="5080"/>
            <a:r>
              <a:rPr lang="en-US" sz="1400" kern="0" spc="-80" dirty="0">
                <a:solidFill>
                  <a:schemeClr val="accent6"/>
                </a:solidFill>
              </a:rPr>
              <a:t>Focus management</a:t>
            </a:r>
          </a:p>
          <a:p>
            <a:pPr marL="12700" marR="5080"/>
            <a:r>
              <a:rPr lang="en-US" sz="1400" kern="0" spc="-80" dirty="0">
                <a:solidFill>
                  <a:schemeClr val="accent6"/>
                </a:solidFill>
              </a:rPr>
              <a:t>Keyboard interactions</a:t>
            </a:r>
          </a:p>
          <a:p>
            <a:pPr marL="12700" marR="5080"/>
            <a:r>
              <a:rPr lang="en-US" sz="1400" kern="0" spc="-80" dirty="0">
                <a:solidFill>
                  <a:schemeClr val="accent2"/>
                </a:solidFill>
              </a:rPr>
              <a:t>Pattern 2 — Accessibility Gates in CI/CD</a:t>
            </a:r>
          </a:p>
          <a:p>
            <a:pPr marL="12700" marR="5080"/>
            <a:r>
              <a:rPr lang="en-US" sz="1400" kern="0" spc="-80" dirty="0">
                <a:solidFill>
                  <a:schemeClr val="accent6"/>
                </a:solidFill>
              </a:rPr>
              <a:t>Fail build when:</a:t>
            </a:r>
          </a:p>
          <a:p>
            <a:pPr marL="12700" marR="5080"/>
            <a:r>
              <a:rPr lang="en-US" sz="1400" kern="0" spc="-80" dirty="0">
                <a:solidFill>
                  <a:schemeClr val="accent6"/>
                </a:solidFill>
              </a:rPr>
              <a:t>Lighthouse score &lt; threshold</a:t>
            </a:r>
          </a:p>
          <a:p>
            <a:pPr marL="12700" marR="5080"/>
            <a:r>
              <a:rPr lang="en-US" sz="1400" kern="0" spc="-80" dirty="0">
                <a:solidFill>
                  <a:schemeClr val="accent6"/>
                </a:solidFill>
              </a:rPr>
              <a:t>axe-core violations &gt; threshold</a:t>
            </a:r>
          </a:p>
          <a:p>
            <a:pPr marL="12700" marR="5080"/>
            <a:r>
              <a:rPr lang="en-US" sz="1400" kern="0" spc="-80" dirty="0">
                <a:solidFill>
                  <a:schemeClr val="accent2"/>
                </a:solidFill>
              </a:rPr>
              <a:t>Pattern 3 — Progressive Enhancement</a:t>
            </a:r>
          </a:p>
          <a:p>
            <a:pPr marL="12700" marR="5080"/>
            <a:r>
              <a:rPr lang="en-US" sz="1400" kern="0" spc="-80" dirty="0">
                <a:solidFill>
                  <a:schemeClr val="accent6"/>
                </a:solidFill>
              </a:rPr>
              <a:t>Baseline semantic HTML → JS-enhanced → ARIA enhancements</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6381426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BD5E8F-79B3-0A95-F9D6-23F675F01C6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27CF219-8647-2A7F-DFDB-1BDC512ADDA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0722628-A5FC-3B1D-0BF7-D3AEB2D5631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3CBFC96-B5D1-5C0D-F638-EE13757B348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C109D6A-4C18-A417-0A7D-E7E1306C057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65950C1-F7A5-B570-BCDC-10CDA599BF0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F79C1C7-2E29-3CCE-27AD-4CDD251222C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615336E-C025-3CEC-080D-A8309A134F7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A133C1B-8B40-9F98-F75D-37F2A713BBF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0DEB18E-F3F5-891C-0977-A8057AF6075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6B0DA82-915B-3BF9-AA1A-65DE4BD8F017}"/>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7. ACCESSIBILITY ENGINEERING PRACTICES</a:t>
            </a:r>
          </a:p>
          <a:p>
            <a:pPr marL="12700" marR="5080"/>
            <a:r>
              <a:rPr lang="en-US" sz="1400" kern="0" spc="-80" dirty="0">
                <a:solidFill>
                  <a:schemeClr val="accent2"/>
                </a:solidFill>
              </a:rPr>
              <a:t>Pattern 4 — Separation of DOM &amp; Visual Layers</a:t>
            </a:r>
          </a:p>
          <a:p>
            <a:pPr marL="12700" marR="5080"/>
            <a:r>
              <a:rPr lang="en-US" sz="1400" kern="0" spc="-80" dirty="0">
                <a:solidFill>
                  <a:schemeClr val="accent6"/>
                </a:solidFill>
              </a:rPr>
              <a:t>DOM order = logical reading order</a:t>
            </a:r>
          </a:p>
          <a:p>
            <a:pPr marL="12700" marR="5080"/>
            <a:r>
              <a:rPr lang="en-US" sz="1400" kern="0" spc="-80" dirty="0">
                <a:solidFill>
                  <a:schemeClr val="accent6"/>
                </a:solidFill>
              </a:rPr>
              <a:t>CSS handles visual placement</a:t>
            </a:r>
          </a:p>
          <a:p>
            <a:pPr marL="12700" marR="5080"/>
            <a:endParaRPr lang="en-US" sz="1400" kern="0" spc="-80" dirty="0">
              <a:solidFill>
                <a:schemeClr val="accent6"/>
              </a:solidFill>
            </a:endParaRPr>
          </a:p>
          <a:p>
            <a:pPr marL="12700" marR="5080"/>
            <a:r>
              <a:rPr lang="en-US" sz="1400" kern="0" spc="-80" dirty="0">
                <a:solidFill>
                  <a:schemeClr val="accent2"/>
                </a:solidFill>
              </a:rPr>
              <a:t>8. ACCESSIBILITY FOR COMPLEX APPLICATIONS</a:t>
            </a:r>
          </a:p>
          <a:p>
            <a:pPr marL="12700" marR="5080"/>
            <a:r>
              <a:rPr lang="en-US" sz="1400" kern="0" spc="-80" dirty="0">
                <a:solidFill>
                  <a:schemeClr val="accent2"/>
                </a:solidFill>
              </a:rPr>
              <a:t>8.1 Single Page Applications (React/Angular/Vue)</a:t>
            </a:r>
          </a:p>
          <a:p>
            <a:pPr marL="12700" marR="5080"/>
            <a:r>
              <a:rPr lang="en-US" sz="1400" kern="0" spc="-80" dirty="0">
                <a:solidFill>
                  <a:schemeClr val="accent2"/>
                </a:solidFill>
              </a:rPr>
              <a:t>Key concerns:</a:t>
            </a:r>
          </a:p>
          <a:p>
            <a:pPr marL="12700" marR="5080"/>
            <a:r>
              <a:rPr lang="en-US" sz="1400" kern="0" spc="-80" dirty="0">
                <a:solidFill>
                  <a:schemeClr val="accent6"/>
                </a:solidFill>
              </a:rPr>
              <a:t>Dynamic updates use aria-live</a:t>
            </a:r>
          </a:p>
          <a:p>
            <a:pPr marL="12700" marR="5080"/>
            <a:r>
              <a:rPr lang="en-US" sz="1400" kern="0" spc="-80" dirty="0">
                <a:solidFill>
                  <a:schemeClr val="accent6"/>
                </a:solidFill>
              </a:rPr>
              <a:t>Manage focus on route changes</a:t>
            </a:r>
          </a:p>
          <a:p>
            <a:pPr marL="12700" marR="5080"/>
            <a:r>
              <a:rPr lang="en-US" sz="1400" kern="0" spc="-80" dirty="0">
                <a:solidFill>
                  <a:schemeClr val="accent6"/>
                </a:solidFill>
              </a:rPr>
              <a:t>Preserve semantic structure</a:t>
            </a:r>
          </a:p>
          <a:p>
            <a:pPr marL="12700" marR="5080"/>
            <a:r>
              <a:rPr lang="en-US" sz="1400" kern="0" spc="-80" dirty="0">
                <a:solidFill>
                  <a:schemeClr val="accent6"/>
                </a:solidFill>
              </a:rPr>
              <a:t>React-specific:</a:t>
            </a:r>
          </a:p>
          <a:p>
            <a:pPr marL="12700" marR="5080"/>
            <a:r>
              <a:rPr lang="en-US" sz="1400" kern="0" spc="-80" dirty="0">
                <a:solidFill>
                  <a:schemeClr val="accent6"/>
                </a:solidFill>
              </a:rPr>
              <a:t>Avoid div soup</a:t>
            </a:r>
          </a:p>
          <a:p>
            <a:pPr marL="12700" marR="5080"/>
            <a:r>
              <a:rPr lang="en-US" sz="1400" kern="0" spc="-80" dirty="0">
                <a:solidFill>
                  <a:schemeClr val="accent6"/>
                </a:solidFill>
              </a:rPr>
              <a:t>Use react-aria or reach-</a:t>
            </a:r>
            <a:r>
              <a:rPr lang="en-US" sz="1400" kern="0" spc="-80" dirty="0" err="1">
                <a:solidFill>
                  <a:schemeClr val="accent6"/>
                </a:solidFill>
              </a:rPr>
              <a:t>ui</a:t>
            </a:r>
            <a:endParaRPr lang="en-US" sz="1400" kern="0" spc="-80" dirty="0">
              <a:solidFill>
                <a:schemeClr val="accent6"/>
              </a:solidFill>
            </a:endParaRPr>
          </a:p>
          <a:p>
            <a:pPr marL="12700" marR="5080"/>
            <a:r>
              <a:rPr lang="en-US" sz="1400" kern="0" spc="-80" dirty="0">
                <a:solidFill>
                  <a:schemeClr val="accent6"/>
                </a:solidFill>
              </a:rPr>
              <a:t>Angular-specific:</a:t>
            </a:r>
          </a:p>
          <a:p>
            <a:pPr marL="12700" marR="5080"/>
            <a:r>
              <a:rPr lang="en-US" sz="1400" kern="0" spc="-80" dirty="0">
                <a:solidFill>
                  <a:schemeClr val="accent6"/>
                </a:solidFill>
              </a:rPr>
              <a:t>Use CDK a11y utilities</a:t>
            </a:r>
          </a:p>
          <a:p>
            <a:pPr marL="12700" marR="5080"/>
            <a:endParaRPr lang="en-US" sz="1400" kern="0" spc="-80" dirty="0">
              <a:solidFill>
                <a:schemeClr val="accent6"/>
              </a:solidFill>
            </a:endParaRPr>
          </a:p>
          <a:p>
            <a:pPr marL="12700" marR="5080"/>
            <a:r>
              <a:rPr lang="en-US" sz="1400" kern="0" spc="-80" dirty="0">
                <a:solidFill>
                  <a:schemeClr val="accent2"/>
                </a:solidFill>
              </a:rPr>
              <a:t>8.2 Accessibility in Data Visualizations</a:t>
            </a:r>
          </a:p>
          <a:p>
            <a:pPr marL="12700" marR="5080"/>
            <a:r>
              <a:rPr lang="en-US" sz="1400" kern="0" spc="-80" dirty="0">
                <a:solidFill>
                  <a:schemeClr val="accent6"/>
                </a:solidFill>
              </a:rPr>
              <a:t>Provide data tables as alternative</a:t>
            </a:r>
          </a:p>
          <a:p>
            <a:pPr marL="12700" marR="5080"/>
            <a:r>
              <a:rPr lang="en-US" sz="1400" kern="0" spc="-80" dirty="0">
                <a:solidFill>
                  <a:schemeClr val="accent6"/>
                </a:solidFill>
              </a:rPr>
              <a:t>Text summaries</a:t>
            </a:r>
          </a:p>
          <a:p>
            <a:pPr marL="12700" marR="5080"/>
            <a:r>
              <a:rPr lang="en-US" sz="1400" kern="0" spc="-80" dirty="0">
                <a:solidFill>
                  <a:schemeClr val="accent6"/>
                </a:solidFill>
              </a:rPr>
              <a:t>High contrast palettes</a:t>
            </a:r>
          </a:p>
          <a:p>
            <a:pPr marL="12700" marR="5080"/>
            <a:r>
              <a:rPr lang="en-US" sz="1400" kern="0" spc="-80" dirty="0">
                <a:solidFill>
                  <a:schemeClr val="accent6"/>
                </a:solidFill>
              </a:rPr>
              <a:t>ARIA roles for SVGs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39684064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CCD27B-3D0A-431D-80F8-C162001F83D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7248740-D311-BC93-7AF0-3CBBB173FAA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8042799-C11F-9537-A6B8-71380458F0A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F52687F-F163-D944-E256-32D04232677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888F290-5D53-0F89-63B3-5BAC253FC5D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DB7B69B-0E59-B924-9E76-4EAB3783C33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6E9DCCA-D668-FDE0-9A16-40545DF519B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92886F5-288B-17D7-307E-3196B570292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937D3A2-8FE3-8718-FE19-7CDF317FC27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94AA73A-F409-3186-072A-88A378F3BC1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9129FDE-D541-F9E1-1BB3-DB23571C86B7}"/>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8. ACCESSIBILITY FOR COMPLEX APPLICATIONS</a:t>
            </a:r>
          </a:p>
          <a:p>
            <a:pPr marL="12700" marR="5080"/>
            <a:r>
              <a:rPr lang="en-US" sz="1400" kern="0" spc="-80" dirty="0">
                <a:solidFill>
                  <a:schemeClr val="accent2"/>
                </a:solidFill>
              </a:rPr>
              <a:t>8.3 Accessibility in Mobile Web</a:t>
            </a:r>
          </a:p>
          <a:p>
            <a:pPr marL="12700" marR="5080"/>
            <a:r>
              <a:rPr lang="en-US" sz="1400" kern="0" spc="-80" dirty="0">
                <a:solidFill>
                  <a:schemeClr val="accent6"/>
                </a:solidFill>
              </a:rPr>
              <a:t>Larger touch targets</a:t>
            </a:r>
          </a:p>
          <a:p>
            <a:pPr marL="12700" marR="5080"/>
            <a:r>
              <a:rPr lang="en-US" sz="1400" kern="0" spc="-80" dirty="0">
                <a:solidFill>
                  <a:schemeClr val="accent6"/>
                </a:solidFill>
              </a:rPr>
              <a:t>Orientation support</a:t>
            </a:r>
          </a:p>
          <a:p>
            <a:pPr marL="12700" marR="5080"/>
            <a:r>
              <a:rPr lang="en-US" sz="1400" kern="0" spc="-80" dirty="0">
                <a:solidFill>
                  <a:schemeClr val="accent6"/>
                </a:solidFill>
              </a:rPr>
              <a:t>OS-level accessibility settings support</a:t>
            </a:r>
          </a:p>
          <a:p>
            <a:pPr marL="12700" marR="5080"/>
            <a:endParaRPr lang="en-US" sz="1400" kern="0" spc="-80" dirty="0">
              <a:solidFill>
                <a:schemeClr val="accent6"/>
              </a:solidFill>
            </a:endParaRPr>
          </a:p>
          <a:p>
            <a:pPr marL="12700" marR="5080"/>
            <a:r>
              <a:rPr lang="en-US" sz="1400" kern="0" spc="-80" dirty="0">
                <a:solidFill>
                  <a:schemeClr val="accent2"/>
                </a:solidFill>
              </a:rPr>
              <a:t>9. ACCESSIBILITY MATURITY MODEL (AIM)</a:t>
            </a:r>
          </a:p>
          <a:p>
            <a:pPr marL="12700" marR="5080"/>
            <a:r>
              <a:rPr lang="en-US" sz="1400" kern="0" spc="-80" dirty="0">
                <a:solidFill>
                  <a:schemeClr val="accent2"/>
                </a:solidFill>
              </a:rPr>
              <a:t>Level	Description</a:t>
            </a:r>
          </a:p>
          <a:p>
            <a:pPr marL="12700" marR="5080"/>
            <a:r>
              <a:rPr lang="en-US" sz="1400" kern="0" spc="-80" dirty="0">
                <a:solidFill>
                  <a:schemeClr val="accent6"/>
                </a:solidFill>
              </a:rPr>
              <a:t>0	No awareness</a:t>
            </a:r>
          </a:p>
          <a:p>
            <a:pPr marL="12700" marR="5080"/>
            <a:r>
              <a:rPr lang="en-US" sz="1400" kern="0" spc="-80" dirty="0">
                <a:solidFill>
                  <a:schemeClr val="accent6"/>
                </a:solidFill>
              </a:rPr>
              <a:t>1	Basic compliance</a:t>
            </a:r>
          </a:p>
          <a:p>
            <a:pPr marL="12700" marR="5080"/>
            <a:r>
              <a:rPr lang="en-US" sz="1400" kern="0" spc="-80" dirty="0">
                <a:solidFill>
                  <a:schemeClr val="accent6"/>
                </a:solidFill>
              </a:rPr>
              <a:t>2	Component-level a11y</a:t>
            </a:r>
          </a:p>
          <a:p>
            <a:pPr marL="12700" marR="5080"/>
            <a:r>
              <a:rPr lang="en-US" sz="1400" kern="0" spc="-80" dirty="0">
                <a:solidFill>
                  <a:schemeClr val="accent6"/>
                </a:solidFill>
              </a:rPr>
              <a:t>3	Product-level a11y</a:t>
            </a:r>
          </a:p>
          <a:p>
            <a:pPr marL="12700" marR="5080"/>
            <a:r>
              <a:rPr lang="en-US" sz="1400" kern="0" spc="-80" dirty="0">
                <a:solidFill>
                  <a:schemeClr val="accent6"/>
                </a:solidFill>
              </a:rPr>
              <a:t>4	Org-wide a11y culture</a:t>
            </a:r>
          </a:p>
          <a:p>
            <a:pPr marL="355600" marR="5080" indent="-342900">
              <a:buAutoNum type="arabicPlain" startAt="5"/>
            </a:pPr>
            <a:r>
              <a:rPr lang="en-US" sz="1400" kern="0" spc="-80" dirty="0">
                <a:solidFill>
                  <a:schemeClr val="accent6"/>
                </a:solidFill>
              </a:rPr>
              <a:t>            Inclusive design leadership</a:t>
            </a:r>
          </a:p>
          <a:p>
            <a:pPr marL="355600" marR="5080" indent="-342900">
              <a:buAutoNum type="arabicPlain" startAt="5"/>
            </a:pPr>
            <a:endParaRPr lang="en-US" sz="1400" kern="0" spc="-80" dirty="0">
              <a:solidFill>
                <a:schemeClr val="accent6"/>
              </a:solidFill>
            </a:endParaRPr>
          </a:p>
          <a:p>
            <a:pPr marL="12700" marR="5080"/>
            <a:r>
              <a:rPr lang="en-US" sz="1400" kern="0" spc="-80" dirty="0">
                <a:solidFill>
                  <a:schemeClr val="accent2"/>
                </a:solidFill>
              </a:rPr>
              <a:t>10. TOOLS &amp; TECHNOLOGIES </a:t>
            </a:r>
            <a:r>
              <a:rPr lang="en-US" sz="1400" kern="0" spc="-80" dirty="0">
                <a:solidFill>
                  <a:schemeClr val="accent6"/>
                </a:solidFill>
              </a:rPr>
              <a:t>Design Tools</a:t>
            </a:r>
          </a:p>
          <a:p>
            <a:pPr marL="12700" marR="5080"/>
            <a:r>
              <a:rPr lang="en-US" sz="1400" kern="0" spc="-80" dirty="0">
                <a:solidFill>
                  <a:schemeClr val="accent6"/>
                </a:solidFill>
              </a:rPr>
              <a:t>Figma a11y plugins</a:t>
            </a:r>
          </a:p>
          <a:p>
            <a:pPr marL="12700" marR="5080"/>
            <a:r>
              <a:rPr lang="en-US" sz="1400" kern="0" spc="-80" dirty="0">
                <a:solidFill>
                  <a:schemeClr val="accent6"/>
                </a:solidFill>
              </a:rPr>
              <a:t>Stark</a:t>
            </a:r>
          </a:p>
          <a:p>
            <a:pPr marL="12700" marR="5080"/>
            <a:r>
              <a:rPr lang="en-US" sz="1400" kern="0" spc="-80" dirty="0">
                <a:solidFill>
                  <a:schemeClr val="accent6"/>
                </a:solidFill>
              </a:rPr>
              <a:t>Contrast plugin</a:t>
            </a:r>
          </a:p>
          <a:p>
            <a:pPr marL="12700" marR="5080"/>
            <a:r>
              <a:rPr lang="en-US" sz="1400" kern="0" spc="-80" dirty="0">
                <a:solidFill>
                  <a:schemeClr val="accent6"/>
                </a:solidFill>
              </a:rPr>
              <a:t>Development Tools</a:t>
            </a:r>
          </a:p>
          <a:p>
            <a:pPr marL="12700" marR="5080"/>
            <a:r>
              <a:rPr lang="en-US" sz="1400" kern="0" spc="-80" dirty="0">
                <a:solidFill>
                  <a:schemeClr val="accent6"/>
                </a:solidFill>
              </a:rPr>
              <a:t>Axe </a:t>
            </a:r>
            <a:r>
              <a:rPr lang="en-US" sz="1400" kern="0" spc="-80" dirty="0" err="1">
                <a:solidFill>
                  <a:schemeClr val="accent6"/>
                </a:solidFill>
              </a:rPr>
              <a:t>DevTools</a:t>
            </a:r>
            <a:endParaRPr lang="en-US" sz="1400" kern="0" spc="-80" dirty="0">
              <a:solidFill>
                <a:schemeClr val="accent6"/>
              </a:solidFill>
            </a:endParaRPr>
          </a:p>
          <a:p>
            <a:pPr marL="12700" marR="5080"/>
            <a:r>
              <a:rPr lang="en-US" sz="1400" kern="0" spc="-80" dirty="0">
                <a:solidFill>
                  <a:schemeClr val="accent6"/>
                </a:solidFill>
              </a:rPr>
              <a:t>HTML </a:t>
            </a:r>
            <a:r>
              <a:rPr lang="en-US" sz="1400" kern="0" spc="-80" dirty="0" err="1">
                <a:solidFill>
                  <a:schemeClr val="accent6"/>
                </a:solidFill>
              </a:rPr>
              <a:t>CodeSniffer</a:t>
            </a:r>
            <a:endParaRPr lang="en-US" sz="1400" kern="0" spc="-80" dirty="0">
              <a:solidFill>
                <a:schemeClr val="accent6"/>
              </a:solidFill>
            </a:endParaRPr>
          </a:p>
          <a:p>
            <a:pPr marL="12700" marR="5080"/>
            <a:r>
              <a:rPr lang="en-US" sz="1400" kern="0" spc="-80" dirty="0">
                <a:solidFill>
                  <a:schemeClr val="accent6"/>
                </a:solidFill>
              </a:rPr>
              <a:t>A11y CSS reset</a:t>
            </a:r>
          </a:p>
        </p:txBody>
      </p:sp>
    </p:spTree>
    <p:extLst>
      <p:ext uri="{BB962C8B-B14F-4D97-AF65-F5344CB8AC3E}">
        <p14:creationId xmlns:p14="http://schemas.microsoft.com/office/powerpoint/2010/main" val="34324865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F2CAD5-8048-CF9D-FDB4-86039E3D5D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A2DA86E-1B79-6D27-00FF-87D2FC08BC7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6D7E405-6F8B-7C8F-E78D-BF2DB0B67BF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AA51DA5-C51A-6809-C923-AA34E330A9A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30EC601-CAC9-1EB0-9FD9-306A314D64B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8343AFC-4A88-0D10-EA41-BB149CF3C2E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1C156DC-D23F-2CED-1F47-732B1844D25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DACDA7E-AA1E-5447-79A4-B52E9717999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1D8C078-DB7B-41EC-DDB9-A1F20B7C3D4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CA404A6-329D-DC14-2043-5863E15487D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633F82E-1DB1-ECAD-8F5A-4BF96E84777C}"/>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10. TOOLS &amp; TECHNOLOGIES (Complete List)</a:t>
            </a:r>
          </a:p>
          <a:p>
            <a:pPr marL="12700" marR="5080"/>
            <a:r>
              <a:rPr lang="en-US" sz="1400" kern="0" spc="-80" dirty="0">
                <a:solidFill>
                  <a:schemeClr val="accent6"/>
                </a:solidFill>
              </a:rPr>
              <a:t>Testing Tools</a:t>
            </a:r>
          </a:p>
          <a:p>
            <a:pPr marL="12700" marR="5080"/>
            <a:r>
              <a:rPr lang="en-US" sz="1400" kern="0" spc="-80" dirty="0">
                <a:solidFill>
                  <a:schemeClr val="accent6"/>
                </a:solidFill>
              </a:rPr>
              <a:t>WAVE</a:t>
            </a:r>
          </a:p>
          <a:p>
            <a:pPr marL="12700" marR="5080"/>
            <a:r>
              <a:rPr lang="en-US" sz="1400" kern="0" spc="-80" dirty="0">
                <a:solidFill>
                  <a:schemeClr val="accent6"/>
                </a:solidFill>
              </a:rPr>
              <a:t>Lighthouse</a:t>
            </a:r>
          </a:p>
          <a:p>
            <a:pPr marL="12700" marR="5080"/>
            <a:r>
              <a:rPr lang="en-US" sz="1400" kern="0" spc="-80" dirty="0" err="1">
                <a:solidFill>
                  <a:schemeClr val="accent6"/>
                </a:solidFill>
              </a:rPr>
              <a:t>VoiceOver</a:t>
            </a:r>
            <a:r>
              <a:rPr lang="en-US" sz="1400" kern="0" spc="-80" dirty="0">
                <a:solidFill>
                  <a:schemeClr val="accent6"/>
                </a:solidFill>
              </a:rPr>
              <a:t>/NVDA</a:t>
            </a:r>
          </a:p>
          <a:p>
            <a:pPr marL="12700" marR="5080"/>
            <a:r>
              <a:rPr lang="en-US" sz="1400" kern="0" spc="-80" dirty="0">
                <a:solidFill>
                  <a:schemeClr val="accent6"/>
                </a:solidFill>
              </a:rPr>
              <a:t>Automation</a:t>
            </a:r>
          </a:p>
          <a:p>
            <a:pPr marL="12700" marR="5080"/>
            <a:r>
              <a:rPr lang="en-US" sz="1400" kern="0" spc="-80" dirty="0">
                <a:solidFill>
                  <a:schemeClr val="accent6"/>
                </a:solidFill>
              </a:rPr>
              <a:t>jest-axe</a:t>
            </a:r>
          </a:p>
          <a:p>
            <a:pPr marL="12700" marR="5080"/>
            <a:r>
              <a:rPr lang="en-US" sz="1400" kern="0" spc="-80" dirty="0">
                <a:solidFill>
                  <a:schemeClr val="accent6"/>
                </a:solidFill>
              </a:rPr>
              <a:t>axe-core CI</a:t>
            </a:r>
          </a:p>
          <a:p>
            <a:pPr marL="12700" marR="5080"/>
            <a:r>
              <a:rPr lang="en-US" sz="1400" kern="0" spc="-80" dirty="0">
                <a:solidFill>
                  <a:schemeClr val="accent6"/>
                </a:solidFill>
              </a:rPr>
              <a:t>Cypress + axe</a:t>
            </a:r>
          </a:p>
          <a:p>
            <a:pPr marL="12700" marR="5080"/>
            <a:endParaRPr lang="en-US" sz="1400" kern="0" spc="-80" dirty="0">
              <a:solidFill>
                <a:schemeClr val="accent6"/>
              </a:solidFill>
            </a:endParaRPr>
          </a:p>
          <a:p>
            <a:pPr marL="12700" marR="5080"/>
            <a:r>
              <a:rPr lang="en-US" sz="1400" kern="0" spc="-80" dirty="0">
                <a:solidFill>
                  <a:schemeClr val="accent2"/>
                </a:solidFill>
              </a:rPr>
              <a:t>11. CHECKLIST FOR FULL ACCESSIBILITY (AA)</a:t>
            </a:r>
          </a:p>
          <a:p>
            <a:pPr marL="12700" marR="5080"/>
            <a:r>
              <a:rPr lang="en-US" sz="1400" kern="0" spc="-80" dirty="0">
                <a:solidFill>
                  <a:schemeClr val="accent6"/>
                </a:solidFill>
              </a:rPr>
              <a:t>Content</a:t>
            </a:r>
          </a:p>
          <a:p>
            <a:pPr marL="12700" marR="5080"/>
            <a:r>
              <a:rPr lang="en-US" sz="1400" kern="0" spc="-80" dirty="0">
                <a:solidFill>
                  <a:schemeClr val="accent6"/>
                </a:solidFill>
              </a:rPr>
              <a:t>Headings logical</a:t>
            </a:r>
          </a:p>
          <a:p>
            <a:pPr marL="12700" marR="5080"/>
            <a:r>
              <a:rPr lang="en-US" sz="1400" kern="0" spc="-80" dirty="0">
                <a:solidFill>
                  <a:schemeClr val="accent6"/>
                </a:solidFill>
              </a:rPr>
              <a:t>Language declared</a:t>
            </a:r>
          </a:p>
          <a:p>
            <a:pPr marL="12700" marR="5080"/>
            <a:r>
              <a:rPr lang="en-US" sz="1400" kern="0" spc="-80" dirty="0">
                <a:solidFill>
                  <a:schemeClr val="accent6"/>
                </a:solidFill>
              </a:rPr>
              <a:t>Alt text for images</a:t>
            </a:r>
          </a:p>
          <a:p>
            <a:pPr marL="12700" marR="5080"/>
            <a:r>
              <a:rPr lang="en-US" sz="1400" kern="0" spc="-80" dirty="0">
                <a:solidFill>
                  <a:schemeClr val="accent6"/>
                </a:solidFill>
              </a:rPr>
              <a:t>Navigation</a:t>
            </a:r>
          </a:p>
          <a:p>
            <a:pPr marL="12700" marR="5080"/>
            <a:r>
              <a:rPr lang="en-US" sz="1400" kern="0" spc="-80" dirty="0">
                <a:solidFill>
                  <a:schemeClr val="accent6"/>
                </a:solidFill>
              </a:rPr>
              <a:t>Keyboard-only navigation works</a:t>
            </a:r>
          </a:p>
          <a:p>
            <a:pPr marL="12700" marR="5080"/>
            <a:r>
              <a:rPr lang="en-US" sz="1400" kern="0" spc="-80" dirty="0">
                <a:solidFill>
                  <a:schemeClr val="accent6"/>
                </a:solidFill>
              </a:rPr>
              <a:t>Skip link present</a:t>
            </a:r>
          </a:p>
          <a:p>
            <a:pPr marL="12700" marR="5080"/>
            <a:r>
              <a:rPr lang="en-US" sz="1400" kern="0" spc="-80" dirty="0">
                <a:solidFill>
                  <a:schemeClr val="accent6"/>
                </a:solidFill>
              </a:rPr>
              <a:t>Forms</a:t>
            </a:r>
          </a:p>
          <a:p>
            <a:pPr marL="12700" marR="5080"/>
            <a:r>
              <a:rPr lang="en-US" sz="1400" kern="0" spc="-80" dirty="0">
                <a:solidFill>
                  <a:schemeClr val="accent6"/>
                </a:solidFill>
              </a:rPr>
              <a:t>Labels present</a:t>
            </a:r>
          </a:p>
          <a:p>
            <a:pPr marL="12700" marR="5080"/>
            <a:r>
              <a:rPr lang="en-US" sz="1400" kern="0" spc="-80" dirty="0">
                <a:solidFill>
                  <a:schemeClr val="accent6"/>
                </a:solidFill>
              </a:rPr>
              <a:t>Error messages accessible</a:t>
            </a:r>
          </a:p>
          <a:p>
            <a:pPr marL="12700" marR="5080"/>
            <a:r>
              <a:rPr lang="en-US" sz="1400" kern="0" spc="-80" dirty="0">
                <a:solidFill>
                  <a:schemeClr val="accent6"/>
                </a:solidFill>
              </a:rPr>
              <a:t>Color/Contrast</a:t>
            </a:r>
          </a:p>
          <a:p>
            <a:pPr marL="12700" marR="5080"/>
            <a:r>
              <a:rPr lang="en-US" sz="1400" kern="0" spc="-80" dirty="0">
                <a:solidFill>
                  <a:schemeClr val="accent6"/>
                </a:solidFill>
              </a:rPr>
              <a:t>Minimum contrast met</a:t>
            </a:r>
          </a:p>
        </p:txBody>
      </p:sp>
    </p:spTree>
    <p:extLst>
      <p:ext uri="{BB962C8B-B14F-4D97-AF65-F5344CB8AC3E}">
        <p14:creationId xmlns:p14="http://schemas.microsoft.com/office/powerpoint/2010/main" val="53195356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36D94-F1CE-FB5B-1A5A-694C1308EC6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AE91493-F048-49D6-0AB3-3E0F0668CE2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03EE060-8A73-B01A-243A-BB472BEA3CB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FDC8A23-CEFD-88AA-6562-6AF0CF15AAD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3FF555E-BBD8-ACBF-686E-F6228F03E96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DD5DB7E-529E-ADC2-69EB-7603D99FE8D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D09E6E6-FC40-8511-2947-405A95B8C3B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A322C21-26E5-42D0-34A4-7FBA7C66BBD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8E7CD0F-484E-4FFB-0493-C122A25B327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34B4B1C-4A08-81E8-B992-3377522DD1C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A1061D2-BA87-D895-8F49-018D6D7A56EE}"/>
              </a:ext>
            </a:extLst>
          </p:cNvPr>
          <p:cNvSpPr txBox="1">
            <a:spLocks/>
          </p:cNvSpPr>
          <p:nvPr/>
        </p:nvSpPr>
        <p:spPr>
          <a:xfrm>
            <a:off x="152400" y="685800"/>
            <a:ext cx="8624937"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11. CHECKLIST FOR FULL ACCESSIBILITY (AA)</a:t>
            </a:r>
          </a:p>
          <a:p>
            <a:pPr marL="12700" marR="5080"/>
            <a:r>
              <a:rPr lang="en-US" sz="1400" kern="0" spc="-80" dirty="0">
                <a:solidFill>
                  <a:schemeClr val="accent6"/>
                </a:solidFill>
              </a:rPr>
              <a:t>Media</a:t>
            </a:r>
          </a:p>
          <a:p>
            <a:pPr marL="12700" marR="5080"/>
            <a:r>
              <a:rPr lang="en-US" sz="1400" kern="0" spc="-80" dirty="0">
                <a:solidFill>
                  <a:schemeClr val="accent6"/>
                </a:solidFill>
              </a:rPr>
              <a:t>Captions</a:t>
            </a:r>
          </a:p>
          <a:p>
            <a:pPr marL="12700" marR="5080"/>
            <a:r>
              <a:rPr lang="en-US" sz="1400" kern="0" spc="-80" dirty="0">
                <a:solidFill>
                  <a:schemeClr val="accent6"/>
                </a:solidFill>
              </a:rPr>
              <a:t>Transcripts</a:t>
            </a:r>
          </a:p>
          <a:p>
            <a:pPr marL="12700" marR="5080"/>
            <a:r>
              <a:rPr lang="en-US" sz="1400" kern="0" spc="-80" dirty="0">
                <a:solidFill>
                  <a:schemeClr val="accent6"/>
                </a:solidFill>
              </a:rPr>
              <a:t>Interactions</a:t>
            </a:r>
          </a:p>
          <a:p>
            <a:pPr marL="12700" marR="5080"/>
            <a:r>
              <a:rPr lang="en-US" sz="1400" kern="0" spc="-80" dirty="0">
                <a:solidFill>
                  <a:schemeClr val="accent6"/>
                </a:solidFill>
              </a:rPr>
              <a:t>Modal accessibility</a:t>
            </a:r>
          </a:p>
          <a:p>
            <a:pPr marL="12700" marR="5080"/>
            <a:r>
              <a:rPr lang="en-US" sz="1400" kern="0" spc="-80" dirty="0">
                <a:solidFill>
                  <a:schemeClr val="accent6"/>
                </a:solidFill>
              </a:rPr>
              <a:t>Dropdown accessibility</a:t>
            </a:r>
          </a:p>
          <a:p>
            <a:pPr marL="12700" marR="5080"/>
            <a:r>
              <a:rPr lang="en-US" sz="1400" kern="0" spc="-80" dirty="0">
                <a:solidFill>
                  <a:schemeClr val="accent6"/>
                </a:solidFill>
              </a:rPr>
              <a:t>Focus management</a:t>
            </a:r>
          </a:p>
          <a:p>
            <a:pPr marL="12700" marR="5080"/>
            <a:endParaRPr lang="en-US" sz="1400" kern="0" spc="-80" dirty="0">
              <a:solidFill>
                <a:schemeClr val="accent6"/>
              </a:solidFill>
            </a:endParaRPr>
          </a:p>
          <a:p>
            <a:pPr marL="12700" marR="5080"/>
            <a:r>
              <a:rPr lang="en-US" sz="1400" kern="0" spc="-80" dirty="0">
                <a:solidFill>
                  <a:schemeClr val="accent2"/>
                </a:solidFill>
              </a:rPr>
              <a:t>For Further Exploration</a:t>
            </a:r>
          </a:p>
          <a:p>
            <a:pPr marL="12700" marR="5080"/>
            <a:r>
              <a:rPr lang="en-US" sz="1400" dirty="0">
                <a:hlinkClick r:id="rId8"/>
              </a:rPr>
              <a:t>Introduction to Web Accessibility</a:t>
            </a:r>
            <a:endParaRPr lang="en-US" sz="1400" dirty="0"/>
          </a:p>
          <a:p>
            <a:pPr marL="12700" marR="5080"/>
            <a:r>
              <a:rPr lang="en-US" sz="1400" dirty="0">
                <a:hlinkClick r:id="rId9"/>
              </a:rPr>
              <a:t>Introduction to Web Accessibility &amp; WCAG</a:t>
            </a:r>
            <a:endParaRPr lang="en-US" sz="1400" dirty="0"/>
          </a:p>
          <a:p>
            <a:pPr marL="12700" marR="5080"/>
            <a:r>
              <a:rPr lang="en-US" sz="1400" dirty="0">
                <a:hlinkClick r:id="rId10"/>
              </a:rPr>
              <a:t>Digital Accessibility Foundations</a:t>
            </a:r>
            <a:endParaRPr lang="en-US" sz="1400" dirty="0"/>
          </a:p>
          <a:p>
            <a:pPr marL="12700" marR="5080"/>
            <a:r>
              <a:rPr lang="en-US" sz="1400" dirty="0">
                <a:hlinkClick r:id="rId11"/>
              </a:rPr>
              <a:t>ARIA Authoring Practices Guide | APG | WAI | W3C</a:t>
            </a:r>
            <a:endParaRPr lang="en-US" sz="1400" dirty="0"/>
          </a:p>
          <a:p>
            <a:pPr marL="12700" marR="5080"/>
            <a:r>
              <a:rPr lang="en-US" sz="1400" dirty="0">
                <a:hlinkClick r:id="rId12"/>
              </a:rPr>
              <a:t>How to Meet WCAG (</a:t>
            </a:r>
            <a:r>
              <a:rPr lang="en-US" sz="1400" dirty="0" err="1">
                <a:hlinkClick r:id="rId12"/>
              </a:rPr>
              <a:t>Quickref</a:t>
            </a:r>
            <a:r>
              <a:rPr lang="en-US" sz="1400" dirty="0">
                <a:hlinkClick r:id="rId12"/>
              </a:rPr>
              <a:t> Reference)</a:t>
            </a:r>
            <a:endParaRPr lang="en-US" sz="1400" dirty="0"/>
          </a:p>
          <a:p>
            <a:pPr marL="12700" marR="5080"/>
            <a:r>
              <a:rPr lang="en-US" sz="1400" dirty="0">
                <a:hlinkClick r:id="rId13"/>
              </a:rPr>
              <a:t>Web Accessibility Development</a:t>
            </a:r>
            <a:endParaRPr lang="en-US" sz="1400" dirty="0"/>
          </a:p>
          <a:p>
            <a:pPr marL="12700" marR="5080"/>
            <a:r>
              <a:rPr lang="en-US" sz="1400" dirty="0">
                <a:hlinkClick r:id="rId14"/>
              </a:rPr>
              <a:t>Diploma in Web Accessibility</a:t>
            </a:r>
            <a:endParaRPr lang="en-US" sz="1400" dirty="0"/>
          </a:p>
          <a:p>
            <a:pPr marL="12700" marR="5080"/>
            <a:endParaRPr lang="en-US" sz="1400" kern="0" spc="-80" dirty="0">
              <a:solidFill>
                <a:schemeClr val="accent2"/>
              </a:solidFill>
            </a:endParaRPr>
          </a:p>
        </p:txBody>
      </p:sp>
    </p:spTree>
    <p:extLst>
      <p:ext uri="{BB962C8B-B14F-4D97-AF65-F5344CB8AC3E}">
        <p14:creationId xmlns:p14="http://schemas.microsoft.com/office/powerpoint/2010/main" val="2059303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FC247-89B5-612E-E494-A16134DBAE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72CF879-8DDA-E168-C3C0-D6A82545C0F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B6BBEA9-9D56-74CF-AA1B-F01167DA02E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15944FD-E4F2-A5F9-C49A-F455FF93DC09}"/>
              </a:ext>
            </a:extLst>
          </p:cNvPr>
          <p:cNvGraphicFramePr/>
          <p:nvPr>
            <p:extLst>
              <p:ext uri="{D42A27DB-BD31-4B8C-83A1-F6EECF244321}">
                <p14:modId xmlns:p14="http://schemas.microsoft.com/office/powerpoint/2010/main" val="70465423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5F6B3A0-897D-FA0B-D070-1FEB5A0CCA2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6EA598E-D744-BC69-14E4-C9949FF84AE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3589D24-6A23-6749-701E-4317C71F9C7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10B5A50-3156-F022-D5D2-504E8B5EFE2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3134C56-0553-510C-F7FC-4843C0DE0F0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0A80B89-A867-7D57-5D50-AB1B892DE5D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071D909-63FE-41F0-A233-22FBF5F8C217}"/>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500" kern="0" spc="-80" dirty="0">
                <a:solidFill>
                  <a:schemeClr val="accent2"/>
                </a:solidFill>
              </a:rPr>
              <a:t>1. What is CSS?</a:t>
            </a:r>
          </a:p>
          <a:p>
            <a:pPr marL="12700" marR="5080"/>
            <a:r>
              <a:rPr lang="en-US" sz="1500" kern="0" spc="-80" dirty="0">
                <a:solidFill>
                  <a:schemeClr val="accent6"/>
                </a:solidFill>
              </a:rPr>
              <a:t>CSS controls the presentation of HTML.</a:t>
            </a:r>
          </a:p>
          <a:p>
            <a:pPr marL="12700" marR="5080"/>
            <a:r>
              <a:rPr lang="en-US" sz="1500" kern="0" spc="-80" dirty="0">
                <a:solidFill>
                  <a:schemeClr val="accent6"/>
                </a:solidFill>
              </a:rPr>
              <a:t>HTML gives content structure, CSS gives style (layout, colors, spacing, animations).</a:t>
            </a:r>
          </a:p>
          <a:p>
            <a:pPr marL="12700" marR="5080"/>
            <a:r>
              <a:rPr lang="en-US" sz="1500" kern="0" spc="-80" dirty="0">
                <a:solidFill>
                  <a:schemeClr val="accent2"/>
                </a:solidFill>
              </a:rPr>
              <a:t>Core Idea:</a:t>
            </a:r>
          </a:p>
          <a:p>
            <a:pPr marL="12700" marR="5080"/>
            <a:r>
              <a:rPr lang="en-US" sz="1500" kern="0" spc="-80" dirty="0">
                <a:solidFill>
                  <a:schemeClr val="accent6"/>
                </a:solidFill>
              </a:rPr>
              <a:t>“CSS selects elements, assigns properties, and those properties are applied through a cascade of rules.”</a:t>
            </a:r>
          </a:p>
          <a:p>
            <a:pPr marL="12700" marR="5080"/>
            <a:endParaRPr lang="en-US" sz="1500" kern="0" spc="-80" dirty="0">
              <a:solidFill>
                <a:schemeClr val="accent6"/>
              </a:solidFill>
            </a:endParaRPr>
          </a:p>
          <a:p>
            <a:pPr marL="12700" marR="5080"/>
            <a:r>
              <a:rPr lang="en-US" sz="1500" kern="0" spc="-80" dirty="0">
                <a:solidFill>
                  <a:schemeClr val="accent2"/>
                </a:solidFill>
              </a:rPr>
              <a:t>2. How CSS Works in the Browser</a:t>
            </a:r>
          </a:p>
          <a:p>
            <a:pPr marL="12700" marR="5080"/>
            <a:r>
              <a:rPr lang="en-US" sz="1500" kern="0" spc="-80" dirty="0">
                <a:solidFill>
                  <a:schemeClr val="accent2"/>
                </a:solidFill>
              </a:rPr>
              <a:t>Rendering Pipeline (Simplified)</a:t>
            </a:r>
          </a:p>
          <a:p>
            <a:pPr marL="12700" marR="5080"/>
            <a:r>
              <a:rPr lang="en-US" sz="1500" kern="0" spc="-80" dirty="0">
                <a:solidFill>
                  <a:schemeClr val="accent2"/>
                </a:solidFill>
              </a:rPr>
              <a:t>Step	                                                                        Description</a:t>
            </a:r>
          </a:p>
          <a:p>
            <a:pPr marL="12700" marR="5080"/>
            <a:r>
              <a:rPr lang="en-US" sz="1500" kern="0" spc="-80" dirty="0">
                <a:solidFill>
                  <a:schemeClr val="accent6"/>
                </a:solidFill>
              </a:rPr>
              <a:t>1. Parse HTML → DOM	                                    Browser builds Document Object Model</a:t>
            </a:r>
          </a:p>
          <a:p>
            <a:pPr marL="12700" marR="5080"/>
            <a:r>
              <a:rPr lang="en-US" sz="1500" kern="0" spc="-80" dirty="0">
                <a:solidFill>
                  <a:schemeClr val="accent6"/>
                </a:solidFill>
              </a:rPr>
              <a:t>2. Parse CSS → CSSOM	                                    Browser builds CSS Object Model</a:t>
            </a:r>
          </a:p>
          <a:p>
            <a:pPr marL="12700" marR="5080"/>
            <a:r>
              <a:rPr lang="en-US" sz="1500" kern="0" spc="-80" dirty="0">
                <a:solidFill>
                  <a:schemeClr val="accent6"/>
                </a:solidFill>
              </a:rPr>
              <a:t>3. Combine DOM + CSSOM → Render Tree                Determines layout rules</a:t>
            </a:r>
          </a:p>
          <a:p>
            <a:pPr marL="12700" marR="5080"/>
            <a:r>
              <a:rPr lang="en-US" sz="1500" kern="0" spc="-80" dirty="0">
                <a:solidFill>
                  <a:schemeClr val="accent6"/>
                </a:solidFill>
              </a:rPr>
              <a:t>4. Layout	                                                                        Calculates sizes &amp; positions</a:t>
            </a:r>
          </a:p>
          <a:p>
            <a:pPr marL="12700" marR="5080"/>
            <a:r>
              <a:rPr lang="en-US" sz="1500" kern="0" spc="-80" dirty="0">
                <a:solidFill>
                  <a:schemeClr val="accent6"/>
                </a:solidFill>
              </a:rPr>
              <a:t>5. Paint	                                                                        Draw pixels to screen</a:t>
            </a:r>
          </a:p>
          <a:p>
            <a:pPr marL="12700" marR="5080"/>
            <a:r>
              <a:rPr lang="en-US" sz="1500" kern="0" spc="-80" dirty="0">
                <a:solidFill>
                  <a:schemeClr val="accent6"/>
                </a:solidFill>
              </a:rPr>
              <a:t>Understanding this helps explain why some CSS is fast or slow.</a:t>
            </a:r>
          </a:p>
          <a:p>
            <a:pPr marL="12700" marR="5080"/>
            <a:endParaRPr lang="en-US" sz="1500" kern="0" spc="-80" dirty="0">
              <a:solidFill>
                <a:schemeClr val="accent6"/>
              </a:solidFill>
            </a:endParaRPr>
          </a:p>
          <a:p>
            <a:pPr marL="12700" marR="5080"/>
            <a:r>
              <a:rPr lang="en-US" sz="1500" kern="0" spc="-80" dirty="0">
                <a:solidFill>
                  <a:schemeClr val="accent2"/>
                </a:solidFill>
              </a:rPr>
              <a:t>3. Ways to Apply CSS</a:t>
            </a:r>
          </a:p>
          <a:p>
            <a:pPr marL="12700" marR="5080"/>
            <a:r>
              <a:rPr lang="en-US" sz="1500" kern="0" spc="-80" dirty="0">
                <a:solidFill>
                  <a:schemeClr val="accent2"/>
                </a:solidFill>
              </a:rPr>
              <a:t>Method	                   Example	                                                      Use Case</a:t>
            </a:r>
          </a:p>
          <a:p>
            <a:pPr marL="12700" marR="5080"/>
            <a:r>
              <a:rPr lang="en-US" sz="1500" kern="0" spc="-80" dirty="0">
                <a:solidFill>
                  <a:schemeClr val="accent6"/>
                </a:solidFill>
              </a:rPr>
              <a:t>Inline	                   &lt;p style="</a:t>
            </a:r>
            <a:r>
              <a:rPr lang="en-US" sz="1500" kern="0" spc="-80" dirty="0" err="1">
                <a:solidFill>
                  <a:schemeClr val="accent6"/>
                </a:solidFill>
              </a:rPr>
              <a:t>color:red</a:t>
            </a:r>
            <a:r>
              <a:rPr lang="en-US" sz="1500" kern="0" spc="-80" dirty="0">
                <a:solidFill>
                  <a:schemeClr val="accent6"/>
                </a:solidFill>
              </a:rPr>
              <a:t>;"&gt;	                  Avoid; highest specificity</a:t>
            </a:r>
          </a:p>
          <a:p>
            <a:pPr marL="12700" marR="5080"/>
            <a:r>
              <a:rPr lang="en-US" sz="1500" kern="0" spc="-80" dirty="0">
                <a:solidFill>
                  <a:schemeClr val="accent6"/>
                </a:solidFill>
              </a:rPr>
              <a:t>Internal &lt;style&gt;	&lt;style&gt;p{</a:t>
            </a:r>
            <a:r>
              <a:rPr lang="en-US" sz="1500" kern="0" spc="-80" dirty="0" err="1">
                <a:solidFill>
                  <a:schemeClr val="accent6"/>
                </a:solidFill>
              </a:rPr>
              <a:t>color:red</a:t>
            </a:r>
            <a:r>
              <a:rPr lang="en-US" sz="1500" kern="0" spc="-80" dirty="0">
                <a:solidFill>
                  <a:schemeClr val="accent6"/>
                </a:solidFill>
              </a:rPr>
              <a:t>}&lt;/style&gt;	                  Small demos, prototypes</a:t>
            </a:r>
          </a:p>
          <a:p>
            <a:pPr marL="12700" marR="5080"/>
            <a:r>
              <a:rPr lang="en-US" sz="1500" kern="0" spc="-80" dirty="0">
                <a:solidFill>
                  <a:schemeClr val="accent6"/>
                </a:solidFill>
              </a:rPr>
              <a:t>External CSS File	&lt;link </a:t>
            </a:r>
            <a:r>
              <a:rPr lang="en-US" sz="1500" kern="0" spc="-80" dirty="0" err="1">
                <a:solidFill>
                  <a:schemeClr val="accent6"/>
                </a:solidFill>
              </a:rPr>
              <a:t>rel</a:t>
            </a:r>
            <a:r>
              <a:rPr lang="en-US" sz="1500" kern="0" spc="-80" dirty="0">
                <a:solidFill>
                  <a:schemeClr val="accent6"/>
                </a:solidFill>
              </a:rPr>
              <a:t>="stylesheet" </a:t>
            </a:r>
            <a:r>
              <a:rPr lang="en-US" sz="1500" kern="0" spc="-80" dirty="0" err="1">
                <a:solidFill>
                  <a:schemeClr val="accent6"/>
                </a:solidFill>
              </a:rPr>
              <a:t>href</a:t>
            </a:r>
            <a:r>
              <a:rPr lang="en-US" sz="1500" kern="0" spc="-80" dirty="0">
                <a:solidFill>
                  <a:schemeClr val="accent6"/>
                </a:solidFill>
              </a:rPr>
              <a:t>="style.css"&gt;	Best practice for real apps</a:t>
            </a:r>
          </a:p>
        </p:txBody>
      </p:sp>
    </p:spTree>
    <p:extLst>
      <p:ext uri="{BB962C8B-B14F-4D97-AF65-F5344CB8AC3E}">
        <p14:creationId xmlns:p14="http://schemas.microsoft.com/office/powerpoint/2010/main" val="34781794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C9E02-A430-9B38-CE65-B1FEF86187C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5F14F1A-89BA-D17F-AE42-75CF8B154B5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42D406F-721D-2FD2-BBDB-250E3E2BD0C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7D389E2-EF4D-9FD9-8D9D-1D6D33B63E08}"/>
              </a:ext>
            </a:extLst>
          </p:cNvPr>
          <p:cNvGraphicFramePr/>
          <p:nvPr>
            <p:extLst>
              <p:ext uri="{D42A27DB-BD31-4B8C-83A1-F6EECF244321}">
                <p14:modId xmlns:p14="http://schemas.microsoft.com/office/powerpoint/2010/main" val="258814577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4106ECE-882E-5A23-8E4E-56804DBFDB1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74B0F61-C08C-A691-486D-D079A12F3C5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9FBA1A1-3BC8-F596-D9BE-1F77756B353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0EB6FAD-FD02-7F9C-0EC7-380AECF09FA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82DD5D0-D6E2-C50A-1E5F-2DB408D1544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FDAA1FA-F2F7-C1C1-89A5-F2951FA0890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258D3C6-1D66-52D7-5683-B77E25F074D1}"/>
              </a:ext>
            </a:extLst>
          </p:cNvPr>
          <p:cNvSpPr txBox="1">
            <a:spLocks/>
          </p:cNvSpPr>
          <p:nvPr/>
        </p:nvSpPr>
        <p:spPr>
          <a:xfrm>
            <a:off x="152400" y="685800"/>
            <a:ext cx="8624937" cy="52922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30" kern="0" spc="-80" dirty="0">
                <a:solidFill>
                  <a:schemeClr val="accent2"/>
                </a:solidFill>
              </a:rPr>
              <a:t>4. CSS Selectors</a:t>
            </a:r>
          </a:p>
          <a:p>
            <a:pPr marL="12700" marR="5080"/>
            <a:r>
              <a:rPr lang="en-US" sz="1430" kern="0" spc="-80" dirty="0">
                <a:solidFill>
                  <a:schemeClr val="accent2"/>
                </a:solidFill>
              </a:rPr>
              <a:t>Basic</a:t>
            </a:r>
          </a:p>
          <a:p>
            <a:pPr marL="12700" marR="5080"/>
            <a:r>
              <a:rPr lang="en-US" sz="1430" kern="0" spc="-80" dirty="0">
                <a:solidFill>
                  <a:schemeClr val="accent6"/>
                </a:solidFill>
              </a:rPr>
              <a:t>element {}       /* p, h1 */</a:t>
            </a:r>
          </a:p>
          <a:p>
            <a:pPr marL="12700" marR="5080"/>
            <a:r>
              <a:rPr lang="en-US" sz="1430" kern="0" spc="-80" dirty="0">
                <a:solidFill>
                  <a:schemeClr val="accent6"/>
                </a:solidFill>
              </a:rPr>
              <a:t>.class {}        /* .</a:t>
            </a:r>
            <a:r>
              <a:rPr lang="en-US" sz="1430" kern="0" spc="-80" dirty="0" err="1">
                <a:solidFill>
                  <a:schemeClr val="accent6"/>
                </a:solidFill>
              </a:rPr>
              <a:t>btn</a:t>
            </a:r>
            <a:r>
              <a:rPr lang="en-US" sz="1430" kern="0" spc="-80" dirty="0">
                <a:solidFill>
                  <a:schemeClr val="accent6"/>
                </a:solidFill>
              </a:rPr>
              <a:t> */</a:t>
            </a:r>
          </a:p>
          <a:p>
            <a:pPr marL="12700" marR="5080"/>
            <a:r>
              <a:rPr lang="en-US" sz="1430" kern="0" spc="-80" dirty="0">
                <a:solidFill>
                  <a:schemeClr val="accent6"/>
                </a:solidFill>
              </a:rPr>
              <a:t>#id {}           /* #nav */</a:t>
            </a:r>
          </a:p>
          <a:p>
            <a:pPr marL="298450" marR="5080" indent="-285750">
              <a:buFont typeface="Arial" panose="020B0604020202020204" pitchFamily="34" charset="0"/>
              <a:buChar char="•"/>
            </a:pPr>
            <a:r>
              <a:rPr lang="en-US" sz="1430" kern="0" spc="-80" dirty="0">
                <a:solidFill>
                  <a:schemeClr val="accent6"/>
                </a:solidFill>
              </a:rPr>
              <a:t>{}             /* universal */</a:t>
            </a:r>
          </a:p>
          <a:p>
            <a:pPr marL="298450" marR="5080" indent="-285750">
              <a:buFont typeface="Arial" panose="020B0604020202020204" pitchFamily="34" charset="0"/>
              <a:buChar char="•"/>
            </a:pPr>
            <a:endParaRPr lang="en-US" sz="1430" kern="0" spc="-80" dirty="0">
              <a:solidFill>
                <a:schemeClr val="accent6"/>
              </a:solidFill>
            </a:endParaRPr>
          </a:p>
          <a:p>
            <a:pPr marL="12700" marR="5080"/>
            <a:r>
              <a:rPr lang="en-US" sz="1430" kern="0" spc="-80" dirty="0">
                <a:solidFill>
                  <a:schemeClr val="accent2"/>
                </a:solidFill>
              </a:rPr>
              <a:t>Combinators</a:t>
            </a:r>
          </a:p>
          <a:p>
            <a:pPr marL="12700" marR="5080"/>
            <a:r>
              <a:rPr lang="en-US" sz="1430" kern="0" spc="-80" dirty="0">
                <a:solidFill>
                  <a:schemeClr val="accent6"/>
                </a:solidFill>
              </a:rPr>
              <a:t>A B  /* descendant */</a:t>
            </a:r>
          </a:p>
          <a:p>
            <a:pPr marL="12700" marR="5080"/>
            <a:r>
              <a:rPr lang="en-US" sz="1430" kern="0" spc="-80" dirty="0">
                <a:solidFill>
                  <a:schemeClr val="accent6"/>
                </a:solidFill>
              </a:rPr>
              <a:t>A &gt; B /* direct child */</a:t>
            </a:r>
          </a:p>
          <a:p>
            <a:pPr marL="12700" marR="5080"/>
            <a:r>
              <a:rPr lang="en-US" sz="1430" kern="0" spc="-80" dirty="0">
                <a:solidFill>
                  <a:schemeClr val="accent6"/>
                </a:solidFill>
              </a:rPr>
              <a:t>A + B /* adjacent sibling */</a:t>
            </a:r>
          </a:p>
          <a:p>
            <a:pPr marL="12700" marR="5080"/>
            <a:r>
              <a:rPr lang="en-US" sz="1430" kern="0" spc="-80" dirty="0">
                <a:solidFill>
                  <a:schemeClr val="accent6"/>
                </a:solidFill>
              </a:rPr>
              <a:t>A ~ B /* general sibling */</a:t>
            </a:r>
          </a:p>
          <a:p>
            <a:pPr marL="12700" marR="5080"/>
            <a:endParaRPr lang="en-US" sz="1430" kern="0" spc="-80" dirty="0">
              <a:solidFill>
                <a:schemeClr val="accent6"/>
              </a:solidFill>
            </a:endParaRPr>
          </a:p>
          <a:p>
            <a:pPr marL="12700" marR="5080"/>
            <a:r>
              <a:rPr lang="en-US" sz="1430" kern="0" spc="-80" dirty="0">
                <a:solidFill>
                  <a:schemeClr val="accent2"/>
                </a:solidFill>
              </a:rPr>
              <a:t>Attribute Selectors</a:t>
            </a:r>
          </a:p>
          <a:p>
            <a:pPr marL="12700" marR="5080"/>
            <a:r>
              <a:rPr lang="en-US" sz="1430" kern="0" spc="-80" dirty="0">
                <a:solidFill>
                  <a:schemeClr val="accent6"/>
                </a:solidFill>
              </a:rPr>
              <a:t>input[type="text"] {}</a:t>
            </a:r>
          </a:p>
          <a:p>
            <a:pPr marL="12700" marR="5080"/>
            <a:r>
              <a:rPr lang="en-US" sz="1430" kern="0" spc="-80" dirty="0">
                <a:solidFill>
                  <a:schemeClr val="accent6"/>
                </a:solidFill>
              </a:rPr>
              <a:t>a[</a:t>
            </a:r>
            <a:r>
              <a:rPr lang="en-US" sz="1430" kern="0" spc="-80" dirty="0" err="1">
                <a:solidFill>
                  <a:schemeClr val="accent6"/>
                </a:solidFill>
              </a:rPr>
              <a:t>href</a:t>
            </a:r>
            <a:r>
              <a:rPr lang="en-US" sz="1430" kern="0" spc="-80" dirty="0">
                <a:solidFill>
                  <a:schemeClr val="accent6"/>
                </a:solidFill>
              </a:rPr>
              <a:t>^="https"] {}   /* starts with */</a:t>
            </a:r>
          </a:p>
          <a:p>
            <a:pPr marL="12700" marR="5080"/>
            <a:r>
              <a:rPr lang="en-US" sz="1430" kern="0" spc="-80" dirty="0">
                <a:solidFill>
                  <a:schemeClr val="accent6"/>
                </a:solidFill>
              </a:rPr>
              <a:t>a[</a:t>
            </a:r>
            <a:r>
              <a:rPr lang="en-US" sz="1430" kern="0" spc="-80" dirty="0" err="1">
                <a:solidFill>
                  <a:schemeClr val="accent6"/>
                </a:solidFill>
              </a:rPr>
              <a:t>href</a:t>
            </a:r>
            <a:r>
              <a:rPr lang="en-US" sz="1430" kern="0" spc="-80" dirty="0">
                <a:solidFill>
                  <a:schemeClr val="accent6"/>
                </a:solidFill>
              </a:rPr>
              <a:t>$=".pdf"] {}    /* ends with */</a:t>
            </a:r>
          </a:p>
          <a:p>
            <a:pPr marL="12700" marR="5080"/>
            <a:r>
              <a:rPr lang="en-US" sz="1430" kern="0" spc="-80" dirty="0">
                <a:solidFill>
                  <a:schemeClr val="accent6"/>
                </a:solidFill>
              </a:rPr>
              <a:t>a[</a:t>
            </a:r>
            <a:r>
              <a:rPr lang="en-US" sz="1430" kern="0" spc="-80" dirty="0" err="1">
                <a:solidFill>
                  <a:schemeClr val="accent6"/>
                </a:solidFill>
              </a:rPr>
              <a:t>href</a:t>
            </a:r>
            <a:r>
              <a:rPr lang="en-US" sz="1430" kern="0" spc="-80" dirty="0">
                <a:solidFill>
                  <a:schemeClr val="accent6"/>
                </a:solidFill>
              </a:rPr>
              <a:t>*="login"] {}   /* contains */</a:t>
            </a:r>
          </a:p>
          <a:p>
            <a:pPr marL="12700" marR="5080"/>
            <a:endParaRPr lang="en-US" sz="1430" kern="0" spc="-80" dirty="0">
              <a:solidFill>
                <a:schemeClr val="accent6"/>
              </a:solidFill>
            </a:endParaRPr>
          </a:p>
          <a:p>
            <a:pPr marL="12700" marR="5080"/>
            <a:r>
              <a:rPr lang="en-US" sz="1430" kern="0" spc="-80" dirty="0">
                <a:solidFill>
                  <a:schemeClr val="accent2"/>
                </a:solidFill>
              </a:rPr>
              <a:t>Pseudo Classes (dynamic state)</a:t>
            </a:r>
          </a:p>
          <a:p>
            <a:pPr marL="12700" marR="5080"/>
            <a:r>
              <a:rPr lang="en-US" sz="1430" kern="0" spc="-80" dirty="0">
                <a:solidFill>
                  <a:schemeClr val="accent6"/>
                </a:solidFill>
              </a:rPr>
              <a:t>a:hover</a:t>
            </a:r>
          </a:p>
          <a:p>
            <a:pPr marL="12700" marR="5080"/>
            <a:r>
              <a:rPr lang="en-US" sz="1430" kern="0" spc="-80" dirty="0" err="1">
                <a:solidFill>
                  <a:schemeClr val="accent6"/>
                </a:solidFill>
              </a:rPr>
              <a:t>input:focus</a:t>
            </a:r>
            <a:endParaRPr lang="en-US" sz="1430" kern="0" spc="-80" dirty="0">
              <a:solidFill>
                <a:schemeClr val="accent6"/>
              </a:solidFill>
            </a:endParaRPr>
          </a:p>
          <a:p>
            <a:pPr marL="12700" marR="5080"/>
            <a:r>
              <a:rPr lang="en-US" sz="1430" kern="0" spc="-80" dirty="0" err="1">
                <a:solidFill>
                  <a:schemeClr val="accent6"/>
                </a:solidFill>
              </a:rPr>
              <a:t>li:first-child</a:t>
            </a:r>
            <a:endParaRPr lang="en-US" sz="1430" kern="0" spc="-80" dirty="0">
              <a:solidFill>
                <a:schemeClr val="accent6"/>
              </a:solidFill>
            </a:endParaRPr>
          </a:p>
        </p:txBody>
      </p:sp>
    </p:spTree>
    <p:extLst>
      <p:ext uri="{BB962C8B-B14F-4D97-AF65-F5344CB8AC3E}">
        <p14:creationId xmlns:p14="http://schemas.microsoft.com/office/powerpoint/2010/main" val="58247555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70B82-1885-986E-599E-CF861B920BD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4ADFBB9-931F-9FB7-B296-448DDE3046A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155123E-B641-F915-38C2-518D623FD52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5526DC4-364A-C7DB-1D50-D025F0C434CF}"/>
              </a:ext>
            </a:extLst>
          </p:cNvPr>
          <p:cNvGraphicFramePr/>
          <p:nvPr>
            <p:extLst>
              <p:ext uri="{D42A27DB-BD31-4B8C-83A1-F6EECF244321}">
                <p14:modId xmlns:p14="http://schemas.microsoft.com/office/powerpoint/2010/main" val="396784327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01DCB20-7E6D-90DF-7478-B1F3519591D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3E3CDD3-3217-EEB7-977D-B1491704501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2830403-21D2-9A26-C50A-C061A80245A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ED663E0-71C5-3E2B-D51F-E563D08D236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528501E-BA93-583F-E1AE-2C19E8892FC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EE139FB-0143-8688-82EA-675DC14664B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8D01B42-BFF7-49E4-8A53-428FD2338677}"/>
              </a:ext>
            </a:extLst>
          </p:cNvPr>
          <p:cNvSpPr txBox="1">
            <a:spLocks/>
          </p:cNvSpPr>
          <p:nvPr/>
        </p:nvSpPr>
        <p:spPr>
          <a:xfrm>
            <a:off x="152400" y="685800"/>
            <a:ext cx="8624937" cy="52922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30" kern="0" spc="-80" dirty="0">
                <a:solidFill>
                  <a:schemeClr val="accent2"/>
                </a:solidFill>
              </a:rPr>
              <a:t>Pseudo Elements (virtual elements)</a:t>
            </a:r>
          </a:p>
          <a:p>
            <a:pPr marL="12700" marR="5080"/>
            <a:r>
              <a:rPr lang="en-US" sz="1430" kern="0" spc="-80" dirty="0">
                <a:solidFill>
                  <a:schemeClr val="accent6"/>
                </a:solidFill>
              </a:rPr>
              <a:t>p::first-line</a:t>
            </a:r>
          </a:p>
          <a:p>
            <a:pPr marL="12700" marR="5080"/>
            <a:r>
              <a:rPr lang="en-US" sz="1430" kern="0" spc="-80" dirty="0">
                <a:solidFill>
                  <a:schemeClr val="accent6"/>
                </a:solidFill>
              </a:rPr>
              <a:t>div::before</a:t>
            </a:r>
          </a:p>
          <a:p>
            <a:pPr marL="12700" marR="5080"/>
            <a:r>
              <a:rPr lang="en-US" sz="1430" kern="0" spc="-80" dirty="0">
                <a:solidFill>
                  <a:schemeClr val="accent6"/>
                </a:solidFill>
              </a:rPr>
              <a:t>div::after</a:t>
            </a:r>
          </a:p>
          <a:p>
            <a:pPr marL="12700" marR="5080"/>
            <a:endParaRPr lang="en-US" sz="1430" kern="0" spc="-80" dirty="0">
              <a:solidFill>
                <a:schemeClr val="accent6"/>
              </a:solidFill>
            </a:endParaRPr>
          </a:p>
          <a:p>
            <a:pPr marL="12700" marR="5080"/>
            <a:r>
              <a:rPr lang="en-US" sz="1430" kern="0" spc="-80" dirty="0">
                <a:solidFill>
                  <a:schemeClr val="accent2"/>
                </a:solidFill>
              </a:rPr>
              <a:t>5. The Cascade &amp; Specificity</a:t>
            </a:r>
          </a:p>
          <a:p>
            <a:pPr marL="12700" marR="5080"/>
            <a:r>
              <a:rPr lang="en-US" sz="1430" kern="0" spc="-80" dirty="0">
                <a:solidFill>
                  <a:schemeClr val="accent2"/>
                </a:solidFill>
              </a:rPr>
              <a:t>CSS chooses which rule wins based on:</a:t>
            </a:r>
          </a:p>
          <a:p>
            <a:pPr marL="12700" marR="5080"/>
            <a:r>
              <a:rPr lang="en-US" sz="1430" kern="0" spc="-80" dirty="0">
                <a:solidFill>
                  <a:schemeClr val="accent2"/>
                </a:solidFill>
              </a:rPr>
              <a:t>Rule	                                                     Weight</a:t>
            </a:r>
          </a:p>
          <a:p>
            <a:pPr marL="12700" marR="5080"/>
            <a:r>
              <a:rPr lang="en-US" sz="1430" kern="0" spc="-80" dirty="0">
                <a:solidFill>
                  <a:schemeClr val="accent6"/>
                </a:solidFill>
              </a:rPr>
              <a:t>Inline Styles	                                  Highest</a:t>
            </a:r>
          </a:p>
          <a:p>
            <a:pPr marL="12700" marR="5080"/>
            <a:r>
              <a:rPr lang="en-US" sz="1430" kern="0" spc="-80" dirty="0">
                <a:solidFill>
                  <a:schemeClr val="accent6"/>
                </a:solidFill>
              </a:rPr>
              <a:t>IDs	                                                     High</a:t>
            </a:r>
          </a:p>
          <a:p>
            <a:pPr marL="12700" marR="5080"/>
            <a:r>
              <a:rPr lang="en-US" sz="1430" kern="0" spc="-80" dirty="0">
                <a:solidFill>
                  <a:schemeClr val="accent6"/>
                </a:solidFill>
              </a:rPr>
              <a:t>Classes / Attributes / Pseudo-classes        Medium</a:t>
            </a:r>
          </a:p>
          <a:p>
            <a:pPr marL="12700" marR="5080"/>
            <a:r>
              <a:rPr lang="en-US" sz="1430" kern="0" spc="-80" dirty="0">
                <a:solidFill>
                  <a:schemeClr val="accent6"/>
                </a:solidFill>
              </a:rPr>
              <a:t>Elements / Pseudo-elements	                Low</a:t>
            </a:r>
          </a:p>
          <a:p>
            <a:pPr marL="12700" marR="5080"/>
            <a:endParaRPr lang="en-US" sz="1430" kern="0" spc="-80" dirty="0">
              <a:solidFill>
                <a:schemeClr val="accent6"/>
              </a:solidFill>
            </a:endParaRPr>
          </a:p>
          <a:p>
            <a:pPr marL="12700" marR="5080"/>
            <a:r>
              <a:rPr lang="en-US" sz="1430" kern="0" spc="-80" dirty="0">
                <a:solidFill>
                  <a:schemeClr val="accent2"/>
                </a:solidFill>
              </a:rPr>
              <a:t>Specificity Scoring:</a:t>
            </a:r>
          </a:p>
          <a:p>
            <a:pPr marL="12700" marR="5080"/>
            <a:r>
              <a:rPr lang="en-US" sz="1430" kern="0" spc="-80" dirty="0">
                <a:solidFill>
                  <a:schemeClr val="accent6"/>
                </a:solidFill>
              </a:rPr>
              <a:t>inline → 1000</a:t>
            </a:r>
          </a:p>
          <a:p>
            <a:pPr marL="12700" marR="5080"/>
            <a:r>
              <a:rPr lang="en-US" sz="1430" kern="0" spc="-80" dirty="0">
                <a:solidFill>
                  <a:schemeClr val="accent6"/>
                </a:solidFill>
              </a:rPr>
              <a:t>#id → 100</a:t>
            </a:r>
          </a:p>
          <a:p>
            <a:pPr marL="12700" marR="5080"/>
            <a:r>
              <a:rPr lang="en-US" sz="1430" kern="0" spc="-80" dirty="0">
                <a:solidFill>
                  <a:schemeClr val="accent6"/>
                </a:solidFill>
              </a:rPr>
              <a:t>.class, [</a:t>
            </a:r>
            <a:r>
              <a:rPr lang="en-US" sz="1430" kern="0" spc="-80" dirty="0" err="1">
                <a:solidFill>
                  <a:schemeClr val="accent6"/>
                </a:solidFill>
              </a:rPr>
              <a:t>attr</a:t>
            </a:r>
            <a:r>
              <a:rPr lang="en-US" sz="1430" kern="0" spc="-80" dirty="0">
                <a:solidFill>
                  <a:schemeClr val="accent6"/>
                </a:solidFill>
              </a:rPr>
              <a:t>], :pseudo-class → 10</a:t>
            </a:r>
          </a:p>
          <a:p>
            <a:pPr marL="12700" marR="5080"/>
            <a:r>
              <a:rPr lang="en-US" sz="1430" kern="0" spc="-80" dirty="0">
                <a:solidFill>
                  <a:schemeClr val="accent6"/>
                </a:solidFill>
              </a:rPr>
              <a:t>element, ::pseudo-element → 1</a:t>
            </a:r>
          </a:p>
          <a:p>
            <a:pPr marL="12700" marR="5080"/>
            <a:endParaRPr lang="en-US" sz="1430" kern="0" spc="-80" dirty="0">
              <a:solidFill>
                <a:schemeClr val="accent6"/>
              </a:solidFill>
            </a:endParaRPr>
          </a:p>
          <a:p>
            <a:pPr marL="12700" marR="5080"/>
            <a:r>
              <a:rPr lang="en-US" sz="1430" kern="0" spc="-80" dirty="0">
                <a:solidFill>
                  <a:schemeClr val="accent2"/>
                </a:solidFill>
              </a:rPr>
              <a:t>The Cascade Order</a:t>
            </a:r>
          </a:p>
          <a:p>
            <a:pPr marL="12700" marR="5080"/>
            <a:r>
              <a:rPr lang="en-US" sz="1430" kern="0" spc="-80" dirty="0">
                <a:solidFill>
                  <a:schemeClr val="accent6"/>
                </a:solidFill>
              </a:rPr>
              <a:t>Importance (!important)</a:t>
            </a:r>
          </a:p>
          <a:p>
            <a:pPr marL="12700" marR="5080"/>
            <a:r>
              <a:rPr lang="en-US" sz="1430" kern="0" spc="-80" dirty="0">
                <a:solidFill>
                  <a:schemeClr val="accent6"/>
                </a:solidFill>
              </a:rPr>
              <a:t>Specificity</a:t>
            </a:r>
          </a:p>
          <a:p>
            <a:pPr marL="12700" marR="5080"/>
            <a:r>
              <a:rPr lang="en-US" sz="1430" kern="0" spc="-80" dirty="0">
                <a:solidFill>
                  <a:schemeClr val="accent6"/>
                </a:solidFill>
              </a:rPr>
              <a:t>Source Order (later wins)</a:t>
            </a:r>
          </a:p>
        </p:txBody>
      </p:sp>
    </p:spTree>
    <p:extLst>
      <p:ext uri="{BB962C8B-B14F-4D97-AF65-F5344CB8AC3E}">
        <p14:creationId xmlns:p14="http://schemas.microsoft.com/office/powerpoint/2010/main" val="25545408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B2BBDB-7802-F1D8-EED3-B9BF56BAC98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E904AC9-B034-C91B-C5C3-03846A29C49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A3D0969-E28C-7481-2339-1F71306813D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2B7E0A-DDE8-8635-EECD-062E661DD9F5}"/>
              </a:ext>
            </a:extLst>
          </p:cNvPr>
          <p:cNvGraphicFramePr/>
          <p:nvPr>
            <p:extLst>
              <p:ext uri="{D42A27DB-BD31-4B8C-83A1-F6EECF244321}">
                <p14:modId xmlns:p14="http://schemas.microsoft.com/office/powerpoint/2010/main" val="132281740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D923F1A-194B-FCB0-8C62-4547E5055B0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0930EA5-96C3-AD7D-A7B4-BE6C38AB122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89EFE4B-B140-BB88-B48D-C2E296D94D1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FF894CD-ADED-05B4-9DD2-7F5F19CFC36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639FCBC-5F88-DD39-BF6F-33C7D135ACB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4BE231F-D1A5-6D30-2268-3220BC2196B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A7AA90C-52FC-9F1A-4EDA-8ADC4105F42A}"/>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500" kern="0" spc="-80" dirty="0">
                <a:solidFill>
                  <a:schemeClr val="accent2"/>
                </a:solidFill>
              </a:rPr>
              <a:t>6. CSS Box Model</a:t>
            </a:r>
          </a:p>
          <a:p>
            <a:pPr marL="12700" marR="5080"/>
            <a:r>
              <a:rPr lang="en-US" sz="1500" kern="0" spc="-80" dirty="0">
                <a:solidFill>
                  <a:schemeClr val="accent2"/>
                </a:solidFill>
              </a:rPr>
              <a:t>Every element is a box:</a:t>
            </a:r>
          </a:p>
          <a:p>
            <a:pPr marL="12700" marR="5080"/>
            <a:r>
              <a:rPr lang="en-US" sz="1500" kern="0" spc="-80" dirty="0">
                <a:solidFill>
                  <a:schemeClr val="accent6"/>
                </a:solidFill>
              </a:rPr>
              <a:t>+-----------------------+</a:t>
            </a:r>
          </a:p>
          <a:p>
            <a:pPr marL="12700" marR="5080"/>
            <a:r>
              <a:rPr lang="en-US" sz="1500" kern="0" spc="-80" dirty="0">
                <a:solidFill>
                  <a:schemeClr val="accent6"/>
                </a:solidFill>
              </a:rPr>
              <a:t>|      margin           |</a:t>
            </a:r>
          </a:p>
          <a:p>
            <a:pPr marL="12700" marR="5080"/>
            <a:r>
              <a:rPr lang="en-US" sz="1500" kern="0" spc="-80" dirty="0">
                <a:solidFill>
                  <a:schemeClr val="accent6"/>
                </a:solidFill>
              </a:rPr>
              <a:t>|  +-------------------+|</a:t>
            </a:r>
          </a:p>
          <a:p>
            <a:pPr marL="12700" marR="5080"/>
            <a:r>
              <a:rPr lang="en-US" sz="1500" kern="0" spc="-80" dirty="0">
                <a:solidFill>
                  <a:schemeClr val="accent6"/>
                </a:solidFill>
              </a:rPr>
              <a:t>|  |     border        ||</a:t>
            </a:r>
          </a:p>
          <a:p>
            <a:pPr marL="12700" marR="5080"/>
            <a:r>
              <a:rPr lang="en-US" sz="1500" kern="0" spc="-80" dirty="0">
                <a:solidFill>
                  <a:schemeClr val="accent6"/>
                </a:solidFill>
              </a:rPr>
              <a:t>|  |  +--------------+ ||</a:t>
            </a:r>
          </a:p>
          <a:p>
            <a:pPr marL="12700" marR="5080"/>
            <a:r>
              <a:rPr lang="en-US" sz="1500" kern="0" spc="-80" dirty="0">
                <a:solidFill>
                  <a:schemeClr val="accent6"/>
                </a:solidFill>
              </a:rPr>
              <a:t>|  |  |   padding    | ||</a:t>
            </a:r>
          </a:p>
          <a:p>
            <a:pPr marL="12700" marR="5080"/>
            <a:r>
              <a:rPr lang="en-US" sz="1500" kern="0" spc="-80" dirty="0">
                <a:solidFill>
                  <a:schemeClr val="accent6"/>
                </a:solidFill>
              </a:rPr>
              <a:t>|  |  | +----------+ | ||</a:t>
            </a:r>
          </a:p>
          <a:p>
            <a:pPr marL="12700" marR="5080"/>
            <a:r>
              <a:rPr lang="en-US" sz="1500" kern="0" spc="-80" dirty="0">
                <a:solidFill>
                  <a:schemeClr val="accent6"/>
                </a:solidFill>
              </a:rPr>
              <a:t>|  |  | |  content | | ||</a:t>
            </a:r>
          </a:p>
          <a:p>
            <a:pPr marL="12700" marR="5080"/>
            <a:r>
              <a:rPr lang="en-US" sz="1500" kern="0" spc="-80" dirty="0">
                <a:solidFill>
                  <a:schemeClr val="accent6"/>
                </a:solidFill>
              </a:rPr>
              <a:t>|  |  | +----------+ | ||</a:t>
            </a:r>
          </a:p>
          <a:p>
            <a:pPr marL="12700" marR="5080"/>
            <a:r>
              <a:rPr lang="en-US" sz="1500" kern="0" spc="-80" dirty="0">
                <a:solidFill>
                  <a:schemeClr val="accent6"/>
                </a:solidFill>
              </a:rPr>
              <a:t>|  |  +--------------+ ||</a:t>
            </a:r>
          </a:p>
          <a:p>
            <a:pPr marL="12700" marR="5080"/>
            <a:r>
              <a:rPr lang="en-US" sz="1500" kern="0" spc="-80" dirty="0">
                <a:solidFill>
                  <a:schemeClr val="accent6"/>
                </a:solidFill>
              </a:rPr>
              <a:t>|  +-------------------+|</a:t>
            </a:r>
          </a:p>
          <a:p>
            <a:pPr marL="12700" marR="5080"/>
            <a:r>
              <a:rPr lang="en-US" sz="1500" kern="0" spc="-80" dirty="0">
                <a:solidFill>
                  <a:schemeClr val="accent6"/>
                </a:solidFill>
              </a:rPr>
              <a:t>+-----------------------+</a:t>
            </a:r>
          </a:p>
          <a:p>
            <a:pPr marL="12700" marR="5080"/>
            <a:r>
              <a:rPr lang="en-US" sz="1500" kern="0" spc="-80" dirty="0">
                <a:solidFill>
                  <a:schemeClr val="accent6"/>
                </a:solidFill>
              </a:rPr>
              <a:t>box-sizing</a:t>
            </a:r>
          </a:p>
          <a:p>
            <a:pPr marL="12700" marR="5080"/>
            <a:r>
              <a:rPr lang="en-US" sz="1500" kern="0" spc="-80" dirty="0">
                <a:solidFill>
                  <a:schemeClr val="accent6"/>
                </a:solidFill>
              </a:rPr>
              <a:t>box-sizing: content-box; /* default */</a:t>
            </a:r>
          </a:p>
          <a:p>
            <a:pPr marL="12700" marR="5080"/>
            <a:r>
              <a:rPr lang="en-US" sz="1500" kern="0" spc="-80" dirty="0">
                <a:solidFill>
                  <a:schemeClr val="accent6"/>
                </a:solidFill>
              </a:rPr>
              <a:t>box-sizing: border-box;  /* recommended */</a:t>
            </a:r>
          </a:p>
          <a:p>
            <a:pPr marL="12700" marR="5080"/>
            <a:endParaRPr lang="en-US" sz="1500" kern="0" spc="-80" dirty="0">
              <a:solidFill>
                <a:schemeClr val="accent6"/>
              </a:solidFill>
            </a:endParaRPr>
          </a:p>
          <a:p>
            <a:pPr marL="12700" marR="5080"/>
            <a:r>
              <a:rPr lang="en-US" sz="1500" kern="0" spc="-80" dirty="0">
                <a:solidFill>
                  <a:schemeClr val="accent2"/>
                </a:solidFill>
              </a:rPr>
              <a:t>7. Display Types</a:t>
            </a:r>
          </a:p>
          <a:p>
            <a:pPr marL="12700" marR="5080"/>
            <a:r>
              <a:rPr lang="en-US" sz="1500" kern="0" spc="-80" dirty="0">
                <a:solidFill>
                  <a:schemeClr val="accent2"/>
                </a:solidFill>
              </a:rPr>
              <a:t>Display	Description</a:t>
            </a:r>
          </a:p>
          <a:p>
            <a:pPr marL="12700" marR="5080"/>
            <a:r>
              <a:rPr lang="en-US" sz="1500" kern="0" spc="-80" dirty="0">
                <a:solidFill>
                  <a:schemeClr val="accent6"/>
                </a:solidFill>
              </a:rPr>
              <a:t>block	New line, width auto</a:t>
            </a:r>
          </a:p>
          <a:p>
            <a:pPr marL="12700" marR="5080"/>
            <a:r>
              <a:rPr lang="en-US" sz="1500" kern="0" spc="-80" dirty="0">
                <a:solidFill>
                  <a:schemeClr val="accent6"/>
                </a:solidFill>
              </a:rPr>
              <a:t>inline	No line break, width depends on content</a:t>
            </a:r>
          </a:p>
        </p:txBody>
      </p:sp>
    </p:spTree>
    <p:extLst>
      <p:ext uri="{BB962C8B-B14F-4D97-AF65-F5344CB8AC3E}">
        <p14:creationId xmlns:p14="http://schemas.microsoft.com/office/powerpoint/2010/main" val="85464675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93CFC-70EE-2BDC-CC6F-7CFA86AA49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79AB55A-2687-4B77-498B-983D072BD20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C4CF45A-F75A-E73E-21A6-EA119BB8110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F028F0E-2A06-F64D-848E-412CFAA3B6D9}"/>
              </a:ext>
            </a:extLst>
          </p:cNvPr>
          <p:cNvGraphicFramePr/>
          <p:nvPr>
            <p:extLst>
              <p:ext uri="{D42A27DB-BD31-4B8C-83A1-F6EECF244321}">
                <p14:modId xmlns:p14="http://schemas.microsoft.com/office/powerpoint/2010/main" val="427637523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78EEAF2-598D-5755-A4A1-048F5D97FBD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4CBED94-B93B-771D-B4ED-4EF6AA166E3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12C43E2-1137-5314-F5A6-84793114325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53E0DD2-B71C-A36C-0679-66C8474DC48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7F0964A-43EE-E782-449C-6FBB7C858D4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FC20346-58B2-A6FF-6C75-6016E898F48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CC80565-AFC5-4385-19FA-884DF556D3FB}"/>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500" kern="0" spc="-80" dirty="0">
                <a:solidFill>
                  <a:schemeClr val="accent2"/>
                </a:solidFill>
              </a:rPr>
              <a:t>Display	                  Description</a:t>
            </a:r>
          </a:p>
          <a:p>
            <a:pPr marL="12700" marR="5080"/>
            <a:r>
              <a:rPr lang="en-US" sz="1500" kern="0" spc="-80" dirty="0">
                <a:solidFill>
                  <a:schemeClr val="accent6"/>
                </a:solidFill>
              </a:rPr>
              <a:t>inline-block	Like inline but can set width/height</a:t>
            </a:r>
          </a:p>
          <a:p>
            <a:pPr marL="12700" marR="5080"/>
            <a:r>
              <a:rPr lang="en-US" sz="1500" kern="0" spc="-80" dirty="0">
                <a:solidFill>
                  <a:schemeClr val="accent6"/>
                </a:solidFill>
              </a:rPr>
              <a:t>none	                  Removes element</a:t>
            </a:r>
          </a:p>
          <a:p>
            <a:pPr marL="12700" marR="5080"/>
            <a:r>
              <a:rPr lang="en-US" sz="1500" kern="0" spc="-80" dirty="0">
                <a:solidFill>
                  <a:schemeClr val="accent6"/>
                </a:solidFill>
              </a:rPr>
              <a:t>flex	                  Modern layout (1D)</a:t>
            </a:r>
          </a:p>
          <a:p>
            <a:pPr marL="12700" marR="5080"/>
            <a:r>
              <a:rPr lang="en-US" sz="1500" kern="0" spc="-80" dirty="0">
                <a:solidFill>
                  <a:schemeClr val="accent6"/>
                </a:solidFill>
              </a:rPr>
              <a:t>grid	                  Modern layout (2D)</a:t>
            </a:r>
          </a:p>
          <a:p>
            <a:pPr marL="12700" marR="5080"/>
            <a:endParaRPr lang="en-US" sz="1500" kern="0" spc="-80" dirty="0">
              <a:solidFill>
                <a:schemeClr val="accent6"/>
              </a:solidFill>
            </a:endParaRPr>
          </a:p>
          <a:p>
            <a:pPr marL="12700" marR="5080"/>
            <a:r>
              <a:rPr lang="en-US" sz="1500" kern="0" spc="-80" dirty="0">
                <a:solidFill>
                  <a:schemeClr val="accent2"/>
                </a:solidFill>
              </a:rPr>
              <a:t>8. Flexbox (1D Layout Master)</a:t>
            </a:r>
          </a:p>
          <a:p>
            <a:pPr marL="12700" marR="5080"/>
            <a:r>
              <a:rPr lang="en-US" sz="1500" kern="0" spc="-80" dirty="0">
                <a:solidFill>
                  <a:schemeClr val="accent2"/>
                </a:solidFill>
              </a:rPr>
              <a:t>Containers:</a:t>
            </a:r>
          </a:p>
          <a:p>
            <a:pPr marL="12700" marR="5080"/>
            <a:r>
              <a:rPr lang="en-US" sz="1500" kern="0" spc="-80" dirty="0">
                <a:solidFill>
                  <a:schemeClr val="accent6"/>
                </a:solidFill>
              </a:rPr>
              <a:t>display: flex;</a:t>
            </a:r>
          </a:p>
          <a:p>
            <a:pPr marL="12700" marR="5080"/>
            <a:r>
              <a:rPr lang="en-US" sz="1500" kern="0" spc="-80" dirty="0">
                <a:solidFill>
                  <a:schemeClr val="accent6"/>
                </a:solidFill>
              </a:rPr>
              <a:t>flex-direction: row | column;</a:t>
            </a:r>
          </a:p>
          <a:p>
            <a:pPr marL="12700" marR="5080"/>
            <a:r>
              <a:rPr lang="en-US" sz="1500" kern="0" spc="-80" dirty="0">
                <a:solidFill>
                  <a:schemeClr val="accent6"/>
                </a:solidFill>
              </a:rPr>
              <a:t>justify-content: center | space-between | space-around;</a:t>
            </a:r>
          </a:p>
          <a:p>
            <a:pPr marL="12700" marR="5080"/>
            <a:r>
              <a:rPr lang="en-US" sz="1500" kern="0" spc="-80" dirty="0">
                <a:solidFill>
                  <a:schemeClr val="accent6"/>
                </a:solidFill>
              </a:rPr>
              <a:t>align-items: center | flex-start | flex-end;</a:t>
            </a:r>
          </a:p>
          <a:p>
            <a:pPr marL="12700" marR="5080"/>
            <a:r>
              <a:rPr lang="en-US" sz="1500" kern="0" spc="-80" dirty="0">
                <a:solidFill>
                  <a:schemeClr val="accent2"/>
                </a:solidFill>
              </a:rPr>
              <a:t>Items:</a:t>
            </a:r>
          </a:p>
          <a:p>
            <a:pPr marL="12700" marR="5080"/>
            <a:r>
              <a:rPr lang="en-US" sz="1500" kern="0" spc="-80" dirty="0">
                <a:solidFill>
                  <a:schemeClr val="accent6"/>
                </a:solidFill>
              </a:rPr>
              <a:t>flex: 1;</a:t>
            </a:r>
          </a:p>
          <a:p>
            <a:pPr marL="12700" marR="5080"/>
            <a:r>
              <a:rPr lang="en-US" sz="1500" kern="0" spc="-80" dirty="0">
                <a:solidFill>
                  <a:schemeClr val="accent6"/>
                </a:solidFill>
              </a:rPr>
              <a:t>align-self: flex-end;</a:t>
            </a:r>
          </a:p>
          <a:p>
            <a:pPr marL="12700" marR="5080"/>
            <a:r>
              <a:rPr lang="en-US" sz="1500" kern="0" spc="-80" dirty="0">
                <a:solidFill>
                  <a:schemeClr val="accent6"/>
                </a:solidFill>
              </a:rPr>
              <a:t>order: 2;</a:t>
            </a:r>
          </a:p>
          <a:p>
            <a:pPr marL="12700" marR="5080"/>
            <a:endParaRPr lang="en-US" sz="1500" kern="0" spc="-80" dirty="0">
              <a:solidFill>
                <a:schemeClr val="accent6"/>
              </a:solidFill>
            </a:endParaRPr>
          </a:p>
          <a:p>
            <a:pPr marL="12700" marR="5080"/>
            <a:r>
              <a:rPr lang="en-US" sz="1500" kern="0" spc="-80" dirty="0">
                <a:solidFill>
                  <a:schemeClr val="accent2"/>
                </a:solidFill>
              </a:rPr>
              <a:t>9. CSS Grid (2D Layout Master)</a:t>
            </a:r>
          </a:p>
          <a:p>
            <a:pPr marL="12700" marR="5080"/>
            <a:r>
              <a:rPr lang="en-US" sz="1500" kern="0" spc="-80" dirty="0">
                <a:solidFill>
                  <a:schemeClr val="accent6"/>
                </a:solidFill>
              </a:rPr>
              <a:t>display: grid;</a:t>
            </a:r>
          </a:p>
          <a:p>
            <a:pPr marL="12700" marR="5080"/>
            <a:r>
              <a:rPr lang="en-US" sz="1500" kern="0" spc="-80" dirty="0">
                <a:solidFill>
                  <a:schemeClr val="accent6"/>
                </a:solidFill>
              </a:rPr>
              <a:t>grid-template-columns: repeat(3, 1fr);</a:t>
            </a:r>
          </a:p>
          <a:p>
            <a:pPr marL="12700" marR="5080"/>
            <a:r>
              <a:rPr lang="en-US" sz="1500" kern="0" spc="-80" dirty="0">
                <a:solidFill>
                  <a:schemeClr val="accent6"/>
                </a:solidFill>
              </a:rPr>
              <a:t>grid-template-rows: auto;</a:t>
            </a:r>
          </a:p>
          <a:p>
            <a:pPr marL="12700" marR="5080"/>
            <a:r>
              <a:rPr lang="en-US" sz="1500" kern="0" spc="-80" dirty="0">
                <a:solidFill>
                  <a:schemeClr val="accent6"/>
                </a:solidFill>
              </a:rPr>
              <a:t>gap: 10px;</a:t>
            </a:r>
          </a:p>
        </p:txBody>
      </p:sp>
    </p:spTree>
    <p:extLst>
      <p:ext uri="{BB962C8B-B14F-4D97-AF65-F5344CB8AC3E}">
        <p14:creationId xmlns:p14="http://schemas.microsoft.com/office/powerpoint/2010/main" val="242344761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5D903-8676-45B6-85E8-150C49C1321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9C99267-39F2-EBD0-1C0B-AAB9D66847C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02FBB83-6CA3-91F2-87FF-092A31EB0D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1E93F2E-A76D-4ECD-C6BD-F25EEF959C6D}"/>
              </a:ext>
            </a:extLst>
          </p:cNvPr>
          <p:cNvGraphicFramePr/>
          <p:nvPr>
            <p:extLst>
              <p:ext uri="{D42A27DB-BD31-4B8C-83A1-F6EECF244321}">
                <p14:modId xmlns:p14="http://schemas.microsoft.com/office/powerpoint/2010/main" val="126252500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929890E-68D6-2AC7-D0F5-397E1C20639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542AE01-5803-7F7E-2710-265ED8C547C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5C8439D-A111-3BD0-E229-B6947132D12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DF88688-A4EC-95C2-47A0-B110EBEF05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0BE2AB8-F135-91E6-6867-24B62B9E33D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448B6D8-7298-881B-EB9F-205CFB4E9A9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DDA5A03-2A69-AAC5-B8A1-0554243208D8}"/>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500" kern="0" spc="-80" dirty="0">
                <a:solidFill>
                  <a:schemeClr val="accent2"/>
                </a:solidFill>
              </a:rPr>
              <a:t>Positioning in grid:</a:t>
            </a:r>
          </a:p>
          <a:p>
            <a:pPr marL="12700" marR="5080"/>
            <a:r>
              <a:rPr lang="en-US" sz="1500" kern="0" spc="-80" dirty="0">
                <a:solidFill>
                  <a:schemeClr val="accent6"/>
                </a:solidFill>
              </a:rPr>
              <a:t>.item {</a:t>
            </a:r>
          </a:p>
          <a:p>
            <a:pPr marL="12700" marR="5080"/>
            <a:r>
              <a:rPr lang="en-US" sz="1500" kern="0" spc="-80" dirty="0">
                <a:solidFill>
                  <a:schemeClr val="accent6"/>
                </a:solidFill>
              </a:rPr>
              <a:t>  grid-column: 1 / 3;</a:t>
            </a:r>
          </a:p>
          <a:p>
            <a:pPr marL="12700" marR="5080"/>
            <a:r>
              <a:rPr lang="en-US" sz="1500" kern="0" spc="-80" dirty="0">
                <a:solidFill>
                  <a:schemeClr val="accent6"/>
                </a:solidFill>
              </a:rPr>
              <a:t>  grid-row: 2 / 4;</a:t>
            </a:r>
          </a:p>
          <a:p>
            <a:pPr marL="12700" marR="5080"/>
            <a:r>
              <a:rPr lang="en-US" sz="1500" kern="0" spc="-80" dirty="0">
                <a:solidFill>
                  <a:schemeClr val="accent6"/>
                </a:solidFill>
              </a:rPr>
              <a:t>}</a:t>
            </a:r>
          </a:p>
          <a:p>
            <a:pPr marL="12700" marR="5080"/>
            <a:r>
              <a:rPr lang="en-US" sz="1500" kern="0" spc="-80" dirty="0">
                <a:solidFill>
                  <a:schemeClr val="accent2"/>
                </a:solidFill>
              </a:rPr>
              <a:t>10. Positioning</a:t>
            </a:r>
          </a:p>
          <a:p>
            <a:pPr marL="12700" marR="5080"/>
            <a:r>
              <a:rPr lang="en-US" sz="1500" kern="0" spc="-80" dirty="0">
                <a:solidFill>
                  <a:schemeClr val="accent6"/>
                </a:solidFill>
              </a:rPr>
              <a:t>position: static;  /* default */</a:t>
            </a:r>
          </a:p>
          <a:p>
            <a:pPr marL="12700" marR="5080"/>
            <a:r>
              <a:rPr lang="en-US" sz="1500" kern="0" spc="-80" dirty="0">
                <a:solidFill>
                  <a:schemeClr val="accent6"/>
                </a:solidFill>
              </a:rPr>
              <a:t>position: relative;</a:t>
            </a:r>
          </a:p>
          <a:p>
            <a:pPr marL="12700" marR="5080"/>
            <a:r>
              <a:rPr lang="en-US" sz="1500" kern="0" spc="-80" dirty="0">
                <a:solidFill>
                  <a:schemeClr val="accent6"/>
                </a:solidFill>
              </a:rPr>
              <a:t>position: absolute;</a:t>
            </a:r>
          </a:p>
          <a:p>
            <a:pPr marL="12700" marR="5080"/>
            <a:r>
              <a:rPr lang="en-US" sz="1500" kern="0" spc="-80" dirty="0">
                <a:solidFill>
                  <a:schemeClr val="accent6"/>
                </a:solidFill>
              </a:rPr>
              <a:t>position: fixed;</a:t>
            </a:r>
          </a:p>
          <a:p>
            <a:pPr marL="12700" marR="5080"/>
            <a:r>
              <a:rPr lang="en-US" sz="1500" kern="0" spc="-80" dirty="0">
                <a:solidFill>
                  <a:schemeClr val="accent6"/>
                </a:solidFill>
              </a:rPr>
              <a:t>position: sticky;</a:t>
            </a:r>
          </a:p>
          <a:p>
            <a:pPr marL="12700" marR="5080"/>
            <a:r>
              <a:rPr lang="en-US" sz="1500" kern="0" spc="-80" dirty="0">
                <a:solidFill>
                  <a:schemeClr val="accent2"/>
                </a:solidFill>
              </a:rPr>
              <a:t>Key Idea:</a:t>
            </a:r>
          </a:p>
          <a:p>
            <a:pPr marL="12700" marR="5080"/>
            <a:r>
              <a:rPr lang="en-US" sz="1500" kern="0" spc="-80" dirty="0">
                <a:solidFill>
                  <a:schemeClr val="accent6"/>
                </a:solidFill>
              </a:rPr>
              <a:t>absolute positions relative to the nearest positioned ancestor.</a:t>
            </a:r>
          </a:p>
          <a:p>
            <a:pPr marL="12700" marR="5080"/>
            <a:endParaRPr lang="en-US" sz="1500" kern="0" spc="-80" dirty="0">
              <a:solidFill>
                <a:schemeClr val="accent6"/>
              </a:solidFill>
            </a:endParaRPr>
          </a:p>
          <a:p>
            <a:pPr marL="12700" marR="5080"/>
            <a:r>
              <a:rPr lang="en-US" sz="1500" kern="0" spc="-80" dirty="0">
                <a:solidFill>
                  <a:schemeClr val="accent2"/>
                </a:solidFill>
              </a:rPr>
              <a:t>11. Responsive Design</a:t>
            </a:r>
          </a:p>
          <a:p>
            <a:pPr marL="12700" marR="5080"/>
            <a:r>
              <a:rPr lang="en-US" sz="1500" kern="0" spc="-80" dirty="0">
                <a:solidFill>
                  <a:schemeClr val="accent2"/>
                </a:solidFill>
              </a:rPr>
              <a:t>Units</a:t>
            </a:r>
          </a:p>
          <a:p>
            <a:pPr marL="12700" marR="5080"/>
            <a:r>
              <a:rPr lang="en-US" sz="1500" kern="0" spc="-80" dirty="0">
                <a:solidFill>
                  <a:schemeClr val="accent2"/>
                </a:solidFill>
              </a:rPr>
              <a:t>Relative: </a:t>
            </a:r>
            <a:r>
              <a:rPr lang="en-US" sz="1500" kern="0" spc="-80" dirty="0" err="1">
                <a:solidFill>
                  <a:schemeClr val="accent6"/>
                </a:solidFill>
              </a:rPr>
              <a:t>em</a:t>
            </a:r>
            <a:r>
              <a:rPr lang="en-US" sz="1500" kern="0" spc="-80" dirty="0">
                <a:solidFill>
                  <a:schemeClr val="accent6"/>
                </a:solidFill>
              </a:rPr>
              <a:t>, rem, </a:t>
            </a:r>
            <a:r>
              <a:rPr lang="en-US" sz="1500" kern="0" spc="-80" dirty="0" err="1">
                <a:solidFill>
                  <a:schemeClr val="accent6"/>
                </a:solidFill>
              </a:rPr>
              <a:t>vw</a:t>
            </a:r>
            <a:r>
              <a:rPr lang="en-US" sz="1500" kern="0" spc="-80" dirty="0">
                <a:solidFill>
                  <a:schemeClr val="accent6"/>
                </a:solidFill>
              </a:rPr>
              <a:t>, </a:t>
            </a:r>
            <a:r>
              <a:rPr lang="en-US" sz="1500" kern="0" spc="-80" dirty="0" err="1">
                <a:solidFill>
                  <a:schemeClr val="accent6"/>
                </a:solidFill>
              </a:rPr>
              <a:t>vh</a:t>
            </a:r>
            <a:endParaRPr lang="en-US" sz="1500" kern="0" spc="-80" dirty="0">
              <a:solidFill>
                <a:schemeClr val="accent6"/>
              </a:solidFill>
            </a:endParaRPr>
          </a:p>
          <a:p>
            <a:pPr marL="12700" marR="5080"/>
            <a:r>
              <a:rPr lang="en-US" sz="1500" kern="0" spc="-80" dirty="0">
                <a:solidFill>
                  <a:schemeClr val="accent2"/>
                </a:solidFill>
              </a:rPr>
              <a:t>Absolute: </a:t>
            </a:r>
            <a:r>
              <a:rPr lang="en-US" sz="1500" kern="0" spc="-80" dirty="0" err="1">
                <a:solidFill>
                  <a:schemeClr val="accent6"/>
                </a:solidFill>
              </a:rPr>
              <a:t>px</a:t>
            </a:r>
            <a:endParaRPr lang="en-US" sz="1500" kern="0" spc="-80" dirty="0">
              <a:solidFill>
                <a:schemeClr val="accent6"/>
              </a:solidFill>
            </a:endParaRPr>
          </a:p>
          <a:p>
            <a:pPr marL="12700" marR="5080"/>
            <a:r>
              <a:rPr lang="en-US" sz="1500" kern="0" spc="-80" dirty="0">
                <a:solidFill>
                  <a:schemeClr val="accent2"/>
                </a:solidFill>
              </a:rPr>
              <a:t>Media Queries</a:t>
            </a:r>
          </a:p>
          <a:p>
            <a:pPr marL="12700" marR="5080"/>
            <a:r>
              <a:rPr lang="en-US" sz="1500" kern="0" spc="-80" dirty="0">
                <a:solidFill>
                  <a:schemeClr val="accent6"/>
                </a:solidFill>
              </a:rPr>
              <a:t>@media (max-width: 768px) {</a:t>
            </a:r>
          </a:p>
          <a:p>
            <a:pPr marL="12700" marR="5080"/>
            <a:r>
              <a:rPr lang="en-US" sz="1500" kern="0" spc="-80" dirty="0">
                <a:solidFill>
                  <a:schemeClr val="accent6"/>
                </a:solidFill>
              </a:rPr>
              <a:t>  body { font-size: 14px; }</a:t>
            </a:r>
          </a:p>
          <a:p>
            <a:pPr marL="12700" marR="5080"/>
            <a:r>
              <a:rPr lang="en-US" sz="1500" kern="0" spc="-80" dirty="0">
                <a:solidFill>
                  <a:schemeClr val="accent6"/>
                </a:solidFill>
              </a:rPr>
              <a:t>}</a:t>
            </a:r>
          </a:p>
        </p:txBody>
      </p:sp>
    </p:spTree>
    <p:extLst>
      <p:ext uri="{BB962C8B-B14F-4D97-AF65-F5344CB8AC3E}">
        <p14:creationId xmlns:p14="http://schemas.microsoft.com/office/powerpoint/2010/main" val="237534251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84173-81C9-ADD6-84BD-4609BB6BC7D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E6CCE3E-EBA7-24ED-B994-56A495DF7D3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FA946F5-F29E-2F30-485D-4CDC316B40D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CD91D93-D0B3-4331-CC50-85DE7BB5D546}"/>
              </a:ext>
            </a:extLst>
          </p:cNvPr>
          <p:cNvGraphicFramePr/>
          <p:nvPr>
            <p:extLst>
              <p:ext uri="{D42A27DB-BD31-4B8C-83A1-F6EECF244321}">
                <p14:modId xmlns:p14="http://schemas.microsoft.com/office/powerpoint/2010/main" val="211122684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61D3999-3154-494D-8A4E-2169B229C33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339FC53-18C6-288A-3C8E-6B8A138C6EB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6672B52-F7C0-BCFF-B751-526FC74CAB9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A6BF90E-E71C-1E95-C51B-EF5D89676BA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D6A7052-8B36-C4A4-0BFD-ED766CD2C2B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7263F5F-0E05-2AD0-4AD1-D0F5D262311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E7E4694-5468-5557-BDC2-3B7D80E29851}"/>
              </a:ext>
            </a:extLst>
          </p:cNvPr>
          <p:cNvSpPr txBox="1">
            <a:spLocks/>
          </p:cNvSpPr>
          <p:nvPr/>
        </p:nvSpPr>
        <p:spPr>
          <a:xfrm>
            <a:off x="152400"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12. Transitions &amp; Animations</a:t>
            </a:r>
          </a:p>
          <a:p>
            <a:pPr marL="12700" marR="5080"/>
            <a:r>
              <a:rPr lang="en-US" sz="1400" kern="0" spc="-80" dirty="0">
                <a:solidFill>
                  <a:schemeClr val="accent6"/>
                </a:solidFill>
              </a:rPr>
              <a:t>transition: all 0.3s ease;</a:t>
            </a:r>
          </a:p>
          <a:p>
            <a:pPr marL="12700" marR="5080"/>
            <a:r>
              <a:rPr lang="en-US" sz="1400" kern="0" spc="-80" dirty="0">
                <a:solidFill>
                  <a:schemeClr val="accent6"/>
                </a:solidFill>
              </a:rPr>
              <a:t>@keyframes slide {</a:t>
            </a:r>
          </a:p>
          <a:p>
            <a:pPr marL="12700" marR="5080"/>
            <a:r>
              <a:rPr lang="en-US" sz="1400" kern="0" spc="-80" dirty="0">
                <a:solidFill>
                  <a:schemeClr val="accent6"/>
                </a:solidFill>
              </a:rPr>
              <a:t>  from { transform: </a:t>
            </a:r>
            <a:r>
              <a:rPr lang="en-US" sz="1400" kern="0" spc="-80" dirty="0" err="1">
                <a:solidFill>
                  <a:schemeClr val="accent6"/>
                </a:solidFill>
              </a:rPr>
              <a:t>translateX</a:t>
            </a:r>
            <a:r>
              <a:rPr lang="en-US" sz="1400" kern="0" spc="-80" dirty="0">
                <a:solidFill>
                  <a:schemeClr val="accent6"/>
                </a:solidFill>
              </a:rPr>
              <a:t>(0); }</a:t>
            </a:r>
          </a:p>
          <a:p>
            <a:pPr marL="12700" marR="5080"/>
            <a:r>
              <a:rPr lang="en-US" sz="1400" kern="0" spc="-80" dirty="0">
                <a:solidFill>
                  <a:schemeClr val="accent6"/>
                </a:solidFill>
              </a:rPr>
              <a:t>  to { transform: </a:t>
            </a:r>
            <a:r>
              <a:rPr lang="en-US" sz="1400" kern="0" spc="-80" dirty="0" err="1">
                <a:solidFill>
                  <a:schemeClr val="accent6"/>
                </a:solidFill>
              </a:rPr>
              <a:t>translateX</a:t>
            </a:r>
            <a:r>
              <a:rPr lang="en-US" sz="1400" kern="0" spc="-80" dirty="0">
                <a:solidFill>
                  <a:schemeClr val="accent6"/>
                </a:solidFill>
              </a:rPr>
              <a:t>(100px); }</a:t>
            </a:r>
          </a:p>
          <a:p>
            <a:pPr marL="12700" marR="5080"/>
            <a:r>
              <a:rPr lang="en-US" sz="1400" kern="0" spc="-80" dirty="0">
                <a:solidFill>
                  <a:schemeClr val="accent6"/>
                </a:solidFill>
              </a:rPr>
              <a:t>}</a:t>
            </a:r>
          </a:p>
          <a:p>
            <a:pPr marL="12700" marR="5080"/>
            <a:r>
              <a:rPr lang="en-US" sz="1400" kern="0" spc="-80" dirty="0">
                <a:solidFill>
                  <a:schemeClr val="accent6"/>
                </a:solidFill>
              </a:rPr>
              <a:t>.box { animation: slide 2s infinite; }</a:t>
            </a:r>
          </a:p>
          <a:p>
            <a:pPr marL="12700" marR="5080"/>
            <a:endParaRPr lang="en-US" sz="1400" kern="0" spc="-80" dirty="0">
              <a:solidFill>
                <a:schemeClr val="accent6"/>
              </a:solidFill>
            </a:endParaRPr>
          </a:p>
          <a:p>
            <a:pPr marL="12700" marR="5080"/>
            <a:r>
              <a:rPr lang="en-US" sz="1400" kern="0" spc="-80" dirty="0">
                <a:solidFill>
                  <a:schemeClr val="accent2"/>
                </a:solidFill>
              </a:rPr>
              <a:t>13. CSS Variables</a:t>
            </a:r>
          </a:p>
          <a:p>
            <a:pPr marL="12700" marR="5080"/>
            <a:r>
              <a:rPr lang="en-US" sz="1400" kern="0" spc="-80" dirty="0">
                <a:solidFill>
                  <a:schemeClr val="accent6"/>
                </a:solidFill>
              </a:rPr>
              <a:t>:root { --primary: #0052ff; }</a:t>
            </a:r>
          </a:p>
          <a:p>
            <a:pPr marL="12700" marR="5080"/>
            <a:r>
              <a:rPr lang="en-US" sz="1400" kern="0" spc="-80" dirty="0">
                <a:solidFill>
                  <a:schemeClr val="accent6"/>
                </a:solidFill>
              </a:rPr>
              <a:t>button { color: var(--primary); }</a:t>
            </a:r>
          </a:p>
          <a:p>
            <a:pPr marL="12700" marR="5080"/>
            <a:endParaRPr lang="en-US" sz="1400" kern="0" spc="-80" dirty="0">
              <a:solidFill>
                <a:schemeClr val="accent6"/>
              </a:solidFill>
            </a:endParaRPr>
          </a:p>
          <a:p>
            <a:pPr marL="12700" marR="5080"/>
            <a:r>
              <a:rPr lang="en-US" sz="1400" kern="0" spc="-80" dirty="0">
                <a:solidFill>
                  <a:schemeClr val="accent2"/>
                </a:solidFill>
              </a:rPr>
              <a:t>14. Modern CSS Architecture</a:t>
            </a:r>
          </a:p>
          <a:p>
            <a:pPr marL="12700" marR="5080"/>
            <a:r>
              <a:rPr lang="en-US" sz="1400" kern="0" spc="-80" dirty="0">
                <a:solidFill>
                  <a:schemeClr val="accent2"/>
                </a:solidFill>
              </a:rPr>
              <a:t>Method	                  Concept</a:t>
            </a:r>
          </a:p>
          <a:p>
            <a:pPr marL="12700" marR="5080"/>
            <a:r>
              <a:rPr lang="en-US" sz="1400" kern="0" spc="-80" dirty="0">
                <a:solidFill>
                  <a:schemeClr val="accent6"/>
                </a:solidFill>
              </a:rPr>
              <a:t>BEM	                  </a:t>
            </a:r>
            <a:r>
              <a:rPr lang="en-US" sz="1400" kern="0" spc="-80" dirty="0" err="1">
                <a:solidFill>
                  <a:schemeClr val="accent6"/>
                </a:solidFill>
              </a:rPr>
              <a:t>block__element</a:t>
            </a:r>
            <a:r>
              <a:rPr lang="en-US" sz="1400" kern="0" spc="-80" dirty="0">
                <a:solidFill>
                  <a:schemeClr val="accent6"/>
                </a:solidFill>
              </a:rPr>
              <a:t>--modifier</a:t>
            </a:r>
          </a:p>
          <a:p>
            <a:pPr marL="12700" marR="5080"/>
            <a:r>
              <a:rPr lang="en-US" sz="1400" kern="0" spc="-80" dirty="0">
                <a:solidFill>
                  <a:schemeClr val="accent6"/>
                </a:solidFill>
              </a:rPr>
              <a:t>ITCSS	                  Layer ordering</a:t>
            </a:r>
          </a:p>
          <a:p>
            <a:pPr marL="12700" marR="5080"/>
            <a:r>
              <a:rPr lang="en-US" sz="1400" kern="0" spc="-80" dirty="0">
                <a:solidFill>
                  <a:schemeClr val="accent6"/>
                </a:solidFill>
              </a:rPr>
              <a:t>OOCSS	                  Reusable structures</a:t>
            </a:r>
          </a:p>
          <a:p>
            <a:pPr marL="12700" marR="5080"/>
            <a:r>
              <a:rPr lang="en-US" sz="1400" kern="0" spc="-80" dirty="0">
                <a:solidFill>
                  <a:schemeClr val="accent6"/>
                </a:solidFill>
              </a:rPr>
              <a:t>Utility-First	                  Tailwind-like</a:t>
            </a:r>
          </a:p>
          <a:p>
            <a:pPr marL="12700" marR="5080"/>
            <a:endParaRPr lang="en-US" sz="1400" kern="0" spc="-80" dirty="0">
              <a:solidFill>
                <a:schemeClr val="accent6"/>
              </a:solidFill>
            </a:endParaRPr>
          </a:p>
          <a:p>
            <a:pPr marL="12700" marR="5080"/>
            <a:r>
              <a:rPr lang="en-US" sz="1400" kern="0" spc="-80" dirty="0">
                <a:solidFill>
                  <a:schemeClr val="accent2"/>
                </a:solidFill>
              </a:rPr>
              <a:t>15. Performance &amp; Best Practices</a:t>
            </a:r>
          </a:p>
          <a:p>
            <a:pPr marL="12700" marR="5080"/>
            <a:r>
              <a:rPr lang="en-US" sz="1400" kern="0" spc="-80" dirty="0">
                <a:solidFill>
                  <a:schemeClr val="accent6"/>
                </a:solidFill>
              </a:rPr>
              <a:t>Prefer transform &amp; opacity for animations</a:t>
            </a:r>
          </a:p>
          <a:p>
            <a:pPr marL="12700" marR="5080"/>
            <a:r>
              <a:rPr lang="en-US" sz="1400" kern="0" spc="-80" dirty="0">
                <a:solidFill>
                  <a:schemeClr val="accent6"/>
                </a:solidFill>
              </a:rPr>
              <a:t>Minimize layout thrashing (multiple reflows)</a:t>
            </a:r>
          </a:p>
          <a:p>
            <a:pPr marL="12700" marR="5080"/>
            <a:r>
              <a:rPr lang="en-US" sz="1400" kern="0" spc="-80" dirty="0">
                <a:solidFill>
                  <a:schemeClr val="accent6"/>
                </a:solidFill>
              </a:rPr>
              <a:t>Use will-change carefully</a:t>
            </a:r>
          </a:p>
          <a:p>
            <a:pPr marL="12700" marR="5080"/>
            <a:r>
              <a:rPr lang="en-US" sz="1400" kern="0" spc="-80" dirty="0">
                <a:solidFill>
                  <a:schemeClr val="accent6"/>
                </a:solidFill>
              </a:rPr>
              <a:t>Avoid !important (except controlled design tokens).</a:t>
            </a:r>
          </a:p>
        </p:txBody>
      </p:sp>
    </p:spTree>
    <p:extLst>
      <p:ext uri="{BB962C8B-B14F-4D97-AF65-F5344CB8AC3E}">
        <p14:creationId xmlns:p14="http://schemas.microsoft.com/office/powerpoint/2010/main" val="4272929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5C1CBB-FBC5-A5D8-BFB9-D922F1D29AC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B04EE1-CA06-4882-F6F2-8042D1D1BC0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2861C63-4D33-70E1-6937-0A894961F96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398D0E-65DB-90D3-09E4-20AF0D0323C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367D85B-B9C7-F83F-89F3-D1BEDC5D8F1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86E7EED-68C8-5657-6614-1E47EFD3CBE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9187AEF-52E0-C6C4-EF0A-3A014798494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8BBECA0-5EFD-D191-3E6B-F4C791D308B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E379709-2ED0-0AAF-8495-77A94D86891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DA1F7D0-0CC3-79FC-1335-6BCCFD68836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81F7EB8-332D-7DC1-36D1-46CC16F23563}"/>
              </a:ext>
            </a:extLst>
          </p:cNvPr>
          <p:cNvSpPr txBox="1">
            <a:spLocks/>
          </p:cNvSpPr>
          <p:nvPr/>
        </p:nvSpPr>
        <p:spPr>
          <a:xfrm>
            <a:off x="152400" y="685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Absolute vs Relative Positioning – A Bit more in detail</a:t>
            </a:r>
          </a:p>
          <a:p>
            <a:pPr marL="12700" marR="5080"/>
            <a:r>
              <a:rPr lang="en-US" sz="1400" kern="0" spc="-80" dirty="0">
                <a:solidFill>
                  <a:schemeClr val="accent2"/>
                </a:solidFill>
              </a:rPr>
              <a:t>✅ 1. What is position: relative?</a:t>
            </a:r>
          </a:p>
          <a:p>
            <a:pPr marL="12700" marR="5080"/>
            <a:r>
              <a:rPr lang="en-US" sz="1400" kern="0" spc="-80" dirty="0">
                <a:solidFill>
                  <a:schemeClr val="accent6"/>
                </a:solidFill>
              </a:rPr>
              <a:t>relative positions an element relative to its original position in the normal flow.</a:t>
            </a:r>
          </a:p>
          <a:p>
            <a:pPr marL="12700" marR="5080"/>
            <a:r>
              <a:rPr lang="en-US" sz="1400" kern="0" spc="-80" dirty="0">
                <a:solidFill>
                  <a:schemeClr val="accent6"/>
                </a:solidFill>
              </a:rPr>
              <a:t>It does not remove the element from the document flow.</a:t>
            </a:r>
          </a:p>
          <a:p>
            <a:pPr marL="12700" marR="5080"/>
            <a:r>
              <a:rPr lang="en-US" sz="1400" kern="0" spc="-80" dirty="0">
                <a:solidFill>
                  <a:schemeClr val="accent6"/>
                </a:solidFill>
              </a:rPr>
              <a:t>Other elements behave as if it were still in the original place.</a:t>
            </a:r>
          </a:p>
          <a:p>
            <a:pPr marL="12700" marR="5080"/>
            <a:r>
              <a:rPr lang="en-US" sz="1400" kern="0" spc="-80" dirty="0">
                <a:solidFill>
                  <a:schemeClr val="accent6"/>
                </a:solidFill>
              </a:rPr>
              <a:t>You can shift it using top, left, right, bottom.</a:t>
            </a:r>
          </a:p>
          <a:p>
            <a:pPr marL="12700" marR="5080"/>
            <a:r>
              <a:rPr lang="en-US" sz="1400" kern="0" spc="-80" dirty="0">
                <a:solidFill>
                  <a:schemeClr val="accent6"/>
                </a:solidFill>
              </a:rPr>
              <a:t>Example</a:t>
            </a:r>
          </a:p>
          <a:p>
            <a:pPr marL="12700" marR="5080"/>
            <a:r>
              <a:rPr lang="en-US" sz="1400" kern="0" spc="-80" dirty="0">
                <a:solidFill>
                  <a:schemeClr val="accent6"/>
                </a:solidFill>
              </a:rPr>
              <a:t>.box {</a:t>
            </a:r>
          </a:p>
          <a:p>
            <a:pPr marL="12700" marR="5080"/>
            <a:r>
              <a:rPr lang="en-US" sz="1400" kern="0" spc="-80" dirty="0">
                <a:solidFill>
                  <a:schemeClr val="accent6"/>
                </a:solidFill>
              </a:rPr>
              <a:t>  position: relative;</a:t>
            </a:r>
          </a:p>
          <a:p>
            <a:pPr marL="12700" marR="5080"/>
            <a:r>
              <a:rPr lang="en-US" sz="1400" kern="0" spc="-80" dirty="0">
                <a:solidFill>
                  <a:schemeClr val="accent6"/>
                </a:solidFill>
              </a:rPr>
              <a:t>  top: 10px;   /* moves down 10px */</a:t>
            </a:r>
          </a:p>
          <a:p>
            <a:pPr marL="12700" marR="5080"/>
            <a:r>
              <a:rPr lang="en-US" sz="1400" kern="0" spc="-80" dirty="0">
                <a:solidFill>
                  <a:schemeClr val="accent6"/>
                </a:solidFill>
              </a:rPr>
              <a:t>  left: 20px;  /* moves right 20px */</a:t>
            </a:r>
          </a:p>
          <a:p>
            <a:pPr marL="12700" marR="5080"/>
            <a:r>
              <a:rPr lang="en-US" sz="1400" kern="0" spc="-80" dirty="0">
                <a:solidFill>
                  <a:schemeClr val="accent6"/>
                </a:solidFill>
              </a:rPr>
              <a:t>}</a:t>
            </a:r>
          </a:p>
          <a:p>
            <a:pPr marL="12700" marR="5080"/>
            <a:r>
              <a:rPr lang="en-US" sz="1400" kern="0" spc="-80" dirty="0">
                <a:solidFill>
                  <a:schemeClr val="accent2"/>
                </a:solidFill>
              </a:rPr>
              <a:t>Key point</a:t>
            </a:r>
          </a:p>
          <a:p>
            <a:pPr marL="12700" marR="5080"/>
            <a:r>
              <a:rPr lang="en-US" sz="1400" kern="0" spc="-80" dirty="0">
                <a:solidFill>
                  <a:schemeClr val="accent6"/>
                </a:solidFill>
              </a:rPr>
              <a:t>relative is mostly used to create a positioning context for absolutely-positioned children.</a:t>
            </a:r>
          </a:p>
          <a:p>
            <a:pPr marL="12700" marR="5080"/>
            <a:endParaRPr lang="en-US" sz="1400" kern="0" spc="-80" dirty="0">
              <a:solidFill>
                <a:schemeClr val="accent6"/>
              </a:solidFill>
            </a:endParaRPr>
          </a:p>
          <a:p>
            <a:pPr marL="12700" marR="5080"/>
            <a:r>
              <a:rPr lang="en-US" sz="1400" kern="0" spc="-80" dirty="0">
                <a:solidFill>
                  <a:schemeClr val="accent2"/>
                </a:solidFill>
              </a:rPr>
              <a:t>✅ 2. What is position: absolute?</a:t>
            </a:r>
          </a:p>
          <a:p>
            <a:pPr marL="12700" marR="5080"/>
            <a:r>
              <a:rPr lang="en-US" sz="1400" kern="0" spc="-80" dirty="0">
                <a:solidFill>
                  <a:schemeClr val="accent6"/>
                </a:solidFill>
              </a:rPr>
              <a:t>absolute positions an element relative to its nearest positioned ancestor</a:t>
            </a:r>
          </a:p>
          <a:p>
            <a:pPr marL="12700" marR="5080"/>
            <a:r>
              <a:rPr lang="en-US" sz="1400" kern="0" spc="-80" dirty="0">
                <a:solidFill>
                  <a:schemeClr val="accent6"/>
                </a:solidFill>
              </a:rPr>
              <a:t>(i.e., the nearest parent with any of these: relative, absolute, or fixed).</a:t>
            </a:r>
          </a:p>
          <a:p>
            <a:pPr marL="12700" marR="5080"/>
            <a:r>
              <a:rPr lang="en-US" sz="1400" kern="0" spc="-80" dirty="0">
                <a:solidFill>
                  <a:schemeClr val="accent6"/>
                </a:solidFill>
              </a:rPr>
              <a:t>If no such parent exists → it becomes relative to the viewport.</a:t>
            </a:r>
          </a:p>
          <a:p>
            <a:pPr marL="12700" marR="5080"/>
            <a:r>
              <a:rPr lang="en-US" sz="1400" kern="0" spc="-80" dirty="0">
                <a:solidFill>
                  <a:schemeClr val="accent6"/>
                </a:solidFill>
              </a:rPr>
              <a:t>It removes the element from normal flow.</a:t>
            </a:r>
          </a:p>
          <a:p>
            <a:pPr marL="12700" marR="5080"/>
            <a:r>
              <a:rPr lang="en-US" sz="1400" kern="0" spc="-80" dirty="0">
                <a:solidFill>
                  <a:schemeClr val="accent6"/>
                </a:solidFill>
              </a:rPr>
              <a:t>Other elements act as if it doesn’t exist.</a:t>
            </a:r>
          </a:p>
          <a:p>
            <a:pPr marL="12700" marR="5080"/>
            <a:r>
              <a:rPr lang="en-US" sz="1400" kern="0" spc="-80" dirty="0">
                <a:solidFill>
                  <a:schemeClr val="accent6"/>
                </a:solidFill>
              </a:rPr>
              <a:t>You can place it anywhere using top, right, bottom, left.</a:t>
            </a:r>
          </a:p>
        </p:txBody>
      </p:sp>
    </p:spTree>
    <p:extLst>
      <p:ext uri="{BB962C8B-B14F-4D97-AF65-F5344CB8AC3E}">
        <p14:creationId xmlns:p14="http://schemas.microsoft.com/office/powerpoint/2010/main" val="191387768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D75A7-C45A-03E0-D798-48914722EE1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26711DD-2FE8-550A-4E72-084DEE4C1E3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8B45265-8F71-B7E5-9A9F-0FC537C48EB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15D3B42-C50F-1765-1A0B-D4907555955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EB507BC-3D9F-C487-BCE3-8B7BED4474B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B60EEF1-526F-2C1B-54CC-D5813AF9A92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72B190B-F9E9-9499-8B10-A051EA66E78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F7271FF-1D59-8ACC-B335-1A2536317BC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0914530-5FE8-8EB2-7AF2-B0A52CB07F2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533F7A1-C9F7-A485-3BB6-1D3A5E90A03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4F9D192-0AD0-98D2-91C5-5234AF263B93}"/>
              </a:ext>
            </a:extLst>
          </p:cNvPr>
          <p:cNvSpPr txBox="1">
            <a:spLocks/>
          </p:cNvSpPr>
          <p:nvPr/>
        </p:nvSpPr>
        <p:spPr>
          <a:xfrm>
            <a:off x="152400" y="685800"/>
            <a:ext cx="8624937" cy="561692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Absolute vs Relative Positioning – A Bit more in detail</a:t>
            </a:r>
          </a:p>
          <a:p>
            <a:pPr marL="12700" marR="5080"/>
            <a:r>
              <a:rPr lang="en-US" sz="1400" kern="0" spc="-80" dirty="0">
                <a:solidFill>
                  <a:schemeClr val="accent2"/>
                </a:solidFill>
              </a:rPr>
              <a:t>✅ 2. What is position: absolute?</a:t>
            </a:r>
          </a:p>
          <a:p>
            <a:pPr marL="12700" marR="5080"/>
            <a:r>
              <a:rPr lang="en-US" sz="1400" kern="0" spc="-80" dirty="0">
                <a:solidFill>
                  <a:schemeClr val="accent6"/>
                </a:solidFill>
              </a:rPr>
              <a:t>Example</a:t>
            </a:r>
          </a:p>
          <a:p>
            <a:pPr marL="12700" marR="5080"/>
            <a:r>
              <a:rPr lang="en-US" sz="1400" kern="0" spc="-80" dirty="0">
                <a:solidFill>
                  <a:schemeClr val="accent6"/>
                </a:solidFill>
              </a:rPr>
              <a:t>.container {</a:t>
            </a:r>
          </a:p>
          <a:p>
            <a:pPr marL="12700" marR="5080"/>
            <a:r>
              <a:rPr lang="en-US" sz="1400" kern="0" spc="-80" dirty="0">
                <a:solidFill>
                  <a:schemeClr val="accent6"/>
                </a:solidFill>
              </a:rPr>
              <a:t>  position: relative; /* positioning context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.child {</a:t>
            </a:r>
          </a:p>
          <a:p>
            <a:pPr marL="12700" marR="5080"/>
            <a:r>
              <a:rPr lang="en-US" sz="1400" kern="0" spc="-80" dirty="0">
                <a:solidFill>
                  <a:schemeClr val="accent6"/>
                </a:solidFill>
              </a:rPr>
              <a:t>  position: absolute;</a:t>
            </a:r>
          </a:p>
          <a:p>
            <a:pPr marL="12700" marR="5080"/>
            <a:r>
              <a:rPr lang="en-US" sz="1400" kern="0" spc="-80" dirty="0">
                <a:solidFill>
                  <a:schemeClr val="accent6"/>
                </a:solidFill>
              </a:rPr>
              <a:t>  top: 0;</a:t>
            </a:r>
          </a:p>
          <a:p>
            <a:pPr marL="12700" marR="5080"/>
            <a:r>
              <a:rPr lang="en-US" sz="1400" kern="0" spc="-80" dirty="0">
                <a:solidFill>
                  <a:schemeClr val="accent6"/>
                </a:solidFill>
              </a:rPr>
              <a:t>  right: 0;</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 Relative vs Absolute — The Real Difference</a:t>
            </a:r>
          </a:p>
          <a:p>
            <a:pPr marL="12700" marR="5080"/>
            <a:r>
              <a:rPr lang="en-US" sz="1400" kern="0" spc="-80" dirty="0">
                <a:solidFill>
                  <a:schemeClr val="accent2"/>
                </a:solidFill>
              </a:rPr>
              <a:t>Feature	                                         relative	                                                        absolute</a:t>
            </a:r>
          </a:p>
          <a:p>
            <a:pPr marL="12700" marR="5080"/>
            <a:r>
              <a:rPr lang="en-US" sz="1400" kern="0" spc="-80" dirty="0">
                <a:solidFill>
                  <a:schemeClr val="accent6"/>
                </a:solidFill>
              </a:rPr>
              <a:t>Removed from flow?	                     ❌ No	                                                        ✅ Yes</a:t>
            </a:r>
          </a:p>
          <a:p>
            <a:pPr marL="12700" marR="5080"/>
            <a:r>
              <a:rPr lang="en-US" sz="1400" kern="0" spc="-80" dirty="0">
                <a:solidFill>
                  <a:schemeClr val="accent6"/>
                </a:solidFill>
              </a:rPr>
              <a:t>Moves relative to	                      Its own original position	                 Nearest positioned </a:t>
            </a:r>
          </a:p>
          <a:p>
            <a:pPr marL="12700" marR="5080"/>
            <a:r>
              <a:rPr lang="en-US" sz="1400" kern="0" spc="-80" dirty="0">
                <a:solidFill>
                  <a:schemeClr val="accent6"/>
                </a:solidFill>
              </a:rPr>
              <a:t>                                                                                                                                      ancestor (or</a:t>
            </a:r>
          </a:p>
          <a:p>
            <a:pPr marL="12700" marR="5080"/>
            <a:r>
              <a:rPr lang="en-US" sz="1400" kern="0" spc="-80" dirty="0">
                <a:solidFill>
                  <a:schemeClr val="accent6"/>
                </a:solidFill>
              </a:rPr>
              <a:t>                                                                                                                                      viewport)</a:t>
            </a:r>
          </a:p>
          <a:p>
            <a:pPr marL="12700" marR="5080"/>
            <a:r>
              <a:rPr lang="en-US" sz="1400" kern="0" spc="-80" dirty="0">
                <a:solidFill>
                  <a:schemeClr val="accent6"/>
                </a:solidFill>
              </a:rPr>
              <a:t>Needs parent to be positioned?	  ❌ No	                                                        ✅ Often yes</a:t>
            </a:r>
          </a:p>
          <a:p>
            <a:pPr marL="12700" marR="5080"/>
            <a:r>
              <a:rPr lang="en-US" sz="1400" kern="0" spc="-80" dirty="0">
                <a:solidFill>
                  <a:schemeClr val="accent6"/>
                </a:solidFill>
              </a:rPr>
              <a:t>Affects surrounding layout?	   Slightly (keeps its space)	                 Yes (other elements </a:t>
            </a:r>
          </a:p>
          <a:p>
            <a:pPr marL="12700" marR="5080"/>
            <a:r>
              <a:rPr lang="en-US" sz="1400" kern="0" spc="-80" dirty="0">
                <a:solidFill>
                  <a:schemeClr val="accent6"/>
                </a:solidFill>
              </a:rPr>
              <a:t>                                                                                                                                      collapse upward)</a:t>
            </a:r>
          </a:p>
          <a:p>
            <a:pPr marL="12700" marR="5080"/>
            <a:r>
              <a:rPr lang="en-US" sz="1400" kern="0" spc="-80" dirty="0">
                <a:solidFill>
                  <a:schemeClr val="accent6"/>
                </a:solidFill>
              </a:rPr>
              <a:t>Typical use	                      Small offsets, anchor for children                Popups, overlays, icons</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78519901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5CCE17-4C83-ED7F-BDFC-E0C9F7E3E50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44DB891-509C-845D-BFDB-F32559383BC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D92925C-9F22-94D5-95B4-A86931DFE19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C287583-3FB0-4760-4DF7-CF38AE4FE63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1EE9FA4-3D2D-0CCA-BE21-BD2259941DC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3EEA351-9C0D-D163-E5E7-B64A54E98A0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4FB6111-657C-68D1-0E4A-F3940A64B18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5ADDAAD-4552-1D70-43EC-4D3E4B33843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24AB236-CBE5-8AFC-ECA0-0FA46AC5F36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886F62A-C665-64CC-BCE2-9516AD6E7FF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FD2279E-624D-AE38-6487-51D68E7FAD61}"/>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Absolute vs Relative Positioning – A Bit more in detail</a:t>
            </a:r>
          </a:p>
          <a:p>
            <a:pPr marL="12700" marR="5080"/>
            <a:r>
              <a:rPr lang="en-US" sz="1400" kern="0" spc="-80" dirty="0">
                <a:solidFill>
                  <a:schemeClr val="accent2"/>
                </a:solidFill>
              </a:rPr>
              <a:t>🎯 3. When to Use relative</a:t>
            </a:r>
          </a:p>
          <a:p>
            <a:pPr marL="12700" marR="5080"/>
            <a:r>
              <a:rPr lang="en-US" sz="1400" kern="0" spc="-80" dirty="0">
                <a:solidFill>
                  <a:schemeClr val="accent6"/>
                </a:solidFill>
              </a:rPr>
              <a:t>Use position: relative when:</a:t>
            </a:r>
          </a:p>
          <a:p>
            <a:pPr marL="12700" marR="5080"/>
            <a:r>
              <a:rPr lang="en-US" sz="1400" kern="0" spc="-80" dirty="0">
                <a:solidFill>
                  <a:schemeClr val="accent6"/>
                </a:solidFill>
              </a:rPr>
              <a:t>✔️ You want to create a positioning context</a:t>
            </a:r>
          </a:p>
          <a:p>
            <a:pPr marL="12700" marR="5080"/>
            <a:r>
              <a:rPr lang="en-US" sz="1400" kern="0" spc="-80" dirty="0">
                <a:solidFill>
                  <a:schemeClr val="accent6"/>
                </a:solidFill>
              </a:rPr>
              <a:t>To make children using position: absolute position correctly:</a:t>
            </a:r>
          </a:p>
          <a:p>
            <a:pPr marL="12700" marR="5080"/>
            <a:r>
              <a:rPr lang="en-US" sz="1400" kern="0" spc="-80" dirty="0">
                <a:solidFill>
                  <a:schemeClr val="accent6"/>
                </a:solidFill>
              </a:rPr>
              <a:t>.card { position: relative; }</a:t>
            </a:r>
          </a:p>
          <a:p>
            <a:pPr marL="12700" marR="5080"/>
            <a:r>
              <a:rPr lang="en-US" sz="1400" kern="0" spc="-80" dirty="0">
                <a:solidFill>
                  <a:schemeClr val="accent6"/>
                </a:solidFill>
              </a:rPr>
              <a:t>.card .badge { position: absolute; top: 10px; right: 10px; }</a:t>
            </a:r>
          </a:p>
          <a:p>
            <a:pPr marL="12700" marR="5080"/>
            <a:r>
              <a:rPr lang="en-US" sz="1400" kern="0" spc="-80" dirty="0">
                <a:solidFill>
                  <a:schemeClr val="accent6"/>
                </a:solidFill>
              </a:rPr>
              <a:t>✔️ You want to nudge/move the element slightly</a:t>
            </a:r>
          </a:p>
          <a:p>
            <a:pPr marL="12700" marR="5080"/>
            <a:r>
              <a:rPr lang="en-US" sz="1400" kern="0" spc="-80" dirty="0">
                <a:solidFill>
                  <a:schemeClr val="accent6"/>
                </a:solidFill>
              </a:rPr>
              <a:t>Like shifting a label or adjusting alignment without breaking layout.</a:t>
            </a:r>
          </a:p>
          <a:p>
            <a:pPr marL="12700" marR="5080"/>
            <a:r>
              <a:rPr lang="en-US" sz="1400" kern="0" spc="-80" dirty="0">
                <a:solidFill>
                  <a:schemeClr val="accent6"/>
                </a:solidFill>
              </a:rPr>
              <a:t>✔️ For z-index control</a:t>
            </a:r>
          </a:p>
          <a:p>
            <a:pPr marL="12700" marR="5080"/>
            <a:r>
              <a:rPr lang="en-US" sz="1400" kern="0" spc="-80" dirty="0">
                <a:solidFill>
                  <a:schemeClr val="accent6"/>
                </a:solidFill>
              </a:rPr>
              <a:t>relative gives you a new stacking context when needed.</a:t>
            </a:r>
          </a:p>
          <a:p>
            <a:pPr marL="12700" marR="5080"/>
            <a:endParaRPr lang="en-US" sz="1400" kern="0" spc="-80" dirty="0">
              <a:solidFill>
                <a:schemeClr val="accent6"/>
              </a:solidFill>
            </a:endParaRPr>
          </a:p>
          <a:p>
            <a:pPr marL="12700" marR="5080"/>
            <a:r>
              <a:rPr lang="en-US" sz="1400" kern="0" spc="-80" dirty="0">
                <a:solidFill>
                  <a:schemeClr val="accent2"/>
                </a:solidFill>
              </a:rPr>
              <a:t>🎯 4. When to Use absolute</a:t>
            </a:r>
          </a:p>
          <a:p>
            <a:pPr marL="12700" marR="5080"/>
            <a:r>
              <a:rPr lang="en-US" sz="1400" kern="0" spc="-80" dirty="0">
                <a:solidFill>
                  <a:schemeClr val="accent6"/>
                </a:solidFill>
              </a:rPr>
              <a:t>Use position: absolute when:</a:t>
            </a:r>
          </a:p>
          <a:p>
            <a:pPr marL="12700" marR="5080"/>
            <a:r>
              <a:rPr lang="en-US" sz="1400" kern="0" spc="-80" dirty="0">
                <a:solidFill>
                  <a:schemeClr val="accent6"/>
                </a:solidFill>
              </a:rPr>
              <a:t>✔️ You want an element to float over others</a:t>
            </a:r>
          </a:p>
          <a:p>
            <a:pPr marL="12700" marR="5080"/>
            <a:r>
              <a:rPr lang="en-US" sz="1400" kern="0" spc="-80" dirty="0">
                <a:solidFill>
                  <a:schemeClr val="accent6"/>
                </a:solidFill>
              </a:rPr>
              <a:t>Examples:</a:t>
            </a:r>
          </a:p>
          <a:p>
            <a:pPr marL="12700" marR="5080"/>
            <a:r>
              <a:rPr lang="en-US" sz="1400" kern="0" spc="-80" dirty="0">
                <a:solidFill>
                  <a:schemeClr val="accent6"/>
                </a:solidFill>
              </a:rPr>
              <a:t>icons inside input fields</a:t>
            </a:r>
          </a:p>
          <a:p>
            <a:pPr marL="12700" marR="5080"/>
            <a:r>
              <a:rPr lang="en-US" sz="1400" kern="0" spc="-80" dirty="0">
                <a:solidFill>
                  <a:schemeClr val="accent6"/>
                </a:solidFill>
              </a:rPr>
              <a:t>badges</a:t>
            </a:r>
          </a:p>
          <a:p>
            <a:pPr marL="12700" marR="5080"/>
            <a:r>
              <a:rPr lang="en-US" sz="1400" kern="0" spc="-80" dirty="0">
                <a:solidFill>
                  <a:schemeClr val="accent6"/>
                </a:solidFill>
              </a:rPr>
              <a:t>dropdown menus</a:t>
            </a:r>
          </a:p>
          <a:p>
            <a:pPr marL="12700" marR="5080"/>
            <a:r>
              <a:rPr lang="en-US" sz="1400" kern="0" spc="-80" dirty="0">
                <a:solidFill>
                  <a:schemeClr val="accent6"/>
                </a:solidFill>
              </a:rPr>
              <a:t>tooltips</a:t>
            </a:r>
          </a:p>
          <a:p>
            <a:pPr marL="12700" marR="5080"/>
            <a:r>
              <a:rPr lang="en-US" sz="1400" kern="0" spc="-80" dirty="0">
                <a:solidFill>
                  <a:schemeClr val="accent6"/>
                </a:solidFill>
              </a:rPr>
              <a:t>modal overlays (except many use fixed)</a:t>
            </a:r>
          </a:p>
          <a:p>
            <a:pPr marL="12700" marR="5080"/>
            <a:r>
              <a:rPr lang="en-US" sz="1400" kern="0" spc="-80" dirty="0">
                <a:solidFill>
                  <a:schemeClr val="accent6"/>
                </a:solidFill>
              </a:rPr>
              <a:t>✔️ You need pixel-perfect placement</a:t>
            </a:r>
          </a:p>
          <a:p>
            <a:pPr marL="12700" marR="5080"/>
            <a:r>
              <a:rPr lang="en-US" sz="1400" kern="0" spc="-80" dirty="0">
                <a:solidFill>
                  <a:schemeClr val="accent6"/>
                </a:solidFill>
              </a:rPr>
              <a:t>E.g., putting an icon in the top-right of a button.</a:t>
            </a:r>
          </a:p>
        </p:txBody>
      </p:sp>
    </p:spTree>
    <p:extLst>
      <p:ext uri="{BB962C8B-B14F-4D97-AF65-F5344CB8AC3E}">
        <p14:creationId xmlns:p14="http://schemas.microsoft.com/office/powerpoint/2010/main" val="94506261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5986A-01CB-F204-55AF-E18B20494D9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963DE37-0D28-201B-FC03-5F7C1860E67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650988F-214F-A845-D7C4-7A7D9082875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3FA702-4A84-3B2E-7086-11924AEF9D1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62A8013-3061-1671-F60E-986C70885EC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B03FB7E-1D27-4FC3-6D2B-0E96AD55C27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CFCA88-8DEB-4BDC-C346-978360924E2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D8801D3-E2E3-8CC3-B9B0-C4E4F3FDCD1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C944DCC-B97F-F734-4143-C8B4ABA6258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6AF5303-07E0-2D21-44C0-EF4208E29A5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135DE35-D7D7-5B0F-7433-33862A177224}"/>
              </a:ext>
            </a:extLst>
          </p:cNvPr>
          <p:cNvSpPr txBox="1">
            <a:spLocks/>
          </p:cNvSpPr>
          <p:nvPr/>
        </p:nvSpPr>
        <p:spPr>
          <a:xfrm>
            <a:off x="152400" y="685800"/>
            <a:ext cx="8624937" cy="54630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Absolute vs Relative Positioning – A Bit more in detail</a:t>
            </a:r>
          </a:p>
          <a:p>
            <a:pPr marL="12700" marR="5080"/>
            <a:r>
              <a:rPr lang="en-US" sz="1300" kern="0" spc="-80" dirty="0">
                <a:solidFill>
                  <a:schemeClr val="accent6"/>
                </a:solidFill>
              </a:rPr>
              <a:t>✔️ Element should NOT affect layout around it</a:t>
            </a:r>
          </a:p>
          <a:p>
            <a:pPr marL="12700" marR="5080"/>
            <a:r>
              <a:rPr lang="en-US" sz="1300" kern="0" spc="-80" dirty="0">
                <a:solidFill>
                  <a:schemeClr val="accent6"/>
                </a:solidFill>
              </a:rPr>
              <a:t>E.g., a floating label or overlapping design piece.</a:t>
            </a:r>
          </a:p>
          <a:p>
            <a:pPr marL="12700" marR="5080"/>
            <a:r>
              <a:rPr lang="en-US" sz="1300" kern="0" spc="-80" dirty="0">
                <a:solidFill>
                  <a:schemeClr val="accent6"/>
                </a:solidFill>
              </a:rPr>
              <a:t>✔️ For components that break normal flow</a:t>
            </a:r>
          </a:p>
          <a:p>
            <a:pPr marL="12700" marR="5080"/>
            <a:r>
              <a:rPr lang="en-US" sz="1300" kern="0" spc="-80" dirty="0">
                <a:solidFill>
                  <a:schemeClr val="accent6"/>
                </a:solidFill>
              </a:rPr>
              <a:t>Like laying elements on top of images.</a:t>
            </a:r>
          </a:p>
          <a:p>
            <a:pPr marL="12700" marR="5080"/>
            <a:r>
              <a:rPr lang="en-US" sz="1300" kern="0" spc="-80" dirty="0">
                <a:solidFill>
                  <a:schemeClr val="accent2"/>
                </a:solidFill>
              </a:rPr>
              <a:t>🚫 When NOT to Use Absolute</a:t>
            </a:r>
          </a:p>
          <a:p>
            <a:pPr marL="12700" marR="5080"/>
            <a:r>
              <a:rPr lang="en-US" sz="1300" kern="0" spc="-80" dirty="0">
                <a:solidFill>
                  <a:schemeClr val="accent6"/>
                </a:solidFill>
              </a:rPr>
              <a:t>Avoid absolute when:</a:t>
            </a:r>
          </a:p>
          <a:p>
            <a:pPr marL="12700" marR="5080"/>
            <a:r>
              <a:rPr lang="en-US" sz="1300" kern="0" spc="-80" dirty="0">
                <a:solidFill>
                  <a:schemeClr val="accent6"/>
                </a:solidFill>
              </a:rPr>
              <a:t>You want responsive layouts without hassle.</a:t>
            </a:r>
          </a:p>
          <a:p>
            <a:pPr marL="12700" marR="5080"/>
            <a:r>
              <a:rPr lang="en-US" sz="1300" kern="0" spc="-80" dirty="0">
                <a:solidFill>
                  <a:schemeClr val="accent6"/>
                </a:solidFill>
              </a:rPr>
              <a:t>You want the element to stretch with content.</a:t>
            </a:r>
          </a:p>
          <a:p>
            <a:pPr marL="12700" marR="5080"/>
            <a:r>
              <a:rPr lang="en-US" sz="1300" kern="0" spc="-80" dirty="0">
                <a:solidFill>
                  <a:schemeClr val="accent6"/>
                </a:solidFill>
              </a:rPr>
              <a:t>You want auto spacing between elements.</a:t>
            </a:r>
          </a:p>
          <a:p>
            <a:pPr marL="12700" marR="5080"/>
            <a:r>
              <a:rPr lang="en-US" sz="1300" kern="0" spc="-80" dirty="0">
                <a:solidFill>
                  <a:schemeClr val="accent6"/>
                </a:solidFill>
              </a:rPr>
              <a:t>You want vertical centering in dynamic layouts (use flexbox or grid instead).   </a:t>
            </a:r>
          </a:p>
          <a:p>
            <a:pPr marL="12700" marR="5080"/>
            <a:endParaRPr lang="en-US" sz="1300" kern="0" spc="-80" dirty="0">
              <a:solidFill>
                <a:schemeClr val="accent6"/>
              </a:solidFill>
            </a:endParaRPr>
          </a:p>
          <a:p>
            <a:pPr marL="12700" marR="5080"/>
            <a:r>
              <a:rPr lang="en-US" sz="1300" kern="0" spc="-80" dirty="0">
                <a:solidFill>
                  <a:schemeClr val="accent2"/>
                </a:solidFill>
              </a:rPr>
              <a:t>⭐ 5. The Golden Rule</a:t>
            </a:r>
          </a:p>
          <a:p>
            <a:pPr marL="12700" marR="5080"/>
            <a:r>
              <a:rPr lang="en-US" sz="1300" kern="0" spc="-80" dirty="0">
                <a:solidFill>
                  <a:schemeClr val="accent6"/>
                </a:solidFill>
              </a:rPr>
              <a:t>Use relative for parents, and absolute for children that need exact placement.</a:t>
            </a:r>
          </a:p>
          <a:p>
            <a:pPr marL="12700" marR="5080"/>
            <a:r>
              <a:rPr lang="en-US" sz="1300" kern="0" spc="-80" dirty="0">
                <a:solidFill>
                  <a:schemeClr val="accent6"/>
                </a:solidFill>
              </a:rPr>
              <a:t>This pattern is extremely common:</a:t>
            </a:r>
          </a:p>
          <a:p>
            <a:pPr marL="12700" marR="5080"/>
            <a:r>
              <a:rPr lang="en-US" sz="1300" kern="0" spc="-80" dirty="0">
                <a:solidFill>
                  <a:schemeClr val="accent6"/>
                </a:solidFill>
              </a:rPr>
              <a:t>.wrapper { position: relative; }</a:t>
            </a:r>
          </a:p>
          <a:p>
            <a:pPr marL="12700" marR="5080"/>
            <a:r>
              <a:rPr lang="en-US" sz="1300" kern="0" spc="-80" dirty="0">
                <a:solidFill>
                  <a:schemeClr val="accent6"/>
                </a:solidFill>
              </a:rPr>
              <a:t>.child   { position: absolute; top: 0; left: 0; }</a:t>
            </a:r>
          </a:p>
          <a:p>
            <a:pPr marL="12700" marR="5080"/>
            <a:endParaRPr lang="en-US" sz="1300" kern="0" spc="-80" dirty="0">
              <a:solidFill>
                <a:schemeClr val="accent6"/>
              </a:solidFill>
            </a:endParaRPr>
          </a:p>
          <a:p>
            <a:pPr marL="12700" marR="5080"/>
            <a:r>
              <a:rPr lang="en-US" sz="1300" kern="0" spc="-80" dirty="0">
                <a:solidFill>
                  <a:schemeClr val="accent2"/>
                </a:solidFill>
              </a:rPr>
              <a:t>🧠 Bonus Tip: Absolute inside absolute?</a:t>
            </a:r>
          </a:p>
          <a:p>
            <a:pPr marL="12700" marR="5080"/>
            <a:r>
              <a:rPr lang="en-US" sz="1300" kern="0" spc="-80" dirty="0">
                <a:solidFill>
                  <a:schemeClr val="accent6"/>
                </a:solidFill>
              </a:rPr>
              <a:t>Yes, but positioning becomes relative to the closest positioned ancestor.</a:t>
            </a:r>
          </a:p>
          <a:p>
            <a:pPr marL="12700" marR="5080"/>
            <a:r>
              <a:rPr lang="en-US" sz="1300" kern="0" spc="-80" dirty="0">
                <a:solidFill>
                  <a:schemeClr val="accent6"/>
                </a:solidFill>
              </a:rPr>
              <a:t>So if you want it relative to the page → do not give the parent any positioning.</a:t>
            </a:r>
          </a:p>
          <a:p>
            <a:pPr marL="12700" marR="5080"/>
            <a:endParaRPr lang="en-US" sz="1300" kern="0" spc="-80" dirty="0">
              <a:solidFill>
                <a:schemeClr val="accent6"/>
              </a:solidFill>
            </a:endParaRPr>
          </a:p>
          <a:p>
            <a:pPr marL="12700" marR="5080"/>
            <a:r>
              <a:rPr lang="en-US" sz="1300" kern="0" spc="-80" dirty="0">
                <a:solidFill>
                  <a:schemeClr val="accent2"/>
                </a:solidFill>
              </a:rPr>
              <a:t>📌 Summary in One Line</a:t>
            </a:r>
          </a:p>
          <a:p>
            <a:pPr marL="12700" marR="5080"/>
            <a:r>
              <a:rPr lang="en-US" sz="1300" kern="0" spc="-80" dirty="0">
                <a:solidFill>
                  <a:schemeClr val="accent6"/>
                </a:solidFill>
              </a:rPr>
              <a:t>Use relative to adjust without breaking flow or to create a context,</a:t>
            </a:r>
          </a:p>
          <a:p>
            <a:pPr marL="12700" marR="5080"/>
            <a:r>
              <a:rPr lang="en-US" sz="1300" kern="0" spc="-80" dirty="0">
                <a:solidFill>
                  <a:schemeClr val="accent6"/>
                </a:solidFill>
              </a:rPr>
              <a:t>use absolute to precisely place items without affecting flow.</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90761836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A259F6-47E3-7186-15C1-62C00032471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BF49B6F-A712-E279-194C-F27EE22E0C7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16944CF-FD44-13A7-E887-CC6788CE872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79FD602-F5E2-35F8-5559-6DF154CE267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E12EB37-2D45-3DFA-495E-441097AE194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DB3BC6C-BEEA-1483-EC16-62975904632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132D2F0-CC18-64B9-A312-5F36A9F65A1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EA7828F-C16F-8606-24EB-6E55B41670B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FE3D48B-D7BA-A1BF-BD4C-6EA783B931A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FE0437B-6621-4107-65A4-AADB81F1BCF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54F9CC6-78F6-D8E6-8F76-AC38BA263921}"/>
              </a:ext>
            </a:extLst>
          </p:cNvPr>
          <p:cNvSpPr txBox="1">
            <a:spLocks/>
          </p:cNvSpPr>
          <p:nvPr/>
        </p:nvSpPr>
        <p:spPr>
          <a:xfrm>
            <a:off x="152400" y="685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 What Are CSS Preprocessors?</a:t>
            </a:r>
          </a:p>
          <a:p>
            <a:pPr marL="12700" marR="5080"/>
            <a:r>
              <a:rPr lang="en-US" sz="1400" kern="0" spc="-80" dirty="0">
                <a:solidFill>
                  <a:schemeClr val="accent6"/>
                </a:solidFill>
              </a:rPr>
              <a:t>CSS preprocessors are languages that extend CSS with powerful features such as:</a:t>
            </a:r>
          </a:p>
          <a:p>
            <a:pPr marL="12700" marR="5080"/>
            <a:r>
              <a:rPr lang="en-US" sz="1400" kern="0" spc="-80" dirty="0">
                <a:solidFill>
                  <a:schemeClr val="accent6"/>
                </a:solidFill>
              </a:rPr>
              <a:t>Variables</a:t>
            </a:r>
          </a:p>
          <a:p>
            <a:pPr marL="12700" marR="5080"/>
            <a:r>
              <a:rPr lang="en-US" sz="1400" kern="0" spc="-80" dirty="0">
                <a:solidFill>
                  <a:schemeClr val="accent6"/>
                </a:solidFill>
              </a:rPr>
              <a:t>Functions &amp; </a:t>
            </a:r>
            <a:r>
              <a:rPr lang="en-US" sz="1400" kern="0" spc="-80" dirty="0" err="1">
                <a:solidFill>
                  <a:schemeClr val="accent6"/>
                </a:solidFill>
              </a:rPr>
              <a:t>mixins</a:t>
            </a:r>
            <a:endParaRPr lang="en-US" sz="1400" kern="0" spc="-80" dirty="0">
              <a:solidFill>
                <a:schemeClr val="accent6"/>
              </a:solidFill>
            </a:endParaRPr>
          </a:p>
          <a:p>
            <a:pPr marL="12700" marR="5080"/>
            <a:r>
              <a:rPr lang="en-US" sz="1400" kern="0" spc="-80" dirty="0">
                <a:solidFill>
                  <a:schemeClr val="accent6"/>
                </a:solidFill>
              </a:rPr>
              <a:t>Nesting rules</a:t>
            </a:r>
          </a:p>
          <a:p>
            <a:pPr marL="12700" marR="5080"/>
            <a:r>
              <a:rPr lang="en-US" sz="1400" kern="0" spc="-80" dirty="0">
                <a:solidFill>
                  <a:schemeClr val="accent6"/>
                </a:solidFill>
              </a:rPr>
              <a:t>Mathematical operations</a:t>
            </a:r>
          </a:p>
          <a:p>
            <a:pPr marL="12700" marR="5080"/>
            <a:r>
              <a:rPr lang="en-US" sz="1400" kern="0" spc="-80" dirty="0">
                <a:solidFill>
                  <a:schemeClr val="accent6"/>
                </a:solidFill>
              </a:rPr>
              <a:t>Conditionals &amp; loops</a:t>
            </a:r>
          </a:p>
          <a:p>
            <a:pPr marL="12700" marR="5080"/>
            <a:r>
              <a:rPr lang="en-US" sz="1400" kern="0" spc="-80" dirty="0">
                <a:solidFill>
                  <a:schemeClr val="accent6"/>
                </a:solidFill>
              </a:rPr>
              <a:t>Modules / partials</a:t>
            </a:r>
          </a:p>
          <a:p>
            <a:pPr marL="12700" marR="5080"/>
            <a:r>
              <a:rPr lang="en-US" sz="1400" kern="0" spc="-80" dirty="0">
                <a:solidFill>
                  <a:schemeClr val="accent6"/>
                </a:solidFill>
              </a:rPr>
              <a:t>Custom functions</a:t>
            </a:r>
          </a:p>
          <a:p>
            <a:pPr marL="12700" marR="5080"/>
            <a:r>
              <a:rPr lang="en-US" sz="1400" kern="0" spc="-80" dirty="0">
                <a:solidFill>
                  <a:schemeClr val="accent6"/>
                </a:solidFill>
              </a:rPr>
              <a:t>Reusable utilities</a:t>
            </a:r>
          </a:p>
          <a:p>
            <a:pPr marL="12700" marR="5080"/>
            <a:r>
              <a:rPr lang="en-US" sz="1400" kern="0" spc="-80" dirty="0">
                <a:solidFill>
                  <a:schemeClr val="accent6"/>
                </a:solidFill>
              </a:rPr>
              <a:t>Your preprocessor code is compiled into normal CSS before the browser uses it.</a:t>
            </a:r>
          </a:p>
          <a:p>
            <a:pPr marL="12700" marR="5080"/>
            <a:endParaRPr lang="en-US" sz="1400" kern="0" spc="-80" dirty="0">
              <a:solidFill>
                <a:schemeClr val="accent6"/>
              </a:solidFill>
            </a:endParaRPr>
          </a:p>
          <a:p>
            <a:pPr marL="12700" marR="5080"/>
            <a:r>
              <a:rPr lang="en-US" sz="1400" kern="0" spc="-80" dirty="0">
                <a:solidFill>
                  <a:schemeClr val="accent2"/>
                </a:solidFill>
              </a:rPr>
              <a:t>⭐ The Most Popular CSS Preprocessors</a:t>
            </a:r>
          </a:p>
          <a:p>
            <a:pPr marL="12700" marR="5080"/>
            <a:r>
              <a:rPr lang="en-US" sz="1400" kern="0" spc="-80" dirty="0">
                <a:solidFill>
                  <a:schemeClr val="accent6"/>
                </a:solidFill>
              </a:rPr>
              <a:t>1. Sass/SCSS (Most popular)</a:t>
            </a:r>
          </a:p>
          <a:p>
            <a:pPr marL="12700" marR="5080"/>
            <a:r>
              <a:rPr lang="en-US" sz="1400" kern="0" spc="-80" dirty="0">
                <a:solidFill>
                  <a:schemeClr val="accent6"/>
                </a:solidFill>
              </a:rPr>
              <a:t>2. Less</a:t>
            </a:r>
          </a:p>
          <a:p>
            <a:pPr marL="12700" marR="5080"/>
            <a:r>
              <a:rPr lang="en-US" sz="1400" kern="0" spc="-80" dirty="0">
                <a:solidFill>
                  <a:schemeClr val="accent6"/>
                </a:solidFill>
              </a:rPr>
              <a:t>3. Stylus</a:t>
            </a:r>
          </a:p>
          <a:p>
            <a:pPr marL="12700" marR="5080"/>
            <a:r>
              <a:rPr lang="en-US" sz="1400" kern="0" spc="-80" dirty="0">
                <a:solidFill>
                  <a:schemeClr val="accent6"/>
                </a:solidFill>
              </a:rPr>
              <a:t>4. </a:t>
            </a:r>
            <a:r>
              <a:rPr lang="en-US" sz="1400" kern="0" spc="-80" dirty="0" err="1">
                <a:solidFill>
                  <a:schemeClr val="accent6"/>
                </a:solidFill>
              </a:rPr>
              <a:t>PostCSS</a:t>
            </a:r>
            <a:r>
              <a:rPr lang="en-US" sz="1400" kern="0" spc="-80" dirty="0">
                <a:solidFill>
                  <a:schemeClr val="accent6"/>
                </a:solidFill>
              </a:rPr>
              <a:t> (Technically a postprocessor but widely used as a preprocessor with plugins)</a:t>
            </a:r>
          </a:p>
          <a:p>
            <a:pPr marL="12700" marR="5080"/>
            <a:endParaRPr lang="en-US" sz="1400" kern="0" spc="-80" dirty="0">
              <a:solidFill>
                <a:schemeClr val="accent6"/>
              </a:solidFill>
            </a:endParaRPr>
          </a:p>
          <a:p>
            <a:pPr marL="12700" marR="5080"/>
            <a:r>
              <a:rPr lang="en-US" sz="1400" kern="0" spc="-80" dirty="0">
                <a:solidFill>
                  <a:schemeClr val="accent2"/>
                </a:solidFill>
              </a:rPr>
              <a:t>🧩 Core Concepts in All CSS Preprocessors</a:t>
            </a:r>
          </a:p>
          <a:p>
            <a:pPr marL="12700" marR="5080"/>
            <a:r>
              <a:rPr lang="en-US" sz="1400" kern="0" spc="-80" dirty="0">
                <a:solidFill>
                  <a:schemeClr val="accent6"/>
                </a:solidFill>
              </a:rPr>
              <a:t>1️⃣ Variables</a:t>
            </a:r>
          </a:p>
          <a:p>
            <a:pPr marL="12700" marR="5080"/>
            <a:r>
              <a:rPr lang="en-US" sz="1400" kern="0" spc="-80" dirty="0">
                <a:solidFill>
                  <a:schemeClr val="accent6"/>
                </a:solidFill>
              </a:rPr>
              <a:t>Allows storing reusable values (colors, spacing, fonts, breakpoints).</a:t>
            </a:r>
          </a:p>
        </p:txBody>
      </p:sp>
    </p:spTree>
    <p:extLst>
      <p:ext uri="{BB962C8B-B14F-4D97-AF65-F5344CB8AC3E}">
        <p14:creationId xmlns:p14="http://schemas.microsoft.com/office/powerpoint/2010/main" val="262306685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125CCF-A697-5B6B-78C7-E04EED578A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8FA7C02-228B-AC9E-B657-5AB926BB57D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6ED5EB0-A42B-8C8A-D742-60BCD0C3F1E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9F2C71F-7EB4-2299-EA09-7B7CDA32474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177B45C-33E4-9F26-1B4E-291F392C465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B573DB9-C384-E0E1-C168-7FA98FC977D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4EEDE97-29EE-CAF6-DFA1-9F49369298C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ECB99DC-883C-AE86-F9E7-29FCD80FC4A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1C37D6E-DC90-7C0D-4564-6906FD76F10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1495737-D651-607F-4763-CCFBC8D9150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AC754E2-C7CD-B107-001D-3B27AEBAA75E}"/>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 Core Concepts in All CSS Preprocessors</a:t>
            </a:r>
          </a:p>
          <a:p>
            <a:pPr marL="12700" marR="5080"/>
            <a:r>
              <a:rPr lang="en-US" sz="1400" kern="0" spc="-80" dirty="0">
                <a:solidFill>
                  <a:schemeClr val="accent2"/>
                </a:solidFill>
              </a:rPr>
              <a:t>1️⃣ Variables</a:t>
            </a:r>
          </a:p>
          <a:p>
            <a:pPr marL="12700" marR="5080"/>
            <a:r>
              <a:rPr lang="en-US" sz="1400" kern="0" spc="-80" dirty="0">
                <a:solidFill>
                  <a:schemeClr val="accent6"/>
                </a:solidFill>
              </a:rPr>
              <a:t>Sass</a:t>
            </a:r>
          </a:p>
          <a:p>
            <a:pPr marL="12700" marR="5080"/>
            <a:r>
              <a:rPr lang="en-US" sz="1400" kern="0" spc="-80" dirty="0">
                <a:solidFill>
                  <a:schemeClr val="accent6"/>
                </a:solidFill>
              </a:rPr>
              <a:t>$primary: #2f80ed;</a:t>
            </a:r>
          </a:p>
          <a:p>
            <a:pPr marL="12700" marR="5080"/>
            <a:r>
              <a:rPr lang="en-US" sz="1400" kern="0" spc="-80" dirty="0">
                <a:solidFill>
                  <a:schemeClr val="accent6"/>
                </a:solidFill>
              </a:rPr>
              <a:t>Less</a:t>
            </a:r>
          </a:p>
          <a:p>
            <a:pPr marL="12700" marR="5080"/>
            <a:r>
              <a:rPr lang="en-US" sz="1400" kern="0" spc="-80" dirty="0">
                <a:solidFill>
                  <a:schemeClr val="accent6"/>
                </a:solidFill>
              </a:rPr>
              <a:t>@primary: #2f80ed;</a:t>
            </a:r>
          </a:p>
          <a:p>
            <a:pPr marL="12700" marR="5080"/>
            <a:r>
              <a:rPr lang="en-US" sz="1400" kern="0" spc="-80" dirty="0">
                <a:solidFill>
                  <a:schemeClr val="accent6"/>
                </a:solidFill>
              </a:rPr>
              <a:t>Stylus</a:t>
            </a:r>
          </a:p>
          <a:p>
            <a:pPr marL="12700" marR="5080"/>
            <a:r>
              <a:rPr lang="en-US" sz="1400" kern="0" spc="-80" dirty="0">
                <a:solidFill>
                  <a:schemeClr val="accent6"/>
                </a:solidFill>
              </a:rPr>
              <a:t>primary = #2f80ed</a:t>
            </a:r>
          </a:p>
          <a:p>
            <a:pPr marL="12700" marR="5080"/>
            <a:endParaRPr lang="en-US" sz="1400" kern="0" spc="-80" dirty="0">
              <a:solidFill>
                <a:schemeClr val="accent6"/>
              </a:solidFill>
            </a:endParaRPr>
          </a:p>
          <a:p>
            <a:pPr marL="12700" marR="5080"/>
            <a:r>
              <a:rPr lang="en-US" sz="1400" kern="0" spc="-80" dirty="0">
                <a:solidFill>
                  <a:schemeClr val="accent2"/>
                </a:solidFill>
              </a:rPr>
              <a:t>2️⃣ Nesting</a:t>
            </a:r>
          </a:p>
          <a:p>
            <a:pPr marL="12700" marR="5080"/>
            <a:r>
              <a:rPr lang="en-US" sz="1400" kern="0" spc="-80" dirty="0">
                <a:solidFill>
                  <a:schemeClr val="accent6"/>
                </a:solidFill>
              </a:rPr>
              <a:t>Write CSS in a hierarchical structure instead of repeating selectors.</a:t>
            </a:r>
          </a:p>
          <a:p>
            <a:pPr marL="12700" marR="5080"/>
            <a:r>
              <a:rPr lang="en-US" sz="1400" kern="0" spc="-80" dirty="0">
                <a:solidFill>
                  <a:schemeClr val="accent6"/>
                </a:solidFill>
              </a:rPr>
              <a:t>.card {</a:t>
            </a:r>
          </a:p>
          <a:p>
            <a:pPr marL="12700" marR="5080"/>
            <a:r>
              <a:rPr lang="en-US" sz="1400" kern="0" spc="-80" dirty="0">
                <a:solidFill>
                  <a:schemeClr val="accent6"/>
                </a:solidFill>
              </a:rPr>
              <a:t>  padding: 20px;</a:t>
            </a:r>
          </a:p>
          <a:p>
            <a:pPr marL="12700" marR="5080"/>
            <a:endParaRPr lang="en-US" sz="1400" kern="0" spc="-80" dirty="0">
              <a:solidFill>
                <a:schemeClr val="accent6"/>
              </a:solidFill>
            </a:endParaRPr>
          </a:p>
          <a:p>
            <a:pPr marL="12700" marR="5080"/>
            <a:r>
              <a:rPr lang="en-US" sz="1400" kern="0" spc="-80" dirty="0">
                <a:solidFill>
                  <a:schemeClr val="accent6"/>
                </a:solidFill>
              </a:rPr>
              <a:t>  .title {</a:t>
            </a:r>
          </a:p>
          <a:p>
            <a:pPr marL="12700" marR="5080"/>
            <a:r>
              <a:rPr lang="en-US" sz="1400" kern="0" spc="-80" dirty="0">
                <a:solidFill>
                  <a:schemeClr val="accent6"/>
                </a:solidFill>
              </a:rPr>
              <a:t>    font-size: 18px;</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2"/>
                </a:solidFill>
              </a:rPr>
              <a:t>Compiles to:</a:t>
            </a:r>
          </a:p>
          <a:p>
            <a:pPr marL="12700" marR="5080"/>
            <a:r>
              <a:rPr lang="en-US" sz="1400" kern="0" spc="-80" dirty="0">
                <a:solidFill>
                  <a:schemeClr val="accent6"/>
                </a:solidFill>
              </a:rPr>
              <a:t>.card { padding: 20px; }</a:t>
            </a:r>
          </a:p>
          <a:p>
            <a:pPr marL="12700" marR="5080"/>
            <a:r>
              <a:rPr lang="en-US" sz="1400" kern="0" spc="-80" dirty="0">
                <a:solidFill>
                  <a:schemeClr val="accent6"/>
                </a:solidFill>
              </a:rPr>
              <a:t>.card .title { font-size: 18px;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96398213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B21F9A-1B61-731D-54EC-0F930B4CF65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256952C-40FF-D059-4B82-F25F777C23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AB2B6CC-2A81-F055-68A7-16E351EE161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C717E1B-B608-4332-9919-A9EF4C730DD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91C33DA-1CED-6623-794A-DD032343CEC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C2E592A-8F93-DDC5-C040-6B1D8A0C792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951D280-4CE9-532F-77D1-6BD80FAA5A3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8335DF8-6DBE-354E-30B5-31AF0A0A86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D99DC66-EBF9-BB8F-58B1-E3601CF39FA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46FC7A2-ADEB-D18C-458E-13ED62396BE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8C6CD82-0296-715C-0074-DC64226DC069}"/>
              </a:ext>
            </a:extLst>
          </p:cNvPr>
          <p:cNvSpPr txBox="1">
            <a:spLocks/>
          </p:cNvSpPr>
          <p:nvPr/>
        </p:nvSpPr>
        <p:spPr>
          <a:xfrm>
            <a:off x="152400" y="685800"/>
            <a:ext cx="8624937" cy="537070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280" kern="0" spc="-80" dirty="0">
                <a:solidFill>
                  <a:schemeClr val="accent2"/>
                </a:solidFill>
              </a:rPr>
              <a:t>3️⃣ </a:t>
            </a:r>
            <a:r>
              <a:rPr lang="en-US" sz="1280" kern="0" spc="-80" dirty="0" err="1">
                <a:solidFill>
                  <a:schemeClr val="accent2"/>
                </a:solidFill>
              </a:rPr>
              <a:t>Mixins</a:t>
            </a:r>
            <a:r>
              <a:rPr lang="en-US" sz="1280" kern="0" spc="-80" dirty="0">
                <a:solidFill>
                  <a:schemeClr val="accent2"/>
                </a:solidFill>
              </a:rPr>
              <a:t> (Reusable Styles)</a:t>
            </a:r>
          </a:p>
          <a:p>
            <a:pPr marL="12700" marR="5080"/>
            <a:r>
              <a:rPr lang="en-US" sz="1280" kern="0" spc="-80" dirty="0">
                <a:solidFill>
                  <a:schemeClr val="accent6"/>
                </a:solidFill>
              </a:rPr>
              <a:t>Reusable blocks of CSS with optional parameters.</a:t>
            </a:r>
          </a:p>
          <a:p>
            <a:pPr marL="12700" marR="5080"/>
            <a:r>
              <a:rPr lang="en-US" sz="1280" kern="0" spc="-80" dirty="0">
                <a:solidFill>
                  <a:schemeClr val="accent6"/>
                </a:solidFill>
              </a:rPr>
              <a:t>Sass</a:t>
            </a:r>
          </a:p>
          <a:p>
            <a:pPr marL="12700" marR="5080"/>
            <a:r>
              <a:rPr lang="en-US" sz="1280" kern="0" spc="-80" dirty="0">
                <a:solidFill>
                  <a:schemeClr val="accent6"/>
                </a:solidFill>
              </a:rPr>
              <a:t>@mixin </a:t>
            </a:r>
            <a:r>
              <a:rPr lang="en-US" sz="1280" kern="0" spc="-80" dirty="0" err="1">
                <a:solidFill>
                  <a:schemeClr val="accent6"/>
                </a:solidFill>
              </a:rPr>
              <a:t>btn</a:t>
            </a:r>
            <a:r>
              <a:rPr lang="en-US" sz="1280" kern="0" spc="-80" dirty="0">
                <a:solidFill>
                  <a:schemeClr val="accent6"/>
                </a:solidFill>
              </a:rPr>
              <a:t>($color) {</a:t>
            </a:r>
          </a:p>
          <a:p>
            <a:pPr marL="12700" marR="5080"/>
            <a:r>
              <a:rPr lang="en-US" sz="1280" kern="0" spc="-80" dirty="0">
                <a:solidFill>
                  <a:schemeClr val="accent6"/>
                </a:solidFill>
              </a:rPr>
              <a:t>  background: $color;</a:t>
            </a:r>
          </a:p>
          <a:p>
            <a:pPr marL="12700" marR="5080"/>
            <a:r>
              <a:rPr lang="en-US" sz="1280" kern="0" spc="-80" dirty="0">
                <a:solidFill>
                  <a:schemeClr val="accent6"/>
                </a:solidFill>
              </a:rPr>
              <a:t>  padding: 10px;</a:t>
            </a:r>
          </a:p>
          <a:p>
            <a:pPr marL="12700" marR="5080"/>
            <a:r>
              <a:rPr lang="en-US" sz="1280" kern="0" spc="-80" dirty="0">
                <a:solidFill>
                  <a:schemeClr val="accent6"/>
                </a:solidFill>
              </a:rPr>
              <a:t>}</a:t>
            </a:r>
          </a:p>
          <a:p>
            <a:pPr marL="12700" marR="5080"/>
            <a:endParaRPr lang="en-US" sz="1280" kern="0" spc="-80" dirty="0">
              <a:solidFill>
                <a:schemeClr val="accent6"/>
              </a:solidFill>
            </a:endParaRPr>
          </a:p>
          <a:p>
            <a:pPr marL="12700" marR="5080"/>
            <a:r>
              <a:rPr lang="en-US" sz="1280" kern="0" spc="-80" dirty="0">
                <a:solidFill>
                  <a:schemeClr val="accent6"/>
                </a:solidFill>
              </a:rPr>
              <a:t>.button {</a:t>
            </a:r>
          </a:p>
          <a:p>
            <a:pPr marL="12700" marR="5080"/>
            <a:r>
              <a:rPr lang="en-US" sz="1280" kern="0" spc="-80" dirty="0">
                <a:solidFill>
                  <a:schemeClr val="accent6"/>
                </a:solidFill>
              </a:rPr>
              <a:t>  @include </a:t>
            </a:r>
            <a:r>
              <a:rPr lang="en-US" sz="1280" kern="0" spc="-80" dirty="0" err="1">
                <a:solidFill>
                  <a:schemeClr val="accent6"/>
                </a:solidFill>
              </a:rPr>
              <a:t>btn</a:t>
            </a:r>
            <a:r>
              <a:rPr lang="en-US" sz="1280" kern="0" spc="-80" dirty="0">
                <a:solidFill>
                  <a:schemeClr val="accent6"/>
                </a:solidFill>
              </a:rPr>
              <a:t>(#ff6600);</a:t>
            </a:r>
          </a:p>
          <a:p>
            <a:pPr marL="12700" marR="5080"/>
            <a:r>
              <a:rPr lang="en-US" sz="1280" kern="0" spc="-80" dirty="0">
                <a:solidFill>
                  <a:schemeClr val="accent6"/>
                </a:solidFill>
              </a:rPr>
              <a:t>}</a:t>
            </a:r>
          </a:p>
          <a:p>
            <a:pPr marL="12700" marR="5080"/>
            <a:endParaRPr lang="en-US" sz="1280" kern="0" spc="-80" dirty="0">
              <a:solidFill>
                <a:schemeClr val="accent6"/>
              </a:solidFill>
            </a:endParaRPr>
          </a:p>
          <a:p>
            <a:pPr marL="12700" marR="5080"/>
            <a:r>
              <a:rPr lang="en-US" sz="1280" kern="0" spc="-80" dirty="0">
                <a:solidFill>
                  <a:schemeClr val="accent2"/>
                </a:solidFill>
              </a:rPr>
              <a:t>4️⃣ Functions</a:t>
            </a:r>
          </a:p>
          <a:p>
            <a:pPr marL="12700" marR="5080"/>
            <a:r>
              <a:rPr lang="en-US" sz="1280" kern="0" spc="-80" dirty="0">
                <a:solidFill>
                  <a:schemeClr val="accent6"/>
                </a:solidFill>
              </a:rPr>
              <a:t>Preprocessors provide built-in and custom functions.</a:t>
            </a:r>
          </a:p>
          <a:p>
            <a:pPr marL="12700" marR="5080"/>
            <a:r>
              <a:rPr lang="en-US" sz="1280" kern="0" spc="-80" dirty="0">
                <a:solidFill>
                  <a:schemeClr val="accent6"/>
                </a:solidFill>
              </a:rPr>
              <a:t>Examples:</a:t>
            </a:r>
          </a:p>
          <a:p>
            <a:pPr marL="12700" marR="5080"/>
            <a:r>
              <a:rPr lang="en-US" sz="1280" kern="0" spc="-80" dirty="0">
                <a:solidFill>
                  <a:schemeClr val="accent6"/>
                </a:solidFill>
              </a:rPr>
              <a:t>darken()</a:t>
            </a:r>
          </a:p>
          <a:p>
            <a:pPr marL="12700" marR="5080"/>
            <a:r>
              <a:rPr lang="en-US" sz="1280" kern="0" spc="-80" dirty="0">
                <a:solidFill>
                  <a:schemeClr val="accent6"/>
                </a:solidFill>
              </a:rPr>
              <a:t>lighten()</a:t>
            </a:r>
          </a:p>
          <a:p>
            <a:pPr marL="12700" marR="5080"/>
            <a:r>
              <a:rPr lang="en-US" sz="1280" kern="0" spc="-80" dirty="0">
                <a:solidFill>
                  <a:schemeClr val="accent6"/>
                </a:solidFill>
              </a:rPr>
              <a:t>mix()</a:t>
            </a:r>
          </a:p>
          <a:p>
            <a:pPr marL="12700" marR="5080"/>
            <a:r>
              <a:rPr lang="en-US" sz="1280" kern="0" spc="-80" dirty="0">
                <a:solidFill>
                  <a:schemeClr val="accent6"/>
                </a:solidFill>
              </a:rPr>
              <a:t>percentage()</a:t>
            </a:r>
          </a:p>
          <a:p>
            <a:pPr marL="12700" marR="5080"/>
            <a:r>
              <a:rPr lang="en-US" sz="1280" kern="0" spc="-80" dirty="0">
                <a:solidFill>
                  <a:schemeClr val="accent6"/>
                </a:solidFill>
              </a:rPr>
              <a:t>Custom math functions</a:t>
            </a:r>
          </a:p>
          <a:p>
            <a:pPr marL="12700" marR="5080"/>
            <a:r>
              <a:rPr lang="en-US" sz="1280" kern="0" spc="-80" dirty="0">
                <a:solidFill>
                  <a:schemeClr val="accent6"/>
                </a:solidFill>
              </a:rPr>
              <a:t>Sass custom function</a:t>
            </a:r>
          </a:p>
          <a:p>
            <a:pPr marL="12700" marR="5080"/>
            <a:r>
              <a:rPr lang="en-US" sz="1280" kern="0" spc="-80" dirty="0">
                <a:solidFill>
                  <a:schemeClr val="accent6"/>
                </a:solidFill>
              </a:rPr>
              <a:t>@function double($n) {</a:t>
            </a:r>
          </a:p>
          <a:p>
            <a:pPr marL="12700" marR="5080"/>
            <a:r>
              <a:rPr lang="en-US" sz="1280" kern="0" spc="-80" dirty="0">
                <a:solidFill>
                  <a:schemeClr val="accent6"/>
                </a:solidFill>
              </a:rPr>
              <a:t>  @return $n * 2;</a:t>
            </a:r>
          </a:p>
          <a:p>
            <a:pPr marL="12700" marR="5080"/>
            <a:r>
              <a:rPr lang="en-US" sz="1280" kern="0" spc="-80" dirty="0">
                <a:solidFill>
                  <a:schemeClr val="accent6"/>
                </a:solidFill>
              </a:rPr>
              <a:t>}</a:t>
            </a:r>
          </a:p>
          <a:p>
            <a:pPr marL="12700" marR="5080"/>
            <a:r>
              <a:rPr lang="en-US" sz="1280" kern="0" spc="-80" dirty="0">
                <a:solidFill>
                  <a:schemeClr val="accent6"/>
                </a:solidFill>
              </a:rPr>
              <a:t>.box { width: double(10px); }</a:t>
            </a:r>
          </a:p>
        </p:txBody>
      </p:sp>
    </p:spTree>
    <p:extLst>
      <p:ext uri="{BB962C8B-B14F-4D97-AF65-F5344CB8AC3E}">
        <p14:creationId xmlns:p14="http://schemas.microsoft.com/office/powerpoint/2010/main" val="202020173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AB8C9-FBAF-206B-5B34-EC9E447B56F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4340584-DCD1-7416-78FF-70C24EA5584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EA8EE4A-248C-67E4-182B-A0B348FE52E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2858CD0-7F65-C388-6534-03376CBAA1E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B7920A7-9FB1-4B68-EE70-A304C24741E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D3CFACF-3D71-7B75-C33D-D153EE8484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1799C2D-C0F1-445A-7C1C-A6660683604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B1216B6-20B9-3FF5-1C8A-98B2875E2F3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AB4504C-7170-B735-E859-DC4D21B1F1C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8E97E32-FA52-A690-C193-F0760D14169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CF20DDA-1A83-EF3B-85FE-7765CB237E3C}"/>
              </a:ext>
            </a:extLst>
          </p:cNvPr>
          <p:cNvSpPr txBox="1">
            <a:spLocks/>
          </p:cNvSpPr>
          <p:nvPr/>
        </p:nvSpPr>
        <p:spPr>
          <a:xfrm>
            <a:off x="152400" y="685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5️⃣ Operations &amp; Math</a:t>
            </a:r>
          </a:p>
          <a:p>
            <a:pPr marL="12700" marR="5080"/>
            <a:r>
              <a:rPr lang="en-US" sz="1400" kern="0" spc="-80" dirty="0">
                <a:solidFill>
                  <a:schemeClr val="accent6"/>
                </a:solidFill>
              </a:rPr>
              <a:t>You can perform mathematical calculations.</a:t>
            </a:r>
          </a:p>
          <a:p>
            <a:pPr marL="12700" marR="5080"/>
            <a:r>
              <a:rPr lang="en-US" sz="1400" kern="0" spc="-80" dirty="0">
                <a:solidFill>
                  <a:schemeClr val="accent6"/>
                </a:solidFill>
              </a:rPr>
              <a:t>$width: 100px;</a:t>
            </a:r>
          </a:p>
          <a:p>
            <a:pPr marL="12700" marR="5080"/>
            <a:r>
              <a:rPr lang="en-US" sz="1400" kern="0" spc="-80" dirty="0">
                <a:solidFill>
                  <a:schemeClr val="accent6"/>
                </a:solidFill>
              </a:rPr>
              <a:t>.box { width: $width / 2; }</a:t>
            </a:r>
          </a:p>
          <a:p>
            <a:pPr marL="12700" marR="5080"/>
            <a:endParaRPr lang="en-US" sz="1400" kern="0" spc="-80" dirty="0">
              <a:solidFill>
                <a:schemeClr val="accent6"/>
              </a:solidFill>
            </a:endParaRPr>
          </a:p>
          <a:p>
            <a:pPr marL="12700" marR="5080"/>
            <a:r>
              <a:rPr lang="en-US" sz="1400" kern="0" spc="-80" dirty="0">
                <a:solidFill>
                  <a:schemeClr val="accent2"/>
                </a:solidFill>
              </a:rPr>
              <a:t>6️⃣ Partials / Imports</a:t>
            </a:r>
          </a:p>
          <a:p>
            <a:pPr marL="12700" marR="5080"/>
            <a:r>
              <a:rPr lang="en-US" sz="1400" kern="0" spc="-80" dirty="0">
                <a:solidFill>
                  <a:schemeClr val="accent6"/>
                </a:solidFill>
              </a:rPr>
              <a:t>Breaking CSS into multiple files.</a:t>
            </a:r>
          </a:p>
          <a:p>
            <a:pPr marL="12700" marR="5080"/>
            <a:r>
              <a:rPr lang="en-US" sz="1400" kern="0" spc="-80" dirty="0">
                <a:solidFill>
                  <a:schemeClr val="accent6"/>
                </a:solidFill>
              </a:rPr>
              <a:t>Sass</a:t>
            </a:r>
          </a:p>
          <a:p>
            <a:pPr marL="12700" marR="5080"/>
            <a:r>
              <a:rPr lang="en-US" sz="1400" kern="0" spc="-80" dirty="0">
                <a:solidFill>
                  <a:schemeClr val="accent6"/>
                </a:solidFill>
              </a:rPr>
              <a:t>_</a:t>
            </a:r>
            <a:r>
              <a:rPr lang="en-US" sz="1400" kern="0" spc="-80" dirty="0" err="1">
                <a:solidFill>
                  <a:schemeClr val="accent6"/>
                </a:solidFill>
              </a:rPr>
              <a:t>buttons.scss</a:t>
            </a:r>
            <a:endParaRPr lang="en-US" sz="1400" kern="0" spc="-80" dirty="0">
              <a:solidFill>
                <a:schemeClr val="accent6"/>
              </a:solidFill>
            </a:endParaRPr>
          </a:p>
          <a:p>
            <a:pPr marL="12700" marR="5080"/>
            <a:r>
              <a:rPr lang="en-US" sz="1400" kern="0" spc="-80" dirty="0">
                <a:solidFill>
                  <a:schemeClr val="accent6"/>
                </a:solidFill>
              </a:rPr>
              <a:t>_</a:t>
            </a:r>
            <a:r>
              <a:rPr lang="en-US" sz="1400" kern="0" spc="-80" dirty="0" err="1">
                <a:solidFill>
                  <a:schemeClr val="accent6"/>
                </a:solidFill>
              </a:rPr>
              <a:t>variables.scss</a:t>
            </a:r>
            <a:endParaRPr lang="en-US" sz="1400" kern="0" spc="-80" dirty="0">
              <a:solidFill>
                <a:schemeClr val="accent6"/>
              </a:solidFill>
            </a:endParaRPr>
          </a:p>
          <a:p>
            <a:pPr marL="12700" marR="5080"/>
            <a:r>
              <a:rPr lang="en-US" sz="1400" kern="0" spc="-80" dirty="0">
                <a:solidFill>
                  <a:schemeClr val="accent6"/>
                </a:solidFill>
              </a:rPr>
              <a:t>@use 'variables';</a:t>
            </a:r>
          </a:p>
          <a:p>
            <a:pPr marL="12700" marR="5080"/>
            <a:r>
              <a:rPr lang="en-US" sz="1400" kern="0" spc="-80" dirty="0">
                <a:solidFill>
                  <a:schemeClr val="accent6"/>
                </a:solidFill>
              </a:rPr>
              <a:t>@use 'buttons’;</a:t>
            </a:r>
          </a:p>
          <a:p>
            <a:pPr marL="12700" marR="5080"/>
            <a:endParaRPr lang="en-US" sz="1400" kern="0" spc="-80" dirty="0">
              <a:solidFill>
                <a:schemeClr val="accent6"/>
              </a:solidFill>
            </a:endParaRPr>
          </a:p>
          <a:p>
            <a:pPr marL="12700" marR="5080"/>
            <a:r>
              <a:rPr lang="en-US" sz="1400" kern="0" spc="-80" dirty="0">
                <a:solidFill>
                  <a:schemeClr val="accent2"/>
                </a:solidFill>
              </a:rPr>
              <a:t>7️⃣ Extend / Inheritance</a:t>
            </a:r>
          </a:p>
          <a:p>
            <a:pPr marL="12700" marR="5080"/>
            <a:r>
              <a:rPr lang="en-US" sz="1400" kern="0" spc="-80" dirty="0">
                <a:solidFill>
                  <a:schemeClr val="accent6"/>
                </a:solidFill>
              </a:rPr>
              <a:t>Allows inheriting styles from another selector.</a:t>
            </a:r>
          </a:p>
          <a:p>
            <a:pPr marL="12700" marR="5080"/>
            <a:r>
              <a:rPr lang="en-US" sz="1400" kern="0" spc="-80" dirty="0">
                <a:solidFill>
                  <a:schemeClr val="accent6"/>
                </a:solidFill>
              </a:rPr>
              <a:t>Sass</a:t>
            </a:r>
          </a:p>
          <a:p>
            <a:pPr marL="12700" marR="5080"/>
            <a:r>
              <a:rPr lang="en-US" sz="1400" kern="0" spc="-80" dirty="0">
                <a:solidFill>
                  <a:schemeClr val="accent6"/>
                </a:solidFill>
              </a:rPr>
              <a:t>.message { padding: 20px; }</a:t>
            </a:r>
          </a:p>
          <a:p>
            <a:pPr marL="12700" marR="5080"/>
            <a:r>
              <a:rPr lang="en-US" sz="1400" kern="0" spc="-80" dirty="0">
                <a:solidFill>
                  <a:schemeClr val="accent6"/>
                </a:solidFill>
              </a:rPr>
              <a:t>.success { @extend .message; color: green; }</a:t>
            </a:r>
          </a:p>
          <a:p>
            <a:pPr marL="12700" marR="5080"/>
            <a:endParaRPr lang="en-US" sz="1400" kern="0" spc="-80" dirty="0">
              <a:solidFill>
                <a:schemeClr val="accent6"/>
              </a:solidFill>
            </a:endParaRPr>
          </a:p>
          <a:p>
            <a:pPr marL="12700" marR="5080"/>
            <a:r>
              <a:rPr lang="en-US" sz="1400" kern="0" spc="-80" dirty="0">
                <a:solidFill>
                  <a:schemeClr val="accent2"/>
                </a:solidFill>
              </a:rPr>
              <a:t>8️⃣ Loops (For, Each, While)</a:t>
            </a:r>
          </a:p>
          <a:p>
            <a:pPr marL="12700" marR="5080"/>
            <a:r>
              <a:rPr lang="en-US" sz="1400" kern="0" spc="-80" dirty="0">
                <a:solidFill>
                  <a:schemeClr val="accent6"/>
                </a:solidFill>
              </a:rPr>
              <a:t>Generate repetitive CSS automatically.</a:t>
            </a:r>
          </a:p>
        </p:txBody>
      </p:sp>
    </p:spTree>
    <p:extLst>
      <p:ext uri="{BB962C8B-B14F-4D97-AF65-F5344CB8AC3E}">
        <p14:creationId xmlns:p14="http://schemas.microsoft.com/office/powerpoint/2010/main" val="378118089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127E91-3469-1359-FD51-4B072FB8C62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BA3CAA-B628-3F78-E137-BDCBE2F7393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72C3AF-36B7-EFA1-5D0A-A35DF559F4E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40CE5C0-12CE-3222-B2D9-CD38CAACF19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2147DA9-F06D-9BEA-0F10-7480811BC30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136BEF1-E68B-1D34-F2F3-A5F1E0F343E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6B63322-44C7-A372-2E30-B5441C83E07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E52BE2A-3027-BD3C-D66E-2A36F47660E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A7CBBCE-99DA-CA7A-A3DA-08D8831A8FA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3C54C11-8107-B74A-1704-32CD6E6A126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7AE5A3F-2B7D-CFD0-31E0-6C9F444FAF95}"/>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8️⃣ Loops (For, Each, While)</a:t>
            </a:r>
          </a:p>
          <a:p>
            <a:pPr marL="12700" marR="5080"/>
            <a:r>
              <a:rPr lang="en-US" sz="1400" kern="0" spc="-80" dirty="0">
                <a:solidFill>
                  <a:schemeClr val="accent6"/>
                </a:solidFill>
              </a:rPr>
              <a:t>Example: Sass loop</a:t>
            </a:r>
          </a:p>
          <a:p>
            <a:pPr marL="12700" marR="5080"/>
            <a:r>
              <a:rPr lang="en-US" sz="1400" kern="0" spc="-80" dirty="0">
                <a:solidFill>
                  <a:schemeClr val="accent6"/>
                </a:solidFill>
              </a:rPr>
              <a:t>@for $</a:t>
            </a:r>
            <a:r>
              <a:rPr lang="en-US" sz="1400" kern="0" spc="-80" dirty="0" err="1">
                <a:solidFill>
                  <a:schemeClr val="accent6"/>
                </a:solidFill>
              </a:rPr>
              <a:t>i</a:t>
            </a:r>
            <a:r>
              <a:rPr lang="en-US" sz="1400" kern="0" spc="-80" dirty="0">
                <a:solidFill>
                  <a:schemeClr val="accent6"/>
                </a:solidFill>
              </a:rPr>
              <a:t> from 1 through 5 {</a:t>
            </a:r>
          </a:p>
          <a:p>
            <a:pPr marL="12700" marR="5080"/>
            <a:r>
              <a:rPr lang="en-US" sz="1400" kern="0" spc="-80" dirty="0">
                <a:solidFill>
                  <a:schemeClr val="accent6"/>
                </a:solidFill>
              </a:rPr>
              <a:t>  .m-#{$</a:t>
            </a:r>
            <a:r>
              <a:rPr lang="en-US" sz="1400" kern="0" spc="-80" dirty="0" err="1">
                <a:solidFill>
                  <a:schemeClr val="accent6"/>
                </a:solidFill>
              </a:rPr>
              <a:t>i</a:t>
            </a:r>
            <a:r>
              <a:rPr lang="en-US" sz="1400" kern="0" spc="-80" dirty="0">
                <a:solidFill>
                  <a:schemeClr val="accent6"/>
                </a:solidFill>
              </a:rPr>
              <a:t>} { margin: $</a:t>
            </a:r>
            <a:r>
              <a:rPr lang="en-US" sz="1400" kern="0" spc="-80" dirty="0" err="1">
                <a:solidFill>
                  <a:schemeClr val="accent6"/>
                </a:solidFill>
              </a:rPr>
              <a:t>i</a:t>
            </a:r>
            <a:r>
              <a:rPr lang="en-US" sz="1400" kern="0" spc="-80" dirty="0">
                <a:solidFill>
                  <a:schemeClr val="accent6"/>
                </a:solidFill>
              </a:rPr>
              <a:t> * 4px;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9️⃣ Conditionals (if / else)</a:t>
            </a:r>
          </a:p>
          <a:p>
            <a:pPr marL="12700" marR="5080"/>
            <a:r>
              <a:rPr lang="en-US" sz="1400" kern="0" spc="-80" dirty="0">
                <a:solidFill>
                  <a:schemeClr val="accent6"/>
                </a:solidFill>
              </a:rPr>
              <a:t>Use logic inside CSS.</a:t>
            </a:r>
          </a:p>
          <a:p>
            <a:pPr marL="12700" marR="5080"/>
            <a:r>
              <a:rPr lang="en-US" sz="1400" kern="0" spc="-80" dirty="0">
                <a:solidFill>
                  <a:schemeClr val="accent6"/>
                </a:solidFill>
              </a:rPr>
              <a:t>$theme: dark;</a:t>
            </a:r>
          </a:p>
          <a:p>
            <a:pPr marL="12700" marR="5080"/>
            <a:endParaRPr lang="en-US" sz="1400" kern="0" spc="-80" dirty="0">
              <a:solidFill>
                <a:schemeClr val="accent6"/>
              </a:solidFill>
            </a:endParaRPr>
          </a:p>
          <a:p>
            <a:pPr marL="12700" marR="5080"/>
            <a:r>
              <a:rPr lang="en-US" sz="1400" kern="0" spc="-80" dirty="0">
                <a:solidFill>
                  <a:schemeClr val="accent6"/>
                </a:solidFill>
              </a:rPr>
              <a:t>@if $theme == dark {</a:t>
            </a:r>
          </a:p>
          <a:p>
            <a:pPr marL="12700" marR="5080"/>
            <a:r>
              <a:rPr lang="en-US" sz="1400" kern="0" spc="-80" dirty="0">
                <a:solidFill>
                  <a:schemeClr val="accent6"/>
                </a:solidFill>
              </a:rPr>
              <a:t>  background: black;</a:t>
            </a:r>
          </a:p>
          <a:p>
            <a:pPr marL="12700" marR="5080"/>
            <a:r>
              <a:rPr lang="en-US" sz="1400" kern="0" spc="-80" dirty="0">
                <a:solidFill>
                  <a:schemeClr val="accent6"/>
                </a:solidFill>
              </a:rPr>
              <a:t>} @else {</a:t>
            </a:r>
          </a:p>
          <a:p>
            <a:pPr marL="12700" marR="5080"/>
            <a:r>
              <a:rPr lang="en-US" sz="1400" kern="0" spc="-80" dirty="0">
                <a:solidFill>
                  <a:schemeClr val="accent6"/>
                </a:solidFill>
              </a:rPr>
              <a:t>  background: white;</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 Modules</a:t>
            </a:r>
          </a:p>
          <a:p>
            <a:pPr marL="12700" marR="5080"/>
            <a:r>
              <a:rPr lang="en-US" sz="1400" kern="0" spc="-80" dirty="0">
                <a:solidFill>
                  <a:schemeClr val="accent6"/>
                </a:solidFill>
              </a:rPr>
              <a:t>Modern Sass supports a module system:</a:t>
            </a:r>
          </a:p>
          <a:p>
            <a:pPr marL="12700" marR="5080"/>
            <a:r>
              <a:rPr lang="en-US" sz="1400" kern="0" spc="-80" dirty="0">
                <a:solidFill>
                  <a:schemeClr val="accent6"/>
                </a:solidFill>
              </a:rPr>
              <a:t>@use</a:t>
            </a:r>
          </a:p>
          <a:p>
            <a:pPr marL="12700" marR="5080"/>
            <a:r>
              <a:rPr lang="en-US" sz="1400" kern="0" spc="-80" dirty="0">
                <a:solidFill>
                  <a:schemeClr val="accent6"/>
                </a:solidFill>
              </a:rPr>
              <a:t>@forward</a:t>
            </a:r>
          </a:p>
          <a:p>
            <a:pPr marL="12700" marR="5080"/>
            <a:r>
              <a:rPr lang="en-US" sz="1400" kern="0" spc="-80" dirty="0">
                <a:solidFill>
                  <a:schemeClr val="accent6"/>
                </a:solidFill>
              </a:rPr>
              <a:t>Prefixing to avoid global variable pollution</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24002531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ECB9B-C63C-72C5-CDBA-2B68B8E08D0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F4FA146-7E73-2772-47D3-0F089B891C7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66059C0-BB86-F4A9-FB06-5855CCD47E8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5BB2300-2B54-6509-D94D-74228133C04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8053E41-8BC5-2A40-A1D5-0187F811C67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7EEFA4B-CC6D-6503-B6CC-F9A60BD3C4D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FE5378C-9D5B-F7DA-0882-69F1B76484C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AE0F078-1F2D-9BF1-E343-BA7FC33765B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C0D037F-6CEC-6D23-F9C5-D26B3248639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5BB6EA0-5F2A-B5BB-4658-6224A320BB0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B65CD87-8675-9F5A-D097-D4A6A4E9010F}"/>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 Advanced Features (All Preprocessors)</a:t>
            </a:r>
          </a:p>
          <a:p>
            <a:pPr marL="12700" marR="5080"/>
            <a:r>
              <a:rPr lang="en-US" sz="1400" kern="0" spc="-80" dirty="0">
                <a:solidFill>
                  <a:schemeClr val="accent2"/>
                </a:solidFill>
              </a:rPr>
              <a:t>✔ Map / Dictionaries (Sass)</a:t>
            </a:r>
          </a:p>
          <a:p>
            <a:pPr marL="12700" marR="5080"/>
            <a:r>
              <a:rPr lang="en-US" sz="1400" kern="0" spc="-80" dirty="0">
                <a:solidFill>
                  <a:schemeClr val="accent6"/>
                </a:solidFill>
              </a:rPr>
              <a:t>$colors: (</a:t>
            </a:r>
          </a:p>
          <a:p>
            <a:pPr marL="12700" marR="5080"/>
            <a:r>
              <a:rPr lang="en-US" sz="1400" kern="0" spc="-80" dirty="0">
                <a:solidFill>
                  <a:schemeClr val="accent6"/>
                </a:solidFill>
              </a:rPr>
              <a:t>  primary: #2f80ed,</a:t>
            </a:r>
          </a:p>
          <a:p>
            <a:pPr marL="12700" marR="5080"/>
            <a:r>
              <a:rPr lang="en-US" sz="1400" kern="0" spc="-80" dirty="0">
                <a:solidFill>
                  <a:schemeClr val="accent6"/>
                </a:solidFill>
              </a:rPr>
              <a:t>  danger: #eb5757,</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a:t>
            </a:r>
            <a:r>
              <a:rPr lang="en-US" sz="1400" kern="0" spc="-80" dirty="0" err="1">
                <a:solidFill>
                  <a:schemeClr val="accent6"/>
                </a:solidFill>
              </a:rPr>
              <a:t>btn</a:t>
            </a:r>
            <a:r>
              <a:rPr lang="en-US" sz="1400" kern="0" spc="-80" dirty="0">
                <a:solidFill>
                  <a:schemeClr val="accent6"/>
                </a:solidFill>
              </a:rPr>
              <a:t> {</a:t>
            </a:r>
          </a:p>
          <a:p>
            <a:pPr marL="12700" marR="5080"/>
            <a:r>
              <a:rPr lang="en-US" sz="1400" kern="0" spc="-80" dirty="0">
                <a:solidFill>
                  <a:schemeClr val="accent6"/>
                </a:solidFill>
              </a:rPr>
              <a:t>  color: map-get($colors, danger);</a:t>
            </a:r>
          </a:p>
          <a:p>
            <a:pPr marL="12700" marR="5080"/>
            <a:r>
              <a:rPr lang="en-US" sz="1400" kern="0" spc="-80" dirty="0">
                <a:solidFill>
                  <a:schemeClr val="accent6"/>
                </a:solidFill>
              </a:rPr>
              <a:t>}</a:t>
            </a:r>
          </a:p>
          <a:p>
            <a:pPr marL="12700" marR="5080"/>
            <a:r>
              <a:rPr lang="en-US" sz="1400" kern="0" spc="-80" dirty="0">
                <a:solidFill>
                  <a:schemeClr val="accent2"/>
                </a:solidFill>
              </a:rPr>
              <a:t>✔ Interpolation</a:t>
            </a:r>
          </a:p>
          <a:p>
            <a:pPr marL="12700" marR="5080"/>
            <a:r>
              <a:rPr lang="en-US" sz="1400" kern="0" spc="-80" dirty="0">
                <a:solidFill>
                  <a:schemeClr val="accent6"/>
                </a:solidFill>
              </a:rPr>
              <a:t>$size: large;</a:t>
            </a:r>
          </a:p>
          <a:p>
            <a:pPr marL="12700" marR="5080"/>
            <a:r>
              <a:rPr lang="en-US" sz="1400" kern="0" spc="-80" dirty="0">
                <a:solidFill>
                  <a:schemeClr val="accent6"/>
                </a:solidFill>
              </a:rPr>
              <a:t>.button-#{$size} { font-size: 24px; }</a:t>
            </a:r>
          </a:p>
          <a:p>
            <a:pPr marL="12700" marR="5080"/>
            <a:r>
              <a:rPr lang="en-US" sz="1400" kern="0" spc="-80" dirty="0">
                <a:solidFill>
                  <a:schemeClr val="accent2"/>
                </a:solidFill>
              </a:rPr>
              <a:t>✔ Nested Properties</a:t>
            </a:r>
          </a:p>
          <a:p>
            <a:pPr marL="12700" marR="5080"/>
            <a:r>
              <a:rPr lang="en-US" sz="1400" kern="0" spc="-80" dirty="0">
                <a:solidFill>
                  <a:schemeClr val="accent6"/>
                </a:solidFill>
              </a:rPr>
              <a:t>.box {</a:t>
            </a:r>
          </a:p>
          <a:p>
            <a:pPr marL="12700" marR="5080"/>
            <a:r>
              <a:rPr lang="en-US" sz="1400" kern="0" spc="-80" dirty="0">
                <a:solidFill>
                  <a:schemeClr val="accent6"/>
                </a:solidFill>
              </a:rPr>
              <a:t>  font: {</a:t>
            </a:r>
          </a:p>
          <a:p>
            <a:pPr marL="12700" marR="5080"/>
            <a:r>
              <a:rPr lang="en-US" sz="1400" kern="0" spc="-80" dirty="0">
                <a:solidFill>
                  <a:schemeClr val="accent6"/>
                </a:solidFill>
              </a:rPr>
              <a:t>    size: 14px;</a:t>
            </a:r>
          </a:p>
          <a:p>
            <a:pPr marL="12700" marR="5080"/>
            <a:r>
              <a:rPr lang="en-US" sz="1400" kern="0" spc="-80" dirty="0">
                <a:solidFill>
                  <a:schemeClr val="accent6"/>
                </a:solidFill>
              </a:rPr>
              <a:t>    weight: bold;</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2"/>
                </a:solidFill>
              </a:rPr>
              <a:t>✔ Vendor Prefixing (via functions)</a:t>
            </a:r>
          </a:p>
          <a:p>
            <a:pPr marL="12700" marR="5080"/>
            <a:r>
              <a:rPr lang="en-US" sz="1400" kern="0" spc="-80" dirty="0">
                <a:solidFill>
                  <a:schemeClr val="accent6"/>
                </a:solidFill>
              </a:rPr>
              <a:t>Preprocessors can add prefixes via </a:t>
            </a:r>
            <a:r>
              <a:rPr lang="en-US" sz="1400" kern="0" spc="-80" dirty="0" err="1">
                <a:solidFill>
                  <a:schemeClr val="accent6"/>
                </a:solidFill>
              </a:rPr>
              <a:t>mixins</a:t>
            </a:r>
            <a:r>
              <a:rPr lang="en-US" sz="1400" kern="0" spc="-80" dirty="0">
                <a:solidFill>
                  <a:schemeClr val="accent6"/>
                </a:solidFill>
              </a:rPr>
              <a:t>.</a:t>
            </a:r>
          </a:p>
        </p:txBody>
      </p:sp>
    </p:spTree>
    <p:extLst>
      <p:ext uri="{BB962C8B-B14F-4D97-AF65-F5344CB8AC3E}">
        <p14:creationId xmlns:p14="http://schemas.microsoft.com/office/powerpoint/2010/main" val="384083768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F143B5-4DDD-1415-925D-5F2992C6C1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DE3F8CE-899B-A468-8FDB-795BF3D4860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EF6F8F1-CFA3-B2C6-74B3-9791E1E0459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3971799-B110-367C-4370-A0BCC097A2B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8CA809E-32A8-8017-0FD2-49CB593BB8C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AE267F6-C4A3-CF5C-6DB7-E8410F5FA68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D2BF7B4-D3DD-49D3-8FCD-87F6A32EBEE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A63565B-0EA2-D2B7-9A1F-DC877F7C3AD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0212283-8F0A-E06B-03D2-9EA01AD36D5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4C9404C-3AC9-672B-E616-EBEB1DCD459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98E1078-F459-400F-DF97-204EFFE4C034}"/>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 Differences Between Sass, Less, Stylus, </a:t>
            </a:r>
            <a:r>
              <a:rPr lang="en-US" sz="1400" kern="0" spc="-80" dirty="0" err="1">
                <a:solidFill>
                  <a:schemeClr val="accent2"/>
                </a:solidFill>
              </a:rPr>
              <a:t>PostCSS</a:t>
            </a:r>
            <a:endParaRPr lang="en-US" sz="1400" kern="0" spc="-80" dirty="0">
              <a:solidFill>
                <a:schemeClr val="accent2"/>
              </a:solidFill>
            </a:endParaRPr>
          </a:p>
          <a:p>
            <a:pPr marL="12700" marR="5080"/>
            <a:r>
              <a:rPr lang="en-US" sz="1400" kern="0" spc="-80" dirty="0">
                <a:solidFill>
                  <a:schemeClr val="accent2"/>
                </a:solidFill>
              </a:rPr>
              <a:t>Feature	                   Sass	Less	Stylus	</a:t>
            </a:r>
            <a:r>
              <a:rPr lang="en-US" sz="1400" kern="0" spc="-80" dirty="0" err="1">
                <a:solidFill>
                  <a:schemeClr val="accent2"/>
                </a:solidFill>
              </a:rPr>
              <a:t>PostCSS</a:t>
            </a:r>
            <a:r>
              <a:rPr lang="en-US" sz="1400" kern="0" spc="-80" dirty="0">
                <a:solidFill>
                  <a:schemeClr val="accent2"/>
                </a:solidFill>
              </a:rPr>
              <a:t> (with plugins)</a:t>
            </a:r>
          </a:p>
          <a:p>
            <a:pPr marL="12700" marR="5080"/>
            <a:r>
              <a:rPr lang="en-US" sz="1400" kern="0" spc="-80" dirty="0">
                <a:solidFill>
                  <a:schemeClr val="accent6"/>
                </a:solidFill>
              </a:rPr>
              <a:t>Variables	                   $var	@var	var	--var or plugin</a:t>
            </a:r>
          </a:p>
          <a:p>
            <a:pPr marL="12700" marR="5080"/>
            <a:r>
              <a:rPr lang="en-US" sz="1400" kern="0" spc="-80" dirty="0">
                <a:solidFill>
                  <a:schemeClr val="accent6"/>
                </a:solidFill>
              </a:rPr>
              <a:t>Nesting	                   Yes	Yes	Yes	Plugin</a:t>
            </a:r>
          </a:p>
          <a:p>
            <a:pPr marL="12700" marR="5080"/>
            <a:r>
              <a:rPr lang="en-US" sz="1400" kern="0" spc="-80" dirty="0" err="1">
                <a:solidFill>
                  <a:schemeClr val="accent6"/>
                </a:solidFill>
              </a:rPr>
              <a:t>Mixins</a:t>
            </a:r>
            <a:r>
              <a:rPr lang="en-US" sz="1400" kern="0" spc="-80" dirty="0">
                <a:solidFill>
                  <a:schemeClr val="accent6"/>
                </a:solidFill>
              </a:rPr>
              <a:t>	                   Yes	Yes	Yes	Plugin</a:t>
            </a:r>
          </a:p>
          <a:p>
            <a:pPr marL="12700" marR="5080"/>
            <a:r>
              <a:rPr lang="en-US" sz="1400" kern="0" spc="-80" dirty="0">
                <a:solidFill>
                  <a:schemeClr val="accent6"/>
                </a:solidFill>
              </a:rPr>
              <a:t>Loops	                   Yes	Yes	Yes	Plugin</a:t>
            </a:r>
          </a:p>
          <a:p>
            <a:pPr marL="12700" marR="5080"/>
            <a:r>
              <a:rPr lang="en-US" sz="1400" kern="0" spc="-80" dirty="0">
                <a:solidFill>
                  <a:schemeClr val="accent6"/>
                </a:solidFill>
              </a:rPr>
              <a:t>Functions	                   Strong	Medium	Strong	Plugin</a:t>
            </a:r>
          </a:p>
          <a:p>
            <a:pPr marL="12700" marR="5080"/>
            <a:r>
              <a:rPr lang="en-US" sz="1400" kern="0" spc="-80" dirty="0">
                <a:solidFill>
                  <a:schemeClr val="accent6"/>
                </a:solidFill>
              </a:rPr>
              <a:t>Module system	Yes	No	No	Yes (depends on plugin)</a:t>
            </a:r>
          </a:p>
          <a:p>
            <a:pPr marL="12700" marR="5080"/>
            <a:r>
              <a:rPr lang="en-US" sz="1400" kern="0" spc="-80" dirty="0">
                <a:solidFill>
                  <a:schemeClr val="accent6"/>
                </a:solidFill>
              </a:rPr>
              <a:t>Learning curve	Easy	Easy	Medium	Medium</a:t>
            </a:r>
          </a:p>
          <a:p>
            <a:pPr marL="12700" marR="5080"/>
            <a:r>
              <a:rPr lang="en-US" sz="1400" kern="0" spc="-80" dirty="0">
                <a:solidFill>
                  <a:schemeClr val="accent6"/>
                </a:solidFill>
              </a:rPr>
              <a:t>Ecosystem	Very           strong	Strong	Niche	Huge (JS-based)</a:t>
            </a:r>
          </a:p>
          <a:p>
            <a:pPr marL="12700" marR="5080"/>
            <a:endParaRPr lang="en-US" sz="1400" kern="0" spc="-80" dirty="0">
              <a:solidFill>
                <a:schemeClr val="accent6"/>
              </a:solidFill>
            </a:endParaRPr>
          </a:p>
          <a:p>
            <a:pPr marL="12700" marR="5080"/>
            <a:r>
              <a:rPr lang="en-US" sz="1400" kern="0" spc="-80" dirty="0">
                <a:solidFill>
                  <a:schemeClr val="accent2"/>
                </a:solidFill>
              </a:rPr>
              <a:t>⭐ Which Preprocessor Should You Use?</a:t>
            </a:r>
          </a:p>
          <a:p>
            <a:pPr marL="12700" marR="5080"/>
            <a:r>
              <a:rPr lang="en-US" sz="1400" kern="0" spc="-80" dirty="0">
                <a:solidFill>
                  <a:schemeClr val="accent2"/>
                </a:solidFill>
              </a:rPr>
              <a:t>✔ Use Sass/SCSS when:</a:t>
            </a:r>
          </a:p>
          <a:p>
            <a:pPr marL="12700" marR="5080"/>
            <a:r>
              <a:rPr lang="en-US" sz="1400" kern="0" spc="-80" dirty="0">
                <a:solidFill>
                  <a:schemeClr val="accent6"/>
                </a:solidFill>
              </a:rPr>
              <a:t>You want the best documentation + community support</a:t>
            </a:r>
          </a:p>
          <a:p>
            <a:pPr marL="12700" marR="5080"/>
            <a:r>
              <a:rPr lang="en-US" sz="1400" kern="0" spc="-80" dirty="0">
                <a:solidFill>
                  <a:schemeClr val="accent6"/>
                </a:solidFill>
              </a:rPr>
              <a:t>You use frameworks like Bootstrap (built in Sass)</a:t>
            </a:r>
          </a:p>
          <a:p>
            <a:pPr marL="12700" marR="5080"/>
            <a:r>
              <a:rPr lang="en-US" sz="1400" kern="0" spc="-80" dirty="0">
                <a:solidFill>
                  <a:schemeClr val="accent6"/>
                </a:solidFill>
              </a:rPr>
              <a:t>You want powerful functions, loops, maps, etc.</a:t>
            </a:r>
          </a:p>
          <a:p>
            <a:pPr marL="12700" marR="5080"/>
            <a:r>
              <a:rPr lang="en-US" sz="1400" kern="0" spc="-80" dirty="0">
                <a:solidFill>
                  <a:schemeClr val="accent6"/>
                </a:solidFill>
              </a:rPr>
              <a:t>➡ Most recommended</a:t>
            </a:r>
          </a:p>
          <a:p>
            <a:pPr marL="12700" marR="5080"/>
            <a:r>
              <a:rPr lang="en-US" sz="1400" kern="0" spc="-80" dirty="0">
                <a:solidFill>
                  <a:schemeClr val="accent2"/>
                </a:solidFill>
              </a:rPr>
              <a:t>✔ Use Less when:</a:t>
            </a:r>
          </a:p>
          <a:p>
            <a:pPr marL="12700" marR="5080"/>
            <a:r>
              <a:rPr lang="en-US" sz="1400" kern="0" spc="-80" dirty="0">
                <a:solidFill>
                  <a:schemeClr val="accent6"/>
                </a:solidFill>
              </a:rPr>
              <a:t>You are working with legacy code or older Bootstrap (v3)</a:t>
            </a:r>
          </a:p>
          <a:p>
            <a:pPr marL="12700" marR="5080"/>
            <a:r>
              <a:rPr lang="en-US" sz="1400" kern="0" spc="-80" dirty="0">
                <a:solidFill>
                  <a:schemeClr val="accent6"/>
                </a:solidFill>
              </a:rPr>
              <a:t>You prefer JavaScript-style syntax</a:t>
            </a:r>
          </a:p>
          <a:p>
            <a:pPr marL="12700" marR="5080"/>
            <a:r>
              <a:rPr lang="en-US" sz="1400" kern="0" spc="-80" dirty="0">
                <a:solidFill>
                  <a:schemeClr val="accent2"/>
                </a:solidFill>
              </a:rPr>
              <a:t>✔ Use Stylus when:</a:t>
            </a:r>
          </a:p>
          <a:p>
            <a:pPr marL="12700" marR="5080"/>
            <a:r>
              <a:rPr lang="en-US" sz="1400" kern="0" spc="-80" dirty="0">
                <a:solidFill>
                  <a:schemeClr val="accent6"/>
                </a:solidFill>
              </a:rPr>
              <a:t>You want ultra-flexible, minimal syntax</a:t>
            </a:r>
          </a:p>
        </p:txBody>
      </p:sp>
    </p:spTree>
    <p:extLst>
      <p:ext uri="{BB962C8B-B14F-4D97-AF65-F5344CB8AC3E}">
        <p14:creationId xmlns:p14="http://schemas.microsoft.com/office/powerpoint/2010/main" val="74518949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05DD73-019F-6702-19A0-62D036DFE20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D780D8F-4DE0-083F-4334-D428A863859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D5F6E93-F7BA-BE53-615E-D9D59B1A894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FAA841-5CE2-8ACC-3044-474E1930116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50AA564-75B5-8C2A-6255-EE43EC788D1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CFABBCD-5D4A-36BD-F2ED-6565E49DE4C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72EEA27-2729-CEC7-D45C-F8A33F39CCA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0C32339-8257-9B0D-42E6-B969E1A8498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075C941-2A64-9859-6F76-299D9489D6D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B06BF1D-A082-7ADE-F35C-1B9E0370818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D9350B0-6AA7-748D-D209-C8740BD39F3B}"/>
              </a:ext>
            </a:extLst>
          </p:cNvPr>
          <p:cNvSpPr txBox="1">
            <a:spLocks/>
          </p:cNvSpPr>
          <p:nvPr/>
        </p:nvSpPr>
        <p:spPr>
          <a:xfrm>
            <a:off x="152400" y="685800"/>
            <a:ext cx="8624937" cy="45397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 Which Preprocessor Should You Use?</a:t>
            </a:r>
          </a:p>
          <a:p>
            <a:pPr marL="12700" marR="5080"/>
            <a:r>
              <a:rPr lang="en-US" sz="1400" kern="0" spc="-80" dirty="0">
                <a:solidFill>
                  <a:schemeClr val="accent6"/>
                </a:solidFill>
              </a:rPr>
              <a:t>You like Python-like whitespace handling</a:t>
            </a:r>
          </a:p>
          <a:p>
            <a:pPr marL="12700" marR="5080"/>
            <a:r>
              <a:rPr lang="en-US" sz="1400" kern="0" spc="-80" dirty="0">
                <a:solidFill>
                  <a:schemeClr val="accent2"/>
                </a:solidFill>
              </a:rPr>
              <a:t>✔ Use </a:t>
            </a:r>
            <a:r>
              <a:rPr lang="en-US" sz="1400" kern="0" spc="-80" dirty="0" err="1">
                <a:solidFill>
                  <a:schemeClr val="accent2"/>
                </a:solidFill>
              </a:rPr>
              <a:t>PostCSS</a:t>
            </a:r>
            <a:r>
              <a:rPr lang="en-US" sz="1400" kern="0" spc="-80" dirty="0">
                <a:solidFill>
                  <a:schemeClr val="accent2"/>
                </a:solidFill>
              </a:rPr>
              <a:t> when:</a:t>
            </a:r>
          </a:p>
          <a:p>
            <a:pPr marL="12700" marR="5080"/>
            <a:r>
              <a:rPr lang="en-US" sz="1400" kern="0" spc="-80" dirty="0">
                <a:solidFill>
                  <a:schemeClr val="accent6"/>
                </a:solidFill>
              </a:rPr>
              <a:t>You want cutting-edge CSS features early</a:t>
            </a:r>
          </a:p>
          <a:p>
            <a:pPr marL="12700" marR="5080"/>
            <a:r>
              <a:rPr lang="en-US" sz="1400" kern="0" spc="-80" dirty="0">
                <a:solidFill>
                  <a:schemeClr val="accent6"/>
                </a:solidFill>
              </a:rPr>
              <a:t>You prefer a plugin-based architecture</a:t>
            </a:r>
          </a:p>
          <a:p>
            <a:pPr marL="12700" marR="5080"/>
            <a:r>
              <a:rPr lang="en-US" sz="1400" kern="0" spc="-80" dirty="0">
                <a:solidFill>
                  <a:schemeClr val="accent6"/>
                </a:solidFill>
              </a:rPr>
              <a:t>You want </a:t>
            </a:r>
            <a:r>
              <a:rPr lang="en-US" sz="1400" kern="0" spc="-80" dirty="0" err="1">
                <a:solidFill>
                  <a:schemeClr val="accent6"/>
                </a:solidFill>
              </a:rPr>
              <a:t>autoprefixing</a:t>
            </a:r>
            <a:r>
              <a:rPr lang="en-US" sz="1400" kern="0" spc="-80" dirty="0">
                <a:solidFill>
                  <a:schemeClr val="accent6"/>
                </a:solidFill>
              </a:rPr>
              <a:t>, </a:t>
            </a:r>
            <a:r>
              <a:rPr lang="en-US" sz="1400" kern="0" spc="-80" dirty="0" err="1">
                <a:solidFill>
                  <a:schemeClr val="accent6"/>
                </a:solidFill>
              </a:rPr>
              <a:t>cssnano</a:t>
            </a:r>
            <a:r>
              <a:rPr lang="en-US" sz="1400" kern="0" spc="-80" dirty="0">
                <a:solidFill>
                  <a:schemeClr val="accent6"/>
                </a:solidFill>
              </a:rPr>
              <a:t>, nesting, variables, etc.</a:t>
            </a:r>
          </a:p>
          <a:p>
            <a:pPr marL="12700" marR="5080"/>
            <a:r>
              <a:rPr lang="en-US" sz="1400" kern="0" spc="-80" dirty="0">
                <a:solidFill>
                  <a:schemeClr val="accent6"/>
                </a:solidFill>
              </a:rPr>
              <a:t>➡ </a:t>
            </a:r>
            <a:r>
              <a:rPr lang="en-US" sz="1400" kern="0" spc="-80" dirty="0" err="1">
                <a:solidFill>
                  <a:schemeClr val="accent6"/>
                </a:solidFill>
              </a:rPr>
              <a:t>PostCSS</a:t>
            </a:r>
            <a:r>
              <a:rPr lang="en-US" sz="1400" kern="0" spc="-80" dirty="0">
                <a:solidFill>
                  <a:schemeClr val="accent6"/>
                </a:solidFill>
              </a:rPr>
              <a:t> + </a:t>
            </a:r>
            <a:r>
              <a:rPr lang="en-US" sz="1400" kern="0" spc="-80" dirty="0" err="1">
                <a:solidFill>
                  <a:schemeClr val="accent6"/>
                </a:solidFill>
              </a:rPr>
              <a:t>Autoprefixer</a:t>
            </a:r>
            <a:r>
              <a:rPr lang="en-US" sz="1400" kern="0" spc="-80" dirty="0">
                <a:solidFill>
                  <a:schemeClr val="accent6"/>
                </a:solidFill>
              </a:rPr>
              <a:t> is standard even without Sass</a:t>
            </a:r>
          </a:p>
          <a:p>
            <a:pPr marL="12700" marR="5080"/>
            <a:endParaRPr lang="en-US" sz="1400" kern="0" spc="-80" dirty="0">
              <a:solidFill>
                <a:schemeClr val="accent6"/>
              </a:solidFill>
            </a:endParaRPr>
          </a:p>
          <a:p>
            <a:pPr marL="12700" marR="5080"/>
            <a:r>
              <a:rPr lang="en-US" sz="1400" kern="0" spc="-80" dirty="0">
                <a:solidFill>
                  <a:schemeClr val="accent2"/>
                </a:solidFill>
              </a:rPr>
              <a:t>⭐ Preprocessors vs. Modern CSS – Do you still need them?</a:t>
            </a:r>
          </a:p>
          <a:p>
            <a:pPr marL="12700" marR="5080"/>
            <a:r>
              <a:rPr lang="en-US" sz="1400" kern="0" spc="-80" dirty="0">
                <a:solidFill>
                  <a:schemeClr val="accent2"/>
                </a:solidFill>
              </a:rPr>
              <a:t>Feature	                  Modern CSS	                        Preprocessors</a:t>
            </a:r>
          </a:p>
          <a:p>
            <a:pPr marL="12700" marR="5080"/>
            <a:r>
              <a:rPr lang="en-US" sz="1400" kern="0" spc="-80" dirty="0">
                <a:solidFill>
                  <a:schemeClr val="accent6"/>
                </a:solidFill>
              </a:rPr>
              <a:t>Variables	                  Yes (var())	                        Yes</a:t>
            </a:r>
          </a:p>
          <a:p>
            <a:pPr marL="12700" marR="5080"/>
            <a:r>
              <a:rPr lang="en-US" sz="1400" kern="0" spc="-80" dirty="0">
                <a:solidFill>
                  <a:schemeClr val="accent6"/>
                </a:solidFill>
              </a:rPr>
              <a:t>Nesting	                  Yes (2024 update)	     Yes</a:t>
            </a:r>
          </a:p>
          <a:p>
            <a:pPr marL="12700" marR="5080"/>
            <a:r>
              <a:rPr lang="en-US" sz="1400" kern="0" spc="-80" dirty="0" err="1">
                <a:solidFill>
                  <a:schemeClr val="accent6"/>
                </a:solidFill>
              </a:rPr>
              <a:t>Mixins</a:t>
            </a:r>
            <a:r>
              <a:rPr lang="en-US" sz="1400" kern="0" spc="-80" dirty="0">
                <a:solidFill>
                  <a:schemeClr val="accent6"/>
                </a:solidFill>
              </a:rPr>
              <a:t>	                  No	                        Yes</a:t>
            </a:r>
          </a:p>
          <a:p>
            <a:pPr marL="12700" marR="5080"/>
            <a:r>
              <a:rPr lang="en-US" sz="1400" kern="0" spc="-80" dirty="0">
                <a:solidFill>
                  <a:schemeClr val="accent6"/>
                </a:solidFill>
              </a:rPr>
              <a:t>Loops	                  No	                        Yes</a:t>
            </a:r>
          </a:p>
          <a:p>
            <a:pPr marL="12700" marR="5080"/>
            <a:r>
              <a:rPr lang="en-US" sz="1400" kern="0" spc="-80" dirty="0">
                <a:solidFill>
                  <a:schemeClr val="accent6"/>
                </a:solidFill>
              </a:rPr>
              <a:t>Functions	                  Limited	                        Very strong</a:t>
            </a:r>
          </a:p>
          <a:p>
            <a:pPr marL="12700" marR="5080"/>
            <a:r>
              <a:rPr lang="en-US" sz="1400" kern="0" spc="-80" dirty="0">
                <a:solidFill>
                  <a:schemeClr val="accent6"/>
                </a:solidFill>
              </a:rPr>
              <a:t>Import/Modules        Yes (import + scopes)	     Yes</a:t>
            </a:r>
          </a:p>
          <a:p>
            <a:pPr marL="12700" marR="5080"/>
            <a:r>
              <a:rPr lang="en-US" sz="1400" kern="0" spc="-80" dirty="0">
                <a:solidFill>
                  <a:schemeClr val="accent2"/>
                </a:solidFill>
              </a:rPr>
              <a:t>⛔ Sass is still useful for </a:t>
            </a:r>
            <a:r>
              <a:rPr lang="en-US" sz="1400" kern="0" spc="-80" dirty="0" err="1">
                <a:solidFill>
                  <a:schemeClr val="accent2"/>
                </a:solidFill>
              </a:rPr>
              <a:t>mixins</a:t>
            </a:r>
            <a:r>
              <a:rPr lang="en-US" sz="1400" kern="0" spc="-80" dirty="0">
                <a:solidFill>
                  <a:schemeClr val="accent2"/>
                </a:solidFill>
              </a:rPr>
              <a:t>, loops, maps, and deeper logic.</a:t>
            </a:r>
          </a:p>
          <a:p>
            <a:pPr marL="12700" marR="5080"/>
            <a:r>
              <a:rPr lang="en-US" sz="1400" kern="0" spc="-80" dirty="0">
                <a:solidFill>
                  <a:schemeClr val="accent2"/>
                </a:solidFill>
              </a:rPr>
              <a:t>✔ But modern CSS has reduced the need for preprocessors in simple projects.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54642991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8CC36A-745A-C976-473C-27F8FEFCADE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D931B2-E91F-A5F8-117E-984D226EC00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922FE69-A9FD-0D37-D7B5-D8C252D6883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A33C5A7-261E-AF28-820F-0A2D65E8E66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E30EE43-C106-5BD8-5D78-CFCF6DB8D50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461A86D-6799-2CBF-A8B6-11F2CA39B78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84E667F-6041-994B-939D-506F520EF68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82ED7ED-4150-D30D-FF08-B860F35469A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EA90A90-0A21-543A-6F6A-C7ED1FF0E99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60DB395-3E04-185F-5F94-17BE53A5834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9640A55-C092-712D-2909-3309A77B8267}"/>
              </a:ext>
            </a:extLst>
          </p:cNvPr>
          <p:cNvSpPr txBox="1">
            <a:spLocks/>
          </p:cNvSpPr>
          <p:nvPr/>
        </p:nvSpPr>
        <p:spPr>
          <a:xfrm>
            <a:off x="152400" y="685800"/>
            <a:ext cx="8624937" cy="21698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 Best Practices</a:t>
            </a:r>
          </a:p>
          <a:p>
            <a:pPr marL="12700" marR="5080"/>
            <a:r>
              <a:rPr lang="en-US" sz="1400" kern="0" spc="-80" dirty="0">
                <a:solidFill>
                  <a:schemeClr val="accent6"/>
                </a:solidFill>
              </a:rPr>
              <a:t>Use SCSS syntax instead of old .sass syntax</a:t>
            </a:r>
          </a:p>
          <a:p>
            <a:pPr marL="12700" marR="5080"/>
            <a:r>
              <a:rPr lang="en-US" sz="1400" kern="0" spc="-80" dirty="0">
                <a:solidFill>
                  <a:schemeClr val="accent6"/>
                </a:solidFill>
              </a:rPr>
              <a:t>Keep variables in a separate _</a:t>
            </a:r>
            <a:r>
              <a:rPr lang="en-US" sz="1400" kern="0" spc="-80" dirty="0" err="1">
                <a:solidFill>
                  <a:schemeClr val="accent6"/>
                </a:solidFill>
              </a:rPr>
              <a:t>variables.scss</a:t>
            </a:r>
            <a:r>
              <a:rPr lang="en-US" sz="1400" kern="0" spc="-80" dirty="0">
                <a:solidFill>
                  <a:schemeClr val="accent6"/>
                </a:solidFill>
              </a:rPr>
              <a:t> file</a:t>
            </a:r>
          </a:p>
          <a:p>
            <a:pPr marL="12700" marR="5080"/>
            <a:r>
              <a:rPr lang="en-US" sz="1400" kern="0" spc="-80" dirty="0">
                <a:solidFill>
                  <a:schemeClr val="accent6"/>
                </a:solidFill>
              </a:rPr>
              <a:t>Use @use and @forward (avoid old @import)</a:t>
            </a:r>
          </a:p>
          <a:p>
            <a:pPr marL="12700" marR="5080"/>
            <a:r>
              <a:rPr lang="en-US" sz="1400" kern="0" spc="-80" dirty="0">
                <a:solidFill>
                  <a:schemeClr val="accent6"/>
                </a:solidFill>
              </a:rPr>
              <a:t>Use maps for theme systems</a:t>
            </a:r>
          </a:p>
          <a:p>
            <a:pPr marL="12700" marR="5080"/>
            <a:r>
              <a:rPr lang="en-US" sz="1400" kern="0" spc="-80" dirty="0">
                <a:solidFill>
                  <a:schemeClr val="accent6"/>
                </a:solidFill>
              </a:rPr>
              <a:t>Prefer modular structure</a:t>
            </a:r>
          </a:p>
          <a:p>
            <a:pPr marL="12700" marR="5080"/>
            <a:r>
              <a:rPr lang="en-US" sz="1400" kern="0" spc="-80" dirty="0">
                <a:solidFill>
                  <a:schemeClr val="accent6"/>
                </a:solidFill>
              </a:rPr>
              <a:t>Combine with </a:t>
            </a:r>
            <a:r>
              <a:rPr lang="en-US" sz="1400" kern="0" spc="-80" dirty="0" err="1">
                <a:solidFill>
                  <a:schemeClr val="accent6"/>
                </a:solidFill>
              </a:rPr>
              <a:t>PostCSS</a:t>
            </a:r>
            <a:r>
              <a:rPr lang="en-US" sz="1400" kern="0" spc="-80" dirty="0">
                <a:solidFill>
                  <a:schemeClr val="accent6"/>
                </a:solidFill>
              </a:rPr>
              <a:t> (</a:t>
            </a:r>
            <a:r>
              <a:rPr lang="en-US" sz="1400" kern="0" spc="-80" dirty="0" err="1">
                <a:solidFill>
                  <a:schemeClr val="accent6"/>
                </a:solidFill>
              </a:rPr>
              <a:t>Autoprefixer</a:t>
            </a:r>
            <a:r>
              <a:rPr lang="en-US" sz="1400" kern="0" spc="-80" dirty="0">
                <a:solidFill>
                  <a:schemeClr val="accent6"/>
                </a:solidFill>
              </a:rPr>
              <a: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22881782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2A4D7-C214-132E-0E78-270049E7109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039907F-834C-419F-0108-E35FFD1F0F6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D02DABB-FF5E-536B-1945-A6C1C627EAA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DCF6E8F-52F8-3143-806A-E13D1C0536EB}"/>
              </a:ext>
            </a:extLst>
          </p:cNvPr>
          <p:cNvGraphicFramePr/>
          <p:nvPr>
            <p:extLst>
              <p:ext uri="{D42A27DB-BD31-4B8C-83A1-F6EECF244321}">
                <p14:modId xmlns:p14="http://schemas.microsoft.com/office/powerpoint/2010/main" val="333773285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EF3A84E-A379-4675-3D69-7A5E5C31E49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BCB0EB2-40F3-3E3A-DCFF-1A917F46F89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DFC2AA4-6B19-691C-4E81-B61724FEBA5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61E61F2-4ADA-2772-DF03-1B092EDA5EA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36AAA8F-6BAE-2708-E9DA-426F4E4D72A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975CA3D-E700-0CCC-A907-76F275211D0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992A2CC-C217-CFFD-EAB3-C4AA577DC8F1}"/>
              </a:ext>
            </a:extLst>
          </p:cNvPr>
          <p:cNvSpPr txBox="1">
            <a:spLocks/>
          </p:cNvSpPr>
          <p:nvPr/>
        </p:nvSpPr>
        <p:spPr>
          <a:xfrm>
            <a:off x="152400" y="685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1. Cascade Layers (@layer)</a:t>
            </a:r>
          </a:p>
          <a:p>
            <a:pPr marL="12700" marR="5080"/>
            <a:r>
              <a:rPr lang="en-US" sz="1400" kern="0" spc="-80" dirty="0">
                <a:solidFill>
                  <a:schemeClr val="accent2"/>
                </a:solidFill>
              </a:rPr>
              <a:t>Problem (Before):</a:t>
            </a:r>
          </a:p>
          <a:p>
            <a:pPr marL="12700" marR="5080"/>
            <a:r>
              <a:rPr lang="en-US" sz="1400" kern="0" spc="-80" dirty="0">
                <a:solidFill>
                  <a:schemeClr val="accent6"/>
                </a:solidFill>
              </a:rPr>
              <a:t>Styles override each other in unpredictable ways, especially across components, utilities, and resets.</a:t>
            </a:r>
          </a:p>
          <a:p>
            <a:pPr marL="12700" marR="5080"/>
            <a:r>
              <a:rPr lang="en-US" sz="1400" kern="0" spc="-80" dirty="0">
                <a:solidFill>
                  <a:schemeClr val="accent2"/>
                </a:solidFill>
              </a:rPr>
              <a:t>Solution:</a:t>
            </a:r>
          </a:p>
          <a:p>
            <a:pPr marL="12700" marR="5080"/>
            <a:r>
              <a:rPr lang="en-US" sz="1400" kern="0" spc="-80" dirty="0">
                <a:solidFill>
                  <a:schemeClr val="accent6"/>
                </a:solidFill>
              </a:rPr>
              <a:t>@layer gives explicit cascade order.</a:t>
            </a:r>
          </a:p>
          <a:p>
            <a:pPr marL="12700" marR="5080"/>
            <a:r>
              <a:rPr lang="en-US" sz="1400" kern="0" spc="-80" dirty="0">
                <a:solidFill>
                  <a:schemeClr val="accent6"/>
                </a:solidFill>
              </a:rPr>
              <a:t>@layer reset, base, components, utilities;</a:t>
            </a:r>
          </a:p>
          <a:p>
            <a:pPr marL="12700" marR="5080"/>
            <a:r>
              <a:rPr lang="en-US" sz="1400" kern="0" spc="-80" dirty="0">
                <a:solidFill>
                  <a:schemeClr val="accent6"/>
                </a:solidFill>
              </a:rPr>
              <a:t>@layer reset {</a:t>
            </a:r>
          </a:p>
          <a:p>
            <a:pPr marL="12700" marR="5080"/>
            <a:r>
              <a:rPr lang="en-US" sz="1400" kern="0" spc="-80" dirty="0">
                <a:solidFill>
                  <a:schemeClr val="accent6"/>
                </a:solidFill>
              </a:rPr>
              <a:t>  * { margin: 0; padding: 0; }</a:t>
            </a:r>
          </a:p>
          <a:p>
            <a:pPr marL="12700" marR="5080"/>
            <a:r>
              <a:rPr lang="en-US" sz="1400" kern="0" spc="-80" dirty="0">
                <a:solidFill>
                  <a:schemeClr val="accent6"/>
                </a:solidFill>
              </a:rPr>
              <a:t>}</a:t>
            </a:r>
          </a:p>
          <a:p>
            <a:pPr marL="12700" marR="5080"/>
            <a:r>
              <a:rPr lang="en-US" sz="1400" kern="0" spc="-80" dirty="0">
                <a:solidFill>
                  <a:schemeClr val="accent6"/>
                </a:solidFill>
              </a:rPr>
              <a:t>@layer base {</a:t>
            </a:r>
          </a:p>
          <a:p>
            <a:pPr marL="12700" marR="5080"/>
            <a:r>
              <a:rPr lang="en-US" sz="1400" kern="0" spc="-80" dirty="0">
                <a:solidFill>
                  <a:schemeClr val="accent6"/>
                </a:solidFill>
              </a:rPr>
              <a:t>  body { font-family: sans-serif; }</a:t>
            </a:r>
          </a:p>
          <a:p>
            <a:pPr marL="12700" marR="5080"/>
            <a:r>
              <a:rPr lang="en-US" sz="1400" kern="0" spc="-80" dirty="0">
                <a:solidFill>
                  <a:schemeClr val="accent6"/>
                </a:solidFill>
              </a:rPr>
              <a:t>}</a:t>
            </a:r>
          </a:p>
          <a:p>
            <a:pPr marL="12700" marR="5080"/>
            <a:r>
              <a:rPr lang="en-US" sz="1400" kern="0" spc="-80" dirty="0">
                <a:solidFill>
                  <a:schemeClr val="accent6"/>
                </a:solidFill>
              </a:rPr>
              <a:t>@layer components {</a:t>
            </a:r>
          </a:p>
          <a:p>
            <a:pPr marL="12700" marR="5080"/>
            <a:r>
              <a:rPr lang="en-US" sz="1400" kern="0" spc="-80" dirty="0">
                <a:solidFill>
                  <a:schemeClr val="accent6"/>
                </a:solidFill>
              </a:rPr>
              <a:t>  .card { padding: 1rem; border-radius: .5rem; }</a:t>
            </a:r>
          </a:p>
          <a:p>
            <a:pPr marL="12700" marR="5080"/>
            <a:r>
              <a:rPr lang="en-US" sz="1400" kern="0" spc="-80" dirty="0">
                <a:solidFill>
                  <a:schemeClr val="accent6"/>
                </a:solidFill>
              </a:rPr>
              <a:t>}</a:t>
            </a:r>
          </a:p>
          <a:p>
            <a:pPr marL="12700" marR="5080"/>
            <a:r>
              <a:rPr lang="en-US" sz="1400" kern="0" spc="-80" dirty="0">
                <a:solidFill>
                  <a:schemeClr val="accent6"/>
                </a:solidFill>
              </a:rPr>
              <a:t>@layer utilities {</a:t>
            </a:r>
          </a:p>
          <a:p>
            <a:pPr marL="12700" marR="5080"/>
            <a:r>
              <a:rPr lang="en-US" sz="1400" kern="0" spc="-80" dirty="0">
                <a:solidFill>
                  <a:schemeClr val="accent6"/>
                </a:solidFill>
              </a:rPr>
              <a:t>  .text-center { text-align: center;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Key Insight:</a:t>
            </a:r>
          </a:p>
          <a:p>
            <a:pPr marL="12700" marR="5080"/>
            <a:r>
              <a:rPr lang="en-US" sz="1400" kern="0" spc="-80" dirty="0">
                <a:solidFill>
                  <a:schemeClr val="accent6"/>
                </a:solidFill>
              </a:rPr>
              <a:t>Layer priority goes by declaration order, not rule order or specificity.</a:t>
            </a:r>
          </a:p>
          <a:p>
            <a:pPr marL="12700" marR="5080"/>
            <a:r>
              <a:rPr lang="en-US" sz="1400" kern="0" spc="-80" dirty="0">
                <a:solidFill>
                  <a:schemeClr val="accent6"/>
                </a:solidFill>
              </a:rPr>
              <a:t>This allows Tailwind + custom CSS + UI library CSS to coexist without war.</a:t>
            </a:r>
          </a:p>
        </p:txBody>
      </p:sp>
    </p:spTree>
    <p:extLst>
      <p:ext uri="{BB962C8B-B14F-4D97-AF65-F5344CB8AC3E}">
        <p14:creationId xmlns:p14="http://schemas.microsoft.com/office/powerpoint/2010/main" val="4849175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8B0D8-8C8E-EAC4-09FB-3376B521D65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266B42B-5ECE-4DD8-00C3-A5A4B606A9E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F23A058-EB73-C031-5540-1C857984B0B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73A31CE-C59A-3FD4-FD8F-CC4D9F3957F6}"/>
              </a:ext>
            </a:extLst>
          </p:cNvPr>
          <p:cNvGraphicFramePr/>
          <p:nvPr>
            <p:extLst>
              <p:ext uri="{D42A27DB-BD31-4B8C-83A1-F6EECF244321}">
                <p14:modId xmlns:p14="http://schemas.microsoft.com/office/powerpoint/2010/main" val="254918700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C4B81FE-E653-2DFB-23FC-010BEC8924A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DC9B53E-F0FC-24D6-DD43-EDB448D9C2B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7CD702D-4508-463B-D3FE-656A773C89B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B5AD36E-2FAC-859E-8915-62817AB7087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4ED60A3-D9E9-B6FC-93E9-E62C3E5BFED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C384FBF-B35C-26BC-2EC0-90FFCCB7315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11ACF3C-7E7B-571B-6D8E-D69FC2B7E4CF}"/>
              </a:ext>
            </a:extLst>
          </p:cNvPr>
          <p:cNvSpPr txBox="1">
            <a:spLocks/>
          </p:cNvSpPr>
          <p:nvPr/>
        </p:nvSpPr>
        <p:spPr>
          <a:xfrm>
            <a:off x="152400" y="685800"/>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2. Container Queries</a:t>
            </a:r>
          </a:p>
          <a:p>
            <a:pPr marL="12700" marR="5080"/>
            <a:r>
              <a:rPr lang="en-US" sz="1400" kern="0" spc="-80" dirty="0">
                <a:solidFill>
                  <a:schemeClr val="accent2"/>
                </a:solidFill>
              </a:rPr>
              <a:t>Problem:</a:t>
            </a:r>
          </a:p>
          <a:p>
            <a:pPr marL="12700" marR="5080"/>
            <a:r>
              <a:rPr lang="en-US" sz="1400" kern="0" spc="-80" dirty="0">
                <a:solidFill>
                  <a:schemeClr val="accent6"/>
                </a:solidFill>
              </a:rPr>
              <a:t>Media queries respond to viewport, not the component’s available width.</a:t>
            </a:r>
          </a:p>
          <a:p>
            <a:pPr marL="12700" marR="5080"/>
            <a:r>
              <a:rPr lang="en-US" sz="1400" kern="0" spc="-80" dirty="0">
                <a:solidFill>
                  <a:schemeClr val="accent6"/>
                </a:solidFill>
              </a:rPr>
              <a:t>So components break when placed inside sidebars/cards/grids.</a:t>
            </a:r>
          </a:p>
          <a:p>
            <a:pPr marL="12700" marR="5080"/>
            <a:r>
              <a:rPr lang="en-US" sz="1400" kern="0" spc="-80" dirty="0">
                <a:solidFill>
                  <a:schemeClr val="accent2"/>
                </a:solidFill>
              </a:rPr>
              <a:t>Solution:</a:t>
            </a:r>
          </a:p>
          <a:p>
            <a:pPr marL="12700" marR="5080"/>
            <a:r>
              <a:rPr lang="en-US" sz="1400" kern="0" spc="-80" dirty="0">
                <a:solidFill>
                  <a:schemeClr val="accent6"/>
                </a:solidFill>
              </a:rPr>
              <a:t>Style based on container size:</a:t>
            </a:r>
          </a:p>
          <a:p>
            <a:pPr marL="12700" marR="5080"/>
            <a:r>
              <a:rPr lang="en-US" sz="1400" kern="0" spc="-80" dirty="0">
                <a:solidFill>
                  <a:schemeClr val="accent6"/>
                </a:solidFill>
              </a:rPr>
              <a:t>.card {</a:t>
            </a:r>
          </a:p>
          <a:p>
            <a:pPr marL="12700" marR="5080"/>
            <a:r>
              <a:rPr lang="en-US" sz="1400" kern="0" spc="-80" dirty="0">
                <a:solidFill>
                  <a:schemeClr val="accent6"/>
                </a:solidFill>
              </a:rPr>
              <a:t>  container-type: inline-size; /* enable measuring width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.card-content {</a:t>
            </a:r>
          </a:p>
          <a:p>
            <a:pPr marL="12700" marR="5080"/>
            <a:r>
              <a:rPr lang="en-US" sz="1400" kern="0" spc="-80" dirty="0">
                <a:solidFill>
                  <a:schemeClr val="accent6"/>
                </a:solidFill>
              </a:rPr>
              <a:t>  display: flex;</a:t>
            </a:r>
          </a:p>
          <a:p>
            <a:pPr marL="12700" marR="5080"/>
            <a:r>
              <a:rPr lang="en-US" sz="1400" kern="0" spc="-80" dirty="0">
                <a:solidFill>
                  <a:schemeClr val="accent6"/>
                </a:solidFill>
              </a:rPr>
              <a:t>  flex-direction: column;</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@container (min-width: 600px) {</a:t>
            </a:r>
          </a:p>
          <a:p>
            <a:pPr marL="12700" marR="5080"/>
            <a:r>
              <a:rPr lang="en-US" sz="1400" kern="0" spc="-80" dirty="0">
                <a:solidFill>
                  <a:schemeClr val="accent6"/>
                </a:solidFill>
              </a:rPr>
              <a:t>  .card-content {</a:t>
            </a:r>
          </a:p>
          <a:p>
            <a:pPr marL="12700" marR="5080"/>
            <a:r>
              <a:rPr lang="en-US" sz="1400" kern="0" spc="-80" dirty="0">
                <a:solidFill>
                  <a:schemeClr val="accent6"/>
                </a:solidFill>
              </a:rPr>
              <a:t>    flex-direction: row;</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Now a component is truly reusable — it adapts to where it appears, not screen size.</a:t>
            </a:r>
          </a:p>
        </p:txBody>
      </p:sp>
    </p:spTree>
    <p:extLst>
      <p:ext uri="{BB962C8B-B14F-4D97-AF65-F5344CB8AC3E}">
        <p14:creationId xmlns:p14="http://schemas.microsoft.com/office/powerpoint/2010/main" val="400975441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F83A3C-A7D0-B92E-B9A6-2E87B394F41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359866-E64D-C7C7-524C-98C15E4FAB8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9F7CC0B-55F9-ED44-E2FD-CA3F97A879B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41E91F6-0E64-FE1C-41CA-BA74F0094A29}"/>
              </a:ext>
            </a:extLst>
          </p:cNvPr>
          <p:cNvGraphicFramePr/>
          <p:nvPr>
            <p:extLst>
              <p:ext uri="{D42A27DB-BD31-4B8C-83A1-F6EECF244321}">
                <p14:modId xmlns:p14="http://schemas.microsoft.com/office/powerpoint/2010/main" val="259620644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0F48F05-74EE-A140-A891-0B6B9DC1D52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8B6AA09-49A4-9E9F-91F5-9E9A20DBAA9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0A5A030-7B3D-5A7C-B201-55AA7F76181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AE89AA4-B63E-CB56-E66D-C6E9DCFB96E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80A605C-D942-5ADB-1708-D45BE5D05DD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6EBF89B-CDBD-C0BB-6991-1F293B7C3A2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9BA646F-A636-DA43-F3A9-DC4F9EBF95F6}"/>
              </a:ext>
            </a:extLst>
          </p:cNvPr>
          <p:cNvSpPr txBox="1">
            <a:spLocks/>
          </p:cNvSpPr>
          <p:nvPr/>
        </p:nvSpPr>
        <p:spPr>
          <a:xfrm>
            <a:off x="152400"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3. CSS </a:t>
            </a:r>
            <a:r>
              <a:rPr lang="en-US" sz="1400" kern="0" spc="-80" dirty="0" err="1">
                <a:solidFill>
                  <a:schemeClr val="accent2"/>
                </a:solidFill>
              </a:rPr>
              <a:t>Subgrid</a:t>
            </a:r>
            <a:endParaRPr lang="en-US" sz="1400" kern="0" spc="-80" dirty="0">
              <a:solidFill>
                <a:schemeClr val="accent2"/>
              </a:solidFill>
            </a:endParaRPr>
          </a:p>
          <a:p>
            <a:pPr marL="12700" marR="5080"/>
            <a:r>
              <a:rPr lang="en-US" sz="1400" kern="0" spc="-80" dirty="0">
                <a:solidFill>
                  <a:schemeClr val="accent2"/>
                </a:solidFill>
              </a:rPr>
              <a:t>Problem:</a:t>
            </a:r>
          </a:p>
          <a:p>
            <a:pPr marL="12700" marR="5080"/>
            <a:r>
              <a:rPr lang="en-US" sz="1400" kern="0" spc="-80" dirty="0">
                <a:solidFill>
                  <a:schemeClr val="accent6"/>
                </a:solidFill>
              </a:rPr>
              <a:t>A child grid cannot align with the parent grid columns.</a:t>
            </a:r>
          </a:p>
          <a:p>
            <a:pPr marL="12700" marR="5080"/>
            <a:r>
              <a:rPr lang="en-US" sz="1400" kern="0" spc="-80" dirty="0">
                <a:solidFill>
                  <a:schemeClr val="accent2"/>
                </a:solidFill>
              </a:rPr>
              <a:t>Solution:</a:t>
            </a:r>
          </a:p>
          <a:p>
            <a:pPr marL="12700" marR="5080"/>
            <a:r>
              <a:rPr lang="en-US" sz="1400" kern="0" spc="-80" dirty="0">
                <a:solidFill>
                  <a:schemeClr val="accent6"/>
                </a:solidFill>
              </a:rPr>
              <a:t>Use </a:t>
            </a:r>
            <a:r>
              <a:rPr lang="en-US" sz="1400" kern="0" spc="-80" dirty="0" err="1">
                <a:solidFill>
                  <a:schemeClr val="accent6"/>
                </a:solidFill>
              </a:rPr>
              <a:t>subgrid</a:t>
            </a:r>
            <a:r>
              <a:rPr lang="en-US" sz="1400" kern="0" spc="-80" dirty="0">
                <a:solidFill>
                  <a:schemeClr val="accent6"/>
                </a:solidFill>
              </a:rPr>
              <a:t> to inherit track sizes.</a:t>
            </a:r>
          </a:p>
          <a:p>
            <a:pPr marL="12700" marR="5080"/>
            <a:r>
              <a:rPr lang="en-US" sz="1400" kern="0" spc="-80" dirty="0">
                <a:solidFill>
                  <a:schemeClr val="accent6"/>
                </a:solidFill>
              </a:rPr>
              <a:t>.parent {</a:t>
            </a:r>
          </a:p>
          <a:p>
            <a:pPr marL="12700" marR="5080"/>
            <a:r>
              <a:rPr lang="en-US" sz="1400" kern="0" spc="-80" dirty="0">
                <a:solidFill>
                  <a:schemeClr val="accent6"/>
                </a:solidFill>
              </a:rPr>
              <a:t>  display: grid;</a:t>
            </a:r>
          </a:p>
          <a:p>
            <a:pPr marL="12700" marR="5080"/>
            <a:r>
              <a:rPr lang="en-US" sz="1400" kern="0" spc="-80" dirty="0">
                <a:solidFill>
                  <a:schemeClr val="accent6"/>
                </a:solidFill>
              </a:rPr>
              <a:t>  grid-template-columns: repeat(3, 1fr);</a:t>
            </a:r>
          </a:p>
          <a:p>
            <a:pPr marL="12700" marR="5080"/>
            <a:r>
              <a:rPr lang="en-US" sz="1400" kern="0" spc="-80" dirty="0">
                <a:solidFill>
                  <a:schemeClr val="accent6"/>
                </a:solidFill>
              </a:rPr>
              <a:t>}</a:t>
            </a:r>
          </a:p>
          <a:p>
            <a:pPr marL="12700" marR="5080"/>
            <a:r>
              <a:rPr lang="en-US" sz="1400" kern="0" spc="-80" dirty="0">
                <a:solidFill>
                  <a:schemeClr val="accent6"/>
                </a:solidFill>
              </a:rPr>
              <a:t>.child {</a:t>
            </a:r>
          </a:p>
          <a:p>
            <a:pPr marL="12700" marR="5080"/>
            <a:r>
              <a:rPr lang="en-US" sz="1400" kern="0" spc="-80" dirty="0">
                <a:solidFill>
                  <a:schemeClr val="accent6"/>
                </a:solidFill>
              </a:rPr>
              <a:t>  display: grid;</a:t>
            </a:r>
          </a:p>
          <a:p>
            <a:pPr marL="12700" marR="5080"/>
            <a:r>
              <a:rPr lang="en-US" sz="1400" kern="0" spc="-80" dirty="0">
                <a:solidFill>
                  <a:schemeClr val="accent6"/>
                </a:solidFill>
              </a:rPr>
              <a:t>  grid-template-columns: </a:t>
            </a:r>
            <a:r>
              <a:rPr lang="en-US" sz="1400" kern="0" spc="-80" dirty="0" err="1">
                <a:solidFill>
                  <a:schemeClr val="accent6"/>
                </a:solidFill>
              </a:rPr>
              <a:t>subgrid</a:t>
            </a:r>
            <a:r>
              <a:rPr lang="en-US" sz="1400" kern="0" spc="-80" dirty="0">
                <a:solidFill>
                  <a:schemeClr val="accent6"/>
                </a:solidFill>
              </a:rPr>
              <a:t>;</a:t>
            </a:r>
          </a:p>
          <a:p>
            <a:pPr marL="12700" marR="5080"/>
            <a:r>
              <a:rPr lang="en-US" sz="1400" kern="0" spc="-80" dirty="0">
                <a:solidFill>
                  <a:schemeClr val="accent6"/>
                </a:solidFill>
              </a:rPr>
              <a:t>}</a:t>
            </a:r>
          </a:p>
          <a:p>
            <a:pPr marL="12700" marR="5080"/>
            <a:r>
              <a:rPr lang="en-US" sz="1400" kern="0" spc="-80" dirty="0">
                <a:solidFill>
                  <a:schemeClr val="accent2"/>
                </a:solidFill>
              </a:rPr>
              <a:t>This is essential for:</a:t>
            </a:r>
          </a:p>
          <a:p>
            <a:pPr marL="12700" marR="5080"/>
            <a:r>
              <a:rPr lang="en-US" sz="1400" kern="0" spc="-80" dirty="0">
                <a:solidFill>
                  <a:schemeClr val="accent6"/>
                </a:solidFill>
              </a:rPr>
              <a:t>Page layouts</a:t>
            </a:r>
          </a:p>
          <a:p>
            <a:pPr marL="12700" marR="5080"/>
            <a:r>
              <a:rPr lang="en-US" sz="1400" kern="0" spc="-80" dirty="0">
                <a:solidFill>
                  <a:schemeClr val="accent6"/>
                </a:solidFill>
              </a:rPr>
              <a:t>Card with image + text alignment</a:t>
            </a:r>
          </a:p>
          <a:p>
            <a:pPr marL="12700" marR="5080"/>
            <a:r>
              <a:rPr lang="en-US" sz="1400" kern="0" spc="-80" dirty="0">
                <a:solidFill>
                  <a:schemeClr val="accent6"/>
                </a:solidFill>
              </a:rPr>
              <a:t>Multi-level dashboards</a:t>
            </a:r>
          </a:p>
          <a:p>
            <a:pPr marL="12700" marR="5080"/>
            <a:r>
              <a:rPr lang="en-US" sz="1400" kern="0" spc="-80" dirty="0">
                <a:solidFill>
                  <a:schemeClr val="accent2"/>
                </a:solidFill>
              </a:rPr>
              <a:t>4. Logical Properties (Internationalization-Ready CSS)</a:t>
            </a:r>
          </a:p>
          <a:p>
            <a:pPr marL="12700" marR="5080"/>
            <a:r>
              <a:rPr lang="en-US" sz="1400" kern="0" spc="-80" dirty="0">
                <a:solidFill>
                  <a:schemeClr val="accent6"/>
                </a:solidFill>
              </a:rPr>
              <a:t>Avoid left, right, top, bottom.</a:t>
            </a:r>
          </a:p>
          <a:p>
            <a:pPr marL="12700" marR="5080"/>
            <a:r>
              <a:rPr lang="en-US" sz="1400" kern="0" spc="-80" dirty="0">
                <a:solidFill>
                  <a:schemeClr val="accent6"/>
                </a:solidFill>
              </a:rPr>
              <a:t>Use logical (direction-aware) equivalents.</a:t>
            </a:r>
          </a:p>
          <a:p>
            <a:pPr marL="12700" marR="5080"/>
            <a:r>
              <a:rPr lang="en-US" sz="1400" kern="0" spc="-80" dirty="0">
                <a:solidFill>
                  <a:schemeClr val="accent2"/>
                </a:solidFill>
              </a:rPr>
              <a:t>Physical	                    Logical</a:t>
            </a:r>
          </a:p>
          <a:p>
            <a:pPr marL="12700" marR="5080"/>
            <a:r>
              <a:rPr lang="en-US" sz="1400" kern="0" spc="-80" dirty="0">
                <a:solidFill>
                  <a:schemeClr val="accent6"/>
                </a:solidFill>
              </a:rPr>
              <a:t>margin-left	                    margin-inline-start</a:t>
            </a:r>
          </a:p>
          <a:p>
            <a:pPr marL="12700" marR="5080"/>
            <a:r>
              <a:rPr lang="en-US" sz="1400" kern="0" spc="-80" dirty="0">
                <a:solidFill>
                  <a:schemeClr val="accent6"/>
                </a:solidFill>
              </a:rPr>
              <a:t>padding-top	 padding-block-start</a:t>
            </a:r>
          </a:p>
          <a:p>
            <a:pPr marL="12700" marR="5080"/>
            <a:r>
              <a:rPr lang="en-US" sz="1400" kern="0" spc="-80" dirty="0">
                <a:solidFill>
                  <a:schemeClr val="accent6"/>
                </a:solidFill>
              </a:rPr>
              <a:t>border-right	 border-inline-end</a:t>
            </a:r>
          </a:p>
        </p:txBody>
      </p:sp>
    </p:spTree>
    <p:extLst>
      <p:ext uri="{BB962C8B-B14F-4D97-AF65-F5344CB8AC3E}">
        <p14:creationId xmlns:p14="http://schemas.microsoft.com/office/powerpoint/2010/main" val="180340233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4B3EBA-B874-27F6-0BFB-B67BDC9EE5F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CBD71E0-9256-41A8-F8A7-03A91404B59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0D6B545-2A24-61F0-B9DE-412FFC7F5F7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CE2D9C7-D5CE-6024-B3F7-5462AFA373B0}"/>
              </a:ext>
            </a:extLst>
          </p:cNvPr>
          <p:cNvGraphicFramePr/>
          <p:nvPr>
            <p:extLst>
              <p:ext uri="{D42A27DB-BD31-4B8C-83A1-F6EECF244321}">
                <p14:modId xmlns:p14="http://schemas.microsoft.com/office/powerpoint/2010/main" val="191923921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AD73C13-3F54-658B-99EA-53481455E72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044EDEC-983E-E6F7-A22B-2FADAF86C08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6481107-9DCE-5FAB-3091-3A9207B131E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7A93F60-8BC0-1377-7967-41B88A8B358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831100C-6ED1-4B24-60E6-3C11DC81889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3B7454F-1DED-2239-4AE6-C67546B1679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E0E7D86-CF2C-6927-A3E3-C542CDAD8DA6}"/>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Example:</a:t>
            </a:r>
          </a:p>
          <a:p>
            <a:pPr marL="12700" marR="5080"/>
            <a:r>
              <a:rPr lang="en-US" sz="1400" kern="0" spc="-80" dirty="0">
                <a:solidFill>
                  <a:schemeClr val="accent6"/>
                </a:solidFill>
              </a:rPr>
              <a:t>.card {</a:t>
            </a:r>
          </a:p>
          <a:p>
            <a:pPr marL="12700" marR="5080"/>
            <a:r>
              <a:rPr lang="en-US" sz="1400" kern="0" spc="-80" dirty="0">
                <a:solidFill>
                  <a:schemeClr val="accent6"/>
                </a:solidFill>
              </a:rPr>
              <a:t>  padding-block: 1rem;</a:t>
            </a:r>
          </a:p>
          <a:p>
            <a:pPr marL="12700" marR="5080"/>
            <a:r>
              <a:rPr lang="en-US" sz="1400" kern="0" spc="-80" dirty="0">
                <a:solidFill>
                  <a:schemeClr val="accent6"/>
                </a:solidFill>
              </a:rPr>
              <a:t>  padding-inline: 2rem;</a:t>
            </a:r>
          </a:p>
          <a:p>
            <a:pPr marL="12700" marR="5080"/>
            <a:r>
              <a:rPr lang="en-US" sz="1400" kern="0" spc="-80" dirty="0">
                <a:solidFill>
                  <a:schemeClr val="accent6"/>
                </a:solidFill>
              </a:rPr>
              <a:t>}</a:t>
            </a:r>
          </a:p>
          <a:p>
            <a:pPr marL="12700" marR="5080"/>
            <a:r>
              <a:rPr lang="en-US" sz="1400" kern="0" spc="-80" dirty="0">
                <a:solidFill>
                  <a:schemeClr val="accent2"/>
                </a:solidFill>
              </a:rPr>
              <a:t>This automatically adapts to:</a:t>
            </a:r>
          </a:p>
          <a:p>
            <a:pPr marL="12700" marR="5080"/>
            <a:r>
              <a:rPr lang="en-US" sz="1400" kern="0" spc="-80" dirty="0">
                <a:solidFill>
                  <a:schemeClr val="accent6"/>
                </a:solidFill>
              </a:rPr>
              <a:t>Left-to-right (English)</a:t>
            </a:r>
          </a:p>
          <a:p>
            <a:pPr marL="12700" marR="5080"/>
            <a:r>
              <a:rPr lang="en-US" sz="1400" kern="0" spc="-80" dirty="0">
                <a:solidFill>
                  <a:schemeClr val="accent6"/>
                </a:solidFill>
              </a:rPr>
              <a:t>Right-to-left (Arabic)</a:t>
            </a:r>
          </a:p>
          <a:p>
            <a:pPr marL="12700" marR="5080"/>
            <a:r>
              <a:rPr lang="en-US" sz="1400" kern="0" spc="-80" dirty="0">
                <a:solidFill>
                  <a:schemeClr val="accent6"/>
                </a:solidFill>
              </a:rPr>
              <a:t>Vertical writing modes (Japanese)</a:t>
            </a:r>
          </a:p>
          <a:p>
            <a:pPr marL="12700" marR="5080"/>
            <a:r>
              <a:rPr lang="en-US" sz="1400" kern="0" spc="-80" dirty="0">
                <a:solidFill>
                  <a:schemeClr val="accent2"/>
                </a:solidFill>
              </a:rPr>
              <a:t>5. Modern Media Features (Beyond Width)</a:t>
            </a:r>
          </a:p>
          <a:p>
            <a:pPr marL="12700" marR="5080"/>
            <a:r>
              <a:rPr lang="en-US" sz="1400" kern="0" spc="-80" dirty="0">
                <a:solidFill>
                  <a:schemeClr val="accent2"/>
                </a:solidFill>
              </a:rPr>
              <a:t>Prefer reduced motion:</a:t>
            </a:r>
          </a:p>
          <a:p>
            <a:pPr marL="12700" marR="5080"/>
            <a:r>
              <a:rPr lang="en-US" sz="1400" kern="0" spc="-80" dirty="0">
                <a:solidFill>
                  <a:schemeClr val="accent6"/>
                </a:solidFill>
              </a:rPr>
              <a:t>@media (prefers-reduced-motion: reduce) {</a:t>
            </a:r>
          </a:p>
          <a:p>
            <a:pPr marL="12700" marR="5080"/>
            <a:r>
              <a:rPr lang="en-US" sz="1400" kern="0" spc="-80" dirty="0">
                <a:solidFill>
                  <a:schemeClr val="accent6"/>
                </a:solidFill>
              </a:rPr>
              <a:t>  * { animation: none !important; }</a:t>
            </a:r>
          </a:p>
          <a:p>
            <a:pPr marL="12700" marR="5080"/>
            <a:r>
              <a:rPr lang="en-US" sz="1400" kern="0" spc="-80" dirty="0">
                <a:solidFill>
                  <a:schemeClr val="accent6"/>
                </a:solidFill>
              </a:rPr>
              <a:t>}</a:t>
            </a:r>
          </a:p>
          <a:p>
            <a:pPr marL="12700" marR="5080"/>
            <a:r>
              <a:rPr lang="en-US" sz="1400" kern="0" spc="-80" dirty="0">
                <a:solidFill>
                  <a:schemeClr val="accent2"/>
                </a:solidFill>
              </a:rPr>
              <a:t>Dark Mode:</a:t>
            </a:r>
          </a:p>
          <a:p>
            <a:pPr marL="12700" marR="5080"/>
            <a:r>
              <a:rPr lang="en-US" sz="1400" kern="0" spc="-80" dirty="0">
                <a:solidFill>
                  <a:schemeClr val="accent6"/>
                </a:solidFill>
              </a:rPr>
              <a:t>@media (prefers-color-scheme: dark) {</a:t>
            </a:r>
          </a:p>
          <a:p>
            <a:pPr marL="12700" marR="5080"/>
            <a:r>
              <a:rPr lang="en-US" sz="1400" kern="0" spc="-80" dirty="0">
                <a:solidFill>
                  <a:schemeClr val="accent6"/>
                </a:solidFill>
              </a:rPr>
              <a:t>  body { background: #111; color: #eee; }</a:t>
            </a:r>
          </a:p>
          <a:p>
            <a:pPr marL="12700" marR="5080"/>
            <a:r>
              <a:rPr lang="en-US" sz="1400" kern="0" spc="-80" dirty="0">
                <a:solidFill>
                  <a:schemeClr val="accent6"/>
                </a:solidFill>
              </a:rPr>
              <a:t>}</a:t>
            </a:r>
          </a:p>
          <a:p>
            <a:pPr marL="12700" marR="5080"/>
            <a:r>
              <a:rPr lang="en-US" sz="1400" kern="0" spc="-80" dirty="0">
                <a:solidFill>
                  <a:schemeClr val="accent2"/>
                </a:solidFill>
              </a:rPr>
              <a:t>Contrast Preferences:</a:t>
            </a:r>
          </a:p>
          <a:p>
            <a:pPr marL="12700" marR="5080"/>
            <a:r>
              <a:rPr lang="en-US" sz="1400" kern="0" spc="-80" dirty="0">
                <a:solidFill>
                  <a:schemeClr val="accent6"/>
                </a:solidFill>
              </a:rPr>
              <a:t>@media (prefers-contrast: more) {</a:t>
            </a:r>
          </a:p>
          <a:p>
            <a:pPr marL="12700" marR="5080"/>
            <a:r>
              <a:rPr lang="en-US" sz="1400" kern="0" spc="-80" dirty="0">
                <a:solidFill>
                  <a:schemeClr val="accent6"/>
                </a:solidFill>
              </a:rPr>
              <a:t>  * { border-width: 2px; }</a:t>
            </a:r>
          </a:p>
          <a:p>
            <a:pPr marL="12700" marR="5080"/>
            <a:r>
              <a:rPr lang="en-US" sz="1400" kern="0" spc="-80" dirty="0">
                <a:solidFill>
                  <a:schemeClr val="accent6"/>
                </a:solidFill>
              </a:rPr>
              <a:t>}</a:t>
            </a:r>
          </a:p>
          <a:p>
            <a:pPr marL="12700" marR="5080"/>
            <a:r>
              <a:rPr lang="en-US" sz="1400" kern="0" spc="-80" dirty="0">
                <a:solidFill>
                  <a:schemeClr val="accent6"/>
                </a:solidFill>
              </a:rPr>
              <a:t>Modern CSS = accessible CSS.</a:t>
            </a:r>
          </a:p>
        </p:txBody>
      </p:sp>
    </p:spTree>
    <p:extLst>
      <p:ext uri="{BB962C8B-B14F-4D97-AF65-F5344CB8AC3E}">
        <p14:creationId xmlns:p14="http://schemas.microsoft.com/office/powerpoint/2010/main" val="304307157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B91509-A6F0-FAB6-0B58-D56E5828957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A43E0A6-A6DE-914A-C024-29827A1EC25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FCB9D87-7D38-5F84-BB8E-F59A9EFE8BA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FE32FD1-51B4-5A17-9381-AAB80BEEECA1}"/>
              </a:ext>
            </a:extLst>
          </p:cNvPr>
          <p:cNvGraphicFramePr/>
          <p:nvPr>
            <p:extLst>
              <p:ext uri="{D42A27DB-BD31-4B8C-83A1-F6EECF244321}">
                <p14:modId xmlns:p14="http://schemas.microsoft.com/office/powerpoint/2010/main" val="247460494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455F2EA-DFDC-FB8A-8718-B7E9A5BA62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AC29912-0A8E-C5FE-93B3-E024EDB1915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33165D8-7C46-6AD5-D2FA-EB6FC1F4A10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C9AA368-BAA6-AF65-CFF1-3DFCFBE17CC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611E30F-1AD7-AE26-A3AA-38B76D608C7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5E43906-FA52-2A5E-7115-EB91C44673D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2B94623-09E1-12EC-8410-084B9A1A7948}"/>
              </a:ext>
            </a:extLst>
          </p:cNvPr>
          <p:cNvSpPr txBox="1">
            <a:spLocks/>
          </p:cNvSpPr>
          <p:nvPr/>
        </p:nvSpPr>
        <p:spPr>
          <a:xfrm>
            <a:off x="152400" y="685800"/>
            <a:ext cx="8624937" cy="41088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6. The New CSS Color Systems</a:t>
            </a:r>
          </a:p>
          <a:p>
            <a:pPr marL="12700" marR="5080"/>
            <a:r>
              <a:rPr lang="en-US" sz="1400" kern="0" spc="-80" dirty="0">
                <a:solidFill>
                  <a:schemeClr val="accent2"/>
                </a:solidFill>
              </a:rPr>
              <a:t>Old: </a:t>
            </a:r>
            <a:r>
              <a:rPr lang="en-US" sz="1400" kern="0" spc="-80" dirty="0" err="1">
                <a:solidFill>
                  <a:schemeClr val="accent6"/>
                </a:solidFill>
              </a:rPr>
              <a:t>rgb</a:t>
            </a:r>
            <a:r>
              <a:rPr lang="en-US" sz="1400" kern="0" spc="-80" dirty="0">
                <a:solidFill>
                  <a:schemeClr val="accent6"/>
                </a:solidFill>
              </a:rPr>
              <a:t>(), </a:t>
            </a:r>
            <a:r>
              <a:rPr lang="en-US" sz="1400" kern="0" spc="-80" dirty="0" err="1">
                <a:solidFill>
                  <a:schemeClr val="accent6"/>
                </a:solidFill>
              </a:rPr>
              <a:t>hsl</a:t>
            </a:r>
            <a:r>
              <a:rPr lang="en-US" sz="1400" kern="0" spc="-80" dirty="0">
                <a:solidFill>
                  <a:schemeClr val="accent6"/>
                </a:solidFill>
              </a:rPr>
              <a:t>()</a:t>
            </a:r>
          </a:p>
          <a:p>
            <a:pPr marL="12700" marR="5080"/>
            <a:r>
              <a:rPr lang="en-US" sz="1400" kern="0" spc="-80" dirty="0">
                <a:solidFill>
                  <a:schemeClr val="accent2"/>
                </a:solidFill>
              </a:rPr>
              <a:t>New: </a:t>
            </a:r>
            <a:r>
              <a:rPr lang="en-US" sz="1400" kern="0" spc="-80" dirty="0">
                <a:solidFill>
                  <a:schemeClr val="accent6"/>
                </a:solidFill>
              </a:rPr>
              <a:t>lab(), </a:t>
            </a:r>
            <a:r>
              <a:rPr lang="en-US" sz="1400" kern="0" spc="-80" dirty="0" err="1">
                <a:solidFill>
                  <a:schemeClr val="accent6"/>
                </a:solidFill>
              </a:rPr>
              <a:t>lch</a:t>
            </a:r>
            <a:r>
              <a:rPr lang="en-US" sz="1400" kern="0" spc="-80" dirty="0">
                <a:solidFill>
                  <a:schemeClr val="accent6"/>
                </a:solidFill>
              </a:rPr>
              <a:t>() → perceptually uniform.</a:t>
            </a:r>
          </a:p>
          <a:p>
            <a:pPr marL="12700" marR="5080"/>
            <a:r>
              <a:rPr lang="en-US" sz="1400" kern="0" spc="-80" dirty="0">
                <a:solidFill>
                  <a:schemeClr val="accent6"/>
                </a:solidFill>
              </a:rPr>
              <a:t>button {</a:t>
            </a:r>
          </a:p>
          <a:p>
            <a:pPr marL="12700" marR="5080"/>
            <a:r>
              <a:rPr lang="en-US" sz="1400" kern="0" spc="-80" dirty="0">
                <a:solidFill>
                  <a:schemeClr val="accent6"/>
                </a:solidFill>
              </a:rPr>
              <a:t>  background: </a:t>
            </a:r>
            <a:r>
              <a:rPr lang="en-US" sz="1400" kern="0" spc="-80" dirty="0" err="1">
                <a:solidFill>
                  <a:schemeClr val="accent6"/>
                </a:solidFill>
              </a:rPr>
              <a:t>lch</a:t>
            </a:r>
            <a:r>
              <a:rPr lang="en-US" sz="1400" kern="0" spc="-80" dirty="0">
                <a:solidFill>
                  <a:schemeClr val="accent6"/>
                </a:solidFill>
              </a:rPr>
              <a:t>(52 72 45); /* vivid but contrast-correct */</a:t>
            </a:r>
          </a:p>
          <a:p>
            <a:pPr marL="12700" marR="5080"/>
            <a:r>
              <a:rPr lang="en-US" sz="1400" kern="0" spc="-80" dirty="0">
                <a:solidFill>
                  <a:schemeClr val="accent6"/>
                </a:solidFill>
              </a:rPr>
              <a:t>}</a:t>
            </a:r>
          </a:p>
          <a:p>
            <a:pPr marL="12700" marR="5080"/>
            <a:r>
              <a:rPr lang="en-US" sz="1400" kern="0" spc="-80" dirty="0">
                <a:solidFill>
                  <a:schemeClr val="accent2"/>
                </a:solidFill>
              </a:rPr>
              <a:t>Advantages:</a:t>
            </a:r>
          </a:p>
          <a:p>
            <a:pPr marL="12700" marR="5080"/>
            <a:r>
              <a:rPr lang="en-US" sz="1400" kern="0" spc="-80" dirty="0">
                <a:solidFill>
                  <a:schemeClr val="accent6"/>
                </a:solidFill>
              </a:rPr>
              <a:t>Consistent contrast across displays</a:t>
            </a:r>
          </a:p>
          <a:p>
            <a:pPr marL="12700" marR="5080"/>
            <a:r>
              <a:rPr lang="en-US" sz="1400" kern="0" spc="-80" dirty="0">
                <a:solidFill>
                  <a:schemeClr val="accent6"/>
                </a:solidFill>
              </a:rPr>
              <a:t>Perfect for Design Tokens</a:t>
            </a:r>
          </a:p>
          <a:p>
            <a:pPr marL="12700" marR="5080"/>
            <a:endParaRPr lang="en-US" sz="1400" kern="0" spc="-80" dirty="0">
              <a:solidFill>
                <a:schemeClr val="accent6"/>
              </a:solidFill>
            </a:endParaRPr>
          </a:p>
          <a:p>
            <a:pPr marL="12700" marR="5080"/>
            <a:r>
              <a:rPr lang="en-US" sz="1400" kern="0" spc="-80" dirty="0">
                <a:solidFill>
                  <a:schemeClr val="accent2"/>
                </a:solidFill>
              </a:rPr>
              <a:t>7. Strategy: Progressive Enhancement / “Layered CSS Architecture”</a:t>
            </a:r>
          </a:p>
          <a:p>
            <a:pPr marL="12700" marR="5080"/>
            <a:r>
              <a:rPr lang="en-US" sz="1400" kern="0" spc="-80" dirty="0">
                <a:solidFill>
                  <a:schemeClr val="accent2"/>
                </a:solidFill>
              </a:rPr>
              <a:t>Ideal architecture:</a:t>
            </a:r>
          </a:p>
          <a:p>
            <a:pPr marL="12700" marR="5080"/>
            <a:r>
              <a:rPr lang="en-US" sz="1400" kern="0" spc="-80" dirty="0">
                <a:solidFill>
                  <a:schemeClr val="accent6"/>
                </a:solidFill>
              </a:rPr>
              <a:t>@layer reset;</a:t>
            </a:r>
          </a:p>
          <a:p>
            <a:pPr marL="12700" marR="5080"/>
            <a:r>
              <a:rPr lang="en-US" sz="1400" kern="0" spc="-80" dirty="0">
                <a:solidFill>
                  <a:schemeClr val="accent6"/>
                </a:solidFill>
              </a:rPr>
              <a:t>@layer tokens;     /* colors, spacing, typography */</a:t>
            </a:r>
          </a:p>
          <a:p>
            <a:pPr marL="12700" marR="5080"/>
            <a:r>
              <a:rPr lang="en-US" sz="1400" kern="0" spc="-80" dirty="0">
                <a:solidFill>
                  <a:schemeClr val="accent6"/>
                </a:solidFill>
              </a:rPr>
              <a:t>@layer base;       /* element defaults */</a:t>
            </a:r>
          </a:p>
          <a:p>
            <a:pPr marL="12700" marR="5080"/>
            <a:r>
              <a:rPr lang="en-US" sz="1400" kern="0" spc="-80" dirty="0">
                <a:solidFill>
                  <a:schemeClr val="accent6"/>
                </a:solidFill>
              </a:rPr>
              <a:t>@layer layout;     /* grids, containers */</a:t>
            </a:r>
          </a:p>
          <a:p>
            <a:pPr marL="12700" marR="5080"/>
            <a:r>
              <a:rPr lang="en-US" sz="1400" kern="0" spc="-80" dirty="0">
                <a:solidFill>
                  <a:schemeClr val="accent6"/>
                </a:solidFill>
              </a:rPr>
              <a:t>@layer components; /* reusable UI blocks */</a:t>
            </a:r>
          </a:p>
          <a:p>
            <a:pPr marL="12700" marR="5080"/>
            <a:r>
              <a:rPr lang="en-US" sz="1400" kern="0" spc="-80" dirty="0">
                <a:solidFill>
                  <a:schemeClr val="accent6"/>
                </a:solidFill>
              </a:rPr>
              <a:t>@layer utilities;  /* one-off helpers */</a:t>
            </a:r>
          </a:p>
        </p:txBody>
      </p:sp>
    </p:spTree>
    <p:extLst>
      <p:ext uri="{BB962C8B-B14F-4D97-AF65-F5344CB8AC3E}">
        <p14:creationId xmlns:p14="http://schemas.microsoft.com/office/powerpoint/2010/main" val="207951513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71564-1585-4955-C6B7-F2210EFB8D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4479574-5E14-8E7F-AFCD-F5147B839B4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0370C47-BBFC-6FAE-8EE7-485D23E08C0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84A8ACC-4590-C642-E21E-4221D8B8649A}"/>
              </a:ext>
            </a:extLst>
          </p:cNvPr>
          <p:cNvGraphicFramePr/>
          <p:nvPr>
            <p:extLst>
              <p:ext uri="{D42A27DB-BD31-4B8C-83A1-F6EECF244321}">
                <p14:modId xmlns:p14="http://schemas.microsoft.com/office/powerpoint/2010/main" val="339291770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B4F18B8-1BCC-0453-E7D3-A91570FE48C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06C72C4-06AF-42F4-CDFA-0FCF120F156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E862965-9A1D-5410-35E5-6A8B8A01422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5A6CDF9-7F25-0835-6BE2-B18AC386132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4690DA8-E310-AB2E-1BF5-3AFDD4A8957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82D7C6E-857D-1F29-1088-06F74F74741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589F50F-2893-9E6E-9B5D-DBF0387B9E7C}"/>
              </a:ext>
            </a:extLst>
          </p:cNvPr>
          <p:cNvSpPr txBox="1">
            <a:spLocks/>
          </p:cNvSpPr>
          <p:nvPr/>
        </p:nvSpPr>
        <p:spPr>
          <a:xfrm>
            <a:off x="152400" y="685800"/>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CSS Performance &amp; Browser Rendering Deep Dive</a:t>
            </a:r>
          </a:p>
          <a:p>
            <a:pPr marL="12700" marR="5080"/>
            <a:r>
              <a:rPr lang="en-US" sz="1400" kern="0" spc="-80" dirty="0">
                <a:solidFill>
                  <a:schemeClr val="accent6"/>
                </a:solidFill>
              </a:rPr>
              <a:t>To optimize CSS, you need to understand how the browser turns your CSS into pixels.</a:t>
            </a:r>
          </a:p>
          <a:p>
            <a:pPr marL="12700" marR="5080"/>
            <a:r>
              <a:rPr lang="en-US" sz="1400" kern="0" spc="-80" dirty="0">
                <a:solidFill>
                  <a:schemeClr val="accent2"/>
                </a:solidFill>
              </a:rPr>
              <a:t>1. The Rendering Pipeline</a:t>
            </a:r>
          </a:p>
          <a:p>
            <a:pPr marL="12700" marR="5080"/>
            <a:r>
              <a:rPr lang="en-US" sz="1400" kern="0" spc="-80" dirty="0">
                <a:solidFill>
                  <a:schemeClr val="accent6"/>
                </a:solidFill>
              </a:rPr>
              <a:t>HTML → DOM  </a:t>
            </a:r>
          </a:p>
          <a:p>
            <a:pPr marL="12700" marR="5080"/>
            <a:r>
              <a:rPr lang="en-US" sz="1400" kern="0" spc="-80" dirty="0">
                <a:solidFill>
                  <a:schemeClr val="accent6"/>
                </a:solidFill>
              </a:rPr>
              <a:t>CSS → CSSOM  </a:t>
            </a:r>
          </a:p>
          <a:p>
            <a:pPr marL="12700" marR="5080"/>
            <a:r>
              <a:rPr lang="en-US" sz="1400" kern="0" spc="-80" dirty="0">
                <a:solidFill>
                  <a:schemeClr val="accent6"/>
                </a:solidFill>
              </a:rPr>
              <a:t>DOM + CSSOM → Render Tree  </a:t>
            </a:r>
          </a:p>
          <a:p>
            <a:pPr marL="12700" marR="5080"/>
            <a:r>
              <a:rPr lang="en-US" sz="1400" kern="0" spc="-80" dirty="0">
                <a:solidFill>
                  <a:schemeClr val="accent6"/>
                </a:solidFill>
              </a:rPr>
              <a:t>Layout → Paint → Composition</a:t>
            </a:r>
          </a:p>
          <a:p>
            <a:pPr marL="12700" marR="5080"/>
            <a:r>
              <a:rPr lang="en-US" sz="1400" kern="0" spc="-80" dirty="0">
                <a:solidFill>
                  <a:schemeClr val="accent6"/>
                </a:solidFill>
              </a:rPr>
              <a:t>Diagram (mental model):</a:t>
            </a:r>
          </a:p>
          <a:p>
            <a:pPr marL="12700" marR="5080"/>
            <a:r>
              <a:rPr lang="en-US" sz="1400" kern="0" spc="-80" dirty="0">
                <a:solidFill>
                  <a:schemeClr val="accent6"/>
                </a:solidFill>
              </a:rPr>
              <a:t>          Layout (Reflow) = geometry (size, position)</a:t>
            </a:r>
          </a:p>
          <a:p>
            <a:pPr marL="12700" marR="5080"/>
            <a:r>
              <a:rPr lang="en-US" sz="1400" kern="0" spc="-80" dirty="0">
                <a:solidFill>
                  <a:schemeClr val="accent6"/>
                </a:solidFill>
              </a:rPr>
              <a:t>→ Paint = pixels</a:t>
            </a:r>
          </a:p>
          <a:p>
            <a:pPr marL="12700" marR="5080"/>
            <a:r>
              <a:rPr lang="en-US" sz="1400" kern="0" spc="-80" dirty="0">
                <a:solidFill>
                  <a:schemeClr val="accent6"/>
                </a:solidFill>
              </a:rPr>
              <a:t>→ Composite = layer blending (fastest)</a:t>
            </a:r>
          </a:p>
          <a:p>
            <a:pPr marL="12700" marR="5080"/>
            <a:endParaRPr lang="en-US" sz="1400" kern="0" spc="-80" dirty="0">
              <a:solidFill>
                <a:schemeClr val="accent6"/>
              </a:solidFill>
            </a:endParaRPr>
          </a:p>
          <a:p>
            <a:pPr marL="12700" marR="5080"/>
            <a:r>
              <a:rPr lang="en-US" sz="1400" kern="0" spc="-80" dirty="0">
                <a:solidFill>
                  <a:schemeClr val="accent2"/>
                </a:solidFill>
              </a:rPr>
              <a:t>2. What Causes Reflows, Repaints, and Compositing?</a:t>
            </a:r>
          </a:p>
          <a:p>
            <a:pPr marL="12700" marR="5080"/>
            <a:r>
              <a:rPr lang="en-US" sz="1400" kern="0" spc="-80" dirty="0">
                <a:solidFill>
                  <a:schemeClr val="accent2"/>
                </a:solidFill>
              </a:rPr>
              <a:t>Operation	              Cost	  Triggered By	              Examples</a:t>
            </a:r>
          </a:p>
          <a:p>
            <a:pPr marL="12700" marR="5080"/>
            <a:r>
              <a:rPr lang="en-US" sz="1400" kern="0" spc="-80" dirty="0">
                <a:solidFill>
                  <a:schemeClr val="accent6"/>
                </a:solidFill>
              </a:rPr>
              <a:t>Layout (Reflow)      Expensive	  Change in box geometry        width, height, padding, fonts, DOM insert</a:t>
            </a:r>
          </a:p>
          <a:p>
            <a:pPr marL="12700" marR="5080"/>
            <a:r>
              <a:rPr lang="en-US" sz="1400" kern="0" spc="-80" dirty="0">
                <a:solidFill>
                  <a:schemeClr val="accent6"/>
                </a:solidFill>
              </a:rPr>
              <a:t>Paint	              Medium	  Visual appearance changes    background-color, shadows</a:t>
            </a:r>
          </a:p>
          <a:p>
            <a:pPr marL="12700" marR="5080"/>
            <a:r>
              <a:rPr lang="en-US" sz="1400" kern="0" spc="-80" dirty="0">
                <a:solidFill>
                  <a:schemeClr val="accent6"/>
                </a:solidFill>
              </a:rPr>
              <a:t>Compositing           Fastest	  Transform layers	               transform, opacity</a:t>
            </a:r>
          </a:p>
          <a:p>
            <a:pPr marL="12700" marR="5080"/>
            <a:r>
              <a:rPr lang="en-US" sz="1400" kern="0" spc="-80" dirty="0">
                <a:solidFill>
                  <a:schemeClr val="accent2"/>
                </a:solidFill>
              </a:rPr>
              <a:t>Key takeaway:</a:t>
            </a:r>
          </a:p>
          <a:p>
            <a:pPr marL="12700" marR="5080"/>
            <a:r>
              <a:rPr lang="en-US" sz="1400" kern="0" spc="-80" dirty="0">
                <a:solidFill>
                  <a:schemeClr val="accent6"/>
                </a:solidFill>
              </a:rPr>
              <a:t>Animate transform and opacity → Fast</a:t>
            </a:r>
          </a:p>
          <a:p>
            <a:pPr marL="12700" marR="5080"/>
            <a:r>
              <a:rPr lang="en-US" sz="1400" kern="0" spc="-80" dirty="0">
                <a:solidFill>
                  <a:schemeClr val="accent6"/>
                </a:solidFill>
              </a:rPr>
              <a:t>Avoid animating top, left, width, height → Slow</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11614235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48949-4DD0-BD18-5B2E-9391DB695CC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2D182E1-A9B5-F82E-94F0-AE4B92CCA9D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B893645-9EAD-8500-9EFC-F5618211F0F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7844139-60AE-5B2A-8E1B-84AF528E7220}"/>
              </a:ext>
            </a:extLst>
          </p:cNvPr>
          <p:cNvGraphicFramePr/>
          <p:nvPr>
            <p:extLst>
              <p:ext uri="{D42A27DB-BD31-4B8C-83A1-F6EECF244321}">
                <p14:modId xmlns:p14="http://schemas.microsoft.com/office/powerpoint/2010/main" val="307250532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FD75627-A6E2-CD0C-C5C6-F936494B6EC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41B0455-1353-88B8-20D0-27973A3C0E7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21A0C7B-1D61-D3FA-EADA-62546CC76C5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46D158F-B769-33E5-2696-98DBAEA0729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39EA5DA-7AA5-CA82-4ECF-7FEDE3C7730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783A46E-5EE2-C960-CB16-18C4C5DC083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9C39FB7-1298-F188-723A-1DE09325C469}"/>
              </a:ext>
            </a:extLst>
          </p:cNvPr>
          <p:cNvSpPr txBox="1">
            <a:spLocks/>
          </p:cNvSpPr>
          <p:nvPr/>
        </p:nvSpPr>
        <p:spPr>
          <a:xfrm>
            <a:off x="152400" y="685800"/>
            <a:ext cx="8624937" cy="563231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600" kern="0" spc="-80" dirty="0">
                <a:solidFill>
                  <a:schemeClr val="accent2"/>
                </a:solidFill>
              </a:rPr>
              <a:t>CSS Performance &amp; Browser Rendering Deep Dive</a:t>
            </a:r>
          </a:p>
          <a:p>
            <a:pPr marL="12700" marR="5080"/>
            <a:r>
              <a:rPr lang="en-US" sz="1400" kern="0" spc="-80" dirty="0">
                <a:solidFill>
                  <a:schemeClr val="accent2"/>
                </a:solidFill>
              </a:rPr>
              <a:t>3. The “Layout Thrashing” Problem</a:t>
            </a:r>
          </a:p>
          <a:p>
            <a:pPr marL="12700" marR="5080"/>
            <a:r>
              <a:rPr lang="en-US" sz="1400" kern="0" spc="-80" dirty="0">
                <a:solidFill>
                  <a:schemeClr val="accent6"/>
                </a:solidFill>
              </a:rPr>
              <a:t>If your JavaScript reads layout and then writes layout repeatedly, the browser is forced to recalculate layout multiple times.</a:t>
            </a:r>
          </a:p>
          <a:p>
            <a:pPr marL="12700" marR="5080"/>
            <a:r>
              <a:rPr lang="en-US" sz="1400" kern="0" spc="-80" dirty="0">
                <a:solidFill>
                  <a:schemeClr val="accent2"/>
                </a:solidFill>
              </a:rPr>
              <a:t>Example (Bad):</a:t>
            </a:r>
          </a:p>
          <a:p>
            <a:pPr marL="12700" marR="5080"/>
            <a:r>
              <a:rPr lang="en-US" sz="1400" kern="0" spc="-80" dirty="0">
                <a:solidFill>
                  <a:schemeClr val="accent6"/>
                </a:solidFill>
              </a:rPr>
              <a:t>for (let item of items) {</a:t>
            </a:r>
          </a:p>
          <a:p>
            <a:pPr marL="12700" marR="5080"/>
            <a:r>
              <a:rPr lang="en-US" sz="1400" kern="0" spc="-80" dirty="0">
                <a:solidFill>
                  <a:schemeClr val="accent6"/>
                </a:solidFill>
              </a:rPr>
              <a:t>  </a:t>
            </a:r>
            <a:r>
              <a:rPr lang="en-US" sz="1400" kern="0" spc="-80" dirty="0" err="1">
                <a:solidFill>
                  <a:schemeClr val="accent6"/>
                </a:solidFill>
              </a:rPr>
              <a:t>item.style.height</a:t>
            </a:r>
            <a:r>
              <a:rPr lang="en-US" sz="1400" kern="0" spc="-80" dirty="0">
                <a:solidFill>
                  <a:schemeClr val="accent6"/>
                </a:solidFill>
              </a:rPr>
              <a:t> = </a:t>
            </a:r>
            <a:r>
              <a:rPr lang="en-US" sz="1400" kern="0" spc="-80" dirty="0" err="1">
                <a:solidFill>
                  <a:schemeClr val="accent6"/>
                </a:solidFill>
              </a:rPr>
              <a:t>item.offsetWidth</a:t>
            </a:r>
            <a:r>
              <a:rPr lang="en-US" sz="1400" kern="0" spc="-80" dirty="0">
                <a:solidFill>
                  <a:schemeClr val="accent6"/>
                </a:solidFill>
              </a:rPr>
              <a:t> + "</a:t>
            </a:r>
            <a:r>
              <a:rPr lang="en-US" sz="1400" kern="0" spc="-80" dirty="0" err="1">
                <a:solidFill>
                  <a:schemeClr val="accent6"/>
                </a:solidFill>
              </a:rPr>
              <a:t>px</a:t>
            </a:r>
            <a:r>
              <a:rPr lang="en-US" sz="1400" kern="0" spc="-80" dirty="0">
                <a:solidFill>
                  <a:schemeClr val="accent6"/>
                </a:solidFill>
              </a:rPr>
              <a:t>"; // read → write → read → write → ...</a:t>
            </a:r>
          </a:p>
          <a:p>
            <a:pPr marL="12700" marR="5080"/>
            <a:r>
              <a:rPr lang="en-US" sz="1400" kern="0" spc="-80" dirty="0">
                <a:solidFill>
                  <a:schemeClr val="accent6"/>
                </a:solidFill>
              </a:rPr>
              <a:t>}</a:t>
            </a:r>
          </a:p>
          <a:p>
            <a:pPr marL="12700" marR="5080"/>
            <a:r>
              <a:rPr lang="en-US" sz="1400" kern="0" spc="-80" dirty="0">
                <a:solidFill>
                  <a:schemeClr val="accent2"/>
                </a:solidFill>
              </a:rPr>
              <a:t>Fix: </a:t>
            </a:r>
            <a:r>
              <a:rPr lang="en-US" sz="1400" kern="0" spc="-80" dirty="0">
                <a:solidFill>
                  <a:schemeClr val="accent6"/>
                </a:solidFill>
              </a:rPr>
              <a:t>Batch reads, then writes</a:t>
            </a:r>
          </a:p>
          <a:p>
            <a:pPr marL="12700" marR="5080"/>
            <a:r>
              <a:rPr lang="en-US" sz="1400" kern="0" spc="-80" dirty="0">
                <a:solidFill>
                  <a:schemeClr val="accent6"/>
                </a:solidFill>
              </a:rPr>
              <a:t>let width = items[0].</a:t>
            </a:r>
            <a:r>
              <a:rPr lang="en-US" sz="1400" kern="0" spc="-80" dirty="0" err="1">
                <a:solidFill>
                  <a:schemeClr val="accent6"/>
                </a:solidFill>
              </a:rPr>
              <a:t>offsetWidth</a:t>
            </a:r>
            <a:r>
              <a:rPr lang="en-US" sz="1400" kern="0" spc="-80" dirty="0">
                <a:solidFill>
                  <a:schemeClr val="accent6"/>
                </a:solidFill>
              </a:rPr>
              <a:t>; // read once</a:t>
            </a:r>
          </a:p>
          <a:p>
            <a:pPr marL="12700" marR="5080"/>
            <a:r>
              <a:rPr lang="en-US" sz="1400" kern="0" spc="-80" dirty="0">
                <a:solidFill>
                  <a:schemeClr val="accent6"/>
                </a:solidFill>
              </a:rPr>
              <a:t>for (let item of items) {</a:t>
            </a:r>
          </a:p>
          <a:p>
            <a:pPr marL="12700" marR="5080"/>
            <a:r>
              <a:rPr lang="en-US" sz="1400" kern="0" spc="-80" dirty="0">
                <a:solidFill>
                  <a:schemeClr val="accent6"/>
                </a:solidFill>
              </a:rPr>
              <a:t>  </a:t>
            </a:r>
            <a:r>
              <a:rPr lang="en-US" sz="1400" kern="0" spc="-80" dirty="0" err="1">
                <a:solidFill>
                  <a:schemeClr val="accent6"/>
                </a:solidFill>
              </a:rPr>
              <a:t>item.style.height</a:t>
            </a:r>
            <a:r>
              <a:rPr lang="en-US" sz="1400" kern="0" spc="-80" dirty="0">
                <a:solidFill>
                  <a:schemeClr val="accent6"/>
                </a:solidFill>
              </a:rPr>
              <a:t> = width + "</a:t>
            </a:r>
            <a:r>
              <a:rPr lang="en-US" sz="1400" kern="0" spc="-80" dirty="0" err="1">
                <a:solidFill>
                  <a:schemeClr val="accent6"/>
                </a:solidFill>
              </a:rPr>
              <a:t>px</a:t>
            </a:r>
            <a:r>
              <a:rPr lang="en-US" sz="1400" kern="0" spc="-80" dirty="0">
                <a:solidFill>
                  <a:schemeClr val="accent6"/>
                </a:solidFill>
              </a:rPr>
              <a:t>"; // write later</a:t>
            </a:r>
          </a:p>
          <a:p>
            <a:pPr marL="12700" marR="5080"/>
            <a:r>
              <a:rPr lang="en-US" sz="1400" kern="0" spc="-80" dirty="0">
                <a:solidFill>
                  <a:schemeClr val="accent6"/>
                </a:solidFill>
              </a:rPr>
              <a:t>}</a:t>
            </a:r>
          </a:p>
          <a:p>
            <a:pPr marL="12700" marR="5080"/>
            <a:r>
              <a:rPr lang="en-US" sz="1400" kern="0" spc="-80" dirty="0">
                <a:solidFill>
                  <a:schemeClr val="accent2"/>
                </a:solidFill>
              </a:rPr>
              <a:t>Tools:</a:t>
            </a:r>
            <a:r>
              <a:rPr lang="en-US" sz="1400" kern="0" spc="-80" dirty="0">
                <a:solidFill>
                  <a:schemeClr val="accent6"/>
                </a:solidFill>
              </a:rPr>
              <a:t> Use </a:t>
            </a:r>
            <a:r>
              <a:rPr lang="en-US" sz="1400" kern="0" spc="-80" dirty="0" err="1">
                <a:solidFill>
                  <a:schemeClr val="accent6"/>
                </a:solidFill>
              </a:rPr>
              <a:t>ResizeObserver</a:t>
            </a:r>
            <a:r>
              <a:rPr lang="en-US" sz="1400" kern="0" spc="-80" dirty="0">
                <a:solidFill>
                  <a:schemeClr val="accent6"/>
                </a:solidFill>
              </a:rPr>
              <a:t> to listen instead of manually measuring.</a:t>
            </a:r>
          </a:p>
          <a:p>
            <a:pPr marL="12700" marR="5080"/>
            <a:endParaRPr lang="en-US" sz="1400" kern="0" spc="-80" dirty="0">
              <a:solidFill>
                <a:schemeClr val="accent6"/>
              </a:solidFill>
            </a:endParaRPr>
          </a:p>
          <a:p>
            <a:pPr marL="12700" marR="5080"/>
            <a:r>
              <a:rPr lang="en-US" sz="1400" kern="0" spc="-80" dirty="0">
                <a:solidFill>
                  <a:schemeClr val="accent2"/>
                </a:solidFill>
              </a:rPr>
              <a:t>4. GPU Acceleration and Layers</a:t>
            </a:r>
          </a:p>
          <a:p>
            <a:pPr marL="12700" marR="5080"/>
            <a:r>
              <a:rPr lang="en-US" sz="1400" kern="0" spc="-80" dirty="0">
                <a:solidFill>
                  <a:schemeClr val="accent6"/>
                </a:solidFill>
              </a:rPr>
              <a:t>Certain CSS properties promote an element to its own compositor layer.</a:t>
            </a:r>
          </a:p>
          <a:p>
            <a:pPr marL="12700" marR="5080"/>
            <a:r>
              <a:rPr lang="en-US" sz="1400" kern="0" spc="-80" dirty="0">
                <a:solidFill>
                  <a:schemeClr val="accent2"/>
                </a:solidFill>
              </a:rPr>
              <a:t>will-change:</a:t>
            </a:r>
            <a:r>
              <a:rPr lang="en-US" sz="1400" kern="0" spc="-80" dirty="0">
                <a:solidFill>
                  <a:schemeClr val="accent6"/>
                </a:solidFill>
              </a:rPr>
              <a:t> transform;</a:t>
            </a:r>
          </a:p>
          <a:p>
            <a:pPr marL="12700" marR="5080"/>
            <a:r>
              <a:rPr lang="en-US" sz="1400" kern="0" spc="-80" dirty="0">
                <a:solidFill>
                  <a:schemeClr val="accent2"/>
                </a:solidFill>
              </a:rPr>
              <a:t>transform: </a:t>
            </a:r>
            <a:r>
              <a:rPr lang="en-US" sz="1400" kern="0" spc="-80" dirty="0" err="1">
                <a:solidFill>
                  <a:schemeClr val="accent6"/>
                </a:solidFill>
              </a:rPr>
              <a:t>translateZ</a:t>
            </a:r>
            <a:r>
              <a:rPr lang="en-US" sz="1400" kern="0" spc="-80" dirty="0">
                <a:solidFill>
                  <a:schemeClr val="accent6"/>
                </a:solidFill>
              </a:rPr>
              <a:t>(0);</a:t>
            </a:r>
          </a:p>
          <a:p>
            <a:pPr marL="12700" marR="5080"/>
            <a:r>
              <a:rPr lang="en-US" sz="1400" kern="0" spc="-80" dirty="0">
                <a:solidFill>
                  <a:schemeClr val="accent6"/>
                </a:solidFill>
              </a:rPr>
              <a:t>This avoids layout/paint and directly uses GPU compositing.</a:t>
            </a:r>
          </a:p>
          <a:p>
            <a:pPr marL="12700" marR="5080"/>
            <a:r>
              <a:rPr lang="en-US" sz="1400" kern="0" spc="-80" dirty="0">
                <a:solidFill>
                  <a:schemeClr val="accent2"/>
                </a:solidFill>
              </a:rPr>
              <a:t>But Warning:</a:t>
            </a:r>
          </a:p>
          <a:p>
            <a:pPr marL="12700" marR="5080"/>
            <a:r>
              <a:rPr lang="en-US" sz="1400" kern="0" spc="-80" dirty="0">
                <a:solidFill>
                  <a:schemeClr val="accent6"/>
                </a:solidFill>
              </a:rPr>
              <a:t>Don’t add many layers — too many layers cause GPU memory overload.</a:t>
            </a:r>
          </a:p>
          <a:p>
            <a:pPr marL="12700" marR="5080"/>
            <a:r>
              <a:rPr lang="en-US" sz="1400" kern="0" spc="-80" dirty="0">
                <a:solidFill>
                  <a:schemeClr val="accent6"/>
                </a:solidFill>
              </a:rPr>
              <a:t>Use will-change only on elements you know will animate.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90328573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C9A43E-89EE-1320-0B01-A4CA5E30724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068103D-5278-E230-351C-229386EDCF1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75B75BB-2581-BBCA-183C-F8D2BCD77FD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354FE81-874D-9848-853D-689B4DD57223}"/>
              </a:ext>
            </a:extLst>
          </p:cNvPr>
          <p:cNvGraphicFramePr/>
          <p:nvPr>
            <p:extLst>
              <p:ext uri="{D42A27DB-BD31-4B8C-83A1-F6EECF244321}">
                <p14:modId xmlns:p14="http://schemas.microsoft.com/office/powerpoint/2010/main" val="392811266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66152D6-1CB9-43A6-C02D-6C8B9A133BF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364E583-2ACD-5ED7-E7F5-9D35C0B7C01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E3B3294-1B2B-BAB9-FD0D-C5E89CAD5DF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5D57A75-0318-9039-7E02-EB1F4DDD78C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F66CC635-9AF9-4B26-3708-681F68A9BE5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3D7FE707-65BF-C116-CD19-F770CC994A3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B4EE84E-47BF-B2E8-03B6-7811DA997342}"/>
              </a:ext>
            </a:extLst>
          </p:cNvPr>
          <p:cNvSpPr txBox="1">
            <a:spLocks/>
          </p:cNvSpPr>
          <p:nvPr/>
        </p:nvSpPr>
        <p:spPr>
          <a:xfrm>
            <a:off x="152400"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CSS Performance &amp; Browser Rendering Deep Dive</a:t>
            </a:r>
          </a:p>
          <a:p>
            <a:pPr marL="12700" marR="5080"/>
            <a:r>
              <a:rPr lang="en-US" sz="1400" kern="0" spc="-80" dirty="0">
                <a:solidFill>
                  <a:schemeClr val="accent2"/>
                </a:solidFill>
              </a:rPr>
              <a:t>5. Avoid Huge Paint Zones</a:t>
            </a:r>
          </a:p>
          <a:p>
            <a:pPr marL="12700" marR="5080"/>
            <a:r>
              <a:rPr lang="en-US" sz="1400" kern="0" spc="-80" dirty="0">
                <a:solidFill>
                  <a:schemeClr val="accent2"/>
                </a:solidFill>
              </a:rPr>
              <a:t>Expensive Paint Triggers:</a:t>
            </a:r>
          </a:p>
          <a:p>
            <a:pPr marL="12700" marR="5080"/>
            <a:r>
              <a:rPr lang="en-US" sz="1400" kern="0" spc="-80" dirty="0">
                <a:solidFill>
                  <a:schemeClr val="accent6"/>
                </a:solidFill>
              </a:rPr>
              <a:t>box-shadow (large spread)</a:t>
            </a:r>
          </a:p>
          <a:p>
            <a:pPr marL="12700" marR="5080"/>
            <a:r>
              <a:rPr lang="en-US" sz="1400" kern="0" spc="-80" dirty="0">
                <a:solidFill>
                  <a:schemeClr val="accent2"/>
                </a:solidFill>
              </a:rPr>
              <a:t>filter: </a:t>
            </a:r>
            <a:r>
              <a:rPr lang="en-US" sz="1400" kern="0" spc="-80" dirty="0">
                <a:solidFill>
                  <a:schemeClr val="accent6"/>
                </a:solidFill>
              </a:rPr>
              <a:t>blur()</a:t>
            </a:r>
          </a:p>
          <a:p>
            <a:pPr marL="12700" marR="5080"/>
            <a:r>
              <a:rPr lang="en-US" sz="1400" kern="0" spc="-80" dirty="0">
                <a:solidFill>
                  <a:schemeClr val="accent2"/>
                </a:solidFill>
              </a:rPr>
              <a:t>background-attachment</a:t>
            </a:r>
            <a:r>
              <a:rPr lang="en-US" sz="1400" kern="0" spc="-80" dirty="0">
                <a:solidFill>
                  <a:schemeClr val="accent6"/>
                </a:solidFill>
              </a:rPr>
              <a:t>: fixed;</a:t>
            </a:r>
          </a:p>
          <a:p>
            <a:pPr marL="12700" marR="5080"/>
            <a:r>
              <a:rPr lang="en-US" sz="1400" kern="0" spc="-80" dirty="0">
                <a:solidFill>
                  <a:schemeClr val="accent6"/>
                </a:solidFill>
              </a:rPr>
              <a:t>Big gradients on scroll</a:t>
            </a:r>
          </a:p>
          <a:p>
            <a:pPr marL="12700" marR="5080"/>
            <a:r>
              <a:rPr lang="en-US" sz="1400" kern="0" spc="-80" dirty="0">
                <a:solidFill>
                  <a:schemeClr val="accent6"/>
                </a:solidFill>
              </a:rPr>
              <a:t>CSS to Prefer for Shadows</a:t>
            </a:r>
          </a:p>
          <a:p>
            <a:pPr marL="12700" marR="5080"/>
            <a:r>
              <a:rPr lang="en-US" sz="1400" kern="0" spc="-80" dirty="0">
                <a:solidFill>
                  <a:schemeClr val="accent2"/>
                </a:solidFill>
              </a:rPr>
              <a:t>Instead of:</a:t>
            </a:r>
          </a:p>
          <a:p>
            <a:pPr marL="12700" marR="5080"/>
            <a:r>
              <a:rPr lang="en-US" sz="1400" kern="0" spc="-80" dirty="0">
                <a:solidFill>
                  <a:schemeClr val="accent6"/>
                </a:solidFill>
              </a:rPr>
              <a:t>box-shadow: 0 0 50px 30px #0004;</a:t>
            </a:r>
          </a:p>
          <a:p>
            <a:pPr marL="12700" marR="5080"/>
            <a:r>
              <a:rPr lang="en-US" sz="1400" kern="0" spc="-80" dirty="0">
                <a:solidFill>
                  <a:schemeClr val="accent2"/>
                </a:solidFill>
              </a:rPr>
              <a:t>Prefer layered softer shadows:</a:t>
            </a:r>
          </a:p>
          <a:p>
            <a:pPr marL="12700" marR="5080"/>
            <a:r>
              <a:rPr lang="en-US" sz="1400" kern="0" spc="-80" dirty="0">
                <a:solidFill>
                  <a:schemeClr val="accent6"/>
                </a:solidFill>
              </a:rPr>
              <a:t>box-shadow:</a:t>
            </a:r>
          </a:p>
          <a:p>
            <a:pPr marL="12700" marR="5080"/>
            <a:r>
              <a:rPr lang="en-US" sz="1400" kern="0" spc="-80" dirty="0">
                <a:solidFill>
                  <a:schemeClr val="accent6"/>
                </a:solidFill>
              </a:rPr>
              <a:t>  0 4px 6px #0002,</a:t>
            </a:r>
          </a:p>
          <a:p>
            <a:pPr marL="12700" marR="5080"/>
            <a:r>
              <a:rPr lang="en-US" sz="1400" kern="0" spc="-80" dirty="0">
                <a:solidFill>
                  <a:schemeClr val="accent6"/>
                </a:solidFill>
              </a:rPr>
              <a:t>  0 10px 20px #0001;</a:t>
            </a:r>
          </a:p>
          <a:p>
            <a:pPr marL="12700" marR="5080"/>
            <a:endParaRPr lang="en-US" sz="1400" kern="0" spc="-80" dirty="0">
              <a:solidFill>
                <a:schemeClr val="accent6"/>
              </a:solidFill>
            </a:endParaRPr>
          </a:p>
          <a:p>
            <a:pPr marL="12700" marR="5080"/>
            <a:r>
              <a:rPr lang="en-US" sz="1400" kern="0" spc="-80" dirty="0">
                <a:solidFill>
                  <a:schemeClr val="accent2"/>
                </a:solidFill>
              </a:rPr>
              <a:t>6. Selector Efficiency (Modern Reality)</a:t>
            </a:r>
          </a:p>
          <a:p>
            <a:pPr marL="12700" marR="5080"/>
            <a:r>
              <a:rPr lang="en-US" sz="1400" kern="0" spc="-80" dirty="0">
                <a:solidFill>
                  <a:schemeClr val="accent2"/>
                </a:solidFill>
              </a:rPr>
              <a:t>Old advice used to be:</a:t>
            </a:r>
          </a:p>
          <a:p>
            <a:pPr marL="12700" marR="5080"/>
            <a:r>
              <a:rPr lang="en-US" sz="1400" kern="0" spc="-80" dirty="0">
                <a:solidFill>
                  <a:schemeClr val="accent6"/>
                </a:solidFill>
              </a:rPr>
              <a:t>“Avoid descendant selectors, use classes only.”</a:t>
            </a:r>
          </a:p>
          <a:p>
            <a:pPr marL="12700" marR="5080"/>
            <a:r>
              <a:rPr lang="en-US" sz="1400" kern="0" spc="-80" dirty="0">
                <a:solidFill>
                  <a:schemeClr val="accent6"/>
                </a:solidFill>
              </a:rPr>
              <a:t>This is outdated.</a:t>
            </a:r>
          </a:p>
          <a:p>
            <a:pPr marL="12700" marR="5080"/>
            <a:r>
              <a:rPr lang="en-US" sz="1400" kern="0" spc="-80" dirty="0">
                <a:solidFill>
                  <a:schemeClr val="accent2"/>
                </a:solidFill>
              </a:rPr>
              <a:t>Modern Rule:</a:t>
            </a:r>
          </a:p>
          <a:p>
            <a:pPr marL="12700" marR="5080"/>
            <a:r>
              <a:rPr lang="en-US" sz="1400" kern="0" spc="-80" dirty="0">
                <a:solidFill>
                  <a:schemeClr val="accent6"/>
                </a:solidFill>
              </a:rPr>
              <a:t>Browsers optimize selector matching extremely well.</a:t>
            </a:r>
          </a:p>
          <a:p>
            <a:pPr marL="12700" marR="5080"/>
            <a:r>
              <a:rPr lang="en-US" sz="1400" kern="0" spc="-80" dirty="0">
                <a:solidFill>
                  <a:schemeClr val="accent6"/>
                </a:solidFill>
              </a:rPr>
              <a:t>Selector performance differences are negligible unless:</a:t>
            </a:r>
          </a:p>
          <a:p>
            <a:pPr marL="12700" marR="5080"/>
            <a:r>
              <a:rPr lang="en-US" sz="1400" kern="0" spc="-80" dirty="0">
                <a:solidFill>
                  <a:schemeClr val="accent6"/>
                </a:solidFill>
              </a:rPr>
              <a:t>You use very deep descendant selectors (e.g., .a .b .c .d .e)</a:t>
            </a:r>
          </a:p>
          <a:p>
            <a:pPr marL="12700" marR="5080"/>
            <a:r>
              <a:rPr lang="en-US" sz="1400" kern="0" spc="-80" dirty="0">
                <a:solidFill>
                  <a:schemeClr val="accent6"/>
                </a:solidFill>
              </a:rPr>
              <a:t>Or universal selectors on large DOM (* selectors in deep trees)</a:t>
            </a:r>
          </a:p>
        </p:txBody>
      </p:sp>
    </p:spTree>
    <p:extLst>
      <p:ext uri="{BB962C8B-B14F-4D97-AF65-F5344CB8AC3E}">
        <p14:creationId xmlns:p14="http://schemas.microsoft.com/office/powerpoint/2010/main" val="362030456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DD55BA-BA2B-12F7-781B-A9F3135216B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2B4524B-40D4-2356-C98A-EF802654AE1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16EB430-D5DF-5A85-EBE6-5F53A111C0A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D3C1C63-A2DF-F7F3-6537-F4913FAB202B}"/>
              </a:ext>
            </a:extLst>
          </p:cNvPr>
          <p:cNvGraphicFramePr/>
          <p:nvPr>
            <p:extLst>
              <p:ext uri="{D42A27DB-BD31-4B8C-83A1-F6EECF244321}">
                <p14:modId xmlns:p14="http://schemas.microsoft.com/office/powerpoint/2010/main" val="304661611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72167E4-4A60-0E2F-17C8-9D6F4221BE5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60AB7D5-62CC-CB54-B1AA-B39443E9AFC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2D5BC27-EA21-F8A2-49C2-2DDDF44E779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01D2C07-A2E3-1F91-D482-17C3EE99314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15670B7C-5302-CE00-B372-87AE3F066AC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5A69D49C-DC3A-8341-07C2-EE1CC7F0BB5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A2A0ED5-7493-6F5D-72D8-CED1DA43905F}"/>
              </a:ext>
            </a:extLst>
          </p:cNvPr>
          <p:cNvSpPr txBox="1">
            <a:spLocks/>
          </p:cNvSpPr>
          <p:nvPr/>
        </p:nvSpPr>
        <p:spPr>
          <a:xfrm>
            <a:off x="152400" y="685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CSS Performance &amp; Browser Rendering Deep Dive</a:t>
            </a:r>
          </a:p>
          <a:p>
            <a:pPr marL="12700" marR="5080"/>
            <a:r>
              <a:rPr lang="en-US" sz="1400" kern="0" spc="-80" dirty="0">
                <a:solidFill>
                  <a:schemeClr val="accent2"/>
                </a:solidFill>
              </a:rPr>
              <a:t>Best Practice:</a:t>
            </a:r>
          </a:p>
          <a:p>
            <a:pPr marL="12700" marR="5080"/>
            <a:r>
              <a:rPr lang="en-US" sz="1400" kern="0" spc="-80" dirty="0">
                <a:solidFill>
                  <a:schemeClr val="accent6"/>
                </a:solidFill>
              </a:rPr>
              <a:t>Use predictable, not “shortest” selectors.</a:t>
            </a:r>
          </a:p>
          <a:p>
            <a:pPr marL="12700" marR="5080"/>
            <a:endParaRPr lang="en-US" sz="1400" kern="0" spc="-80" dirty="0">
              <a:solidFill>
                <a:schemeClr val="accent6"/>
              </a:solidFill>
            </a:endParaRPr>
          </a:p>
          <a:p>
            <a:pPr marL="12700" marR="5080"/>
            <a:r>
              <a:rPr lang="en-US" sz="1400" kern="0" spc="-80" dirty="0">
                <a:solidFill>
                  <a:schemeClr val="accent2"/>
                </a:solidFill>
              </a:rPr>
              <a:t>7. CSS Architecture and Bundle Performance</a:t>
            </a:r>
          </a:p>
          <a:p>
            <a:pPr marL="12700" marR="5080"/>
            <a:r>
              <a:rPr lang="en-US" sz="1400" kern="0" spc="-80" dirty="0">
                <a:solidFill>
                  <a:schemeClr val="accent2"/>
                </a:solidFill>
              </a:rPr>
              <a:t>Split CSS by:</a:t>
            </a:r>
          </a:p>
          <a:p>
            <a:pPr marL="12700" marR="5080"/>
            <a:r>
              <a:rPr lang="en-US" sz="1400" kern="0" spc="-80" dirty="0">
                <a:solidFill>
                  <a:schemeClr val="accent2"/>
                </a:solidFill>
              </a:rPr>
              <a:t>Layer	                                       Served in</a:t>
            </a:r>
          </a:p>
          <a:p>
            <a:pPr marL="12700" marR="5080"/>
            <a:r>
              <a:rPr lang="en-US" sz="1400" kern="0" spc="-80" dirty="0">
                <a:solidFill>
                  <a:schemeClr val="accent6"/>
                </a:solidFill>
              </a:rPr>
              <a:t>Critical CSS (above the fold)	Inline in &lt;head&gt;</a:t>
            </a:r>
          </a:p>
          <a:p>
            <a:pPr marL="12700" marR="5080"/>
            <a:r>
              <a:rPr lang="en-US" sz="1400" kern="0" spc="-80" dirty="0">
                <a:solidFill>
                  <a:schemeClr val="accent6"/>
                </a:solidFill>
              </a:rPr>
              <a:t>Component CSS	                   Deferred .</a:t>
            </a:r>
            <a:r>
              <a:rPr lang="en-US" sz="1400" kern="0" spc="-80" dirty="0" err="1">
                <a:solidFill>
                  <a:schemeClr val="accent6"/>
                </a:solidFill>
              </a:rPr>
              <a:t>css</a:t>
            </a:r>
            <a:r>
              <a:rPr lang="en-US" sz="1400" kern="0" spc="-80" dirty="0">
                <a:solidFill>
                  <a:schemeClr val="accent6"/>
                </a:solidFill>
              </a:rPr>
              <a:t> file</a:t>
            </a:r>
          </a:p>
          <a:p>
            <a:pPr marL="12700" marR="5080"/>
            <a:r>
              <a:rPr lang="en-US" sz="1400" kern="0" spc="-80" dirty="0">
                <a:solidFill>
                  <a:schemeClr val="accent6"/>
                </a:solidFill>
              </a:rPr>
              <a:t>Non-UI / print / helpers	Loaded async</a:t>
            </a:r>
          </a:p>
          <a:p>
            <a:pPr marL="12700" marR="5080"/>
            <a:r>
              <a:rPr lang="en-US" sz="1400" kern="0" spc="-80" dirty="0">
                <a:solidFill>
                  <a:schemeClr val="accent2"/>
                </a:solidFill>
              </a:rPr>
              <a:t>Critical CSS Example:</a:t>
            </a:r>
          </a:p>
          <a:p>
            <a:pPr marL="12700" marR="5080"/>
            <a:r>
              <a:rPr lang="en-US" sz="1400" kern="0" spc="-80" dirty="0">
                <a:solidFill>
                  <a:schemeClr val="accent6"/>
                </a:solidFill>
              </a:rPr>
              <a:t>&lt;style&gt;</a:t>
            </a:r>
          </a:p>
          <a:p>
            <a:pPr marL="12700" marR="5080"/>
            <a:r>
              <a:rPr lang="en-US" sz="1400" kern="0" spc="-80" dirty="0">
                <a:solidFill>
                  <a:schemeClr val="accent6"/>
                </a:solidFill>
              </a:rPr>
              <a:t>  body { font-family: system-</a:t>
            </a:r>
            <a:r>
              <a:rPr lang="en-US" sz="1400" kern="0" spc="-80" dirty="0" err="1">
                <a:solidFill>
                  <a:schemeClr val="accent6"/>
                </a:solidFill>
              </a:rPr>
              <a:t>ui</a:t>
            </a:r>
            <a:r>
              <a:rPr lang="en-US" sz="1400" kern="0" spc="-80" dirty="0">
                <a:solidFill>
                  <a:schemeClr val="accent6"/>
                </a:solidFill>
              </a:rPr>
              <a:t>; }</a:t>
            </a:r>
          </a:p>
          <a:p>
            <a:pPr marL="12700" marR="5080"/>
            <a:r>
              <a:rPr lang="en-US" sz="1400" kern="0" spc="-80" dirty="0">
                <a:solidFill>
                  <a:schemeClr val="accent6"/>
                </a:solidFill>
              </a:rPr>
              <a:t>  .header { </a:t>
            </a:r>
            <a:r>
              <a:rPr lang="en-US" sz="1400" kern="0" spc="-80" dirty="0" err="1">
                <a:solidFill>
                  <a:schemeClr val="accent6"/>
                </a:solidFill>
              </a:rPr>
              <a:t>display:flex</a:t>
            </a:r>
            <a:r>
              <a:rPr lang="en-US" sz="1400" kern="0" spc="-80" dirty="0">
                <a:solidFill>
                  <a:schemeClr val="accent6"/>
                </a:solidFill>
              </a:rPr>
              <a:t>; </a:t>
            </a:r>
            <a:r>
              <a:rPr lang="en-US" sz="1400" kern="0" spc="-80" dirty="0" err="1">
                <a:solidFill>
                  <a:schemeClr val="accent6"/>
                </a:solidFill>
              </a:rPr>
              <a:t>align-items:center</a:t>
            </a:r>
            <a:r>
              <a:rPr lang="en-US" sz="1400" kern="0" spc="-80" dirty="0">
                <a:solidFill>
                  <a:schemeClr val="accent6"/>
                </a:solidFill>
              </a:rPr>
              <a:t>; }</a:t>
            </a:r>
          </a:p>
          <a:p>
            <a:pPr marL="12700" marR="5080"/>
            <a:r>
              <a:rPr lang="en-US" sz="1400" kern="0" spc="-80" dirty="0">
                <a:solidFill>
                  <a:schemeClr val="accent6"/>
                </a:solidFill>
              </a:rPr>
              <a:t>&lt;/style&gt;</a:t>
            </a:r>
          </a:p>
          <a:p>
            <a:pPr marL="12700" marR="5080"/>
            <a:r>
              <a:rPr lang="en-US" sz="1400" kern="0" spc="-80" dirty="0">
                <a:solidFill>
                  <a:schemeClr val="accent6"/>
                </a:solidFill>
              </a:rPr>
              <a:t>&lt;link </a:t>
            </a:r>
            <a:r>
              <a:rPr lang="en-US" sz="1400" kern="0" spc="-80" dirty="0" err="1">
                <a:solidFill>
                  <a:schemeClr val="accent6"/>
                </a:solidFill>
              </a:rPr>
              <a:t>rel</a:t>
            </a:r>
            <a:r>
              <a:rPr lang="en-US" sz="1400" kern="0" spc="-80" dirty="0">
                <a:solidFill>
                  <a:schemeClr val="accent6"/>
                </a:solidFill>
              </a:rPr>
              <a:t>="stylesheet" </a:t>
            </a:r>
            <a:r>
              <a:rPr lang="en-US" sz="1400" kern="0" spc="-80" dirty="0" err="1">
                <a:solidFill>
                  <a:schemeClr val="accent6"/>
                </a:solidFill>
              </a:rPr>
              <a:t>href</a:t>
            </a:r>
            <a:r>
              <a:rPr lang="en-US" sz="1400" kern="0" spc="-80" dirty="0">
                <a:solidFill>
                  <a:schemeClr val="accent6"/>
                </a:solidFill>
              </a:rPr>
              <a:t>="app.css"&gt;</a:t>
            </a:r>
          </a:p>
          <a:p>
            <a:pPr marL="12700" marR="5080"/>
            <a:r>
              <a:rPr lang="en-US" sz="1400" kern="0" spc="-80" dirty="0">
                <a:solidFill>
                  <a:schemeClr val="accent6"/>
                </a:solidFill>
              </a:rPr>
              <a:t>This avoids page flashing (FOUC).</a:t>
            </a:r>
          </a:p>
          <a:p>
            <a:pPr marL="12700" marR="5080"/>
            <a:endParaRPr lang="en-US" sz="1400" kern="0" spc="-80" dirty="0">
              <a:solidFill>
                <a:schemeClr val="accent6"/>
              </a:solidFill>
            </a:endParaRPr>
          </a:p>
          <a:p>
            <a:pPr marL="12700" marR="5080"/>
            <a:r>
              <a:rPr lang="en-US" sz="1400" kern="0" spc="-80" dirty="0">
                <a:solidFill>
                  <a:schemeClr val="accent2"/>
                </a:solidFill>
              </a:rPr>
              <a:t>8. Measuring Performance</a:t>
            </a:r>
          </a:p>
          <a:p>
            <a:pPr marL="12700" marR="5080"/>
            <a:r>
              <a:rPr lang="en-US" sz="1400" kern="0" spc="-80" dirty="0">
                <a:solidFill>
                  <a:schemeClr val="accent6"/>
                </a:solidFill>
              </a:rPr>
              <a:t>Browser </a:t>
            </a:r>
            <a:r>
              <a:rPr lang="en-US" sz="1400" kern="0" spc="-80" dirty="0" err="1">
                <a:solidFill>
                  <a:schemeClr val="accent6"/>
                </a:solidFill>
              </a:rPr>
              <a:t>DevTools</a:t>
            </a:r>
            <a:r>
              <a:rPr lang="en-US" sz="1400" kern="0" spc="-80" dirty="0">
                <a:solidFill>
                  <a:schemeClr val="accent6"/>
                </a:solidFill>
              </a:rPr>
              <a:t> → Performance → Enable:</a:t>
            </a:r>
          </a:p>
          <a:p>
            <a:pPr marL="12700" marR="5080"/>
            <a:r>
              <a:rPr lang="en-US" sz="1400" kern="0" spc="-80" dirty="0">
                <a:solidFill>
                  <a:schemeClr val="accent6"/>
                </a:solidFill>
              </a:rPr>
              <a:t>Rendering → Paint Flashing</a:t>
            </a:r>
          </a:p>
          <a:p>
            <a:pPr marL="12700" marR="5080"/>
            <a:r>
              <a:rPr lang="en-US" sz="1400" kern="0" spc="-80" dirty="0">
                <a:solidFill>
                  <a:schemeClr val="accent6"/>
                </a:solidFill>
              </a:rPr>
              <a:t>Layout Invalidation Tracking</a:t>
            </a:r>
          </a:p>
        </p:txBody>
      </p:sp>
    </p:spTree>
    <p:extLst>
      <p:ext uri="{BB962C8B-B14F-4D97-AF65-F5344CB8AC3E}">
        <p14:creationId xmlns:p14="http://schemas.microsoft.com/office/powerpoint/2010/main" val="410900881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AB8A8-0F4E-E03B-B9B9-772B510682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A8F72A-D2A8-D83E-4D6C-9F50E0D418B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4C8957D-F35F-B68B-9AB6-F7EC014E421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7A54A03-1627-169C-32A0-2B9ED726AB45}"/>
              </a:ext>
            </a:extLst>
          </p:cNvPr>
          <p:cNvGraphicFramePr/>
          <p:nvPr>
            <p:extLst>
              <p:ext uri="{D42A27DB-BD31-4B8C-83A1-F6EECF244321}">
                <p14:modId xmlns:p14="http://schemas.microsoft.com/office/powerpoint/2010/main" val="277018245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906F3F8-F6EC-8E10-046D-B868507049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6CA998A-432A-BE5F-3FE2-1A1F18F9386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AA2EAD3-90EE-785B-9750-E368F2DFE6B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B086D39-6195-6389-DE05-FC60B3A9422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B683664-4481-AECB-FE22-F424FDB2F59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AF35750-5566-A476-0747-C77C4B07D5F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528353C-63F6-F588-ACA7-7449F0E992C8}"/>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CSS Performance &amp; Browser Rendering Deep Dive</a:t>
            </a:r>
          </a:p>
          <a:p>
            <a:pPr marL="12700" marR="5080"/>
            <a:r>
              <a:rPr lang="en-US" sz="1400" kern="0" spc="-80" dirty="0">
                <a:solidFill>
                  <a:schemeClr val="accent2"/>
                </a:solidFill>
              </a:rPr>
              <a:t>Check:</a:t>
            </a:r>
          </a:p>
          <a:p>
            <a:pPr marL="12700" marR="5080"/>
            <a:r>
              <a:rPr lang="en-US" sz="1400" kern="0" spc="-80" dirty="0">
                <a:solidFill>
                  <a:schemeClr val="accent6"/>
                </a:solidFill>
              </a:rPr>
              <a:t>Layout time</a:t>
            </a:r>
          </a:p>
          <a:p>
            <a:pPr marL="12700" marR="5080"/>
            <a:r>
              <a:rPr lang="en-US" sz="1400" kern="0" spc="-80" dirty="0">
                <a:solidFill>
                  <a:schemeClr val="accent6"/>
                </a:solidFill>
              </a:rPr>
              <a:t>Paint time</a:t>
            </a:r>
          </a:p>
          <a:p>
            <a:pPr marL="12700" marR="5080"/>
            <a:r>
              <a:rPr lang="en-US" sz="1400" kern="0" spc="-80" dirty="0">
                <a:solidFill>
                  <a:schemeClr val="accent6"/>
                </a:solidFill>
              </a:rPr>
              <a:t>Compositing layers</a:t>
            </a:r>
          </a:p>
          <a:p>
            <a:pPr marL="12700" marR="5080"/>
            <a:endParaRPr lang="en-US" sz="1400" kern="0" spc="-80" dirty="0">
              <a:solidFill>
                <a:schemeClr val="accent6"/>
              </a:solidFill>
            </a:endParaRPr>
          </a:p>
          <a:p>
            <a:pPr marL="12700" marR="5080"/>
            <a:r>
              <a:rPr lang="en-US" sz="1400" kern="0" spc="-80" dirty="0">
                <a:solidFill>
                  <a:schemeClr val="accent2"/>
                </a:solidFill>
              </a:rPr>
              <a:t>Key Metrics:</a:t>
            </a:r>
          </a:p>
          <a:p>
            <a:pPr marL="12700" marR="5080"/>
            <a:r>
              <a:rPr lang="en-US" sz="1400" kern="0" spc="-80" dirty="0">
                <a:solidFill>
                  <a:schemeClr val="accent2"/>
                </a:solidFill>
              </a:rPr>
              <a:t>Metric	Means</a:t>
            </a:r>
          </a:p>
          <a:p>
            <a:pPr marL="12700" marR="5080"/>
            <a:r>
              <a:rPr lang="en-US" sz="1400" kern="0" spc="-80" dirty="0">
                <a:solidFill>
                  <a:schemeClr val="accent6"/>
                </a:solidFill>
              </a:rPr>
              <a:t>TTI	Time to interactive</a:t>
            </a:r>
          </a:p>
          <a:p>
            <a:pPr marL="12700" marR="5080"/>
            <a:r>
              <a:rPr lang="en-US" sz="1400" kern="0" spc="-80" dirty="0">
                <a:solidFill>
                  <a:schemeClr val="accent6"/>
                </a:solidFill>
              </a:rPr>
              <a:t>CLS	Layout shift correctness</a:t>
            </a:r>
          </a:p>
          <a:p>
            <a:pPr marL="12700" marR="5080"/>
            <a:r>
              <a:rPr lang="en-US" sz="1400" kern="0" spc="-80" dirty="0">
                <a:solidFill>
                  <a:schemeClr val="accent6"/>
                </a:solidFill>
              </a:rPr>
              <a:t>FPS	Smoothness (ideal: 60fps)</a:t>
            </a:r>
          </a:p>
          <a:p>
            <a:pPr marL="12700" marR="5080"/>
            <a:endParaRPr lang="en-US" sz="1400" kern="0" spc="-80" dirty="0">
              <a:solidFill>
                <a:schemeClr val="accent6"/>
              </a:solidFill>
            </a:endParaRPr>
          </a:p>
          <a:p>
            <a:pPr marL="12700" marR="5080"/>
            <a:r>
              <a:rPr lang="en-US" sz="1400" kern="0" spc="-80" dirty="0">
                <a:solidFill>
                  <a:schemeClr val="accent2"/>
                </a:solidFill>
              </a:rPr>
              <a:t>9. The Golden Rules (Memorize These)</a:t>
            </a:r>
          </a:p>
          <a:p>
            <a:pPr marL="12700" marR="5080"/>
            <a:r>
              <a:rPr lang="en-US" sz="1400" kern="0" spc="-80" dirty="0">
                <a:solidFill>
                  <a:schemeClr val="accent6"/>
                </a:solidFill>
              </a:rPr>
              <a:t>✔ Animate only:</a:t>
            </a:r>
          </a:p>
          <a:p>
            <a:pPr marL="12700" marR="5080"/>
            <a:r>
              <a:rPr lang="en-US" sz="1400" kern="0" spc="-80" dirty="0">
                <a:solidFill>
                  <a:schemeClr val="accent6"/>
                </a:solidFill>
              </a:rPr>
              <a:t>transform</a:t>
            </a:r>
          </a:p>
          <a:p>
            <a:pPr marL="12700" marR="5080"/>
            <a:r>
              <a:rPr lang="en-US" sz="1400" kern="0" spc="-80" dirty="0">
                <a:solidFill>
                  <a:schemeClr val="accent6"/>
                </a:solidFill>
              </a:rPr>
              <a:t>opacity</a:t>
            </a:r>
          </a:p>
          <a:p>
            <a:pPr marL="12700" marR="5080"/>
            <a:r>
              <a:rPr lang="en-US" sz="1400" kern="0" spc="-80" dirty="0">
                <a:solidFill>
                  <a:schemeClr val="accent6"/>
                </a:solidFill>
              </a:rPr>
              <a:t>✔ Avoid forcing layout in loops.</a:t>
            </a:r>
          </a:p>
          <a:p>
            <a:pPr marL="12700" marR="5080"/>
            <a:r>
              <a:rPr lang="en-US" sz="1400" kern="0" spc="-80" dirty="0">
                <a:solidFill>
                  <a:schemeClr val="accent6"/>
                </a:solidFill>
              </a:rPr>
              <a:t>✔ Use will-change sparingly.</a:t>
            </a:r>
          </a:p>
          <a:p>
            <a:pPr marL="12700" marR="5080"/>
            <a:r>
              <a:rPr lang="en-US" sz="1400" kern="0" spc="-80" dirty="0">
                <a:solidFill>
                  <a:schemeClr val="accent6"/>
                </a:solidFill>
              </a:rPr>
              <a:t>✔ Prefer CSS Grid + Flexbox over manual pixel positioning.</a:t>
            </a:r>
          </a:p>
          <a:p>
            <a:pPr marL="12700" marR="5080"/>
            <a:r>
              <a:rPr lang="en-US" sz="1400" kern="0" spc="-80" dirty="0">
                <a:solidFill>
                  <a:schemeClr val="accent6"/>
                </a:solidFill>
              </a:rPr>
              <a:t>✔ Avoid complicated box-shadow and blur effects on large elements.</a:t>
            </a:r>
          </a:p>
          <a:p>
            <a:pPr marL="12700" marR="5080"/>
            <a:r>
              <a:rPr lang="en-US" sz="1400" kern="0" spc="-80" dirty="0">
                <a:solidFill>
                  <a:schemeClr val="accent6"/>
                </a:solidFill>
              </a:rPr>
              <a:t>✔ Use content-visibility: auto; for huge lists:</a:t>
            </a:r>
          </a:p>
          <a:p>
            <a:pPr marL="12700" marR="5080"/>
            <a:r>
              <a:rPr lang="en-US" sz="1400" kern="0" spc="-80" dirty="0">
                <a:solidFill>
                  <a:schemeClr val="accent6"/>
                </a:solidFill>
              </a:rPr>
              <a:t>.card { content-visibility: auto; }</a:t>
            </a:r>
          </a:p>
          <a:p>
            <a:pPr marL="12700" marR="5080"/>
            <a:r>
              <a:rPr lang="en-US" sz="1400" kern="0" spc="-80" dirty="0">
                <a:solidFill>
                  <a:schemeClr val="accent6"/>
                </a:solidFill>
              </a:rPr>
              <a:t>→ Browser skips layout and paint for off-screen elements.</a:t>
            </a:r>
          </a:p>
        </p:txBody>
      </p:sp>
    </p:spTree>
    <p:extLst>
      <p:ext uri="{BB962C8B-B14F-4D97-AF65-F5344CB8AC3E}">
        <p14:creationId xmlns:p14="http://schemas.microsoft.com/office/powerpoint/2010/main" val="283380195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D7077A-342B-8D34-46E0-3605F1B3DB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CA12778-B5FC-CD0D-BC99-0A9BE99F81D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EEB7D40-8DDE-C26A-983E-E3B0EFB1C2E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37D97FC-3408-1048-C7DE-1D5C088C59B3}"/>
              </a:ext>
            </a:extLst>
          </p:cNvPr>
          <p:cNvGraphicFramePr/>
          <p:nvPr>
            <p:extLst>
              <p:ext uri="{D42A27DB-BD31-4B8C-83A1-F6EECF244321}">
                <p14:modId xmlns:p14="http://schemas.microsoft.com/office/powerpoint/2010/main" val="292557420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7C17A03-7313-1FBD-EA2D-CAB01B00F69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4495986-F004-6F93-3459-CD0E22D45B0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6E71E10-ED87-0191-E40E-E5A26BFC145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F26398C-1F62-DD3D-919B-860AE8C5EAF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33244AE-00B3-D575-66F9-5CC64A5AFAF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47E5A44-B372-9E63-80C5-2DBF07A20CE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D35E290-440D-0252-751D-952053638F68}"/>
              </a:ext>
            </a:extLst>
          </p:cNvPr>
          <p:cNvSpPr txBox="1">
            <a:spLocks/>
          </p:cNvSpPr>
          <p:nvPr/>
        </p:nvSpPr>
        <p:spPr>
          <a:xfrm>
            <a:off x="152400" y="6858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500" kern="0" spc="-80" dirty="0">
                <a:solidFill>
                  <a:schemeClr val="accent2"/>
                </a:solidFill>
              </a:rPr>
              <a:t>Responsive vs Adaptive</a:t>
            </a:r>
          </a:p>
          <a:p>
            <a:pPr marL="355600" marR="5080" indent="-342900">
              <a:buAutoNum type="arabicPeriod"/>
            </a:pPr>
            <a:r>
              <a:rPr lang="en-US" sz="1400" kern="0" spc="-80" dirty="0">
                <a:solidFill>
                  <a:schemeClr val="accent2"/>
                </a:solidFill>
              </a:rPr>
              <a:t>Core Idea</a:t>
            </a:r>
          </a:p>
          <a:p>
            <a:pPr marL="355600" marR="5080" indent="-342900">
              <a:buAutoNum type="arabicPeriod"/>
            </a:pPr>
            <a:endParaRPr lang="en-US" sz="1400" kern="0" spc="-80" dirty="0">
              <a:solidFill>
                <a:schemeClr val="accent6"/>
              </a:solidFill>
            </a:endParaRPr>
          </a:p>
          <a:p>
            <a:pPr marL="355600" marR="5080" indent="-342900">
              <a:buAutoNum type="arabicPeriod"/>
            </a:pPr>
            <a:endParaRPr lang="en-US" sz="1400" kern="0" spc="-80" dirty="0">
              <a:solidFill>
                <a:schemeClr val="accent6"/>
              </a:solidFill>
            </a:endParaRPr>
          </a:p>
          <a:p>
            <a:pPr marL="355600" marR="5080" indent="-342900">
              <a:buAutoNum type="arabicPeriod"/>
            </a:pPr>
            <a:endParaRPr lang="en-US" sz="1400" kern="0" spc="-80" dirty="0">
              <a:solidFill>
                <a:schemeClr val="accent6"/>
              </a:solidFill>
            </a:endParaRPr>
          </a:p>
          <a:p>
            <a:pPr marL="355600" marR="5080" indent="-342900">
              <a:buAutoNum type="arabicPeriod"/>
            </a:pPr>
            <a:endParaRPr lang="en-US" sz="1400" kern="0" spc="-80" dirty="0">
              <a:solidFill>
                <a:schemeClr val="accent6"/>
              </a:solidFill>
            </a:endParaRPr>
          </a:p>
          <a:p>
            <a:pPr marL="355600" marR="5080" indent="-342900">
              <a:buAutoNum type="arabicPeriod"/>
            </a:pPr>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2. Example Analogy</a:t>
            </a:r>
          </a:p>
          <a:p>
            <a:pPr marL="12700" marR="5080"/>
            <a:r>
              <a:rPr lang="en-US" sz="1400" kern="0" spc="-80" dirty="0">
                <a:solidFill>
                  <a:schemeClr val="accent6"/>
                </a:solidFill>
              </a:rPr>
              <a:t>Responsive = Water → flows to fill any container.</a:t>
            </a:r>
          </a:p>
          <a:p>
            <a:pPr marL="12700" marR="5080"/>
            <a:r>
              <a:rPr lang="en-US" sz="1400" kern="0" spc="-80" dirty="0">
                <a:solidFill>
                  <a:schemeClr val="accent6"/>
                </a:solidFill>
              </a:rPr>
              <a:t>Adaptive = Ice cubes → shaped for specific containers.</a:t>
            </a:r>
          </a:p>
        </p:txBody>
      </p:sp>
      <p:pic>
        <p:nvPicPr>
          <p:cNvPr id="13" name="Picture 12" descr="A table with text on it&#10;&#10;AI-generated content may be incorrect.">
            <a:extLst>
              <a:ext uri="{FF2B5EF4-FFF2-40B4-BE49-F238E27FC236}">
                <a16:creationId xmlns:a16="http://schemas.microsoft.com/office/drawing/2014/main" id="{325C919D-2640-496E-4C18-A008DB8E74E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38063" y="1406436"/>
            <a:ext cx="8867872" cy="3435527"/>
          </a:xfrm>
          <a:prstGeom prst="rect">
            <a:avLst/>
          </a:prstGeom>
        </p:spPr>
      </p:pic>
    </p:spTree>
    <p:extLst>
      <p:ext uri="{BB962C8B-B14F-4D97-AF65-F5344CB8AC3E}">
        <p14:creationId xmlns:p14="http://schemas.microsoft.com/office/powerpoint/2010/main" val="277108142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C740F7-5BDD-85CC-3F5D-A7CF084F4FF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F7B9207-F9E2-9938-8206-6B49D1C4766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B0301D3-BFCE-FBE9-2D04-0F38DCF1510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9516BC5-2508-32A9-2C48-EE986D65BEE0}"/>
              </a:ext>
            </a:extLst>
          </p:cNvPr>
          <p:cNvGraphicFramePr/>
          <p:nvPr>
            <p:extLst>
              <p:ext uri="{D42A27DB-BD31-4B8C-83A1-F6EECF244321}">
                <p14:modId xmlns:p14="http://schemas.microsoft.com/office/powerpoint/2010/main" val="2095763446"/>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CCD862A-F152-C654-29E4-D7488D3D95B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0828239-7484-D960-A0BC-6C64E6CC2E1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3DC6B47-4322-4D75-7A95-C6E03C8AB56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3F9276B-DD0C-ED10-8993-1EEC249C308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7F4AFCF-A622-9E00-37B4-A6E40960DB2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EF12BBC-E630-027E-FF2A-E16E73C6E1C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B012908-8986-3F2D-98DE-C56E9D9F6CFF}"/>
              </a:ext>
            </a:extLst>
          </p:cNvPr>
          <p:cNvSpPr txBox="1">
            <a:spLocks/>
          </p:cNvSpPr>
          <p:nvPr/>
        </p:nvSpPr>
        <p:spPr>
          <a:xfrm>
            <a:off x="152400" y="685800"/>
            <a:ext cx="8624937" cy="520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500" kern="0" spc="-80" dirty="0">
                <a:solidFill>
                  <a:schemeClr val="accent2"/>
                </a:solidFill>
              </a:rPr>
              <a:t>Responsive vs Adaptive</a:t>
            </a:r>
          </a:p>
          <a:p>
            <a:pPr marL="12700" marR="5080"/>
            <a:r>
              <a:rPr lang="en-US" sz="1400" kern="0" spc="-80" dirty="0">
                <a:solidFill>
                  <a:schemeClr val="accent2"/>
                </a:solidFill>
              </a:rPr>
              <a:t>3. When to Use Which</a:t>
            </a: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4. Responsive Design Techniques</a:t>
            </a:r>
          </a:p>
          <a:p>
            <a:pPr marL="12700" marR="5080"/>
            <a:r>
              <a:rPr lang="en-US" sz="1400" kern="0" spc="-80" dirty="0">
                <a:solidFill>
                  <a:schemeClr val="accent2"/>
                </a:solidFill>
              </a:rPr>
              <a:t>a. Fluid Layouts</a:t>
            </a:r>
          </a:p>
          <a:p>
            <a:pPr marL="12700" marR="5080"/>
            <a:r>
              <a:rPr lang="en-US" sz="1400" kern="0" spc="-80" dirty="0">
                <a:solidFill>
                  <a:schemeClr val="accent6"/>
                </a:solidFill>
              </a:rPr>
              <a:t>Use proportional units instead of fixed </a:t>
            </a:r>
            <a:r>
              <a:rPr lang="en-US" sz="1400" kern="0" spc="-80" dirty="0" err="1">
                <a:solidFill>
                  <a:schemeClr val="accent6"/>
                </a:solidFill>
              </a:rPr>
              <a:t>px</a:t>
            </a:r>
            <a:r>
              <a:rPr lang="en-US" sz="1400" kern="0" spc="-80" dirty="0">
                <a:solidFill>
                  <a:schemeClr val="accent6"/>
                </a:solidFill>
              </a:rPr>
              <a:t>:</a:t>
            </a:r>
          </a:p>
          <a:p>
            <a:pPr marL="12700" marR="5080"/>
            <a:r>
              <a:rPr lang="en-US" sz="1400" kern="0" spc="-80" dirty="0">
                <a:solidFill>
                  <a:schemeClr val="accent6"/>
                </a:solidFill>
              </a:rPr>
              <a:t>.container {</a:t>
            </a:r>
          </a:p>
          <a:p>
            <a:pPr marL="12700" marR="5080"/>
            <a:r>
              <a:rPr lang="en-US" sz="1400" kern="0" spc="-80" dirty="0">
                <a:solidFill>
                  <a:schemeClr val="accent6"/>
                </a:solidFill>
              </a:rPr>
              <a:t>  width: 90%; /* vs 1200px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b. CSS Media Queries</a:t>
            </a:r>
          </a:p>
          <a:p>
            <a:pPr marL="12700" marR="5080"/>
            <a:r>
              <a:rPr lang="en-US" sz="1400" kern="0" spc="-80" dirty="0">
                <a:solidFill>
                  <a:schemeClr val="accent6"/>
                </a:solidFill>
              </a:rPr>
              <a:t>Breakpoints respond to viewport width:</a:t>
            </a:r>
          </a:p>
        </p:txBody>
      </p:sp>
      <p:pic>
        <p:nvPicPr>
          <p:cNvPr id="14" name="Picture 13" descr="A screenshot of a computer&#10;&#10;AI-generated content may be incorrect.">
            <a:extLst>
              <a:ext uri="{FF2B5EF4-FFF2-40B4-BE49-F238E27FC236}">
                <a16:creationId xmlns:a16="http://schemas.microsoft.com/office/drawing/2014/main" id="{C614F0F7-C4AF-90E4-391D-BF8ABF1D880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52400" y="1365961"/>
            <a:ext cx="8839200" cy="2520239"/>
          </a:xfrm>
          <a:prstGeom prst="rect">
            <a:avLst/>
          </a:prstGeom>
        </p:spPr>
      </p:pic>
    </p:spTree>
    <p:extLst>
      <p:ext uri="{BB962C8B-B14F-4D97-AF65-F5344CB8AC3E}">
        <p14:creationId xmlns:p14="http://schemas.microsoft.com/office/powerpoint/2010/main" val="265501896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79880-148F-8DE6-E6E5-41E1606A8A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C218FB8-6967-779D-2662-E7BC81295B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4349049-8856-95F9-E2E7-1DCB3F951A2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4C4DBC3-B31F-0CD2-82DA-0797AD0E74C3}"/>
              </a:ext>
            </a:extLst>
          </p:cNvPr>
          <p:cNvGraphicFramePr/>
          <p:nvPr>
            <p:extLst>
              <p:ext uri="{D42A27DB-BD31-4B8C-83A1-F6EECF244321}">
                <p14:modId xmlns:p14="http://schemas.microsoft.com/office/powerpoint/2010/main" val="89037299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93F00D7-35A6-B4CA-E986-1A5DC703625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B01625D-7829-6CC1-86A6-3287BA0671D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BBB8CDE-4B92-1BA3-5C4C-E8AEEF139DF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8E98B14-332C-AFCB-0B4F-21A545DB840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4D4D051-0223-208E-CB61-4C41141E4F3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6EAFEC8-7ADB-6A70-DEEB-A6E0A1DBEDF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802BCF2-C90C-EC9F-3A79-859315C55EB7}"/>
              </a:ext>
            </a:extLst>
          </p:cNvPr>
          <p:cNvSpPr txBox="1">
            <a:spLocks/>
          </p:cNvSpPr>
          <p:nvPr/>
        </p:nvSpPr>
        <p:spPr>
          <a:xfrm>
            <a:off x="152400" y="685800"/>
            <a:ext cx="8624937" cy="520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500" kern="0" spc="-80" dirty="0">
                <a:solidFill>
                  <a:schemeClr val="accent2"/>
                </a:solidFill>
              </a:rPr>
              <a:t>Responsive vs Adaptive</a:t>
            </a:r>
          </a:p>
          <a:p>
            <a:pPr marL="12700" marR="5080"/>
            <a:r>
              <a:rPr lang="en-US" sz="1400" kern="0" spc="-80" dirty="0">
                <a:solidFill>
                  <a:schemeClr val="accent6"/>
                </a:solidFill>
              </a:rPr>
              <a:t>@media (max-width: 768px) {</a:t>
            </a:r>
          </a:p>
          <a:p>
            <a:pPr marL="12700" marR="5080"/>
            <a:r>
              <a:rPr lang="en-US" sz="1400" kern="0" spc="-80" dirty="0">
                <a:solidFill>
                  <a:schemeClr val="accent6"/>
                </a:solidFill>
              </a:rPr>
              <a:t>  .sidebar { display: none;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c. Flexible Images &amp; Media</a:t>
            </a:r>
          </a:p>
          <a:p>
            <a:pPr marL="12700" marR="5080"/>
            <a:r>
              <a:rPr lang="en-US" sz="1400" kern="0" spc="-80" dirty="0" err="1">
                <a:solidFill>
                  <a:schemeClr val="accent6"/>
                </a:solidFill>
              </a:rPr>
              <a:t>img</a:t>
            </a:r>
            <a:r>
              <a:rPr lang="en-US" sz="1400" kern="0" spc="-80" dirty="0">
                <a:solidFill>
                  <a:schemeClr val="accent6"/>
                </a:solidFill>
              </a:rPr>
              <a:t> {</a:t>
            </a:r>
          </a:p>
          <a:p>
            <a:pPr marL="12700" marR="5080"/>
            <a:r>
              <a:rPr lang="en-US" sz="1400" kern="0" spc="-80" dirty="0">
                <a:solidFill>
                  <a:schemeClr val="accent6"/>
                </a:solidFill>
              </a:rPr>
              <a:t>  max-width: 100%;</a:t>
            </a:r>
          </a:p>
          <a:p>
            <a:pPr marL="12700" marR="5080"/>
            <a:r>
              <a:rPr lang="en-US" sz="1400" kern="0" spc="-80" dirty="0">
                <a:solidFill>
                  <a:schemeClr val="accent6"/>
                </a:solidFill>
              </a:rPr>
              <a:t>  height: auto;</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d. Mobile-First CSS Strategy</a:t>
            </a:r>
          </a:p>
          <a:p>
            <a:pPr marL="12700" marR="5080"/>
            <a:r>
              <a:rPr lang="en-US" sz="1400" kern="0" spc="-80" dirty="0">
                <a:solidFill>
                  <a:schemeClr val="accent6"/>
                </a:solidFill>
              </a:rPr>
              <a:t>Write small-screen CSS first, then expand.</a:t>
            </a:r>
          </a:p>
          <a:p>
            <a:pPr marL="12700" marR="5080"/>
            <a:r>
              <a:rPr lang="en-US" sz="1400" kern="0" spc="-80" dirty="0">
                <a:solidFill>
                  <a:schemeClr val="accent6"/>
                </a:solidFill>
              </a:rPr>
              <a:t>/* Base: small devices */</a:t>
            </a:r>
          </a:p>
          <a:p>
            <a:pPr marL="12700" marR="5080"/>
            <a:r>
              <a:rPr lang="en-US" sz="1400" kern="0" spc="-80" dirty="0">
                <a:solidFill>
                  <a:schemeClr val="accent6"/>
                </a:solidFill>
              </a:rPr>
              <a:t>.nav { display: block; }</a:t>
            </a:r>
          </a:p>
          <a:p>
            <a:pPr marL="12700" marR="5080"/>
            <a:endParaRPr lang="en-US" sz="1400" kern="0" spc="-80" dirty="0">
              <a:solidFill>
                <a:schemeClr val="accent6"/>
              </a:solidFill>
            </a:endParaRPr>
          </a:p>
          <a:p>
            <a:pPr marL="12700" marR="5080"/>
            <a:r>
              <a:rPr lang="en-US" sz="1400" kern="0" spc="-80" dirty="0">
                <a:solidFill>
                  <a:schemeClr val="accent6"/>
                </a:solidFill>
              </a:rPr>
              <a:t>/* Larger screens */</a:t>
            </a:r>
          </a:p>
          <a:p>
            <a:pPr marL="12700" marR="5080"/>
            <a:r>
              <a:rPr lang="en-US" sz="1400" kern="0" spc="-80" dirty="0">
                <a:solidFill>
                  <a:schemeClr val="accent6"/>
                </a:solidFill>
              </a:rPr>
              <a:t>@media (min-width: 1024px) {</a:t>
            </a:r>
          </a:p>
          <a:p>
            <a:pPr marL="12700" marR="5080"/>
            <a:r>
              <a:rPr lang="en-US" sz="1400" kern="0" spc="-80" dirty="0">
                <a:solidFill>
                  <a:schemeClr val="accent6"/>
                </a:solidFill>
              </a:rPr>
              <a:t>  .nav { display: flex;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e. Viewport Meta Tag</a:t>
            </a:r>
          </a:p>
          <a:p>
            <a:pPr marL="12700" marR="5080"/>
            <a:r>
              <a:rPr lang="en-US" sz="1400" kern="0" spc="-80" dirty="0">
                <a:solidFill>
                  <a:schemeClr val="accent6"/>
                </a:solidFill>
              </a:rPr>
              <a:t>&lt;meta name="viewport" content="width=device-width, initial-scale=1"&gt;</a:t>
            </a:r>
          </a:p>
        </p:txBody>
      </p:sp>
    </p:spTree>
    <p:extLst>
      <p:ext uri="{BB962C8B-B14F-4D97-AF65-F5344CB8AC3E}">
        <p14:creationId xmlns:p14="http://schemas.microsoft.com/office/powerpoint/2010/main" val="157066072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C672D-0376-96CE-6AE6-80C5EB396F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8AF7CF1-5543-5FF0-2C23-353A9A2D501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235CFC8-A2E5-781C-42CE-54BDFAE1A2B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599B355-9632-7AA7-2C57-D730754CBA6C}"/>
              </a:ext>
            </a:extLst>
          </p:cNvPr>
          <p:cNvGraphicFramePr/>
          <p:nvPr>
            <p:extLst>
              <p:ext uri="{D42A27DB-BD31-4B8C-83A1-F6EECF244321}">
                <p14:modId xmlns:p14="http://schemas.microsoft.com/office/powerpoint/2010/main" val="3656663586"/>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8C9D501-FF9B-055D-06DF-618B29C76CD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33A2317-751A-88CE-1827-CA5B59D06A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5DAB8C6-CAC2-706A-1FB3-F074A6FD183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2874AC4-B5F6-AE83-734E-EDE365EC03E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F93F617-312F-0564-FA37-330110C116F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3B38D0A-2DC5-D8EF-B4CC-CD68A17E5D6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3D44C46-64F8-BC76-2B78-CEEF56CAF4B2}"/>
              </a:ext>
            </a:extLst>
          </p:cNvPr>
          <p:cNvSpPr txBox="1">
            <a:spLocks/>
          </p:cNvSpPr>
          <p:nvPr/>
        </p:nvSpPr>
        <p:spPr>
          <a:xfrm>
            <a:off x="152400" y="6858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500" kern="0" spc="-80" dirty="0">
                <a:solidFill>
                  <a:schemeClr val="accent2"/>
                </a:solidFill>
              </a:rPr>
              <a:t>Responsive vs Adaptive</a:t>
            </a:r>
          </a:p>
          <a:p>
            <a:pPr marL="12700" marR="5080"/>
            <a:r>
              <a:rPr lang="en-US" sz="1400" kern="0" spc="-80" dirty="0">
                <a:solidFill>
                  <a:schemeClr val="accent2"/>
                </a:solidFill>
              </a:rPr>
              <a:t>5. Adaptive Design Techniques</a:t>
            </a:r>
          </a:p>
          <a:p>
            <a:pPr marL="12700" marR="5080"/>
            <a:r>
              <a:rPr lang="en-US" sz="1400" kern="0" spc="-80" dirty="0">
                <a:solidFill>
                  <a:schemeClr val="accent2"/>
                </a:solidFill>
              </a:rPr>
              <a:t>a. Device/Screen Based Templates</a:t>
            </a:r>
          </a:p>
          <a:p>
            <a:pPr marL="12700" marR="5080"/>
            <a:r>
              <a:rPr lang="en-US" sz="1400" kern="0" spc="-80" dirty="0">
                <a:solidFill>
                  <a:schemeClr val="accent6"/>
                </a:solidFill>
              </a:rPr>
              <a:t>if (</a:t>
            </a:r>
            <a:r>
              <a:rPr lang="en-US" sz="1400" kern="0" spc="-80" dirty="0" err="1">
                <a:solidFill>
                  <a:schemeClr val="accent6"/>
                </a:solidFill>
              </a:rPr>
              <a:t>window.innerWidth</a:t>
            </a:r>
            <a:r>
              <a:rPr lang="en-US" sz="1400" kern="0" spc="-80" dirty="0">
                <a:solidFill>
                  <a:schemeClr val="accent6"/>
                </a:solidFill>
              </a:rPr>
              <a:t> &lt; 600) </a:t>
            </a:r>
            <a:r>
              <a:rPr lang="en-US" sz="1400" kern="0" spc="-80" dirty="0" err="1">
                <a:solidFill>
                  <a:schemeClr val="accent6"/>
                </a:solidFill>
              </a:rPr>
              <a:t>loadTemplate</a:t>
            </a:r>
            <a:r>
              <a:rPr lang="en-US" sz="1400" kern="0" spc="-80" dirty="0">
                <a:solidFill>
                  <a:schemeClr val="accent6"/>
                </a:solidFill>
              </a:rPr>
              <a:t>("mobile.html");</a:t>
            </a:r>
          </a:p>
          <a:p>
            <a:pPr marL="12700" marR="5080"/>
            <a:r>
              <a:rPr lang="en-US" sz="1400" kern="0" spc="-80" dirty="0">
                <a:solidFill>
                  <a:schemeClr val="accent6"/>
                </a:solidFill>
              </a:rPr>
              <a:t>else if (</a:t>
            </a:r>
            <a:r>
              <a:rPr lang="en-US" sz="1400" kern="0" spc="-80" dirty="0" err="1">
                <a:solidFill>
                  <a:schemeClr val="accent6"/>
                </a:solidFill>
              </a:rPr>
              <a:t>window.innerWidth</a:t>
            </a:r>
            <a:r>
              <a:rPr lang="en-US" sz="1400" kern="0" spc="-80" dirty="0">
                <a:solidFill>
                  <a:schemeClr val="accent6"/>
                </a:solidFill>
              </a:rPr>
              <a:t> &lt; 1200) </a:t>
            </a:r>
            <a:r>
              <a:rPr lang="en-US" sz="1400" kern="0" spc="-80" dirty="0" err="1">
                <a:solidFill>
                  <a:schemeClr val="accent6"/>
                </a:solidFill>
              </a:rPr>
              <a:t>loadTemplate</a:t>
            </a:r>
            <a:r>
              <a:rPr lang="en-US" sz="1400" kern="0" spc="-80" dirty="0">
                <a:solidFill>
                  <a:schemeClr val="accent6"/>
                </a:solidFill>
              </a:rPr>
              <a:t>("tablet.html");</a:t>
            </a:r>
          </a:p>
          <a:p>
            <a:pPr marL="12700" marR="5080"/>
            <a:r>
              <a:rPr lang="en-US" sz="1400" kern="0" spc="-80" dirty="0">
                <a:solidFill>
                  <a:schemeClr val="accent6"/>
                </a:solidFill>
              </a:rPr>
              <a:t>else </a:t>
            </a:r>
            <a:r>
              <a:rPr lang="en-US" sz="1400" kern="0" spc="-80" dirty="0" err="1">
                <a:solidFill>
                  <a:schemeClr val="accent6"/>
                </a:solidFill>
              </a:rPr>
              <a:t>loadTemplate</a:t>
            </a:r>
            <a:r>
              <a:rPr lang="en-US" sz="1400" kern="0" spc="-80" dirty="0">
                <a:solidFill>
                  <a:schemeClr val="accent6"/>
                </a:solidFill>
              </a:rPr>
              <a:t>("desktop.html");            </a:t>
            </a:r>
          </a:p>
          <a:p>
            <a:pPr marL="12700" marR="5080"/>
            <a:endParaRPr lang="en-US" sz="1400" kern="0" spc="-80" dirty="0">
              <a:solidFill>
                <a:schemeClr val="accent6"/>
              </a:solidFill>
            </a:endParaRPr>
          </a:p>
          <a:p>
            <a:pPr marL="12700" marR="5080"/>
            <a:r>
              <a:rPr lang="en-US" sz="1400" kern="0" spc="-80" dirty="0">
                <a:solidFill>
                  <a:schemeClr val="accent2"/>
                </a:solidFill>
              </a:rPr>
              <a:t>b. Server-Side Device Detection (RESS)</a:t>
            </a:r>
          </a:p>
          <a:p>
            <a:pPr marL="12700" marR="5080"/>
            <a:r>
              <a:rPr lang="en-US" sz="1400" kern="0" spc="-80" dirty="0">
                <a:solidFill>
                  <a:schemeClr val="accent6"/>
                </a:solidFill>
              </a:rPr>
              <a:t>RESS = Responsive Web Design + Server Side Components</a:t>
            </a:r>
          </a:p>
          <a:p>
            <a:pPr marL="12700" marR="5080"/>
            <a:r>
              <a:rPr lang="en-US" sz="1400" kern="0" spc="-80" dirty="0">
                <a:solidFill>
                  <a:schemeClr val="accent6"/>
                </a:solidFill>
              </a:rPr>
              <a:t>Detect OS/UA on server</a:t>
            </a:r>
          </a:p>
          <a:p>
            <a:pPr marL="12700" marR="5080"/>
            <a:r>
              <a:rPr lang="en-US" sz="1400" kern="0" spc="-80" dirty="0">
                <a:solidFill>
                  <a:schemeClr val="accent6"/>
                </a:solidFill>
              </a:rPr>
              <a:t>Serve optimized layout/assets</a:t>
            </a:r>
          </a:p>
          <a:p>
            <a:pPr marL="12700" marR="5080"/>
            <a:r>
              <a:rPr lang="en-US" sz="1400" kern="0" spc="-80" dirty="0">
                <a:solidFill>
                  <a:schemeClr val="accent2"/>
                </a:solidFill>
              </a:rPr>
              <a:t>Example (pseudo):</a:t>
            </a:r>
          </a:p>
          <a:p>
            <a:pPr marL="12700" marR="5080"/>
            <a:r>
              <a:rPr lang="en-US" sz="1400" kern="0" spc="-80" dirty="0">
                <a:solidFill>
                  <a:schemeClr val="accent6"/>
                </a:solidFill>
              </a:rPr>
              <a:t>if </a:t>
            </a:r>
            <a:r>
              <a:rPr lang="en-US" sz="1400" kern="0" spc="-80" dirty="0" err="1">
                <a:solidFill>
                  <a:schemeClr val="accent6"/>
                </a:solidFill>
              </a:rPr>
              <a:t>user_agent.is_mobile</a:t>
            </a:r>
            <a:r>
              <a:rPr lang="en-US" sz="1400" kern="0" spc="-80" dirty="0">
                <a:solidFill>
                  <a:schemeClr val="accent6"/>
                </a:solidFill>
              </a:rPr>
              <a:t>():</a:t>
            </a:r>
          </a:p>
          <a:p>
            <a:pPr marL="12700" marR="5080"/>
            <a:r>
              <a:rPr lang="en-US" sz="1400" kern="0" spc="-80" dirty="0">
                <a:solidFill>
                  <a:schemeClr val="accent6"/>
                </a:solidFill>
              </a:rPr>
              <a:t>    return render("</a:t>
            </a:r>
            <a:r>
              <a:rPr lang="en-US" sz="1400" kern="0" spc="-80" dirty="0" err="1">
                <a:solidFill>
                  <a:schemeClr val="accent6"/>
                </a:solidFill>
              </a:rPr>
              <a:t>mobile_layout</a:t>
            </a:r>
            <a:r>
              <a:rPr lang="en-US" sz="1400" kern="0" spc="-80" dirty="0">
                <a:solidFill>
                  <a:schemeClr val="accent6"/>
                </a:solidFill>
              </a:rPr>
              <a:t>")</a:t>
            </a:r>
          </a:p>
          <a:p>
            <a:pPr marL="12700" marR="5080"/>
            <a:r>
              <a:rPr lang="en-US" sz="1400" kern="0" spc="-80" dirty="0">
                <a:solidFill>
                  <a:schemeClr val="accent6"/>
                </a:solidFill>
              </a:rPr>
              <a:t>else:</a:t>
            </a:r>
          </a:p>
          <a:p>
            <a:pPr marL="12700" marR="5080"/>
            <a:r>
              <a:rPr lang="en-US" sz="1400" kern="0" spc="-80" dirty="0">
                <a:solidFill>
                  <a:schemeClr val="accent6"/>
                </a:solidFill>
              </a:rPr>
              <a:t>    return render("</a:t>
            </a:r>
            <a:r>
              <a:rPr lang="en-US" sz="1400" kern="0" spc="-80" dirty="0" err="1">
                <a:solidFill>
                  <a:schemeClr val="accent6"/>
                </a:solidFill>
              </a:rPr>
              <a:t>desktop_layout</a:t>
            </a:r>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400" kern="0" spc="-80" dirty="0">
                <a:solidFill>
                  <a:schemeClr val="accent2"/>
                </a:solidFill>
              </a:rPr>
              <a:t>c. Component Variation per Device</a:t>
            </a:r>
          </a:p>
          <a:p>
            <a:pPr marL="12700" marR="5080"/>
            <a:r>
              <a:rPr lang="en-US" sz="1400" kern="0" spc="-80" dirty="0">
                <a:solidFill>
                  <a:schemeClr val="accent6"/>
                </a:solidFill>
              </a:rPr>
              <a:t>UI widgets differ across devices:</a:t>
            </a:r>
          </a:p>
          <a:p>
            <a:pPr marL="12700" marR="5080"/>
            <a:r>
              <a:rPr lang="en-US" sz="1400" kern="0" spc="-80" dirty="0">
                <a:solidFill>
                  <a:schemeClr val="accent6"/>
                </a:solidFill>
              </a:rPr>
              <a:t>Desktop: Hover menus</a:t>
            </a:r>
          </a:p>
          <a:p>
            <a:pPr marL="12700" marR="5080"/>
            <a:r>
              <a:rPr lang="en-US" sz="1400" kern="0" spc="-80" dirty="0">
                <a:solidFill>
                  <a:schemeClr val="accent6"/>
                </a:solidFill>
              </a:rPr>
              <a:t>Mobile: Drawer menus</a:t>
            </a:r>
          </a:p>
          <a:p>
            <a:pPr marL="12700" marR="5080"/>
            <a:r>
              <a:rPr lang="en-US" sz="1400" kern="0" spc="-80" dirty="0">
                <a:solidFill>
                  <a:schemeClr val="accent6"/>
                </a:solidFill>
              </a:rPr>
              <a:t>   </a:t>
            </a:r>
          </a:p>
        </p:txBody>
      </p:sp>
    </p:spTree>
    <p:extLst>
      <p:ext uri="{BB962C8B-B14F-4D97-AF65-F5344CB8AC3E}">
        <p14:creationId xmlns:p14="http://schemas.microsoft.com/office/powerpoint/2010/main" val="399885826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2A2BA-B34B-7008-F6D3-CE8CBED99BF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3994C4-67CA-87F1-73F8-5A5954DC485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E3300B1-7037-82B8-F738-81560FEE0EE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5E1BAA9-3AA4-41E7-7129-4EF263E58238}"/>
              </a:ext>
            </a:extLst>
          </p:cNvPr>
          <p:cNvGraphicFramePr/>
          <p:nvPr>
            <p:extLst>
              <p:ext uri="{D42A27DB-BD31-4B8C-83A1-F6EECF244321}">
                <p14:modId xmlns:p14="http://schemas.microsoft.com/office/powerpoint/2010/main" val="356103859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3C21522-42B8-6333-3617-4AE8D1630FC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C66BC08-B9E8-F4E0-BABF-2FF407EB2C6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6B0B390-541A-BDA6-83A5-06EDE9B9A26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06E2D31-9149-D801-ED66-0527AB18ECF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DF1E41C-5932-B6C0-89DA-CF0B683768E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0A4D0A7-ADEE-BAFA-7148-44E7C5561EB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0A8BAE4-137F-DB6B-2FEB-69F4AE58ABBA}"/>
              </a:ext>
            </a:extLst>
          </p:cNvPr>
          <p:cNvSpPr txBox="1">
            <a:spLocks/>
          </p:cNvSpPr>
          <p:nvPr/>
        </p:nvSpPr>
        <p:spPr>
          <a:xfrm>
            <a:off x="152400" y="685800"/>
            <a:ext cx="8624937" cy="520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500" kern="0" spc="-80" dirty="0">
                <a:solidFill>
                  <a:schemeClr val="accent2"/>
                </a:solidFill>
              </a:rPr>
              <a:t>Responsive vs Adaptive</a:t>
            </a:r>
          </a:p>
          <a:p>
            <a:pPr marL="12700" marR="5080"/>
            <a:r>
              <a:rPr lang="en-US" sz="1400" kern="0" spc="-80" dirty="0">
                <a:solidFill>
                  <a:schemeClr val="accent2"/>
                </a:solidFill>
              </a:rPr>
              <a:t>6. Hybrid Approach (Most Common Today)</a:t>
            </a:r>
          </a:p>
          <a:p>
            <a:pPr marL="12700" marR="5080"/>
            <a:r>
              <a:rPr lang="en-US" sz="1400" kern="0" spc="-80" dirty="0">
                <a:solidFill>
                  <a:schemeClr val="accent6"/>
                </a:solidFill>
              </a:rPr>
              <a:t>Most modern web apps use Responsive Layout + Adaptive Breakpoints such as:</a:t>
            </a:r>
          </a:p>
          <a:p>
            <a:pPr marL="12700" marR="5080"/>
            <a:r>
              <a:rPr lang="en-US" sz="1400" kern="0" spc="-80" dirty="0">
                <a:solidFill>
                  <a:schemeClr val="accent2"/>
                </a:solidFill>
              </a:rPr>
              <a:t>Breakpoint	                                      Device</a:t>
            </a:r>
          </a:p>
          <a:p>
            <a:pPr marL="12700" marR="5080"/>
            <a:r>
              <a:rPr lang="en-US" sz="1400" kern="0" spc="-80" dirty="0">
                <a:solidFill>
                  <a:schemeClr val="accent6"/>
                </a:solidFill>
              </a:rPr>
              <a:t>320–480px	                   Phones</a:t>
            </a:r>
          </a:p>
          <a:p>
            <a:pPr marL="12700" marR="5080"/>
            <a:r>
              <a:rPr lang="en-US" sz="1400" kern="0" spc="-80" dirty="0">
                <a:solidFill>
                  <a:schemeClr val="accent6"/>
                </a:solidFill>
              </a:rPr>
              <a:t>600–800px	                   Tablets</a:t>
            </a:r>
          </a:p>
          <a:p>
            <a:pPr marL="12700" marR="5080"/>
            <a:r>
              <a:rPr lang="en-US" sz="1400" kern="0" spc="-80" dirty="0">
                <a:solidFill>
                  <a:schemeClr val="accent6"/>
                </a:solidFill>
              </a:rPr>
              <a:t>1024–1440px	                   Laptops</a:t>
            </a:r>
          </a:p>
          <a:p>
            <a:pPr marL="12700" marR="5080"/>
            <a:r>
              <a:rPr lang="en-US" sz="1400" kern="0" spc="-80" dirty="0">
                <a:solidFill>
                  <a:schemeClr val="accent6"/>
                </a:solidFill>
              </a:rPr>
              <a:t>≥ 1440px	                                       Wide Desktops</a:t>
            </a:r>
          </a:p>
          <a:p>
            <a:pPr marL="12700" marR="5080"/>
            <a:r>
              <a:rPr lang="en-US" sz="1400" kern="0" spc="-80" dirty="0">
                <a:solidFill>
                  <a:schemeClr val="accent6"/>
                </a:solidFill>
              </a:rPr>
              <a:t>You still keep one codebase, but sections rearrange differently at each breakpoint.               </a:t>
            </a:r>
          </a:p>
          <a:p>
            <a:pPr marL="12700" marR="5080"/>
            <a:endParaRPr lang="en-US" sz="1400" kern="0" spc="-80" dirty="0">
              <a:solidFill>
                <a:schemeClr val="accent6"/>
              </a:solidFill>
            </a:endParaRPr>
          </a:p>
          <a:p>
            <a:pPr marL="12700" marR="5080"/>
            <a:r>
              <a:rPr lang="en-US" sz="1400" kern="0" spc="-80" dirty="0">
                <a:solidFill>
                  <a:schemeClr val="accent2"/>
                </a:solidFill>
              </a:rPr>
              <a:t>7. Grids and Layout Systems</a:t>
            </a:r>
          </a:p>
          <a:p>
            <a:pPr marL="12700" marR="5080"/>
            <a:r>
              <a:rPr lang="en-US" sz="1400" kern="0" spc="-80" dirty="0">
                <a:solidFill>
                  <a:schemeClr val="accent2"/>
                </a:solidFill>
              </a:rPr>
              <a:t>System	                                      Used in	                   Feature</a:t>
            </a:r>
          </a:p>
          <a:p>
            <a:pPr marL="12700" marR="5080"/>
            <a:r>
              <a:rPr lang="en-US" sz="1400" kern="0" spc="-80" dirty="0">
                <a:solidFill>
                  <a:schemeClr val="accent6"/>
                </a:solidFill>
              </a:rPr>
              <a:t>CSS Flexbox	                   UI layout	                   1D flexible alignment</a:t>
            </a:r>
          </a:p>
          <a:p>
            <a:pPr marL="12700" marR="5080"/>
            <a:r>
              <a:rPr lang="en-US" sz="1400" kern="0" spc="-80" dirty="0">
                <a:solidFill>
                  <a:schemeClr val="accent6"/>
                </a:solidFill>
              </a:rPr>
              <a:t>CSS Grid	                                      Responsive grids	2D layout control</a:t>
            </a:r>
          </a:p>
          <a:p>
            <a:pPr marL="12700" marR="5080"/>
            <a:r>
              <a:rPr lang="en-US" sz="1400" kern="0" spc="-80" dirty="0">
                <a:solidFill>
                  <a:schemeClr val="accent6"/>
                </a:solidFill>
              </a:rPr>
              <a:t>Bootstraps 12-column Grid           Web design	Predefined breakpoints</a:t>
            </a:r>
          </a:p>
          <a:p>
            <a:pPr marL="12700" marR="5080"/>
            <a:r>
              <a:rPr lang="en-US" sz="1400" kern="0" spc="-80" dirty="0" err="1">
                <a:solidFill>
                  <a:schemeClr val="accent6"/>
                </a:solidFill>
              </a:rPr>
              <a:t>ailwind</a:t>
            </a:r>
            <a:r>
              <a:rPr lang="en-US" sz="1400" kern="0" spc="-80" dirty="0">
                <a:solidFill>
                  <a:schemeClr val="accent6"/>
                </a:solidFill>
              </a:rPr>
              <a:t> Utility Classes                   Modern UI	                    Super customizable responsive patterns</a:t>
            </a:r>
          </a:p>
          <a:p>
            <a:pPr marL="12700" marR="5080"/>
            <a:endParaRPr lang="en-US" sz="1400" kern="0" spc="-80" dirty="0">
              <a:solidFill>
                <a:schemeClr val="accent6"/>
              </a:solidFill>
            </a:endParaRPr>
          </a:p>
          <a:p>
            <a:pPr marL="12700" marR="5080"/>
            <a:r>
              <a:rPr lang="en-US" sz="1400" kern="0" spc="-80" dirty="0">
                <a:solidFill>
                  <a:schemeClr val="accent2"/>
                </a:solidFill>
              </a:rPr>
              <a:t>Example Responsive Grid with CSS Grid:</a:t>
            </a:r>
          </a:p>
          <a:p>
            <a:pPr marL="12700" marR="5080"/>
            <a:r>
              <a:rPr lang="en-US" sz="1400" kern="0" spc="-80" dirty="0">
                <a:solidFill>
                  <a:schemeClr val="accent6"/>
                </a:solidFill>
              </a:rPr>
              <a:t>.grid {</a:t>
            </a:r>
          </a:p>
          <a:p>
            <a:pPr marL="12700" marR="5080"/>
            <a:r>
              <a:rPr lang="en-US" sz="1400" kern="0" spc="-80" dirty="0">
                <a:solidFill>
                  <a:schemeClr val="accent6"/>
                </a:solidFill>
              </a:rPr>
              <a:t>  display: grid;</a:t>
            </a:r>
          </a:p>
          <a:p>
            <a:pPr marL="12700" marR="5080"/>
            <a:r>
              <a:rPr lang="en-US" sz="1400" kern="0" spc="-80" dirty="0">
                <a:solidFill>
                  <a:schemeClr val="accent6"/>
                </a:solidFill>
              </a:rPr>
              <a:t>  grid-template-columns: repeat(auto-fit, minmax(200px, 1fr));</a:t>
            </a:r>
          </a:p>
          <a:p>
            <a:pPr marL="12700" marR="5080"/>
            <a:r>
              <a:rPr lang="en-US" sz="1400" kern="0" spc="-80" dirty="0">
                <a:solidFill>
                  <a:schemeClr val="accent6"/>
                </a:solidFill>
              </a:rPr>
              <a: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17194328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42A9CD-C0F5-D302-675E-49FED23716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663EBBF-F8B4-339D-18DF-E8F728EAFE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CEB456E-B91E-DCD3-B1E5-9528E72D17B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C0D2536-C3C0-E40E-02D6-234DDC443797}"/>
              </a:ext>
            </a:extLst>
          </p:cNvPr>
          <p:cNvGraphicFramePr/>
          <p:nvPr>
            <p:extLst>
              <p:ext uri="{D42A27DB-BD31-4B8C-83A1-F6EECF244321}">
                <p14:modId xmlns:p14="http://schemas.microsoft.com/office/powerpoint/2010/main" val="262488212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0F66463-4735-CE3E-34BF-C865C0FE604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E7CEF6B-49B4-DED8-EDB2-E8ABE291948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1FDE00B-73AE-D88A-D738-C14079C4569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B393E69-CF59-D0B2-7115-0DE7E1D25E8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FB1F20F-1FA2-0E0C-A75C-E51919DDE6C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2958BB0-9E49-C13C-503A-C3AFE289380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EA9CDFD-A090-C458-4AF3-539AA388578C}"/>
              </a:ext>
            </a:extLst>
          </p:cNvPr>
          <p:cNvSpPr txBox="1">
            <a:spLocks/>
          </p:cNvSpPr>
          <p:nvPr/>
        </p:nvSpPr>
        <p:spPr>
          <a:xfrm>
            <a:off x="152400" y="685800"/>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500" kern="0" spc="-80" dirty="0">
                <a:solidFill>
                  <a:schemeClr val="accent2"/>
                </a:solidFill>
              </a:rPr>
              <a:t>Responsive vs Adaptive</a:t>
            </a:r>
          </a:p>
          <a:p>
            <a:pPr marL="12700" marR="5080"/>
            <a:r>
              <a:rPr lang="en-US" sz="1400" kern="0" spc="-80" dirty="0">
                <a:solidFill>
                  <a:schemeClr val="accent2"/>
                </a:solidFill>
              </a:rPr>
              <a:t>8. Performance Considerations</a:t>
            </a: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r>
              <a:rPr lang="en-US" sz="1400" kern="0" spc="-80" dirty="0">
                <a:solidFill>
                  <a:schemeClr val="accent2"/>
                </a:solidFill>
              </a:rPr>
              <a:t>Use:</a:t>
            </a:r>
          </a:p>
          <a:p>
            <a:pPr marL="12700" marR="5080"/>
            <a:r>
              <a:rPr lang="en-US" sz="1400" kern="0" spc="-80" dirty="0" err="1">
                <a:solidFill>
                  <a:schemeClr val="accent6"/>
                </a:solidFill>
              </a:rPr>
              <a:t>srcset</a:t>
            </a:r>
            <a:r>
              <a:rPr lang="en-US" sz="1400" kern="0" spc="-80" dirty="0">
                <a:solidFill>
                  <a:schemeClr val="accent6"/>
                </a:solidFill>
              </a:rPr>
              <a:t> &amp; picture for responsive images</a:t>
            </a:r>
          </a:p>
          <a:p>
            <a:pPr marL="12700" marR="5080"/>
            <a:r>
              <a:rPr lang="en-US" sz="1400" kern="0" spc="-80" dirty="0">
                <a:solidFill>
                  <a:schemeClr val="accent6"/>
                </a:solidFill>
              </a:rPr>
              <a:t>Lazy loading</a:t>
            </a:r>
          </a:p>
          <a:p>
            <a:pPr marL="12700" marR="5080"/>
            <a:r>
              <a:rPr lang="en-US" sz="1400" kern="0" spc="-80" dirty="0">
                <a:solidFill>
                  <a:schemeClr val="accent6"/>
                </a:solidFill>
              </a:rPr>
              <a:t>Component hydration control for SPAs</a:t>
            </a:r>
          </a:p>
          <a:p>
            <a:pPr marL="12700" marR="5080"/>
            <a:r>
              <a:rPr lang="en-US" sz="1400" kern="0" spc="-80" dirty="0">
                <a:solidFill>
                  <a:schemeClr val="accent2"/>
                </a:solidFill>
              </a:rPr>
              <a:t>9. SEO Perspective</a:t>
            </a:r>
          </a:p>
          <a:p>
            <a:pPr marL="12700" marR="5080"/>
            <a:r>
              <a:rPr lang="en-US" sz="1400" kern="0" spc="-80" dirty="0">
                <a:solidFill>
                  <a:schemeClr val="accent6"/>
                </a:solidFill>
              </a:rPr>
              <a:t>Both are SEO friendly</a:t>
            </a:r>
          </a:p>
          <a:p>
            <a:pPr marL="12700" marR="5080"/>
            <a:r>
              <a:rPr lang="en-US" sz="1400" kern="0" spc="-80" dirty="0">
                <a:solidFill>
                  <a:schemeClr val="accent6"/>
                </a:solidFill>
              </a:rPr>
              <a:t>Responsive is Google-recommended</a:t>
            </a:r>
          </a:p>
          <a:p>
            <a:pPr marL="12700" marR="5080"/>
            <a:r>
              <a:rPr lang="en-US" sz="1400" kern="0" spc="-80" dirty="0">
                <a:solidFill>
                  <a:schemeClr val="accent6"/>
                </a:solidFill>
              </a:rPr>
              <a:t>Adaptive requires ensuring canonical URLs &amp; avoiding fragment duplication</a:t>
            </a:r>
          </a:p>
          <a:p>
            <a:pPr marL="12700" marR="5080"/>
            <a:endParaRPr lang="en-US" sz="1400" kern="0" spc="-80" dirty="0">
              <a:solidFill>
                <a:schemeClr val="accent6"/>
              </a:solidFill>
            </a:endParaRPr>
          </a:p>
          <a:p>
            <a:pPr marL="12700" marR="5080"/>
            <a:r>
              <a:rPr lang="en-US" sz="1400" kern="0" spc="-80" dirty="0">
                <a:solidFill>
                  <a:schemeClr val="accent2"/>
                </a:solidFill>
              </a:rPr>
              <a:t>10. Summary</a:t>
            </a:r>
          </a:p>
          <a:p>
            <a:pPr marL="12700" marR="5080"/>
            <a:r>
              <a:rPr lang="en-US" sz="1400" kern="0" spc="-80" dirty="0">
                <a:solidFill>
                  <a:schemeClr val="accent2"/>
                </a:solidFill>
              </a:rPr>
              <a:t>Feature	                                     Responsive	                                                    Adaptive</a:t>
            </a:r>
          </a:p>
          <a:p>
            <a:pPr marL="12700" marR="5080"/>
            <a:r>
              <a:rPr lang="en-US" sz="1400" kern="0" spc="-80" dirty="0">
                <a:solidFill>
                  <a:schemeClr val="accent6"/>
                </a:solidFill>
              </a:rPr>
              <a:t>One codebase	                  ✅	                                                    ✅ (but more layout variants)</a:t>
            </a:r>
          </a:p>
          <a:p>
            <a:pPr marL="12700" marR="5080"/>
            <a:r>
              <a:rPr lang="en-US" sz="1400" kern="0" spc="-80" dirty="0">
                <a:solidFill>
                  <a:schemeClr val="accent6"/>
                </a:solidFill>
              </a:rPr>
              <a:t>Continuous resizing	                  ✅	                                                    ❌</a:t>
            </a:r>
          </a:p>
          <a:p>
            <a:pPr marL="12700" marR="5080"/>
            <a:r>
              <a:rPr lang="en-US" sz="1400" kern="0" spc="-80" dirty="0">
                <a:solidFill>
                  <a:schemeClr val="accent6"/>
                </a:solidFill>
              </a:rPr>
              <a:t>Pixel-perfect per device                ❌	                                                    ✅</a:t>
            </a:r>
          </a:p>
          <a:p>
            <a:pPr marL="12700" marR="5080"/>
            <a:r>
              <a:rPr lang="en-US" sz="1400" kern="0" spc="-80" dirty="0">
                <a:solidFill>
                  <a:schemeClr val="accent6"/>
                </a:solidFill>
              </a:rPr>
              <a:t>Best for general web	                  ✅	                                                     —</a:t>
            </a:r>
          </a:p>
          <a:p>
            <a:pPr marL="12700" marR="5080"/>
            <a:r>
              <a:rPr lang="en-US" sz="1400" kern="0" spc="-80" dirty="0">
                <a:solidFill>
                  <a:schemeClr val="accent6"/>
                </a:solidFill>
              </a:rPr>
              <a:t>Best for complex enterprise UI     —	                                                    ✅</a:t>
            </a:r>
          </a:p>
          <a:p>
            <a:pPr marL="12700" marR="5080"/>
            <a:r>
              <a:rPr lang="en-US" sz="1400" kern="0" spc="-80" dirty="0">
                <a:solidFill>
                  <a:schemeClr val="accent6"/>
                </a:solidFill>
              </a:rPr>
              <a:t>Most modern products use a hybrid approach.          </a:t>
            </a:r>
          </a:p>
          <a:p>
            <a:pPr marL="12700" marR="5080"/>
            <a:endParaRPr lang="en-US" sz="1400" kern="0" spc="-80" dirty="0">
              <a:solidFill>
                <a:schemeClr val="accent6"/>
              </a:solidFill>
            </a:endParaRPr>
          </a:p>
        </p:txBody>
      </p:sp>
      <p:pic>
        <p:nvPicPr>
          <p:cNvPr id="13" name="Picture 12" descr="A screenshot of a computer&#10;&#10;AI-generated content may be incorrect.">
            <a:extLst>
              <a:ext uri="{FF2B5EF4-FFF2-40B4-BE49-F238E27FC236}">
                <a16:creationId xmlns:a16="http://schemas.microsoft.com/office/drawing/2014/main" id="{000F68E1-79AB-3AAB-F736-E2743CAB44AC}"/>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38063" y="1340216"/>
            <a:ext cx="8915398" cy="842516"/>
          </a:xfrm>
          <a:prstGeom prst="rect">
            <a:avLst/>
          </a:prstGeom>
        </p:spPr>
      </p:pic>
    </p:spTree>
    <p:extLst>
      <p:ext uri="{BB962C8B-B14F-4D97-AF65-F5344CB8AC3E}">
        <p14:creationId xmlns:p14="http://schemas.microsoft.com/office/powerpoint/2010/main" val="330035174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E6AAA-2ED2-8B3E-4C53-E45F822F5F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6DD8BC2-F674-CBA7-7C2C-ED535BEA2B7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4A3898E-DEF3-5FD2-978F-F2D0EEEF81D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B836A96-DF18-C072-787A-743432396BD7}"/>
              </a:ext>
            </a:extLst>
          </p:cNvPr>
          <p:cNvGraphicFramePr/>
          <p:nvPr>
            <p:extLst>
              <p:ext uri="{D42A27DB-BD31-4B8C-83A1-F6EECF244321}">
                <p14:modId xmlns:p14="http://schemas.microsoft.com/office/powerpoint/2010/main" val="19782545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095FAFB-BFAD-6CE7-0760-FCD0202F125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58341CE-296A-64A6-B71D-4B5817EA41F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D2BDC24-A9A4-E939-D587-412DF42F5CC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066102F-F001-E0F0-1989-39931378534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B17486E-FEC1-1DD6-3ED1-C053C6C7C74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7F93B2B-3B77-1BEA-F8EA-16468A32FD7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8DD9DFE-95FA-5C2D-DC18-9EAD362E5B82}"/>
              </a:ext>
            </a:extLst>
          </p:cNvPr>
          <p:cNvSpPr txBox="1">
            <a:spLocks/>
          </p:cNvSpPr>
          <p:nvPr/>
        </p:nvSpPr>
        <p:spPr>
          <a:xfrm>
            <a:off x="152400"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12700" marR="5080"/>
            <a:r>
              <a:rPr lang="en-US" sz="1400" kern="0" spc="-80" dirty="0">
                <a:solidFill>
                  <a:schemeClr val="accent6"/>
                </a:solidFill>
              </a:rPr>
              <a:t>Bootstrap Approach</a:t>
            </a:r>
          </a:p>
          <a:p>
            <a:pPr marL="12700" marR="5080"/>
            <a:r>
              <a:rPr lang="en-US" sz="1400" kern="0" spc="-80" dirty="0">
                <a:solidFill>
                  <a:schemeClr val="accent6"/>
                </a:solidFill>
              </a:rPr>
              <a:t>Tailwind CSS Approach</a:t>
            </a:r>
          </a:p>
          <a:p>
            <a:pPr marL="12700" marR="5080"/>
            <a:r>
              <a:rPr lang="en-US" sz="1400" kern="0" spc="-80" dirty="0">
                <a:solidFill>
                  <a:schemeClr val="accent6"/>
                </a:solidFill>
              </a:rPr>
              <a:t>Hybrid Patterns</a:t>
            </a:r>
          </a:p>
          <a:p>
            <a:pPr marL="12700" marR="5080"/>
            <a:r>
              <a:rPr lang="en-US" sz="1400" kern="0" spc="-80" dirty="0">
                <a:solidFill>
                  <a:schemeClr val="accent6"/>
                </a:solidFill>
              </a:rPr>
              <a:t>Responsive images</a:t>
            </a:r>
          </a:p>
          <a:p>
            <a:pPr marL="12700" marR="5080"/>
            <a:r>
              <a:rPr lang="en-US" sz="1400" kern="0" spc="-80" dirty="0">
                <a:solidFill>
                  <a:schemeClr val="accent6"/>
                </a:solidFill>
              </a:rPr>
              <a:t>Navigation patterns</a:t>
            </a:r>
          </a:p>
          <a:p>
            <a:pPr marL="12700" marR="5080"/>
            <a:r>
              <a:rPr lang="en-US" sz="1400" kern="0" spc="-80" dirty="0">
                <a:solidFill>
                  <a:schemeClr val="accent6"/>
                </a:solidFill>
              </a:rPr>
              <a:t>Component patterns</a:t>
            </a:r>
          </a:p>
          <a:p>
            <a:pPr marL="12700" marR="5080"/>
            <a:endParaRPr lang="en-US" sz="1400" kern="0" spc="-80" dirty="0">
              <a:solidFill>
                <a:schemeClr val="accent6"/>
              </a:solidFill>
            </a:endParaRPr>
          </a:p>
          <a:p>
            <a:pPr marL="12700" marR="5080"/>
            <a:r>
              <a:rPr lang="en-US" sz="1400" kern="0" spc="-80" dirty="0">
                <a:solidFill>
                  <a:schemeClr val="accent2"/>
                </a:solidFill>
              </a:rPr>
              <a:t>1) PURE CSS IMPLEMENTATION</a:t>
            </a:r>
          </a:p>
          <a:p>
            <a:pPr marL="12700" marR="5080"/>
            <a:r>
              <a:rPr lang="en-US" sz="1400" kern="0" spc="-80" dirty="0">
                <a:solidFill>
                  <a:schemeClr val="accent6"/>
                </a:solidFill>
              </a:rPr>
              <a:t>Layout Requirements</a:t>
            </a:r>
          </a:p>
          <a:p>
            <a:pPr marL="12700" marR="5080"/>
            <a:r>
              <a:rPr lang="en-US" sz="1400" kern="0" spc="-80" dirty="0">
                <a:solidFill>
                  <a:schemeClr val="accent6"/>
                </a:solidFill>
              </a:rPr>
              <a:t>Header</a:t>
            </a:r>
          </a:p>
          <a:p>
            <a:pPr marL="12700" marR="5080"/>
            <a:r>
              <a:rPr lang="en-US" sz="1400" kern="0" spc="-80" dirty="0">
                <a:solidFill>
                  <a:schemeClr val="accent6"/>
                </a:solidFill>
              </a:rPr>
              <a:t>Sidebar (hidden on mobile)</a:t>
            </a:r>
          </a:p>
          <a:p>
            <a:pPr marL="12700" marR="5080"/>
            <a:r>
              <a:rPr lang="en-US" sz="1400" kern="0" spc="-80" dirty="0">
                <a:solidFill>
                  <a:schemeClr val="accent6"/>
                </a:solidFill>
              </a:rPr>
              <a:t>Content Area</a:t>
            </a:r>
          </a:p>
          <a:p>
            <a:pPr marL="12700" marR="5080"/>
            <a:r>
              <a:rPr lang="en-US" sz="1400" kern="0" spc="-80" dirty="0">
                <a:solidFill>
                  <a:schemeClr val="accent6"/>
                </a:solidFill>
              </a:rPr>
              <a:t>Footer</a:t>
            </a:r>
          </a:p>
          <a:p>
            <a:pPr marL="12700" marR="5080"/>
            <a:r>
              <a:rPr lang="en-US" sz="1400" kern="0" spc="-80" dirty="0">
                <a:solidFill>
                  <a:schemeClr val="accent2"/>
                </a:solidFill>
              </a:rPr>
              <a:t>Responsive (Fluid) Version</a:t>
            </a:r>
          </a:p>
          <a:p>
            <a:pPr marL="12700" marR="5080"/>
            <a:r>
              <a:rPr lang="en-US" sz="1400" kern="0" spc="-80" dirty="0">
                <a:solidFill>
                  <a:schemeClr val="accent6"/>
                </a:solidFill>
              </a:rPr>
              <a:t>&lt;!DOCTYPE html&gt;</a:t>
            </a:r>
          </a:p>
          <a:p>
            <a:pPr marL="12700" marR="5080"/>
            <a:r>
              <a:rPr lang="en-US" sz="1400" kern="0" spc="-80" dirty="0">
                <a:solidFill>
                  <a:schemeClr val="accent6"/>
                </a:solidFill>
              </a:rPr>
              <a:t>&lt;html&gt;</a:t>
            </a:r>
          </a:p>
          <a:p>
            <a:pPr marL="12700" marR="5080"/>
            <a:r>
              <a:rPr lang="en-US" sz="1400" kern="0" spc="-80" dirty="0">
                <a:solidFill>
                  <a:schemeClr val="accent6"/>
                </a:solidFill>
              </a:rPr>
              <a:t>&lt;head&gt;</a:t>
            </a:r>
          </a:p>
          <a:p>
            <a:pPr marL="12700" marR="5080"/>
            <a:r>
              <a:rPr lang="en-US" sz="1400" kern="0" spc="-80" dirty="0">
                <a:solidFill>
                  <a:schemeClr val="accent6"/>
                </a:solidFill>
              </a:rPr>
              <a:t>&lt;meta name="viewport" content="width=device-width, initial-scale=1"&gt;</a:t>
            </a:r>
          </a:p>
          <a:p>
            <a:pPr marL="12700" marR="5080"/>
            <a:r>
              <a:rPr lang="en-US" sz="1400" kern="0" spc="-80" dirty="0">
                <a:solidFill>
                  <a:schemeClr val="accent6"/>
                </a:solidFill>
              </a:rPr>
              <a:t>&lt;style&gt;</a:t>
            </a:r>
          </a:p>
          <a:p>
            <a:pPr marL="12700" marR="5080"/>
            <a:r>
              <a:rPr lang="en-US" sz="1400" kern="0" spc="-80" dirty="0">
                <a:solidFill>
                  <a:schemeClr val="accent6"/>
                </a:solidFill>
              </a:rPr>
              <a:t>  body { margin: 0; font-family: sans-serif; }</a:t>
            </a:r>
          </a:p>
          <a:p>
            <a:pPr marL="12700" marR="5080"/>
            <a:endParaRPr lang="en-US" sz="1400" kern="0" spc="-80" dirty="0">
              <a:solidFill>
                <a:schemeClr val="accent6"/>
              </a:solidFill>
            </a:endParaRPr>
          </a:p>
          <a:p>
            <a:pPr marL="12700" marR="5080"/>
            <a:r>
              <a:rPr lang="en-US" sz="1400" kern="0" spc="-80" dirty="0">
                <a:solidFill>
                  <a:schemeClr val="accent6"/>
                </a:solidFill>
              </a:rPr>
              <a:t>  header, footer { background: #333; color: white; padding: 1rem; text-align: center;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7818385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DA8B6-9612-1F3D-6BC7-77E543D5645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C54F5F7-3191-0CA7-45BC-AAF47B7A999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841F2BB-CF4D-6F77-56AA-A4F87680677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2B02C44-5D24-74B7-B2F9-DC523ADC21BA}"/>
              </a:ext>
            </a:extLst>
          </p:cNvPr>
          <p:cNvGraphicFramePr/>
          <p:nvPr>
            <p:extLst>
              <p:ext uri="{D42A27DB-BD31-4B8C-83A1-F6EECF244321}">
                <p14:modId xmlns:p14="http://schemas.microsoft.com/office/powerpoint/2010/main" val="416495179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E607A5C-8E09-4B30-F952-64F504AD772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212BE26-86A7-13BF-0506-87C1FEBC769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84553A3-CFBC-7978-ED55-DC005A0A5C3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3E17882-8DD1-9167-8E06-F9F9E09344C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3A3418E-DF58-9D9C-2E72-0E6DB9E4334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79F93E5-48CC-78F7-7A3B-DFB46BF141F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82D2BBB-60EB-84DB-BAB0-2218EFAC7F42}"/>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355600" marR="5080" indent="-342900">
              <a:buAutoNum type="arabicParenR"/>
            </a:pPr>
            <a:r>
              <a:rPr lang="en-US" sz="1400" kern="0" spc="-80" dirty="0">
                <a:solidFill>
                  <a:schemeClr val="accent2"/>
                </a:solidFill>
              </a:rPr>
              <a:t>PURE CSS IMPLEMENTATION</a:t>
            </a:r>
          </a:p>
          <a:p>
            <a:pPr marL="12700" marR="5080"/>
            <a:r>
              <a:rPr lang="en-US" sz="1400" kern="0" spc="-80" dirty="0">
                <a:solidFill>
                  <a:schemeClr val="accent2"/>
                </a:solidFill>
              </a:rPr>
              <a:t>Responsive (Fluid) Version</a:t>
            </a:r>
          </a:p>
          <a:p>
            <a:pPr marL="12700" marR="5080"/>
            <a:r>
              <a:rPr lang="en-US" sz="1400" kern="0" spc="-80" dirty="0">
                <a:solidFill>
                  <a:schemeClr val="accent6"/>
                </a:solidFill>
              </a:rPr>
              <a:t>.container { display: flex; flex-wrap: wrap; }</a:t>
            </a:r>
          </a:p>
          <a:p>
            <a:pPr marL="12700" marR="5080"/>
            <a:r>
              <a:rPr lang="en-US" sz="1400" kern="0" spc="-80" dirty="0">
                <a:solidFill>
                  <a:schemeClr val="accent6"/>
                </a:solidFill>
              </a:rPr>
              <a:t>  nav { flex: 1 1 200px; background: #eee; padding: 1rem; }</a:t>
            </a:r>
          </a:p>
          <a:p>
            <a:pPr marL="12700" marR="5080"/>
            <a:r>
              <a:rPr lang="en-US" sz="1400" kern="0" spc="-80" dirty="0">
                <a:solidFill>
                  <a:schemeClr val="accent6"/>
                </a:solidFill>
              </a:rPr>
              <a:t>  main { flex: 3 1 400px; padding: 1rem; }</a:t>
            </a:r>
          </a:p>
          <a:p>
            <a:pPr marL="12700" marR="5080"/>
            <a:endParaRPr lang="en-US" sz="1400" kern="0" spc="-80" dirty="0">
              <a:solidFill>
                <a:schemeClr val="accent6"/>
              </a:solidFill>
            </a:endParaRPr>
          </a:p>
          <a:p>
            <a:pPr marL="12700" marR="5080"/>
            <a:r>
              <a:rPr lang="en-US" sz="1400" kern="0" spc="-80" dirty="0">
                <a:solidFill>
                  <a:schemeClr val="accent6"/>
                </a:solidFill>
              </a:rPr>
              <a:t>  /* Mobile-first */</a:t>
            </a:r>
          </a:p>
          <a:p>
            <a:pPr marL="12700" marR="5080"/>
            <a:r>
              <a:rPr lang="en-US" sz="1400" kern="0" spc="-80" dirty="0">
                <a:solidFill>
                  <a:schemeClr val="accent6"/>
                </a:solidFill>
              </a:rPr>
              <a:t>  @media (max-width: 768px) {</a:t>
            </a:r>
          </a:p>
          <a:p>
            <a:pPr marL="12700" marR="5080"/>
            <a:r>
              <a:rPr lang="en-US" sz="1400" kern="0" spc="-80" dirty="0">
                <a:solidFill>
                  <a:schemeClr val="accent6"/>
                </a:solidFill>
              </a:rPr>
              <a:t>    nav { order: 2; width: 100%; }</a:t>
            </a:r>
          </a:p>
          <a:p>
            <a:pPr marL="12700" marR="5080"/>
            <a:r>
              <a:rPr lang="en-US" sz="1400" kern="0" spc="-80" dirty="0">
                <a:solidFill>
                  <a:schemeClr val="accent6"/>
                </a:solidFill>
              </a:rPr>
              <a:t>    main { order: 1; width: 100%; }</a:t>
            </a:r>
          </a:p>
          <a:p>
            <a:pPr marL="12700" marR="5080"/>
            <a:r>
              <a:rPr lang="en-US" sz="1400" kern="0" spc="-80" dirty="0">
                <a:solidFill>
                  <a:schemeClr val="accent6"/>
                </a:solidFill>
              </a:rPr>
              <a:t>  }</a:t>
            </a:r>
          </a:p>
          <a:p>
            <a:pPr marL="12700" marR="5080"/>
            <a:r>
              <a:rPr lang="en-US" sz="1400" kern="0" spc="-80" dirty="0">
                <a:solidFill>
                  <a:schemeClr val="accent6"/>
                </a:solidFill>
              </a:rPr>
              <a:t>&lt;/style&gt;</a:t>
            </a:r>
          </a:p>
          <a:p>
            <a:pPr marL="12700" marR="5080"/>
            <a:r>
              <a:rPr lang="en-US" sz="1400" kern="0" spc="-80" dirty="0">
                <a:solidFill>
                  <a:schemeClr val="accent6"/>
                </a:solidFill>
              </a:rPr>
              <a:t>&lt;/head&gt;</a:t>
            </a:r>
          </a:p>
          <a:p>
            <a:pPr marL="12700" marR="5080"/>
            <a:r>
              <a:rPr lang="en-US" sz="1400" kern="0" spc="-80" dirty="0">
                <a:solidFill>
                  <a:schemeClr val="accent6"/>
                </a:solidFill>
              </a:rPr>
              <a:t>&lt;body&gt;</a:t>
            </a:r>
          </a:p>
          <a:p>
            <a:pPr marL="12700" marR="5080"/>
            <a:r>
              <a:rPr lang="en-US" sz="1400" kern="0" spc="-80" dirty="0">
                <a:solidFill>
                  <a:schemeClr val="accent6"/>
                </a:solidFill>
              </a:rPr>
              <a:t>&lt;header&gt;Responsive Layout&lt;/header&gt;</a:t>
            </a:r>
          </a:p>
          <a:p>
            <a:pPr marL="12700" marR="5080"/>
            <a:r>
              <a:rPr lang="en-US" sz="1400" kern="0" spc="-80" dirty="0">
                <a:solidFill>
                  <a:schemeClr val="accent6"/>
                </a:solidFill>
              </a:rPr>
              <a:t>&lt;div class="container"&gt;</a:t>
            </a:r>
          </a:p>
          <a:p>
            <a:pPr marL="12700" marR="5080"/>
            <a:r>
              <a:rPr lang="en-US" sz="1400" kern="0" spc="-80" dirty="0">
                <a:solidFill>
                  <a:schemeClr val="accent6"/>
                </a:solidFill>
              </a:rPr>
              <a:t>  &lt;main&gt;Main Content Area&lt;/main&gt;</a:t>
            </a:r>
          </a:p>
          <a:p>
            <a:pPr marL="12700" marR="5080"/>
            <a:r>
              <a:rPr lang="en-US" sz="1400" kern="0" spc="-80" dirty="0">
                <a:solidFill>
                  <a:schemeClr val="accent6"/>
                </a:solidFill>
              </a:rPr>
              <a:t>  &lt;nav&gt;Sidebar Menu&lt;/nav&gt;</a:t>
            </a:r>
          </a:p>
          <a:p>
            <a:pPr marL="12700" marR="5080"/>
            <a:r>
              <a:rPr lang="en-US" sz="1400" kern="0" spc="-80" dirty="0">
                <a:solidFill>
                  <a:schemeClr val="accent6"/>
                </a:solidFill>
              </a:rPr>
              <a:t>&lt;/div&gt;</a:t>
            </a:r>
          </a:p>
          <a:p>
            <a:pPr marL="12700" marR="5080"/>
            <a:r>
              <a:rPr lang="en-US" sz="1400" kern="0" spc="-80" dirty="0">
                <a:solidFill>
                  <a:schemeClr val="accent6"/>
                </a:solidFill>
              </a:rPr>
              <a:t>&lt;footer&gt;Footer&lt;/footer&gt;</a:t>
            </a:r>
          </a:p>
          <a:p>
            <a:pPr marL="12700" marR="5080"/>
            <a:r>
              <a:rPr lang="en-US" sz="1400" kern="0" spc="-80" dirty="0">
                <a:solidFill>
                  <a:schemeClr val="accent6"/>
                </a:solidFill>
              </a:rPr>
              <a:t>&lt;/body&gt;</a:t>
            </a:r>
          </a:p>
          <a:p>
            <a:pPr marL="12700" marR="5080"/>
            <a:r>
              <a:rPr lang="en-US" sz="1400" kern="0" spc="-80" dirty="0">
                <a:solidFill>
                  <a:schemeClr val="accent6"/>
                </a:solidFill>
              </a:rPr>
              <a:t>&lt;/html&gt;</a:t>
            </a:r>
          </a:p>
        </p:txBody>
      </p:sp>
    </p:spTree>
    <p:extLst>
      <p:ext uri="{BB962C8B-B14F-4D97-AF65-F5344CB8AC3E}">
        <p14:creationId xmlns:p14="http://schemas.microsoft.com/office/powerpoint/2010/main" val="41846195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EDE8EE-0563-981B-3ECA-B3299E22824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0416A30-6782-9518-3C3E-4ADF3C7C975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4B1D096-CB98-7BD9-D365-BCD2615112C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AF54713-0315-DC5B-5246-0C9C6AD41142}"/>
              </a:ext>
            </a:extLst>
          </p:cNvPr>
          <p:cNvGraphicFramePr/>
          <p:nvPr>
            <p:extLst>
              <p:ext uri="{D42A27DB-BD31-4B8C-83A1-F6EECF244321}">
                <p14:modId xmlns:p14="http://schemas.microsoft.com/office/powerpoint/2010/main" val="365414359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9E07553-9D28-F9AD-5FFB-C64B4E8C1D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3358058-CB51-D3F7-D3AF-9D829EC7BF4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C2CED6A-24F6-DAA1-9E4C-29E3FDAACAF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3BCCAE1-0B92-2A55-2C8B-487387ACF16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3A4DAF7-1677-3DEE-9BE9-3B6C946F94A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1036731-1E97-8901-77D0-D34E67AF178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EB196AA-555F-36E8-2BDC-2356BC797D84}"/>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355600" marR="5080" indent="-342900">
              <a:buAutoNum type="arabicParenR"/>
            </a:pPr>
            <a:r>
              <a:rPr lang="en-US" sz="1400" kern="0" spc="-80" dirty="0">
                <a:solidFill>
                  <a:schemeClr val="accent2"/>
                </a:solidFill>
              </a:rPr>
              <a:t>PURE CSS IMPLEMENTATION</a:t>
            </a:r>
          </a:p>
          <a:p>
            <a:pPr marL="12700" marR="5080"/>
            <a:r>
              <a:rPr lang="en-US" sz="1400" kern="0" spc="-80" dirty="0">
                <a:solidFill>
                  <a:schemeClr val="accent2"/>
                </a:solidFill>
              </a:rPr>
              <a:t>Responsive (Fluid) Version</a:t>
            </a:r>
          </a:p>
          <a:p>
            <a:pPr marL="12700" marR="5080"/>
            <a:r>
              <a:rPr lang="en-US" sz="1400" kern="0" spc="-80" dirty="0">
                <a:solidFill>
                  <a:schemeClr val="accent6"/>
                </a:solidFill>
              </a:rPr>
              <a:t>✅ One layout</a:t>
            </a:r>
          </a:p>
          <a:p>
            <a:pPr marL="12700" marR="5080"/>
            <a:r>
              <a:rPr lang="en-US" sz="1400" kern="0" spc="-80" dirty="0">
                <a:solidFill>
                  <a:schemeClr val="accent6"/>
                </a:solidFill>
              </a:rPr>
              <a:t>✅ Fluid resizing</a:t>
            </a:r>
          </a:p>
          <a:p>
            <a:pPr marL="12700" marR="5080"/>
            <a:r>
              <a:rPr lang="en-US" sz="1400" kern="0" spc="-80" dirty="0">
                <a:solidFill>
                  <a:schemeClr val="accent6"/>
                </a:solidFill>
              </a:rPr>
              <a:t>✅ Mobile-first</a:t>
            </a:r>
          </a:p>
          <a:p>
            <a:pPr marL="12700" marR="5080"/>
            <a:r>
              <a:rPr lang="en-US" sz="1400" kern="0" spc="-80" dirty="0">
                <a:solidFill>
                  <a:schemeClr val="accent2"/>
                </a:solidFill>
              </a:rPr>
              <a:t>Adaptive (Discrete Templates)</a:t>
            </a:r>
          </a:p>
          <a:p>
            <a:pPr marL="12700" marR="5080"/>
            <a:r>
              <a:rPr lang="en-US" sz="1400" kern="0" spc="-80" dirty="0">
                <a:solidFill>
                  <a:schemeClr val="accent6"/>
                </a:solidFill>
              </a:rPr>
              <a:t>We explicitly switch layout at breakpoints:</a:t>
            </a:r>
          </a:p>
          <a:p>
            <a:pPr marL="12700" marR="5080"/>
            <a:r>
              <a:rPr lang="en-US" sz="1400" kern="0" spc="-80" dirty="0">
                <a:solidFill>
                  <a:schemeClr val="accent6"/>
                </a:solidFill>
              </a:rPr>
              <a:t>/* Desktop layout */</a:t>
            </a:r>
          </a:p>
          <a:p>
            <a:pPr marL="12700" marR="5080"/>
            <a:r>
              <a:rPr lang="en-US" sz="1400" kern="0" spc="-80" dirty="0">
                <a:solidFill>
                  <a:schemeClr val="accent6"/>
                </a:solidFill>
              </a:rPr>
              <a:t>.container {</a:t>
            </a:r>
          </a:p>
          <a:p>
            <a:pPr marL="12700" marR="5080"/>
            <a:r>
              <a:rPr lang="en-US" sz="1400" kern="0" spc="-80" dirty="0">
                <a:solidFill>
                  <a:schemeClr val="accent6"/>
                </a:solidFill>
              </a:rPr>
              <a:t>  display: grid;</a:t>
            </a:r>
          </a:p>
          <a:p>
            <a:pPr marL="12700" marR="5080"/>
            <a:r>
              <a:rPr lang="en-US" sz="1400" kern="0" spc="-80" dirty="0">
                <a:solidFill>
                  <a:schemeClr val="accent6"/>
                </a:solidFill>
              </a:rPr>
              <a:t>  grid-template-columns: 200px 1fr;</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 Tablet layout */</a:t>
            </a:r>
          </a:p>
          <a:p>
            <a:pPr marL="12700" marR="5080"/>
            <a:r>
              <a:rPr lang="en-US" sz="1400" kern="0" spc="-80" dirty="0">
                <a:solidFill>
                  <a:schemeClr val="accent6"/>
                </a:solidFill>
              </a:rPr>
              <a:t>@media (max-width: 1024px) {</a:t>
            </a:r>
          </a:p>
          <a:p>
            <a:pPr marL="12700" marR="5080"/>
            <a:r>
              <a:rPr lang="en-US" sz="1400" kern="0" spc="-80" dirty="0">
                <a:solidFill>
                  <a:schemeClr val="accent6"/>
                </a:solidFill>
              </a:rPr>
              <a:t>  .container {</a:t>
            </a:r>
          </a:p>
          <a:p>
            <a:pPr marL="12700" marR="5080"/>
            <a:r>
              <a:rPr lang="en-US" sz="1400" kern="0" spc="-80" dirty="0">
                <a:solidFill>
                  <a:schemeClr val="accent6"/>
                </a:solidFill>
              </a:rPr>
              <a:t>    grid-template-columns: 150px 1fr;</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 Phone layout */</a:t>
            </a:r>
          </a:p>
          <a:p>
            <a:pPr marL="12700" marR="5080"/>
            <a:r>
              <a:rPr lang="en-US" sz="1400" kern="0" spc="-80" dirty="0">
                <a:solidFill>
                  <a:schemeClr val="accent6"/>
                </a:solidFill>
              </a:rPr>
              <a:t>@media (max-width: 600px) {</a:t>
            </a:r>
          </a:p>
          <a:p>
            <a:pPr marL="12700" marR="5080"/>
            <a:r>
              <a:rPr lang="en-US" sz="1400" kern="0" spc="-80" dirty="0">
                <a:solidFill>
                  <a:schemeClr val="accent6"/>
                </a:solidFill>
              </a:rPr>
              <a:t>  .container {</a:t>
            </a:r>
          </a:p>
        </p:txBody>
      </p:sp>
    </p:spTree>
    <p:extLst>
      <p:ext uri="{BB962C8B-B14F-4D97-AF65-F5344CB8AC3E}">
        <p14:creationId xmlns:p14="http://schemas.microsoft.com/office/powerpoint/2010/main" val="360217712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47FEB-0B4A-88EF-9F49-A7F3DDFF8BD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4A2D580-9BAF-4E8F-5586-0E47009DDE7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FB3772B-62DB-0CB8-5F42-AAA269793AF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DE4E73F-2068-8E22-7522-EE41263C3966}"/>
              </a:ext>
            </a:extLst>
          </p:cNvPr>
          <p:cNvGraphicFramePr/>
          <p:nvPr>
            <p:extLst>
              <p:ext uri="{D42A27DB-BD31-4B8C-83A1-F6EECF244321}">
                <p14:modId xmlns:p14="http://schemas.microsoft.com/office/powerpoint/2010/main" val="420615387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087C3F8-E9D8-FBD9-2995-97F005DBFAB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67B06ED-9BC9-0357-B79C-A76FD968FFC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55DFDCE-68D3-934E-691C-7F2139C5DA8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CB7D99A-7B3B-1D07-0942-095548A26BC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82C3AF8-4B07-8793-3058-67FF14570CC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8623B5D-2AFE-C083-8449-2C5E84C1707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2259DF6-B5AE-444D-8D3E-CB7B87228DDA}"/>
              </a:ext>
            </a:extLst>
          </p:cNvPr>
          <p:cNvSpPr txBox="1">
            <a:spLocks/>
          </p:cNvSpPr>
          <p:nvPr/>
        </p:nvSpPr>
        <p:spPr>
          <a:xfrm>
            <a:off x="152400"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12700" marR="5080"/>
            <a:r>
              <a:rPr lang="en-US" sz="1400" kern="0" spc="-80" dirty="0">
                <a:solidFill>
                  <a:schemeClr val="accent2"/>
                </a:solidFill>
              </a:rPr>
              <a:t>1) PURE CSS IMPLEMENTATION</a:t>
            </a:r>
          </a:p>
          <a:p>
            <a:pPr marL="12700" marR="5080"/>
            <a:r>
              <a:rPr lang="en-US" sz="1400" kern="0" spc="-80" dirty="0">
                <a:solidFill>
                  <a:schemeClr val="accent2"/>
                </a:solidFill>
              </a:rPr>
              <a:t>Adaptive (Discrete Templates)</a:t>
            </a:r>
          </a:p>
          <a:p>
            <a:pPr marL="12700" marR="5080"/>
            <a:r>
              <a:rPr lang="en-US" sz="1400" kern="0" spc="-80" dirty="0">
                <a:solidFill>
                  <a:schemeClr val="accent6"/>
                </a:solidFill>
              </a:rPr>
              <a:t>.container {</a:t>
            </a:r>
          </a:p>
          <a:p>
            <a:pPr marL="12700" marR="5080"/>
            <a:r>
              <a:rPr lang="en-US" sz="1400" kern="0" spc="-80" dirty="0">
                <a:solidFill>
                  <a:schemeClr val="accent6"/>
                </a:solidFill>
              </a:rPr>
              <a:t>    grid-template-columns: 1fr;</a:t>
            </a:r>
          </a:p>
          <a:p>
            <a:pPr marL="12700" marR="5080"/>
            <a:r>
              <a:rPr lang="en-US" sz="1400" kern="0" spc="-80" dirty="0">
                <a:solidFill>
                  <a:schemeClr val="accent6"/>
                </a:solidFill>
              </a:rPr>
              <a:t>  }</a:t>
            </a:r>
          </a:p>
          <a:p>
            <a:pPr marL="12700" marR="5080"/>
            <a:r>
              <a:rPr lang="en-US" sz="1400" kern="0" spc="-80" dirty="0">
                <a:solidFill>
                  <a:schemeClr val="accent6"/>
                </a:solidFill>
              </a:rPr>
              <a:t>  nav { order: 2; }</a:t>
            </a:r>
          </a:p>
          <a:p>
            <a:pPr marL="12700" marR="5080"/>
            <a:r>
              <a:rPr lang="en-US" sz="1400" kern="0" spc="-80" dirty="0">
                <a:solidFill>
                  <a:schemeClr val="accent6"/>
                </a:solidFill>
              </a:rPr>
              <a:t>  main { order: 1; }</a:t>
            </a:r>
          </a:p>
          <a:p>
            <a:pPr marL="12700" marR="5080"/>
            <a:r>
              <a:rPr lang="en-US" sz="1400" kern="0" spc="-80" dirty="0">
                <a:solidFill>
                  <a:schemeClr val="accent6"/>
                </a:solidFill>
              </a:rPr>
              <a:t>}</a:t>
            </a:r>
          </a:p>
          <a:p>
            <a:pPr marL="12700" marR="5080"/>
            <a:r>
              <a:rPr lang="en-US" sz="1400" kern="0" spc="-80" dirty="0">
                <a:solidFill>
                  <a:schemeClr val="accent6"/>
                </a:solidFill>
              </a:rPr>
              <a:t>✅ Same HTML</a:t>
            </a:r>
          </a:p>
          <a:p>
            <a:pPr marL="12700" marR="5080"/>
            <a:r>
              <a:rPr lang="en-US" sz="1400" kern="0" spc="-80" dirty="0">
                <a:solidFill>
                  <a:schemeClr val="accent6"/>
                </a:solidFill>
              </a:rPr>
              <a:t>✅ Different layout "modes" at breakpoints</a:t>
            </a:r>
          </a:p>
          <a:p>
            <a:pPr marL="12700" marR="5080"/>
            <a:r>
              <a:rPr lang="en-US" sz="1400" kern="0" spc="-80" dirty="0">
                <a:solidFill>
                  <a:schemeClr val="accent6"/>
                </a:solidFill>
              </a:rPr>
              <a:t>➡ Adaptive = discrete layout steps</a:t>
            </a:r>
          </a:p>
          <a:p>
            <a:pPr marL="12700" marR="5080"/>
            <a:endParaRPr lang="en-US" sz="1400" kern="0" spc="-80" dirty="0">
              <a:solidFill>
                <a:schemeClr val="accent6"/>
              </a:solidFill>
            </a:endParaRPr>
          </a:p>
          <a:p>
            <a:pPr marL="12700" marR="5080"/>
            <a:r>
              <a:rPr lang="en-US" sz="1400" kern="0" spc="-80" dirty="0">
                <a:solidFill>
                  <a:schemeClr val="accent2"/>
                </a:solidFill>
              </a:rPr>
              <a:t>2) BOOTSTRAP IMPLEMENTATION</a:t>
            </a:r>
          </a:p>
          <a:p>
            <a:pPr marL="12700" marR="5080"/>
            <a:r>
              <a:rPr lang="en-US" sz="1400" kern="0" spc="-80" dirty="0">
                <a:solidFill>
                  <a:schemeClr val="accent6"/>
                </a:solidFill>
              </a:rPr>
              <a:t>Bootstrap uses a 12-column responsive grid and breakpoint utility classes.</a:t>
            </a:r>
          </a:p>
          <a:p>
            <a:pPr marL="12700" marR="5080"/>
            <a:r>
              <a:rPr lang="en-US" sz="1400" kern="0" spc="-80" dirty="0">
                <a:solidFill>
                  <a:schemeClr val="accent6"/>
                </a:solidFill>
              </a:rPr>
              <a:t>&lt;link </a:t>
            </a:r>
            <a:r>
              <a:rPr lang="en-US" sz="1400" kern="0" spc="-80" dirty="0" err="1">
                <a:solidFill>
                  <a:schemeClr val="accent6"/>
                </a:solidFill>
              </a:rPr>
              <a:t>rel</a:t>
            </a:r>
            <a:r>
              <a:rPr lang="en-US" sz="1400" kern="0" spc="-80" dirty="0">
                <a:solidFill>
                  <a:schemeClr val="accent6"/>
                </a:solidFill>
              </a:rPr>
              <a:t>="stylesheet" </a:t>
            </a:r>
            <a:r>
              <a:rPr lang="en-US" sz="1400" kern="0" spc="-80" dirty="0" err="1">
                <a:solidFill>
                  <a:schemeClr val="accent6"/>
                </a:solidFill>
              </a:rPr>
              <a:t>href</a:t>
            </a:r>
            <a:r>
              <a:rPr lang="en-US" sz="1400" kern="0" spc="-80" dirty="0">
                <a:solidFill>
                  <a:schemeClr val="accent6"/>
                </a:solidFill>
              </a:rPr>
              <a:t>="https://cdn.jsdelivr.net/</a:t>
            </a:r>
            <a:r>
              <a:rPr lang="en-US" sz="1400" kern="0" spc="-80" dirty="0" err="1">
                <a:solidFill>
                  <a:schemeClr val="accent6"/>
                </a:solidFill>
              </a:rPr>
              <a:t>npm</a:t>
            </a:r>
            <a:r>
              <a:rPr lang="en-US" sz="1400" kern="0" spc="-80" dirty="0">
                <a:solidFill>
                  <a:schemeClr val="accent6"/>
                </a:solidFill>
              </a:rPr>
              <a:t>/bootstrap@5/</a:t>
            </a:r>
            <a:r>
              <a:rPr lang="en-US" sz="1400" kern="0" spc="-80" dirty="0" err="1">
                <a:solidFill>
                  <a:schemeClr val="accent6"/>
                </a:solidFill>
              </a:rPr>
              <a:t>dist</a:t>
            </a:r>
            <a:r>
              <a:rPr lang="en-US" sz="1400" kern="0" spc="-80" dirty="0">
                <a:solidFill>
                  <a:schemeClr val="accent6"/>
                </a:solidFill>
              </a:rPr>
              <a:t>/</a:t>
            </a:r>
            <a:r>
              <a:rPr lang="en-US" sz="1400" kern="0" spc="-80" dirty="0" err="1">
                <a:solidFill>
                  <a:schemeClr val="accent6"/>
                </a:solidFill>
              </a:rPr>
              <a:t>css</a:t>
            </a:r>
            <a:r>
              <a:rPr lang="en-US" sz="1400" kern="0" spc="-80" dirty="0">
                <a:solidFill>
                  <a:schemeClr val="accent6"/>
                </a:solidFill>
              </a:rPr>
              <a:t>/bootstrap.min.css"&gt;</a:t>
            </a:r>
          </a:p>
          <a:p>
            <a:pPr marL="12700" marR="5080"/>
            <a:r>
              <a:rPr lang="en-US" sz="1400" kern="0" spc="-80" dirty="0">
                <a:solidFill>
                  <a:schemeClr val="accent6"/>
                </a:solidFill>
              </a:rPr>
              <a:t>&lt;div class="container-fluid"&gt;</a:t>
            </a:r>
          </a:p>
          <a:p>
            <a:pPr marL="12700" marR="5080"/>
            <a:r>
              <a:rPr lang="en-US" sz="1400" kern="0" spc="-80" dirty="0">
                <a:solidFill>
                  <a:schemeClr val="accent6"/>
                </a:solidFill>
              </a:rPr>
              <a:t>  &lt;header class="</a:t>
            </a:r>
            <a:r>
              <a:rPr lang="en-US" sz="1400" kern="0" spc="-80" dirty="0" err="1">
                <a:solidFill>
                  <a:schemeClr val="accent6"/>
                </a:solidFill>
              </a:rPr>
              <a:t>bg</a:t>
            </a:r>
            <a:r>
              <a:rPr lang="en-US" sz="1400" kern="0" spc="-80" dirty="0">
                <a:solidFill>
                  <a:schemeClr val="accent6"/>
                </a:solidFill>
              </a:rPr>
              <a:t>-dark text-white text-center p-3"&gt;Header&lt;/header&gt;</a:t>
            </a:r>
          </a:p>
          <a:p>
            <a:pPr marL="12700" marR="5080"/>
            <a:r>
              <a:rPr lang="en-US" sz="1400" kern="0" spc="-80" dirty="0">
                <a:solidFill>
                  <a:schemeClr val="accent6"/>
                </a:solidFill>
              </a:rPr>
              <a:t>  &lt;div class="row"&gt;</a:t>
            </a:r>
          </a:p>
          <a:p>
            <a:pPr marL="12700" marR="5080"/>
            <a:r>
              <a:rPr lang="en-US" sz="1400" kern="0" spc="-80" dirty="0">
                <a:solidFill>
                  <a:schemeClr val="accent6"/>
                </a:solidFill>
              </a:rPr>
              <a:t>    &lt;nav class="col-12 col-md-4 col-lg-3 </a:t>
            </a:r>
            <a:r>
              <a:rPr lang="en-US" sz="1400" kern="0" spc="-80" dirty="0" err="1">
                <a:solidFill>
                  <a:schemeClr val="accent6"/>
                </a:solidFill>
              </a:rPr>
              <a:t>bg</a:t>
            </a:r>
            <a:r>
              <a:rPr lang="en-US" sz="1400" kern="0" spc="-80" dirty="0">
                <a:solidFill>
                  <a:schemeClr val="accent6"/>
                </a:solidFill>
              </a:rPr>
              <a:t>-light p-3"&gt;Sidebar&lt;/nav&gt;</a:t>
            </a:r>
          </a:p>
          <a:p>
            <a:pPr marL="12700" marR="5080"/>
            <a:r>
              <a:rPr lang="en-US" sz="1400" kern="0" spc="-80" dirty="0">
                <a:solidFill>
                  <a:schemeClr val="accent6"/>
                </a:solidFill>
              </a:rPr>
              <a:t>    &lt;main class="col-12 col-md-8 col-lg-9 p-3"&gt;Content Area&lt;/main&gt;</a:t>
            </a:r>
          </a:p>
          <a:p>
            <a:pPr marL="12700" marR="5080"/>
            <a:r>
              <a:rPr lang="en-US" sz="1400" kern="0" spc="-80" dirty="0">
                <a:solidFill>
                  <a:schemeClr val="accent6"/>
                </a:solidFill>
              </a:rPr>
              <a:t>  &lt;/div&gt;</a:t>
            </a:r>
          </a:p>
          <a:p>
            <a:pPr marL="12700" marR="5080"/>
            <a:r>
              <a:rPr lang="en-US" sz="1400" kern="0" spc="-80" dirty="0">
                <a:solidFill>
                  <a:schemeClr val="accent6"/>
                </a:solidFill>
              </a:rPr>
              <a:t>  &lt;footer class="</a:t>
            </a:r>
            <a:r>
              <a:rPr lang="en-US" sz="1400" kern="0" spc="-80" dirty="0" err="1">
                <a:solidFill>
                  <a:schemeClr val="accent6"/>
                </a:solidFill>
              </a:rPr>
              <a:t>bg</a:t>
            </a:r>
            <a:r>
              <a:rPr lang="en-US" sz="1400" kern="0" spc="-80" dirty="0">
                <a:solidFill>
                  <a:schemeClr val="accent6"/>
                </a:solidFill>
              </a:rPr>
              <a:t>-dark text-white text-center p-3"&gt;Footer&lt;/footer&gt;</a:t>
            </a:r>
          </a:p>
          <a:p>
            <a:pPr marL="12700" marR="5080"/>
            <a:r>
              <a:rPr lang="en-US" sz="1400" kern="0" spc="-80" dirty="0">
                <a:solidFill>
                  <a:schemeClr val="accent6"/>
                </a:solidFill>
              </a:rPr>
              <a:t>&lt;/div&gt;</a:t>
            </a:r>
          </a:p>
        </p:txBody>
      </p:sp>
    </p:spTree>
    <p:extLst>
      <p:ext uri="{BB962C8B-B14F-4D97-AF65-F5344CB8AC3E}">
        <p14:creationId xmlns:p14="http://schemas.microsoft.com/office/powerpoint/2010/main" val="75574319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A2381C-B0C7-D475-7157-47C16FF9EEE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379FC57-932F-2A7F-90E5-CC36F734C7C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70820AA-E2DF-FB17-9BAC-E7DA7C0B66D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C4D439-F22F-5AF6-C8E5-9D02B43E1789}"/>
              </a:ext>
            </a:extLst>
          </p:cNvPr>
          <p:cNvGraphicFramePr/>
          <p:nvPr>
            <p:extLst>
              <p:ext uri="{D42A27DB-BD31-4B8C-83A1-F6EECF244321}">
                <p14:modId xmlns:p14="http://schemas.microsoft.com/office/powerpoint/2010/main" val="195324183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6D2F0F6-3978-990B-1907-F5F5CE2B51C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1954434-D29B-DE99-898B-4471C9304AC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7EF4858-F808-4408-E1A9-D897DC80C16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595DB41-66B9-4AE1-DD3E-BF446B7CB1B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84084CE-F34E-4C3D-577F-846FA308E01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4F8CBB6-663B-CB52-91F6-E0E87D20851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D94A4E9-5DED-F2E6-64BA-4C2CFDE194E4}"/>
              </a:ext>
            </a:extLst>
          </p:cNvPr>
          <p:cNvSpPr txBox="1">
            <a:spLocks/>
          </p:cNvSpPr>
          <p:nvPr/>
        </p:nvSpPr>
        <p:spPr>
          <a:xfrm>
            <a:off x="152400" y="685800"/>
            <a:ext cx="8624937" cy="561692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12700" marR="5080"/>
            <a:r>
              <a:rPr lang="en-US" sz="1400" kern="0" spc="-80" dirty="0">
                <a:solidFill>
                  <a:schemeClr val="accent2"/>
                </a:solidFill>
              </a:rPr>
              <a:t>2) BOOTSTRAP IMPLEMENTATION</a:t>
            </a:r>
          </a:p>
          <a:p>
            <a:pPr marL="12700" marR="5080"/>
            <a:r>
              <a:rPr lang="en-US" sz="1400" kern="0" spc="-80" dirty="0">
                <a:solidFill>
                  <a:schemeClr val="accent6"/>
                </a:solidFill>
              </a:rPr>
              <a:t>Bootstrap uses a 12-column responsive grid and breakpoint utility classes.</a:t>
            </a:r>
          </a:p>
          <a:p>
            <a:pPr marL="12700" marR="5080"/>
            <a:r>
              <a:rPr lang="en-US" sz="1400" kern="0" spc="-80" dirty="0">
                <a:solidFill>
                  <a:schemeClr val="accent6"/>
                </a:solidFill>
              </a:rPr>
              <a:t>&lt;link </a:t>
            </a:r>
            <a:r>
              <a:rPr lang="en-US" sz="1400" kern="0" spc="-80" dirty="0" err="1">
                <a:solidFill>
                  <a:schemeClr val="accent6"/>
                </a:solidFill>
              </a:rPr>
              <a:t>rel</a:t>
            </a:r>
            <a:r>
              <a:rPr lang="en-US" sz="1400" kern="0" spc="-80" dirty="0">
                <a:solidFill>
                  <a:schemeClr val="accent6"/>
                </a:solidFill>
              </a:rPr>
              <a:t>="stylesheet" </a:t>
            </a:r>
            <a:r>
              <a:rPr lang="en-US" sz="1400" kern="0" spc="-80" dirty="0" err="1">
                <a:solidFill>
                  <a:schemeClr val="accent6"/>
                </a:solidFill>
              </a:rPr>
              <a:t>href</a:t>
            </a:r>
            <a:r>
              <a:rPr lang="en-US" sz="1400" kern="0" spc="-80" dirty="0">
                <a:solidFill>
                  <a:schemeClr val="accent6"/>
                </a:solidFill>
              </a:rPr>
              <a:t>="https://cdn.jsdelivr.net/</a:t>
            </a:r>
            <a:r>
              <a:rPr lang="en-US" sz="1400" kern="0" spc="-80" dirty="0" err="1">
                <a:solidFill>
                  <a:schemeClr val="accent6"/>
                </a:solidFill>
              </a:rPr>
              <a:t>npm</a:t>
            </a:r>
            <a:r>
              <a:rPr lang="en-US" sz="1400" kern="0" spc="-80" dirty="0">
                <a:solidFill>
                  <a:schemeClr val="accent6"/>
                </a:solidFill>
              </a:rPr>
              <a:t>/bootstrap@5/</a:t>
            </a:r>
            <a:r>
              <a:rPr lang="en-US" sz="1400" kern="0" spc="-80" dirty="0" err="1">
                <a:solidFill>
                  <a:schemeClr val="accent6"/>
                </a:solidFill>
              </a:rPr>
              <a:t>dist</a:t>
            </a:r>
            <a:r>
              <a:rPr lang="en-US" sz="1400" kern="0" spc="-80" dirty="0">
                <a:solidFill>
                  <a:schemeClr val="accent6"/>
                </a:solidFill>
              </a:rPr>
              <a:t>/</a:t>
            </a:r>
            <a:r>
              <a:rPr lang="en-US" sz="1400" kern="0" spc="-80" dirty="0" err="1">
                <a:solidFill>
                  <a:schemeClr val="accent6"/>
                </a:solidFill>
              </a:rPr>
              <a:t>css</a:t>
            </a:r>
            <a:r>
              <a:rPr lang="en-US" sz="1400" kern="0" spc="-80" dirty="0">
                <a:solidFill>
                  <a:schemeClr val="accent6"/>
                </a:solidFill>
              </a:rPr>
              <a:t>/bootstrap.min.css"&gt;</a:t>
            </a:r>
          </a:p>
          <a:p>
            <a:pPr marL="12700" marR="5080"/>
            <a:r>
              <a:rPr lang="en-US" sz="1400" kern="0" spc="-80" dirty="0">
                <a:solidFill>
                  <a:schemeClr val="accent6"/>
                </a:solidFill>
              </a:rPr>
              <a:t>&lt;div class="container-fluid"&gt;</a:t>
            </a:r>
          </a:p>
          <a:p>
            <a:pPr marL="12700" marR="5080"/>
            <a:r>
              <a:rPr lang="en-US" sz="1400" kern="0" spc="-80" dirty="0">
                <a:solidFill>
                  <a:schemeClr val="accent6"/>
                </a:solidFill>
              </a:rPr>
              <a:t>  &lt;header class="</a:t>
            </a:r>
            <a:r>
              <a:rPr lang="en-US" sz="1400" kern="0" spc="-80" dirty="0" err="1">
                <a:solidFill>
                  <a:schemeClr val="accent6"/>
                </a:solidFill>
              </a:rPr>
              <a:t>bg</a:t>
            </a:r>
            <a:r>
              <a:rPr lang="en-US" sz="1400" kern="0" spc="-80" dirty="0">
                <a:solidFill>
                  <a:schemeClr val="accent6"/>
                </a:solidFill>
              </a:rPr>
              <a:t>-dark text-white text-center p-3"&gt;Header&lt;/header&gt;</a:t>
            </a:r>
          </a:p>
          <a:p>
            <a:pPr marL="12700" marR="5080"/>
            <a:r>
              <a:rPr lang="en-US" sz="1400" kern="0" spc="-80" dirty="0">
                <a:solidFill>
                  <a:schemeClr val="accent6"/>
                </a:solidFill>
              </a:rPr>
              <a:t>  &lt;div class="row"&gt;</a:t>
            </a:r>
          </a:p>
          <a:p>
            <a:pPr marL="12700" marR="5080"/>
            <a:r>
              <a:rPr lang="en-US" sz="1400" kern="0" spc="-80" dirty="0">
                <a:solidFill>
                  <a:schemeClr val="accent6"/>
                </a:solidFill>
              </a:rPr>
              <a:t>    &lt;nav class="col-12 col-md-4 col-lg-3 </a:t>
            </a:r>
            <a:r>
              <a:rPr lang="en-US" sz="1400" kern="0" spc="-80" dirty="0" err="1">
                <a:solidFill>
                  <a:schemeClr val="accent6"/>
                </a:solidFill>
              </a:rPr>
              <a:t>bg</a:t>
            </a:r>
            <a:r>
              <a:rPr lang="en-US" sz="1400" kern="0" spc="-80" dirty="0">
                <a:solidFill>
                  <a:schemeClr val="accent6"/>
                </a:solidFill>
              </a:rPr>
              <a:t>-light p-3"&gt;Sidebar&lt;/nav&gt;</a:t>
            </a:r>
          </a:p>
          <a:p>
            <a:pPr marL="12700" marR="5080"/>
            <a:r>
              <a:rPr lang="en-US" sz="1400" kern="0" spc="-80" dirty="0">
                <a:solidFill>
                  <a:schemeClr val="accent6"/>
                </a:solidFill>
              </a:rPr>
              <a:t>    &lt;main class="col-12 col-md-8 col-lg-9 p-3"&gt;Content Area&lt;/main&gt;</a:t>
            </a:r>
          </a:p>
          <a:p>
            <a:pPr marL="12700" marR="5080"/>
            <a:r>
              <a:rPr lang="en-US" sz="1400" kern="0" spc="-80" dirty="0">
                <a:solidFill>
                  <a:schemeClr val="accent6"/>
                </a:solidFill>
              </a:rPr>
              <a:t>  &lt;/div&gt;</a:t>
            </a:r>
          </a:p>
          <a:p>
            <a:pPr marL="12700" marR="5080"/>
            <a:r>
              <a:rPr lang="en-US" sz="1400" kern="0" spc="-80" dirty="0">
                <a:solidFill>
                  <a:schemeClr val="accent6"/>
                </a:solidFill>
              </a:rPr>
              <a:t>  &lt;footer class="</a:t>
            </a:r>
            <a:r>
              <a:rPr lang="en-US" sz="1400" kern="0" spc="-80" dirty="0" err="1">
                <a:solidFill>
                  <a:schemeClr val="accent6"/>
                </a:solidFill>
              </a:rPr>
              <a:t>bg</a:t>
            </a:r>
            <a:r>
              <a:rPr lang="en-US" sz="1400" kern="0" spc="-80" dirty="0">
                <a:solidFill>
                  <a:schemeClr val="accent6"/>
                </a:solidFill>
              </a:rPr>
              <a:t>-dark text-white text-center p-3"&gt;Footer&lt;/footer&gt;</a:t>
            </a:r>
          </a:p>
          <a:p>
            <a:pPr marL="12700" marR="5080"/>
            <a:r>
              <a:rPr lang="en-US" sz="1400" kern="0" spc="-80" dirty="0">
                <a:solidFill>
                  <a:schemeClr val="accent6"/>
                </a:solidFill>
              </a:rPr>
              <a:t>&lt;/div&gt;</a:t>
            </a:r>
          </a:p>
          <a:p>
            <a:pPr marL="12700" marR="5080"/>
            <a:r>
              <a:rPr lang="en-US" sz="1400" kern="0" spc="-80" dirty="0">
                <a:solidFill>
                  <a:schemeClr val="accent2"/>
                </a:solidFill>
              </a:rPr>
              <a:t>Key idea:</a:t>
            </a:r>
          </a:p>
          <a:p>
            <a:pPr marL="12700" marR="5080"/>
            <a:r>
              <a:rPr lang="en-US" sz="1400" kern="0" spc="-80" dirty="0">
                <a:solidFill>
                  <a:schemeClr val="accent2"/>
                </a:solidFill>
              </a:rPr>
              <a:t>Class	Meaning</a:t>
            </a:r>
          </a:p>
          <a:p>
            <a:pPr marL="12700" marR="5080"/>
            <a:r>
              <a:rPr lang="en-US" sz="1400" kern="0" spc="-80" dirty="0">
                <a:solidFill>
                  <a:schemeClr val="accent6"/>
                </a:solidFill>
              </a:rPr>
              <a:t>col-12	Full width mobile</a:t>
            </a:r>
          </a:p>
          <a:p>
            <a:pPr marL="12700" marR="5080"/>
            <a:r>
              <a:rPr lang="en-US" sz="1400" kern="0" spc="-80" dirty="0">
                <a:solidFill>
                  <a:schemeClr val="accent6"/>
                </a:solidFill>
              </a:rPr>
              <a:t>col-md-4	4/12 on tablets</a:t>
            </a:r>
          </a:p>
          <a:p>
            <a:pPr marL="12700" marR="5080"/>
            <a:r>
              <a:rPr lang="en-US" sz="1400" kern="0" spc="-80" dirty="0">
                <a:solidFill>
                  <a:schemeClr val="accent6"/>
                </a:solidFill>
              </a:rPr>
              <a:t>col-lg-3	3/12 on desktops</a:t>
            </a:r>
          </a:p>
          <a:p>
            <a:pPr marL="12700" marR="5080"/>
            <a:r>
              <a:rPr lang="en-US" sz="1400" kern="0" spc="-80" dirty="0">
                <a:solidFill>
                  <a:schemeClr val="accent6"/>
                </a:solidFill>
              </a:rPr>
              <a:t>🏆 Bootstrap = Fast layout templates, great defaults</a:t>
            </a:r>
          </a:p>
          <a:p>
            <a:pPr marL="12700" marR="5080"/>
            <a:endParaRPr lang="en-US" sz="1400" kern="0" spc="-80" dirty="0">
              <a:solidFill>
                <a:schemeClr val="accent6"/>
              </a:solidFill>
            </a:endParaRPr>
          </a:p>
          <a:p>
            <a:pPr marL="12700" marR="5080"/>
            <a:r>
              <a:rPr lang="en-US" sz="1400" kern="0" spc="-80" dirty="0">
                <a:solidFill>
                  <a:schemeClr val="accent2"/>
                </a:solidFill>
              </a:rPr>
              <a:t>3) TAILWIND CSS IMPLEMENTATION</a:t>
            </a:r>
          </a:p>
          <a:p>
            <a:pPr marL="12700" marR="5080"/>
            <a:r>
              <a:rPr lang="en-US" sz="1400" kern="0" spc="-80" dirty="0">
                <a:solidFill>
                  <a:schemeClr val="accent6"/>
                </a:solidFill>
              </a:rPr>
              <a:t>Tailwind is utility-first, so we define breakpoints inline.</a:t>
            </a:r>
          </a:p>
          <a:p>
            <a:pPr marL="12700" marR="5080"/>
            <a:r>
              <a:rPr lang="en-US" sz="1400" kern="0" spc="-80" dirty="0">
                <a:solidFill>
                  <a:schemeClr val="accent6"/>
                </a:solidFill>
              </a:rPr>
              <a:t>&lt;script </a:t>
            </a:r>
            <a:r>
              <a:rPr lang="en-US" sz="1400" kern="0" spc="-80" dirty="0" err="1">
                <a:solidFill>
                  <a:schemeClr val="accent6"/>
                </a:solidFill>
              </a:rPr>
              <a:t>src</a:t>
            </a:r>
            <a:r>
              <a:rPr lang="en-US" sz="1400" kern="0" spc="-80" dirty="0">
                <a:solidFill>
                  <a:schemeClr val="accent6"/>
                </a:solidFill>
              </a:rPr>
              <a:t>="https://cdn.tailwindcss.com"&gt;&lt;/script&gt;</a:t>
            </a:r>
          </a:p>
          <a:p>
            <a:pPr marL="12700" marR="5080"/>
            <a:r>
              <a:rPr lang="en-US" sz="1400" kern="0" spc="-80" dirty="0">
                <a:solidFill>
                  <a:schemeClr val="accent6"/>
                </a:solidFill>
              </a:rPr>
              <a:t>&lt;header class="bg-gray-800 text-white text-center p-4"&gt;Header&lt;/header&gt;</a:t>
            </a:r>
          </a:p>
          <a:p>
            <a:pPr marL="12700" marR="5080"/>
            <a:r>
              <a:rPr lang="en-US" sz="1400" kern="0" spc="-80" dirty="0">
                <a:solidFill>
                  <a:schemeClr val="accent6"/>
                </a:solidFill>
              </a:rPr>
              <a:t>&lt;div class="flex flex-col </a:t>
            </a:r>
            <a:r>
              <a:rPr lang="en-US" sz="1400" kern="0" spc="-80" dirty="0" err="1">
                <a:solidFill>
                  <a:schemeClr val="accent6"/>
                </a:solidFill>
              </a:rPr>
              <a:t>md:flex-row</a:t>
            </a:r>
            <a:r>
              <a:rPr lang="en-US" sz="1400" kern="0" spc="-80" dirty="0">
                <a:solidFill>
                  <a:schemeClr val="accent6"/>
                </a:solidFill>
              </a:rPr>
              <a:t>"&gt;</a:t>
            </a:r>
          </a:p>
          <a:p>
            <a:pPr marL="12700" marR="5080"/>
            <a:r>
              <a:rPr lang="en-US" sz="1400" kern="0" spc="-80" dirty="0">
                <a:solidFill>
                  <a:schemeClr val="accent6"/>
                </a:solidFill>
              </a:rPr>
              <a:t>  </a:t>
            </a:r>
          </a:p>
        </p:txBody>
      </p:sp>
    </p:spTree>
    <p:extLst>
      <p:ext uri="{BB962C8B-B14F-4D97-AF65-F5344CB8AC3E}">
        <p14:creationId xmlns:p14="http://schemas.microsoft.com/office/powerpoint/2010/main" val="194446866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8EFE7-25CD-9DCA-91A6-F36F8F070DF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1F31BF-042F-5857-FE44-1C92B9394C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834FFC5-CA38-7C70-30F3-4FA793DEC05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C892FAE-CA31-0B00-BB03-B7825836ABAC}"/>
              </a:ext>
            </a:extLst>
          </p:cNvPr>
          <p:cNvGraphicFramePr/>
          <p:nvPr>
            <p:extLst>
              <p:ext uri="{D42A27DB-BD31-4B8C-83A1-F6EECF244321}">
                <p14:modId xmlns:p14="http://schemas.microsoft.com/office/powerpoint/2010/main" val="217150510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29D70EA-76B9-5B54-CCE6-255AA539366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060A15D-0C15-598A-3D82-9FFC7DE597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6F00479-31B6-BA4C-25E6-C7B78D6F0BB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9D76B2C-668C-3175-0A8D-A601FC67577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EE2C908-317C-DB60-A53F-4B827D358A5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6E4564D-9BB8-86EB-6DAB-FCFB41178D2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B06E8B3-A487-9B55-CDD1-DB2681576BDA}"/>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12700" marR="5080"/>
            <a:r>
              <a:rPr lang="en-US" sz="1400" kern="0" spc="-80" dirty="0">
                <a:solidFill>
                  <a:schemeClr val="accent2"/>
                </a:solidFill>
              </a:rPr>
              <a:t>3) TAILWIND CSS IMPLEMENTATION</a:t>
            </a:r>
          </a:p>
          <a:p>
            <a:pPr marL="12700" marR="5080"/>
            <a:r>
              <a:rPr lang="en-US" sz="1400" kern="0" spc="-80" dirty="0">
                <a:solidFill>
                  <a:schemeClr val="accent6"/>
                </a:solidFill>
              </a:rPr>
              <a:t>&lt;nav class="bg-gray-100 p-4 md:w-1/4 lg:w-1/5"&gt;</a:t>
            </a:r>
          </a:p>
          <a:p>
            <a:pPr marL="12700" marR="5080"/>
            <a:r>
              <a:rPr lang="en-US" sz="1400" kern="0" spc="-80" dirty="0">
                <a:solidFill>
                  <a:schemeClr val="accent6"/>
                </a:solidFill>
              </a:rPr>
              <a:t>    Sidebar</a:t>
            </a:r>
          </a:p>
          <a:p>
            <a:pPr marL="12700" marR="5080"/>
            <a:r>
              <a:rPr lang="en-US" sz="1400" kern="0" spc="-80" dirty="0">
                <a:solidFill>
                  <a:schemeClr val="accent6"/>
                </a:solidFill>
              </a:rPr>
              <a:t>  &lt;/nav&gt;</a:t>
            </a:r>
          </a:p>
          <a:p>
            <a:pPr marL="12700" marR="5080"/>
            <a:r>
              <a:rPr lang="en-US" sz="1400" kern="0" spc="-80" dirty="0">
                <a:solidFill>
                  <a:schemeClr val="accent6"/>
                </a:solidFill>
              </a:rPr>
              <a:t>  &lt;main class="p-4 flex-1"&gt;</a:t>
            </a:r>
          </a:p>
          <a:p>
            <a:pPr marL="12700" marR="5080"/>
            <a:r>
              <a:rPr lang="en-US" sz="1400" kern="0" spc="-80" dirty="0">
                <a:solidFill>
                  <a:schemeClr val="accent6"/>
                </a:solidFill>
              </a:rPr>
              <a:t>    Content Area</a:t>
            </a:r>
          </a:p>
          <a:p>
            <a:pPr marL="12700" marR="5080"/>
            <a:r>
              <a:rPr lang="en-US" sz="1400" kern="0" spc="-80" dirty="0">
                <a:solidFill>
                  <a:schemeClr val="accent6"/>
                </a:solidFill>
              </a:rPr>
              <a:t>  &lt;/main&gt;</a:t>
            </a:r>
          </a:p>
          <a:p>
            <a:pPr marL="12700" marR="5080"/>
            <a:r>
              <a:rPr lang="en-US" sz="1400" kern="0" spc="-80" dirty="0">
                <a:solidFill>
                  <a:schemeClr val="accent6"/>
                </a:solidFill>
              </a:rPr>
              <a:t>&lt;/div&gt;</a:t>
            </a:r>
          </a:p>
          <a:p>
            <a:pPr marL="12700" marR="5080"/>
            <a:r>
              <a:rPr lang="en-US" sz="1400" kern="0" spc="-80" dirty="0">
                <a:solidFill>
                  <a:schemeClr val="accent6"/>
                </a:solidFill>
              </a:rPr>
              <a:t>&lt;footer class="bg-gray-800 text-white text-center p-4"&gt;</a:t>
            </a:r>
          </a:p>
          <a:p>
            <a:pPr marL="12700" marR="5080"/>
            <a:r>
              <a:rPr lang="en-US" sz="1400" kern="0" spc="-80" dirty="0">
                <a:solidFill>
                  <a:schemeClr val="accent6"/>
                </a:solidFill>
              </a:rPr>
              <a:t>  Footer</a:t>
            </a:r>
          </a:p>
          <a:p>
            <a:pPr marL="12700" marR="5080"/>
            <a:r>
              <a:rPr lang="en-US" sz="1400" kern="0" spc="-80" dirty="0">
                <a:solidFill>
                  <a:schemeClr val="accent6"/>
                </a:solidFill>
              </a:rPr>
              <a:t>&lt;/footer&gt;</a:t>
            </a:r>
          </a:p>
          <a:p>
            <a:pPr marL="12700" marR="5080"/>
            <a:r>
              <a:rPr lang="en-US" sz="1400" kern="0" spc="-80" dirty="0">
                <a:solidFill>
                  <a:schemeClr val="accent2"/>
                </a:solidFill>
              </a:rPr>
              <a:t>Tailwind breakpoint rules:</a:t>
            </a:r>
          </a:p>
          <a:p>
            <a:pPr marL="12700" marR="5080"/>
            <a:r>
              <a:rPr lang="en-US" sz="1400" kern="0" spc="-80" dirty="0">
                <a:solidFill>
                  <a:schemeClr val="accent2"/>
                </a:solidFill>
              </a:rPr>
              <a:t>Prefix	Meaning</a:t>
            </a:r>
          </a:p>
          <a:p>
            <a:pPr marL="12700" marR="5080"/>
            <a:r>
              <a:rPr lang="en-US" sz="1400" kern="0" spc="-80" dirty="0">
                <a:solidFill>
                  <a:schemeClr val="accent6"/>
                </a:solidFill>
              </a:rPr>
              <a:t>md:	≥ 768px</a:t>
            </a:r>
          </a:p>
          <a:p>
            <a:pPr marL="12700" marR="5080"/>
            <a:r>
              <a:rPr lang="en-US" sz="1400" kern="0" spc="-80" dirty="0">
                <a:solidFill>
                  <a:schemeClr val="accent6"/>
                </a:solidFill>
              </a:rPr>
              <a:t>lg:	≥ 1024px</a:t>
            </a:r>
          </a:p>
          <a:p>
            <a:pPr marL="12700" marR="5080"/>
            <a:r>
              <a:rPr lang="en-US" sz="1400" kern="0" spc="-80" dirty="0">
                <a:solidFill>
                  <a:schemeClr val="accent6"/>
                </a:solidFill>
              </a:rPr>
              <a:t>xl:	≥ 1280px</a:t>
            </a:r>
          </a:p>
          <a:p>
            <a:pPr marL="12700" marR="5080"/>
            <a:r>
              <a:rPr lang="en-US" sz="1400" kern="0" spc="-80" dirty="0">
                <a:solidFill>
                  <a:schemeClr val="accent6"/>
                </a:solidFill>
              </a:rPr>
              <a:t>🏆 Tailwind = Best control + fastest iteration + design system friendly</a:t>
            </a:r>
          </a:p>
          <a:p>
            <a:pPr marL="12700" marR="5080"/>
            <a:endParaRPr lang="en-US" sz="1400" kern="0" spc="-80" dirty="0">
              <a:solidFill>
                <a:schemeClr val="accent6"/>
              </a:solidFill>
            </a:endParaRPr>
          </a:p>
          <a:p>
            <a:pPr marL="12700" marR="5080"/>
            <a:r>
              <a:rPr lang="en-US" sz="1400" kern="0" spc="-80" dirty="0">
                <a:solidFill>
                  <a:schemeClr val="accent2"/>
                </a:solidFill>
              </a:rPr>
              <a:t>4) RESPONSIVE IMAGES (ESSENTIAL)</a:t>
            </a:r>
          </a:p>
          <a:p>
            <a:pPr marL="12700" marR="5080"/>
            <a:r>
              <a:rPr lang="en-US" sz="1400" kern="0" spc="-80" dirty="0">
                <a:solidFill>
                  <a:schemeClr val="accent6"/>
                </a:solidFill>
              </a:rPr>
              <a:t>Use </a:t>
            </a:r>
            <a:r>
              <a:rPr lang="en-US" sz="1400" kern="0" spc="-80" dirty="0" err="1">
                <a:solidFill>
                  <a:schemeClr val="accent6"/>
                </a:solidFill>
              </a:rPr>
              <a:t>srcset</a:t>
            </a:r>
            <a:r>
              <a:rPr lang="en-US" sz="1400" kern="0" spc="-80" dirty="0">
                <a:solidFill>
                  <a:schemeClr val="accent6"/>
                </a:solidFill>
              </a:rPr>
              <a:t>:</a:t>
            </a:r>
          </a:p>
          <a:p>
            <a:pPr marL="12700" marR="5080"/>
            <a:r>
              <a:rPr lang="en-US" sz="1400" kern="0" spc="-80" dirty="0">
                <a:solidFill>
                  <a:schemeClr val="accent6"/>
                </a:solidFill>
              </a:rPr>
              <a:t>&lt;</a:t>
            </a:r>
            <a:r>
              <a:rPr lang="en-US" sz="1400" kern="0" spc="-80" dirty="0" err="1">
                <a:solidFill>
                  <a:schemeClr val="accent6"/>
                </a:solidFill>
              </a:rPr>
              <a:t>img</a:t>
            </a:r>
            <a:r>
              <a:rPr lang="en-US" sz="1400" kern="0" spc="-80" dirty="0">
                <a:solidFill>
                  <a:schemeClr val="accent6"/>
                </a:solidFill>
              </a:rPr>
              <a:t> </a:t>
            </a:r>
          </a:p>
          <a:p>
            <a:pPr marL="12700" marR="5080"/>
            <a:r>
              <a:rPr lang="en-US" sz="1400" kern="0" spc="-80" dirty="0">
                <a:solidFill>
                  <a:schemeClr val="accent6"/>
                </a:solidFill>
              </a:rPr>
              <a:t>  </a:t>
            </a:r>
            <a:r>
              <a:rPr lang="en-US" sz="1400" kern="0" spc="-80" dirty="0" err="1">
                <a:solidFill>
                  <a:schemeClr val="accent6"/>
                </a:solidFill>
              </a:rPr>
              <a:t>src</a:t>
            </a:r>
            <a:r>
              <a:rPr lang="en-US" sz="1400" kern="0" spc="-80" dirty="0">
                <a:solidFill>
                  <a:schemeClr val="accent6"/>
                </a:solidFill>
              </a:rPr>
              <a:t>="image-800.jpg"</a:t>
            </a:r>
          </a:p>
        </p:txBody>
      </p:sp>
    </p:spTree>
    <p:extLst>
      <p:ext uri="{BB962C8B-B14F-4D97-AF65-F5344CB8AC3E}">
        <p14:creationId xmlns:p14="http://schemas.microsoft.com/office/powerpoint/2010/main" val="107310279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A1521-0DA5-210E-D2E9-F99E5D37B82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E1415DA-F10E-5D77-D675-C9C34B81817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CAFD2D2-1665-86A2-C722-30E85849F94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8E3569-3BB6-B619-0817-46BEC99DC4A0}"/>
              </a:ext>
            </a:extLst>
          </p:cNvPr>
          <p:cNvGraphicFramePr/>
          <p:nvPr>
            <p:extLst>
              <p:ext uri="{D42A27DB-BD31-4B8C-83A1-F6EECF244321}">
                <p14:modId xmlns:p14="http://schemas.microsoft.com/office/powerpoint/2010/main" val="4146688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A3CC2CB-0557-BC2C-04D4-FAFABCC4481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2C97F8F-0424-BBB4-6259-E921D76534C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06E35ED-5066-24F6-792C-778BB7B4E9C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825525D-2866-D634-A6FE-7B44739B0F3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38800FD-4C77-C5CB-4D47-89F4BA486B6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D1A1EB6-A520-6579-1F6E-F611140E57C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982133C-FAE1-EE13-3C6E-0583EDF31288}"/>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12700" marR="5080"/>
            <a:r>
              <a:rPr lang="en-US" sz="1400" kern="0" spc="-80" dirty="0">
                <a:solidFill>
                  <a:schemeClr val="accent2"/>
                </a:solidFill>
              </a:rPr>
              <a:t>4) RESPONSIVE IMAGES (ESSENTIAL)</a:t>
            </a:r>
          </a:p>
          <a:p>
            <a:pPr marL="12700" marR="5080"/>
            <a:r>
              <a:rPr lang="en-US" sz="1400" kern="0" spc="-80" dirty="0">
                <a:solidFill>
                  <a:schemeClr val="accent6"/>
                </a:solidFill>
              </a:rPr>
              <a:t>  </a:t>
            </a:r>
            <a:r>
              <a:rPr lang="en-US" sz="1400" kern="0" spc="-80" dirty="0" err="1">
                <a:solidFill>
                  <a:schemeClr val="accent6"/>
                </a:solidFill>
              </a:rPr>
              <a:t>srcset</a:t>
            </a:r>
            <a:r>
              <a:rPr lang="en-US" sz="1400" kern="0" spc="-80" dirty="0">
                <a:solidFill>
                  <a:schemeClr val="accent6"/>
                </a:solidFill>
              </a:rPr>
              <a:t>="image-400.jpg 400w, image-800.jpg 800w, image-1600.jpg 1600w"</a:t>
            </a:r>
          </a:p>
          <a:p>
            <a:pPr marL="12700" marR="5080"/>
            <a:r>
              <a:rPr lang="en-US" sz="1400" kern="0" spc="-80" dirty="0">
                <a:solidFill>
                  <a:schemeClr val="accent6"/>
                </a:solidFill>
              </a:rPr>
              <a:t>  sizes="(max-width: 600px) 100vw, (max-width: 1200px) 50vw, 800px"</a:t>
            </a:r>
          </a:p>
          <a:p>
            <a:pPr marL="12700" marR="5080"/>
            <a:r>
              <a:rPr lang="en-US" sz="1400" kern="0" spc="-80" dirty="0">
                <a:solidFill>
                  <a:schemeClr val="accent6"/>
                </a:solidFill>
              </a:rPr>
              <a:t>  alt="Example"&gt;</a:t>
            </a:r>
          </a:p>
          <a:p>
            <a:pPr marL="12700" marR="5080"/>
            <a:r>
              <a:rPr lang="en-US" sz="1400" kern="0" spc="-80" dirty="0">
                <a:solidFill>
                  <a:schemeClr val="accent6"/>
                </a:solidFill>
              </a:rPr>
              <a:t>Browser chooses smallest acceptable image ✅</a:t>
            </a:r>
          </a:p>
          <a:p>
            <a:pPr marL="12700" marR="5080"/>
            <a:r>
              <a:rPr lang="en-US" sz="1400" kern="0" spc="-80" dirty="0">
                <a:solidFill>
                  <a:schemeClr val="accent6"/>
                </a:solidFill>
              </a:rPr>
              <a:t>Saves bandwidth ✅</a:t>
            </a:r>
          </a:p>
          <a:p>
            <a:pPr marL="12700" marR="5080"/>
            <a:endParaRPr lang="en-US" sz="1400" kern="0" spc="-80" dirty="0">
              <a:solidFill>
                <a:schemeClr val="accent6"/>
              </a:solidFill>
            </a:endParaRPr>
          </a:p>
          <a:p>
            <a:pPr marL="12700" marR="5080"/>
            <a:r>
              <a:rPr lang="en-US" sz="1400" kern="0" spc="-80" dirty="0">
                <a:solidFill>
                  <a:schemeClr val="accent2"/>
                </a:solidFill>
              </a:rPr>
              <a:t>5) NAVIGATION PATTERNS</a:t>
            </a:r>
          </a:p>
          <a:p>
            <a:pPr marL="12700" marR="5080"/>
            <a:r>
              <a:rPr lang="en-US" sz="1400" kern="0" spc="-80" dirty="0">
                <a:solidFill>
                  <a:schemeClr val="accent2"/>
                </a:solidFill>
              </a:rPr>
              <a:t>Device	Pattern</a:t>
            </a:r>
          </a:p>
          <a:p>
            <a:pPr marL="12700" marR="5080"/>
            <a:r>
              <a:rPr lang="en-US" sz="1400" kern="0" spc="-80" dirty="0">
                <a:solidFill>
                  <a:schemeClr val="accent6"/>
                </a:solidFill>
              </a:rPr>
              <a:t>Phone	Hamburger + slide-in drawer</a:t>
            </a:r>
          </a:p>
          <a:p>
            <a:pPr marL="12700" marR="5080"/>
            <a:r>
              <a:rPr lang="en-US" sz="1400" kern="0" spc="-80" dirty="0">
                <a:solidFill>
                  <a:schemeClr val="accent6"/>
                </a:solidFill>
              </a:rPr>
              <a:t>Tablet	Collapsible sidebar</a:t>
            </a:r>
          </a:p>
          <a:p>
            <a:pPr marL="12700" marR="5080"/>
            <a:r>
              <a:rPr lang="en-US" sz="1400" kern="0" spc="-80" dirty="0">
                <a:solidFill>
                  <a:schemeClr val="accent6"/>
                </a:solidFill>
              </a:rPr>
              <a:t>Desktop	Fixed sidebar or horizontal menu</a:t>
            </a:r>
          </a:p>
          <a:p>
            <a:pPr marL="12700" marR="5080"/>
            <a:endParaRPr lang="en-US" sz="1400" kern="0" spc="-80" dirty="0">
              <a:solidFill>
                <a:schemeClr val="accent6"/>
              </a:solidFill>
            </a:endParaRPr>
          </a:p>
          <a:p>
            <a:pPr marL="12700" marR="5080"/>
            <a:r>
              <a:rPr lang="en-US" sz="1400" kern="0" spc="-80" dirty="0">
                <a:solidFill>
                  <a:schemeClr val="accent2"/>
                </a:solidFill>
              </a:rPr>
              <a:t>Tailwind Hamburger Menu Example</a:t>
            </a:r>
          </a:p>
          <a:p>
            <a:pPr marL="12700" marR="5080"/>
            <a:r>
              <a:rPr lang="en-US" sz="1400" kern="0" spc="-80" dirty="0">
                <a:solidFill>
                  <a:schemeClr val="accent6"/>
                </a:solidFill>
              </a:rPr>
              <a:t>&lt;button id="</a:t>
            </a:r>
            <a:r>
              <a:rPr lang="en-US" sz="1400" kern="0" spc="-80" dirty="0" err="1">
                <a:solidFill>
                  <a:schemeClr val="accent6"/>
                </a:solidFill>
              </a:rPr>
              <a:t>menuBtn</a:t>
            </a:r>
            <a:r>
              <a:rPr lang="en-US" sz="1400" kern="0" spc="-80" dirty="0">
                <a:solidFill>
                  <a:schemeClr val="accent6"/>
                </a:solidFill>
              </a:rPr>
              <a:t>" class="</a:t>
            </a:r>
            <a:r>
              <a:rPr lang="en-US" sz="1400" kern="0" spc="-80" dirty="0" err="1">
                <a:solidFill>
                  <a:schemeClr val="accent6"/>
                </a:solidFill>
              </a:rPr>
              <a:t>md:hidden</a:t>
            </a:r>
            <a:r>
              <a:rPr lang="en-US" sz="1400" kern="0" spc="-80" dirty="0">
                <a:solidFill>
                  <a:schemeClr val="accent6"/>
                </a:solidFill>
              </a:rPr>
              <a:t> p-2 border"&gt;☰&lt;/button&gt;</a:t>
            </a:r>
          </a:p>
          <a:p>
            <a:pPr marL="12700" marR="5080"/>
            <a:r>
              <a:rPr lang="en-US" sz="1400" kern="0" spc="-80" dirty="0">
                <a:solidFill>
                  <a:schemeClr val="accent6"/>
                </a:solidFill>
              </a:rPr>
              <a:t>&lt;nav id="menu" class="hidden </a:t>
            </a:r>
            <a:r>
              <a:rPr lang="en-US" sz="1400" kern="0" spc="-80" dirty="0" err="1">
                <a:solidFill>
                  <a:schemeClr val="accent6"/>
                </a:solidFill>
              </a:rPr>
              <a:t>md:block</a:t>
            </a:r>
            <a:r>
              <a:rPr lang="en-US" sz="1400" kern="0" spc="-80" dirty="0">
                <a:solidFill>
                  <a:schemeClr val="accent6"/>
                </a:solidFill>
              </a:rPr>
              <a:t> bg-gray-200 p-4"&gt;</a:t>
            </a:r>
          </a:p>
          <a:p>
            <a:pPr marL="12700" marR="5080"/>
            <a:r>
              <a:rPr lang="en-US" sz="1400" kern="0" spc="-80" dirty="0">
                <a:solidFill>
                  <a:schemeClr val="accent6"/>
                </a:solidFill>
              </a:rPr>
              <a:t>  Menu content</a:t>
            </a:r>
          </a:p>
          <a:p>
            <a:pPr marL="12700" marR="5080"/>
            <a:r>
              <a:rPr lang="en-US" sz="1400" kern="0" spc="-80" dirty="0">
                <a:solidFill>
                  <a:schemeClr val="accent6"/>
                </a:solidFill>
              </a:rPr>
              <a:t>&lt;/nav&gt;</a:t>
            </a:r>
          </a:p>
          <a:p>
            <a:pPr marL="12700" marR="5080"/>
            <a:r>
              <a:rPr lang="en-US" sz="1400" kern="0" spc="-80" dirty="0">
                <a:solidFill>
                  <a:schemeClr val="accent6"/>
                </a:solidFill>
              </a:rPr>
              <a:t>&lt;script&gt;</a:t>
            </a:r>
          </a:p>
          <a:p>
            <a:pPr marL="12700" marR="5080"/>
            <a:r>
              <a:rPr lang="en-US" sz="1400" kern="0" spc="-80" dirty="0" err="1">
                <a:solidFill>
                  <a:schemeClr val="accent6"/>
                </a:solidFill>
              </a:rPr>
              <a:t>menuBtn.onclick</a:t>
            </a:r>
            <a:r>
              <a:rPr lang="en-US" sz="1400" kern="0" spc="-80" dirty="0">
                <a:solidFill>
                  <a:schemeClr val="accent6"/>
                </a:solidFill>
              </a:rPr>
              <a:t> = () =&gt; </a:t>
            </a:r>
            <a:r>
              <a:rPr lang="en-US" sz="1400" kern="0" spc="-80" dirty="0" err="1">
                <a:solidFill>
                  <a:schemeClr val="accent6"/>
                </a:solidFill>
              </a:rPr>
              <a:t>menu.classList.toggle</a:t>
            </a:r>
            <a:r>
              <a:rPr lang="en-US" sz="1400" kern="0" spc="-80" dirty="0">
                <a:solidFill>
                  <a:schemeClr val="accent6"/>
                </a:solidFill>
              </a:rPr>
              <a:t>("hidden");</a:t>
            </a:r>
          </a:p>
          <a:p>
            <a:pPr marL="12700" marR="5080"/>
            <a:r>
              <a:rPr lang="en-US" sz="1400" kern="0" spc="-80" dirty="0">
                <a:solidFill>
                  <a:schemeClr val="accent6"/>
                </a:solidFill>
              </a:rPr>
              <a:t>&lt;/script&gt;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53664292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2A982-5E30-43BF-EDC4-48E70C42FA5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0B60105-BFFB-E332-BD48-F7F795EC719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3F352D3-4A1E-7C58-904C-5B3F9F55017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30D1EAA-DE8A-72D2-799E-0277785E860A}"/>
              </a:ext>
            </a:extLst>
          </p:cNvPr>
          <p:cNvGraphicFramePr/>
          <p:nvPr>
            <p:extLst>
              <p:ext uri="{D42A27DB-BD31-4B8C-83A1-F6EECF244321}">
                <p14:modId xmlns:p14="http://schemas.microsoft.com/office/powerpoint/2010/main" val="80500411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377B789-2335-5EC2-D478-D3070C8E172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F6129BF-106A-085A-B70E-0F17289F433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C0E59BC-E65A-A262-66F9-762ABC852C8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A0F8FB8-F17E-E4AF-8C73-C10EE14D04B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61848B9-E180-E78D-7876-8EB6FFBD500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AD40FD-797C-5892-B4C0-DE5CCD58467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7108EED-22AC-2CA3-2709-02FC99361798}"/>
              </a:ext>
            </a:extLst>
          </p:cNvPr>
          <p:cNvSpPr txBox="1">
            <a:spLocks/>
          </p:cNvSpPr>
          <p:nvPr/>
        </p:nvSpPr>
        <p:spPr>
          <a:xfrm>
            <a:off x="152400" y="685800"/>
            <a:ext cx="8624937" cy="34624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12700" marR="5080"/>
            <a:r>
              <a:rPr lang="en-US" sz="1400" kern="0" spc="-80" dirty="0">
                <a:solidFill>
                  <a:schemeClr val="accent2"/>
                </a:solidFill>
              </a:rPr>
              <a:t>6) HYBRID INDUSTRY PATTERN (Most Common Today)</a:t>
            </a:r>
          </a:p>
          <a:p>
            <a:pPr marL="12700" marR="5080"/>
            <a:r>
              <a:rPr lang="en-US" sz="1400" kern="0" spc="-80" dirty="0">
                <a:solidFill>
                  <a:schemeClr val="accent6"/>
                </a:solidFill>
              </a:rPr>
              <a:t>Responsive base grid</a:t>
            </a:r>
          </a:p>
          <a:p>
            <a:pPr marL="12700" marR="5080"/>
            <a:r>
              <a:rPr lang="en-US" sz="1400" kern="0" spc="-80" dirty="0">
                <a:solidFill>
                  <a:schemeClr val="accent6"/>
                </a:solidFill>
              </a:rPr>
              <a:t>Adaptive breakpoints for layout shifts</a:t>
            </a:r>
          </a:p>
          <a:p>
            <a:pPr marL="12700" marR="5080"/>
            <a:r>
              <a:rPr lang="en-US" sz="1400" kern="0" spc="-80" dirty="0">
                <a:solidFill>
                  <a:schemeClr val="accent6"/>
                </a:solidFill>
              </a:rPr>
              <a:t>Component-level responsive behavior</a:t>
            </a:r>
          </a:p>
          <a:p>
            <a:pPr marL="12700" marR="5080"/>
            <a:r>
              <a:rPr lang="en-US" sz="1400" kern="0" spc="-80" dirty="0">
                <a:solidFill>
                  <a:schemeClr val="accent6"/>
                </a:solidFill>
              </a:rPr>
              <a:t>Tailwind or CSS Grid + Utility classes</a:t>
            </a:r>
          </a:p>
          <a:p>
            <a:pPr marL="12700" marR="5080"/>
            <a:r>
              <a:rPr lang="en-US" sz="1400" kern="0" spc="-80" dirty="0">
                <a:solidFill>
                  <a:schemeClr val="accent6"/>
                </a:solidFill>
              </a:rPr>
              <a:t>Server-side RESS for images (optional)</a:t>
            </a:r>
          </a:p>
          <a:p>
            <a:pPr marL="12700" marR="5080"/>
            <a:endParaRPr lang="en-US" sz="1400" kern="0" spc="-80" dirty="0">
              <a:solidFill>
                <a:schemeClr val="accent6"/>
              </a:solidFill>
            </a:endParaRPr>
          </a:p>
          <a:p>
            <a:pPr marL="12700" marR="5080"/>
            <a:r>
              <a:rPr lang="en-US" sz="1400" kern="0" spc="-80" dirty="0">
                <a:solidFill>
                  <a:schemeClr val="accent2"/>
                </a:solidFill>
              </a:rPr>
              <a:t>7) Final Recommendation (Best Practice Architecture)</a:t>
            </a:r>
          </a:p>
          <a:p>
            <a:pPr marL="12700" marR="5080"/>
            <a:r>
              <a:rPr lang="en-US" sz="1400" kern="0" spc="-80" dirty="0">
                <a:solidFill>
                  <a:schemeClr val="accent2"/>
                </a:solidFill>
              </a:rPr>
              <a:t>Layer	                   Technology	                                      Purpose</a:t>
            </a:r>
          </a:p>
          <a:p>
            <a:pPr marL="12700" marR="5080"/>
            <a:r>
              <a:rPr lang="en-US" sz="1400" kern="0" spc="-80" dirty="0">
                <a:solidFill>
                  <a:schemeClr val="accent6"/>
                </a:solidFill>
              </a:rPr>
              <a:t>Layout	                   CSS Grid + Flexbox	                                      Structure and flow</a:t>
            </a:r>
          </a:p>
          <a:p>
            <a:pPr marL="12700" marR="5080"/>
            <a:r>
              <a:rPr lang="en-US" sz="1400" kern="0" spc="-80" dirty="0">
                <a:solidFill>
                  <a:schemeClr val="accent6"/>
                </a:solidFill>
              </a:rPr>
              <a:t>Scaling	                   Responsive Units: %, </a:t>
            </a:r>
            <a:r>
              <a:rPr lang="en-US" sz="1400" kern="0" spc="-80" dirty="0" err="1">
                <a:solidFill>
                  <a:schemeClr val="accent6"/>
                </a:solidFill>
              </a:rPr>
              <a:t>vw</a:t>
            </a:r>
            <a:r>
              <a:rPr lang="en-US" sz="1400" kern="0" spc="-80" dirty="0">
                <a:solidFill>
                  <a:schemeClr val="accent6"/>
                </a:solidFill>
              </a:rPr>
              <a:t>, rem	                   Fluid responsiveness</a:t>
            </a:r>
          </a:p>
          <a:p>
            <a:pPr marL="12700" marR="5080"/>
            <a:r>
              <a:rPr lang="en-US" sz="1400" kern="0" spc="-80" dirty="0">
                <a:solidFill>
                  <a:schemeClr val="accent6"/>
                </a:solidFill>
              </a:rPr>
              <a:t>Breakpoints	Tailwind or custom media queries	Adaptive steps</a:t>
            </a:r>
          </a:p>
          <a:p>
            <a:pPr marL="12700" marR="5080"/>
            <a:r>
              <a:rPr lang="en-US" sz="1400" kern="0" spc="-80" dirty="0">
                <a:solidFill>
                  <a:schemeClr val="accent6"/>
                </a:solidFill>
              </a:rPr>
              <a:t>Components	Mobile-first	                                       Avoid desktop → mobile hacks</a:t>
            </a:r>
          </a:p>
          <a:p>
            <a:pPr marL="12700" marR="5080"/>
            <a:r>
              <a:rPr lang="en-US" sz="1400" kern="0" spc="-80" dirty="0">
                <a:solidFill>
                  <a:schemeClr val="accent6"/>
                </a:solidFill>
              </a:rPr>
              <a:t>Performance	</a:t>
            </a:r>
            <a:r>
              <a:rPr lang="en-US" sz="1400" kern="0" spc="-80" dirty="0" err="1">
                <a:solidFill>
                  <a:schemeClr val="accent6"/>
                </a:solidFill>
              </a:rPr>
              <a:t>srcset</a:t>
            </a:r>
            <a:r>
              <a:rPr lang="en-US" sz="1400" kern="0" spc="-80" dirty="0">
                <a:solidFill>
                  <a:schemeClr val="accent6"/>
                </a:solidFill>
              </a:rPr>
              <a:t> + lazy loading	                                       Speed</a:t>
            </a:r>
          </a:p>
        </p:txBody>
      </p:sp>
    </p:spTree>
    <p:extLst>
      <p:ext uri="{BB962C8B-B14F-4D97-AF65-F5344CB8AC3E}">
        <p14:creationId xmlns:p14="http://schemas.microsoft.com/office/powerpoint/2010/main" val="31333602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6025F1-83D5-ACC7-02D4-CD30AED518D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A14024F-1680-79B7-A8FF-3421C173B69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4A4E40C-9723-CC60-6B43-2B081C692CF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019429A-6453-B53E-F555-AD93EF63965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EA629C1-2DE1-7A7B-8278-DD27E6891BB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7E5ABDB-8D28-EB79-C219-84058FBDF53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8D3FC8A-E169-63E8-A751-6B6C39B0361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77DD88E-1F1F-E7B9-D1CD-6946CD45C3A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963007F-5948-C7B4-CCBC-3BF25C159D8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40BFF24-FF74-4E95-FCD9-7733173E7BB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77A8113-7710-CA11-4E4E-E7BF7AEA4897}"/>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a:t>
            </a:r>
          </a:p>
          <a:p>
            <a:pPr marL="355600" marR="5080" indent="-342900">
              <a:buAutoNum type="arabicPeriod"/>
            </a:pPr>
            <a:r>
              <a:rPr lang="en-US" sz="1400" kern="0" spc="-80" dirty="0">
                <a:solidFill>
                  <a:schemeClr val="accent2"/>
                </a:solidFill>
              </a:rPr>
              <a:t>Core Philosophy &amp; Design Approach</a:t>
            </a: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12700" marR="5080"/>
            <a:endParaRPr lang="en-US" sz="1400" kern="0" spc="-80" dirty="0">
              <a:solidFill>
                <a:schemeClr val="accent2"/>
              </a:solidFill>
            </a:endParaRPr>
          </a:p>
          <a:p>
            <a:pPr marL="12700" marR="5080"/>
            <a:r>
              <a:rPr lang="en-US" sz="1400" kern="0" spc="-80" dirty="0">
                <a:solidFill>
                  <a:schemeClr val="accent2"/>
                </a:solidFill>
              </a:rPr>
              <a:t>2. Styling Approach &amp; Architecture</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CSS Approach	Semantic classes (</a:t>
            </a:r>
            <a:r>
              <a:rPr lang="en-US" sz="1400" kern="0" spc="-80" dirty="0" err="1">
                <a:solidFill>
                  <a:schemeClr val="accent6"/>
                </a:solidFill>
              </a:rPr>
              <a:t>btn</a:t>
            </a:r>
            <a:r>
              <a:rPr lang="en-US" sz="1400" kern="0" spc="-80" dirty="0">
                <a:solidFill>
                  <a:schemeClr val="accent6"/>
                </a:solidFill>
              </a:rPr>
              <a:t>-primary)	                   Utility classes (bg-blue-500 text-white)</a:t>
            </a:r>
          </a:p>
          <a:p>
            <a:pPr marL="12700" marR="5080"/>
            <a:r>
              <a:rPr lang="en-US" sz="1400" kern="0" spc="-80" dirty="0">
                <a:solidFill>
                  <a:schemeClr val="accent6"/>
                </a:solidFill>
              </a:rPr>
              <a:t>Custom CSS Needed	Frequently, for overrides	                   Minimal; utilities cover most needs</a:t>
            </a:r>
          </a:p>
          <a:p>
            <a:pPr marL="12700" marR="5080"/>
            <a:r>
              <a:rPr lang="en-US" sz="1400" kern="0" spc="-80" dirty="0">
                <a:solidFill>
                  <a:schemeClr val="accent6"/>
                </a:solidFill>
              </a:rPr>
              <a:t>Architecture Style	Global CSS	                                                          Atomic CSS via utilities</a:t>
            </a:r>
          </a:p>
          <a:p>
            <a:pPr marL="12700" marR="5080"/>
            <a:r>
              <a:rPr lang="en-US" sz="1400" kern="0" spc="-80" dirty="0">
                <a:solidFill>
                  <a:schemeClr val="accent6"/>
                </a:solidFill>
              </a:rPr>
              <a:t>CSS Weight	Larger; includes unused components	Optimized via Purge, extremely small</a:t>
            </a:r>
          </a:p>
          <a:p>
            <a:pPr marL="12700" marR="5080"/>
            <a:r>
              <a:rPr lang="en-US" sz="1400" kern="0" spc="-80" dirty="0">
                <a:solidFill>
                  <a:schemeClr val="accent6"/>
                </a:solidFill>
              </a:rPr>
              <a:t>Design Consistency	Very high (opinionated)	                   Depends on team discipline</a:t>
            </a:r>
          </a:p>
          <a:p>
            <a:pPr marL="12700" marR="5080"/>
            <a:r>
              <a:rPr lang="en-US" sz="1400" kern="0" spc="-80" dirty="0">
                <a:solidFill>
                  <a:schemeClr val="accent6"/>
                </a:solidFill>
              </a:rPr>
              <a:t>Extensibility	Limited; based on Sass variables	                   Highly extensible via config file</a:t>
            </a:r>
          </a:p>
          <a:p>
            <a:pPr marL="12700" marR="5080"/>
            <a:endParaRPr lang="en-US" sz="1400" kern="0" spc="-80" dirty="0">
              <a:solidFill>
                <a:schemeClr val="accent6"/>
              </a:solidFill>
            </a:endParaRPr>
          </a:p>
        </p:txBody>
      </p:sp>
      <p:graphicFrame>
        <p:nvGraphicFramePr>
          <p:cNvPr id="11" name="Table 10">
            <a:extLst>
              <a:ext uri="{FF2B5EF4-FFF2-40B4-BE49-F238E27FC236}">
                <a16:creationId xmlns:a16="http://schemas.microsoft.com/office/drawing/2014/main" id="{0329464A-9B36-3614-A2B1-D799492D08F5}"/>
              </a:ext>
            </a:extLst>
          </p:cNvPr>
          <p:cNvGraphicFramePr>
            <a:graphicFrameLocks noGrp="1"/>
          </p:cNvGraphicFramePr>
          <p:nvPr/>
        </p:nvGraphicFramePr>
        <p:xfrm>
          <a:off x="152399" y="1344067"/>
          <a:ext cx="8763000" cy="2291080"/>
        </p:xfrm>
        <a:graphic>
          <a:graphicData uri="http://schemas.openxmlformats.org/drawingml/2006/table">
            <a:tbl>
              <a:tblPr firstRow="1" bandRow="1">
                <a:tableStyleId>{5C22544A-7EE6-4342-B048-85BDC9FD1C3A}</a:tableStyleId>
              </a:tblPr>
              <a:tblGrid>
                <a:gridCol w="2921000">
                  <a:extLst>
                    <a:ext uri="{9D8B030D-6E8A-4147-A177-3AD203B41FA5}">
                      <a16:colId xmlns:a16="http://schemas.microsoft.com/office/drawing/2014/main" val="937644857"/>
                    </a:ext>
                  </a:extLst>
                </a:gridCol>
                <a:gridCol w="2921000">
                  <a:extLst>
                    <a:ext uri="{9D8B030D-6E8A-4147-A177-3AD203B41FA5}">
                      <a16:colId xmlns:a16="http://schemas.microsoft.com/office/drawing/2014/main" val="1164734274"/>
                    </a:ext>
                  </a:extLst>
                </a:gridCol>
                <a:gridCol w="2921000">
                  <a:extLst>
                    <a:ext uri="{9D8B030D-6E8A-4147-A177-3AD203B41FA5}">
                      <a16:colId xmlns:a16="http://schemas.microsoft.com/office/drawing/2014/main" val="2708845421"/>
                    </a:ext>
                  </a:extLst>
                </a:gridCol>
              </a:tblGrid>
              <a:tr h="370840">
                <a:tc>
                  <a:txBody>
                    <a:bodyPr/>
                    <a:lstStyle/>
                    <a:p>
                      <a:r>
                        <a:rPr lang="en-IN" dirty="0"/>
                        <a:t>Criteria</a:t>
                      </a:r>
                    </a:p>
                  </a:txBody>
                  <a:tcPr/>
                </a:tc>
                <a:tc>
                  <a:txBody>
                    <a:bodyPr/>
                    <a:lstStyle/>
                    <a:p>
                      <a:r>
                        <a:rPr lang="en-IN" dirty="0"/>
                        <a:t>Bootstrap</a:t>
                      </a:r>
                    </a:p>
                  </a:txBody>
                  <a:tcPr/>
                </a:tc>
                <a:tc>
                  <a:txBody>
                    <a:bodyPr/>
                    <a:lstStyle/>
                    <a:p>
                      <a:r>
                        <a:rPr lang="en-IN" dirty="0"/>
                        <a:t>Tailwind CSS</a:t>
                      </a:r>
                    </a:p>
                    <a:p>
                      <a:endParaRPr lang="en-IN" dirty="0"/>
                    </a:p>
                  </a:txBody>
                  <a:tcPr/>
                </a:tc>
                <a:extLst>
                  <a:ext uri="{0D108BD9-81ED-4DB2-BD59-A6C34878D82A}">
                    <a16:rowId xmlns:a16="http://schemas.microsoft.com/office/drawing/2014/main" val="2449218787"/>
                  </a:ext>
                </a:extLst>
              </a:tr>
              <a:tr h="370840">
                <a:tc>
                  <a:txBody>
                    <a:bodyPr/>
                    <a:lstStyle/>
                    <a:p>
                      <a:r>
                        <a:rPr lang="en-IN" dirty="0"/>
                        <a:t>Philosophy</a:t>
                      </a:r>
                    </a:p>
                  </a:txBody>
                  <a:tcPr/>
                </a:tc>
                <a:tc>
                  <a:txBody>
                    <a:bodyPr/>
                    <a:lstStyle/>
                    <a:p>
                      <a:r>
                        <a:rPr lang="en-US" dirty="0"/>
                        <a:t>Pre-designed UI framework with ready components</a:t>
                      </a:r>
                      <a:endParaRPr lang="en-IN" dirty="0"/>
                    </a:p>
                  </a:txBody>
                  <a:tcPr/>
                </a:tc>
                <a:tc>
                  <a:txBody>
                    <a:bodyPr/>
                    <a:lstStyle/>
                    <a:p>
                      <a:r>
                        <a:rPr lang="en-US" dirty="0"/>
                        <a:t>Utility-first CSS framework focusing on atomic classes</a:t>
                      </a:r>
                    </a:p>
                  </a:txBody>
                  <a:tcPr/>
                </a:tc>
                <a:extLst>
                  <a:ext uri="{0D108BD9-81ED-4DB2-BD59-A6C34878D82A}">
                    <a16:rowId xmlns:a16="http://schemas.microsoft.com/office/drawing/2014/main" val="3937330597"/>
                  </a:ext>
                </a:extLst>
              </a:tr>
              <a:tr h="370840">
                <a:tc>
                  <a:txBody>
                    <a:bodyPr/>
                    <a:lstStyle/>
                    <a:p>
                      <a:r>
                        <a:rPr lang="en-IN" dirty="0"/>
                        <a:t>Design Approach</a:t>
                      </a:r>
                    </a:p>
                  </a:txBody>
                  <a:tcPr/>
                </a:tc>
                <a:tc>
                  <a:txBody>
                    <a:bodyPr/>
                    <a:lstStyle/>
                    <a:p>
                      <a:r>
                        <a:rPr lang="en-IN" dirty="0"/>
                        <a:t>Component-driven</a:t>
                      </a:r>
                    </a:p>
                  </a:txBody>
                  <a:tcPr/>
                </a:tc>
                <a:tc>
                  <a:txBody>
                    <a:bodyPr/>
                    <a:lstStyle/>
                    <a:p>
                      <a:r>
                        <a:rPr lang="en-IN" dirty="0"/>
                        <a:t>Utility-driven</a:t>
                      </a:r>
                    </a:p>
                  </a:txBody>
                  <a:tcPr/>
                </a:tc>
                <a:extLst>
                  <a:ext uri="{0D108BD9-81ED-4DB2-BD59-A6C34878D82A}">
                    <a16:rowId xmlns:a16="http://schemas.microsoft.com/office/drawing/2014/main" val="2697043123"/>
                  </a:ext>
                </a:extLst>
              </a:tr>
              <a:tr h="370840">
                <a:tc>
                  <a:txBody>
                    <a:bodyPr/>
                    <a:lstStyle/>
                    <a:p>
                      <a:r>
                        <a:rPr lang="en-IN" dirty="0"/>
                        <a:t>Primary Goal</a:t>
                      </a:r>
                    </a:p>
                  </a:txBody>
                  <a:tcPr/>
                </a:tc>
                <a:tc>
                  <a:txBody>
                    <a:bodyPr/>
                    <a:lstStyle/>
                    <a:p>
                      <a:r>
                        <a:rPr lang="en-US" dirty="0"/>
                        <a:t>Build interfaces quickly using prebuilt patterns</a:t>
                      </a:r>
                      <a:endParaRPr lang="en-IN" dirty="0"/>
                    </a:p>
                  </a:txBody>
                  <a:tcPr/>
                </a:tc>
                <a:tc>
                  <a:txBody>
                    <a:bodyPr/>
                    <a:lstStyle/>
                    <a:p>
                      <a:r>
                        <a:rPr lang="en-US" dirty="0"/>
                        <a:t>Total design freedom without writing CSS</a:t>
                      </a:r>
                    </a:p>
                  </a:txBody>
                  <a:tcPr/>
                </a:tc>
                <a:extLst>
                  <a:ext uri="{0D108BD9-81ED-4DB2-BD59-A6C34878D82A}">
                    <a16:rowId xmlns:a16="http://schemas.microsoft.com/office/drawing/2014/main" val="1350906543"/>
                  </a:ext>
                </a:extLst>
              </a:tr>
            </a:tbl>
          </a:graphicData>
        </a:graphic>
      </p:graphicFrame>
    </p:spTree>
    <p:extLst>
      <p:ext uri="{BB962C8B-B14F-4D97-AF65-F5344CB8AC3E}">
        <p14:creationId xmlns:p14="http://schemas.microsoft.com/office/powerpoint/2010/main" val="307629908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4CD46-CC2F-DEA9-3069-738A93D3B1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2BF9F0A-E428-0103-A476-7047956C0ED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E9B66DB-20F6-F26A-C7FC-84871A5572D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315FBD4-1198-AE63-13DA-75A5D1FD90B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39CBEF1-7C25-41E3-40E5-9A48C2B7266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5EE91C2-BEA3-005B-C64C-937A8A54AD6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9A88FBF-0751-BA7D-D4AA-50F7609115E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58C7025-69C5-C3C5-3207-664E9063A15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FA7F6B0-A445-1F40-675E-2B4A1BF974E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7583163-0C47-89D8-0D90-EED889C0943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0E4D8EF-4D92-7CC2-1BC4-4D88EF567A14}"/>
              </a:ext>
            </a:extLst>
          </p:cNvPr>
          <p:cNvSpPr txBox="1">
            <a:spLocks/>
          </p:cNvSpPr>
          <p:nvPr/>
        </p:nvSpPr>
        <p:spPr>
          <a:xfrm>
            <a:off x="152400"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a:t>
            </a:r>
          </a:p>
          <a:p>
            <a:pPr marL="12700" marR="5080"/>
            <a:r>
              <a:rPr lang="en-US" sz="1400" kern="0" spc="-80" dirty="0">
                <a:solidFill>
                  <a:schemeClr val="accent2"/>
                </a:solidFill>
              </a:rPr>
              <a:t>3. Components &amp; UI Kits</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Prebuilt Components	                   Extensive: modals, navbars,                               None by default</a:t>
            </a:r>
          </a:p>
          <a:p>
            <a:pPr marL="12700" marR="5080"/>
            <a:r>
              <a:rPr lang="en-US" sz="1400" kern="0" spc="-80" dirty="0">
                <a:solidFill>
                  <a:schemeClr val="accent6"/>
                </a:solidFill>
              </a:rPr>
              <a:t>                                                         carousels, forms, etc.	                       </a:t>
            </a:r>
          </a:p>
          <a:p>
            <a:pPr marL="12700" marR="5080"/>
            <a:r>
              <a:rPr lang="en-US" sz="1400" kern="0" spc="-80" dirty="0">
                <a:solidFill>
                  <a:schemeClr val="accent6"/>
                </a:solidFill>
              </a:rPr>
              <a:t>Quality of Components                 High, polished	                                       Depends on 3rd-party kits</a:t>
            </a:r>
          </a:p>
          <a:p>
            <a:pPr marL="12700" marR="5080"/>
            <a:r>
              <a:rPr lang="en-US" sz="1400" kern="0" spc="-80" dirty="0">
                <a:solidFill>
                  <a:schemeClr val="accent6"/>
                </a:solidFill>
              </a:rPr>
              <a:t>JS-driven Components                  Provided (dropdowns, collapse)	                    Not provided; use </a:t>
            </a:r>
          </a:p>
          <a:p>
            <a:pPr marL="12700" marR="5080"/>
            <a:r>
              <a:rPr lang="en-US" sz="1400" kern="0" spc="-80" dirty="0">
                <a:solidFill>
                  <a:schemeClr val="accent6"/>
                </a:solidFill>
              </a:rPr>
              <a:t>                                                                                                                                        </a:t>
            </a:r>
            <a:r>
              <a:rPr lang="en-US" sz="1400" kern="0" spc="-80" dirty="0" err="1">
                <a:solidFill>
                  <a:schemeClr val="accent6"/>
                </a:solidFill>
              </a:rPr>
              <a:t>HeadlessUI</a:t>
            </a:r>
            <a:r>
              <a:rPr lang="en-US" sz="1400" kern="0" spc="-80" dirty="0">
                <a:solidFill>
                  <a:schemeClr val="accent6"/>
                </a:solidFill>
              </a:rPr>
              <a:t> or custom</a:t>
            </a:r>
          </a:p>
          <a:p>
            <a:pPr marL="12700" marR="5080"/>
            <a:r>
              <a:rPr lang="en-US" sz="1400" kern="0" spc="-80" dirty="0">
                <a:solidFill>
                  <a:schemeClr val="accent6"/>
                </a:solidFill>
              </a:rPr>
              <a:t>Ideal For	                                      Dashboards, admin panels,                                Highly customized UI, </a:t>
            </a:r>
          </a:p>
          <a:p>
            <a:pPr marL="12700" marR="5080"/>
            <a:r>
              <a:rPr lang="en-US" sz="1400" kern="0" spc="-80" dirty="0">
                <a:solidFill>
                  <a:schemeClr val="accent6"/>
                </a:solidFill>
              </a:rPr>
              <a:t>                                                         quick prototypes                                                  design systems</a:t>
            </a:r>
          </a:p>
          <a:p>
            <a:pPr marL="12700" marR="5080"/>
            <a:r>
              <a:rPr lang="en-US" sz="1400" kern="0" spc="-80" dirty="0">
                <a:solidFill>
                  <a:schemeClr val="accent2"/>
                </a:solidFill>
              </a:rPr>
              <a:t>Tailwind Component Libraries:</a:t>
            </a:r>
          </a:p>
          <a:p>
            <a:pPr marL="12700" marR="5080"/>
            <a:r>
              <a:rPr lang="en-US" sz="1400" kern="0" spc="-80" dirty="0">
                <a:solidFill>
                  <a:schemeClr val="accent2"/>
                </a:solidFill>
              </a:rPr>
              <a:t>Library	                                      Description</a:t>
            </a:r>
          </a:p>
          <a:p>
            <a:pPr marL="12700" marR="5080"/>
            <a:r>
              <a:rPr lang="en-US" sz="1400" kern="0" spc="-80" dirty="0">
                <a:solidFill>
                  <a:schemeClr val="accent6"/>
                </a:solidFill>
              </a:rPr>
              <a:t>Headless UI	                   </a:t>
            </a:r>
            <a:r>
              <a:rPr lang="en-US" sz="1400" kern="0" spc="-80" dirty="0" err="1">
                <a:solidFill>
                  <a:schemeClr val="accent6"/>
                </a:solidFill>
              </a:rPr>
              <a:t>Unstyled</a:t>
            </a:r>
            <a:r>
              <a:rPr lang="en-US" sz="1400" kern="0" spc="-80" dirty="0">
                <a:solidFill>
                  <a:schemeClr val="accent6"/>
                </a:solidFill>
              </a:rPr>
              <a:t> accessible components</a:t>
            </a:r>
          </a:p>
          <a:p>
            <a:pPr marL="12700" marR="5080"/>
            <a:r>
              <a:rPr lang="en-US" sz="1400" kern="0" spc="-80" dirty="0" err="1">
                <a:solidFill>
                  <a:schemeClr val="accent6"/>
                </a:solidFill>
              </a:rPr>
              <a:t>Flowbite</a:t>
            </a:r>
            <a:r>
              <a:rPr lang="en-US" sz="1400" kern="0" spc="-80" dirty="0">
                <a:solidFill>
                  <a:schemeClr val="accent6"/>
                </a:solidFill>
              </a:rPr>
              <a:t> / </a:t>
            </a:r>
            <a:r>
              <a:rPr lang="en-US" sz="1400" kern="0" spc="-80" dirty="0" err="1">
                <a:solidFill>
                  <a:schemeClr val="accent6"/>
                </a:solidFill>
              </a:rPr>
              <a:t>DaisyUI</a:t>
            </a:r>
            <a:r>
              <a:rPr lang="en-US" sz="1400" kern="0" spc="-80" dirty="0">
                <a:solidFill>
                  <a:schemeClr val="accent6"/>
                </a:solidFill>
              </a:rPr>
              <a:t>	                   Tailwind component libraries</a:t>
            </a:r>
          </a:p>
          <a:p>
            <a:pPr marL="12700" marR="5080"/>
            <a:endParaRPr lang="en-US" sz="1400" kern="0" spc="-80" dirty="0">
              <a:solidFill>
                <a:schemeClr val="accent6"/>
              </a:solidFill>
            </a:endParaRPr>
          </a:p>
          <a:p>
            <a:pPr marL="12700" marR="5080"/>
            <a:r>
              <a:rPr lang="en-US" sz="1400" kern="0" spc="-80" dirty="0">
                <a:solidFill>
                  <a:schemeClr val="accent2"/>
                </a:solidFill>
              </a:rPr>
              <a:t>4. Performance</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CSS Bundle Size	                   ~160 KB+ (before Purge/Minify)	                   6–20 KB after Purge</a:t>
            </a:r>
          </a:p>
          <a:p>
            <a:pPr marL="12700" marR="5080"/>
            <a:r>
              <a:rPr lang="en-US" sz="1400" kern="0" spc="-80" dirty="0">
                <a:solidFill>
                  <a:schemeClr val="accent6"/>
                </a:solidFill>
              </a:rPr>
              <a:t>Runtime Performance	                   Good	                                                          Excellent</a:t>
            </a:r>
          </a:p>
          <a:p>
            <a:pPr marL="12700" marR="5080"/>
            <a:r>
              <a:rPr lang="en-US" sz="1400" kern="0" spc="-80" dirty="0">
                <a:solidFill>
                  <a:schemeClr val="accent6"/>
                </a:solidFill>
              </a:rPr>
              <a:t>Unused CSS	                   High unless tree-shaken	                   Very low</a:t>
            </a:r>
          </a:p>
          <a:p>
            <a:pPr marL="12700" marR="5080"/>
            <a:r>
              <a:rPr lang="en-US" sz="1400" kern="0" spc="-80" dirty="0">
                <a:solidFill>
                  <a:schemeClr val="accent6"/>
                </a:solidFill>
              </a:rPr>
              <a:t>Build-time Optimization	Limited	                                                          Outstanding (JIT engine)</a:t>
            </a:r>
          </a:p>
          <a:p>
            <a:pPr marL="12700" marR="5080"/>
            <a:r>
              <a:rPr lang="en-US" sz="1400" kern="0" spc="-80" dirty="0">
                <a:solidFill>
                  <a:schemeClr val="accent6"/>
                </a:solidFill>
              </a:rPr>
              <a:t>Responsive Efficiency	                   Good	                                                          Excellent (atomic </a:t>
            </a:r>
          </a:p>
          <a:p>
            <a:pPr marL="12700" marR="5080"/>
            <a:r>
              <a:rPr lang="en-US" sz="1400" kern="0" spc="-80" dirty="0">
                <a:solidFill>
                  <a:schemeClr val="accent6"/>
                </a:solidFill>
              </a:rPr>
              <a:t>                                                                                                                                        breakpoints)</a:t>
            </a:r>
          </a:p>
          <a:p>
            <a:pPr marL="12700" marR="5080"/>
            <a:endParaRPr lang="en-US" sz="1400" kern="0" spc="-80" dirty="0">
              <a:solidFill>
                <a:schemeClr val="accent2"/>
              </a:solidFill>
            </a:endParaRPr>
          </a:p>
        </p:txBody>
      </p:sp>
    </p:spTree>
    <p:extLst>
      <p:ext uri="{BB962C8B-B14F-4D97-AF65-F5344CB8AC3E}">
        <p14:creationId xmlns:p14="http://schemas.microsoft.com/office/powerpoint/2010/main" val="250054266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8413A-0274-DBFE-0340-16633D7B57C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5AABAF7-5496-37FF-AC49-CB461E8EE67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C0CD9E4-B600-E16F-7CD9-F8A2D91A255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F827549-A913-B623-189E-524554F71AB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99522F4-5FA4-C0A5-E66D-1CBFC25C6A3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327C145-E804-4D5C-0D3E-485DF52A5C7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E868661-9DDB-D502-E345-990BC8C7D08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0E2181D-62B4-056C-BB2F-58E597F1F61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637F85B-D636-B92D-0DE3-D2A72A4527F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F135FBD-964E-F0B0-40F4-95E93CB35E5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61156B2-6EBC-6826-12F2-86AD794CB0BF}"/>
              </a:ext>
            </a:extLst>
          </p:cNvPr>
          <p:cNvSpPr txBox="1">
            <a:spLocks/>
          </p:cNvSpPr>
          <p:nvPr/>
        </p:nvSpPr>
        <p:spPr>
          <a:xfrm>
            <a:off x="152400" y="685800"/>
            <a:ext cx="8624937" cy="58323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a:t>
            </a:r>
          </a:p>
          <a:p>
            <a:pPr marL="12700" marR="5080"/>
            <a:r>
              <a:rPr lang="en-US" sz="1400" kern="0" spc="-80" dirty="0">
                <a:solidFill>
                  <a:schemeClr val="accent2"/>
                </a:solidFill>
              </a:rPr>
              <a:t>5. Responsiveness &amp; Utility Power</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Breakpoints	              Fixed (</a:t>
            </a:r>
            <a:r>
              <a:rPr lang="en-US" sz="1400" kern="0" spc="-80" dirty="0" err="1">
                <a:solidFill>
                  <a:schemeClr val="accent6"/>
                </a:solidFill>
              </a:rPr>
              <a:t>xs</a:t>
            </a:r>
            <a:r>
              <a:rPr lang="en-US" sz="1400" kern="0" spc="-80" dirty="0">
                <a:solidFill>
                  <a:schemeClr val="accent6"/>
                </a:solidFill>
              </a:rPr>
              <a:t>–</a:t>
            </a:r>
            <a:r>
              <a:rPr lang="en-US" sz="1400" kern="0" spc="-80" dirty="0" err="1">
                <a:solidFill>
                  <a:schemeClr val="accent6"/>
                </a:solidFill>
              </a:rPr>
              <a:t>xxl</a:t>
            </a:r>
            <a:r>
              <a:rPr lang="en-US" sz="1400" kern="0" spc="-80" dirty="0">
                <a:solidFill>
                  <a:schemeClr val="accent6"/>
                </a:solidFill>
              </a:rPr>
              <a:t>)	                                     Fully configurable</a:t>
            </a:r>
          </a:p>
          <a:p>
            <a:pPr marL="12700" marR="5080"/>
            <a:r>
              <a:rPr lang="en-US" sz="1400" kern="0" spc="-80" dirty="0">
                <a:solidFill>
                  <a:schemeClr val="accent6"/>
                </a:solidFill>
              </a:rPr>
              <a:t>Responsive Classes	              Semantic (col-lg-6)	                  Atomic (lg:w-1/2)</a:t>
            </a:r>
          </a:p>
          <a:p>
            <a:pPr marL="12700" marR="5080"/>
            <a:r>
              <a:rPr lang="en-US" sz="1400" kern="0" spc="-80" dirty="0">
                <a:solidFill>
                  <a:schemeClr val="accent6"/>
                </a:solidFill>
              </a:rPr>
              <a:t>Flex/Grid Control	              Bootstrap Grid + Utility Classes        Full utility control (flex, grid, gap, etc.)</a:t>
            </a:r>
          </a:p>
          <a:p>
            <a:pPr marL="12700" marR="5080"/>
            <a:r>
              <a:rPr lang="en-US" sz="1400" kern="0" spc="-80" dirty="0">
                <a:solidFill>
                  <a:schemeClr val="accent6"/>
                </a:solidFill>
              </a:rPr>
              <a:t>Modern CSS Features	              Medium	                                     Very high (clamp, arbitrary values, etc.)</a:t>
            </a:r>
          </a:p>
          <a:p>
            <a:pPr marL="12700" marR="5080"/>
            <a:endParaRPr lang="en-US" sz="1400" kern="0" spc="-80" dirty="0">
              <a:solidFill>
                <a:schemeClr val="accent6"/>
              </a:solidFill>
            </a:endParaRPr>
          </a:p>
          <a:p>
            <a:pPr marL="12700" marR="5080"/>
            <a:r>
              <a:rPr lang="en-US" sz="1400" kern="0" spc="-80" dirty="0">
                <a:solidFill>
                  <a:schemeClr val="accent2"/>
                </a:solidFill>
              </a:rPr>
              <a:t>6. Theming &amp; Customization</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Built-in Themes	              Limited	                                     None</a:t>
            </a:r>
          </a:p>
          <a:p>
            <a:pPr marL="12700" marR="5080"/>
            <a:r>
              <a:rPr lang="en-US" sz="1400" kern="0" spc="-80" dirty="0">
                <a:solidFill>
                  <a:schemeClr val="accent6"/>
                </a:solidFill>
              </a:rPr>
              <a:t>Custom Themes	              Through Sass variables	                  Through Tailwind config</a:t>
            </a:r>
          </a:p>
          <a:p>
            <a:pPr marL="12700" marR="5080"/>
            <a:r>
              <a:rPr lang="en-US" sz="1400" kern="0" spc="-80" dirty="0">
                <a:solidFill>
                  <a:schemeClr val="accent6"/>
                </a:solidFill>
              </a:rPr>
              <a:t>Dark Mode Support	              Not built-in; requires custom            Native (dark: prefix)</a:t>
            </a:r>
          </a:p>
          <a:p>
            <a:pPr marL="12700" marR="5080"/>
            <a:r>
              <a:rPr lang="en-US" sz="1400" kern="0" spc="-80" dirty="0">
                <a:solidFill>
                  <a:schemeClr val="accent6"/>
                </a:solidFill>
              </a:rPr>
              <a:t>                                                     CSS	         </a:t>
            </a:r>
          </a:p>
          <a:p>
            <a:pPr marL="12700" marR="5080"/>
            <a:r>
              <a:rPr lang="en-US" sz="1400" kern="0" spc="-80" dirty="0">
                <a:solidFill>
                  <a:schemeClr val="accent6"/>
                </a:solidFill>
              </a:rPr>
              <a:t>Design System Support            Moderate	                                     Excellent (Tailwind config is a DS </a:t>
            </a:r>
          </a:p>
          <a:p>
            <a:pPr marL="12700" marR="5080"/>
            <a:r>
              <a:rPr lang="en-US" sz="1400" kern="0" spc="-80" dirty="0">
                <a:solidFill>
                  <a:schemeClr val="accent6"/>
                </a:solidFill>
              </a:rPr>
              <a:t>                                                                                                                   blueprint)</a:t>
            </a:r>
          </a:p>
          <a:p>
            <a:pPr marL="12700" marR="5080"/>
            <a:endParaRPr lang="en-US" sz="1400" kern="0" spc="-80" dirty="0">
              <a:solidFill>
                <a:schemeClr val="accent6"/>
              </a:solidFill>
            </a:endParaRPr>
          </a:p>
          <a:p>
            <a:pPr marL="12700" marR="5080"/>
            <a:r>
              <a:rPr lang="en-US" sz="1400" kern="0" spc="-80" dirty="0">
                <a:solidFill>
                  <a:schemeClr val="accent2"/>
                </a:solidFill>
              </a:rPr>
              <a:t>7. Tooling &amp; Build System</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Build System	              Sass compiler	                                    JIT compiler + </a:t>
            </a:r>
            <a:r>
              <a:rPr lang="en-US" sz="1400" kern="0" spc="-80" dirty="0" err="1">
                <a:solidFill>
                  <a:schemeClr val="accent6"/>
                </a:solidFill>
              </a:rPr>
              <a:t>PostCSS</a:t>
            </a:r>
            <a:endParaRPr lang="en-US" sz="1400" kern="0" spc="-80" dirty="0">
              <a:solidFill>
                <a:schemeClr val="accent6"/>
              </a:solidFill>
            </a:endParaRPr>
          </a:p>
          <a:p>
            <a:pPr marL="12700" marR="5080"/>
            <a:r>
              <a:rPr lang="en-US" sz="1400" kern="0" spc="-80" dirty="0">
                <a:solidFill>
                  <a:schemeClr val="accent6"/>
                </a:solidFill>
              </a:rPr>
              <a:t>Installation	              CDN, NPM	                                    Requires build pipeline (Vite/Webpack)</a:t>
            </a:r>
          </a:p>
          <a:p>
            <a:pPr marL="12700" marR="5080"/>
            <a:r>
              <a:rPr lang="en-US" sz="1400" kern="0" spc="-80" dirty="0">
                <a:solidFill>
                  <a:schemeClr val="accent6"/>
                </a:solidFill>
              </a:rPr>
              <a:t>Customization Effort	              Medium	                                    High (config-driven)</a:t>
            </a:r>
          </a:p>
          <a:p>
            <a:pPr marL="12700" marR="5080"/>
            <a:r>
              <a:rPr lang="en-US" sz="1400" kern="0" spc="-80" dirty="0">
                <a:solidFill>
                  <a:schemeClr val="accent6"/>
                </a:solidFill>
              </a:rPr>
              <a:t>Tree Shaking	              Not automatic	                                    Built-in Purge/JIT</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80135020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CDCEE7-D973-7C6F-9D8B-C31FF373617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13522B1-911A-2B85-C4D3-13C6FA233AD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B9B352A-DED5-1316-9EFB-0B31EE80072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93427FC-BAF0-10C4-D4EB-0D74333BE1D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F33CD3F-7EB4-7121-BDC0-F81C9EAB567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A83531E-38ED-8226-B4D6-5FD2EA5A940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005CD50-CC0B-79F5-37EB-11B9581CFAF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65C464A-7DA5-8D48-30D3-D06C42D929D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EE83FCD-3B03-A575-DE74-930444BBB24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F727BCF-DAE9-07F7-F98A-CE26814C77F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50B9DB5-23CF-F092-407F-CB07360C13E1}"/>
              </a:ext>
            </a:extLst>
          </p:cNvPr>
          <p:cNvSpPr txBox="1">
            <a:spLocks/>
          </p:cNvSpPr>
          <p:nvPr/>
        </p:nvSpPr>
        <p:spPr>
          <a:xfrm>
            <a:off x="152400"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a:t>
            </a:r>
          </a:p>
          <a:p>
            <a:pPr marL="12700" marR="5080"/>
            <a:r>
              <a:rPr lang="en-US" sz="1400" kern="0" spc="-80" dirty="0">
                <a:solidFill>
                  <a:schemeClr val="accent2"/>
                </a:solidFill>
              </a:rPr>
              <a:t>8. Developer Experience (DX)</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Copy-Paste Productivity	Excellent	                                 Good with component libraries</a:t>
            </a:r>
          </a:p>
          <a:p>
            <a:pPr marL="12700" marR="5080"/>
            <a:r>
              <a:rPr lang="en-US" sz="1400" kern="0" spc="-80" dirty="0">
                <a:solidFill>
                  <a:schemeClr val="accent6"/>
                </a:solidFill>
              </a:rPr>
              <a:t>HTML Readability	                   Cleaner	                                 Noisy (many classes)</a:t>
            </a:r>
          </a:p>
          <a:p>
            <a:pPr marL="12700" marR="5080"/>
            <a:r>
              <a:rPr lang="en-US" sz="1400" kern="0" spc="-80" dirty="0">
                <a:solidFill>
                  <a:schemeClr val="accent6"/>
                </a:solidFill>
              </a:rPr>
              <a:t>Consistency in Large Teams	Very high	                                 Depends on governance</a:t>
            </a:r>
          </a:p>
          <a:p>
            <a:pPr marL="12700" marR="5080"/>
            <a:r>
              <a:rPr lang="en-US" sz="1400" kern="0" spc="-80" dirty="0">
                <a:solidFill>
                  <a:schemeClr val="accent6"/>
                </a:solidFill>
              </a:rPr>
              <a:t>Debugging	                   Easy	                                 Very easy (every style is visible in HTML)</a:t>
            </a:r>
          </a:p>
          <a:p>
            <a:pPr marL="12700" marR="5080"/>
            <a:endParaRPr lang="en-US" sz="1400" kern="0" spc="-80" dirty="0">
              <a:solidFill>
                <a:schemeClr val="accent6"/>
              </a:solidFill>
            </a:endParaRPr>
          </a:p>
          <a:p>
            <a:pPr marL="12700" marR="5080"/>
            <a:r>
              <a:rPr lang="en-US" sz="1400" kern="0" spc="-80" dirty="0">
                <a:solidFill>
                  <a:schemeClr val="accent2"/>
                </a:solidFill>
              </a:rPr>
              <a:t>9. Use Cases</a:t>
            </a:r>
          </a:p>
          <a:p>
            <a:pPr marL="12700" marR="5080"/>
            <a:r>
              <a:rPr lang="en-US" sz="1400" kern="0" spc="-80" dirty="0">
                <a:solidFill>
                  <a:schemeClr val="accent2"/>
                </a:solidFill>
              </a:rPr>
              <a:t>Use Case	                                       Bootstrap	                                 Tailwind CSS</a:t>
            </a:r>
          </a:p>
          <a:p>
            <a:pPr marL="12700" marR="5080"/>
            <a:r>
              <a:rPr lang="en-US" sz="1400" kern="0" spc="-80" dirty="0">
                <a:solidFill>
                  <a:schemeClr val="accent6"/>
                </a:solidFill>
              </a:rPr>
              <a:t>Quick MVPs	                   Best	                                 Good</a:t>
            </a:r>
          </a:p>
          <a:p>
            <a:pPr marL="12700" marR="5080"/>
            <a:r>
              <a:rPr lang="en-US" sz="1400" kern="0" spc="-80" dirty="0">
                <a:solidFill>
                  <a:schemeClr val="accent6"/>
                </a:solidFill>
              </a:rPr>
              <a:t>Highly Custom UIs	                   Hard	                                 Best</a:t>
            </a:r>
          </a:p>
          <a:p>
            <a:pPr marL="12700" marR="5080"/>
            <a:r>
              <a:rPr lang="en-US" sz="1400" kern="0" spc="-80" dirty="0">
                <a:solidFill>
                  <a:schemeClr val="accent6"/>
                </a:solidFill>
              </a:rPr>
              <a:t>Complex Dashboards	Good	Excellent</a:t>
            </a:r>
          </a:p>
          <a:p>
            <a:pPr marL="12700" marR="5080"/>
            <a:r>
              <a:rPr lang="en-US" sz="1400" kern="0" spc="-80" dirty="0">
                <a:solidFill>
                  <a:schemeClr val="accent6"/>
                </a:solidFill>
              </a:rPr>
              <a:t>Brand-heavy UIs	                   Hard (opinionated styles)         Ideal</a:t>
            </a:r>
          </a:p>
          <a:p>
            <a:pPr marL="12700" marR="5080"/>
            <a:r>
              <a:rPr lang="en-US" sz="1400" kern="0" spc="-80" dirty="0">
                <a:solidFill>
                  <a:schemeClr val="accent6"/>
                </a:solidFill>
              </a:rPr>
              <a:t>Enterprise Apps	                   Good	                                 Excellent for design systems</a:t>
            </a:r>
          </a:p>
          <a:p>
            <a:pPr marL="12700" marR="5080"/>
            <a:r>
              <a:rPr lang="en-US" sz="1400" kern="0" spc="-80" dirty="0">
                <a:solidFill>
                  <a:schemeClr val="accent6"/>
                </a:solidFill>
              </a:rPr>
              <a:t>Landing Pages	                   Good	                                 Best (performance + custom design)</a:t>
            </a:r>
          </a:p>
          <a:p>
            <a:pPr marL="12700" marR="5080"/>
            <a:endParaRPr lang="en-US" sz="1400" kern="0" spc="-80" dirty="0">
              <a:solidFill>
                <a:schemeClr val="accent6"/>
              </a:solidFill>
            </a:endParaRPr>
          </a:p>
          <a:p>
            <a:pPr marL="12700" marR="5080"/>
            <a:r>
              <a:rPr lang="en-US" sz="1400" kern="0" spc="-80" dirty="0">
                <a:solidFill>
                  <a:schemeClr val="accent2"/>
                </a:solidFill>
              </a:rPr>
              <a:t>10. Community &amp; Ecosystem</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Age &amp; Stability	                   2011, mature	              2017, fast-growing</a:t>
            </a:r>
          </a:p>
          <a:p>
            <a:pPr marL="12700" marR="5080"/>
            <a:r>
              <a:rPr lang="en-US" sz="1400" kern="0" spc="-80" dirty="0">
                <a:solidFill>
                  <a:schemeClr val="accent6"/>
                </a:solidFill>
              </a:rPr>
              <a:t>Community Size	                   Huge	                                  Very large &amp; rapidly growing</a:t>
            </a:r>
          </a:p>
          <a:p>
            <a:pPr marL="12700" marR="5080"/>
            <a:r>
              <a:rPr lang="en-US" sz="1400" kern="0" spc="-80" dirty="0">
                <a:solidFill>
                  <a:schemeClr val="accent6"/>
                </a:solidFill>
              </a:rPr>
              <a:t>Ecosystem	                                      Extensive	                                  Exploding</a:t>
            </a:r>
          </a:p>
          <a:p>
            <a:pPr marL="12700" marR="5080"/>
            <a:r>
              <a:rPr lang="en-US" sz="1400" kern="0" spc="-80" dirty="0">
                <a:solidFill>
                  <a:schemeClr val="accent6"/>
                </a:solidFill>
              </a:rPr>
              <a:t>Official Support	                   Strong	                                  Strong</a:t>
            </a:r>
          </a:p>
          <a:p>
            <a:pPr marL="12700" marR="5080"/>
            <a:r>
              <a:rPr lang="en-US" sz="1400" kern="0" spc="-80" dirty="0">
                <a:solidFill>
                  <a:schemeClr val="accent6"/>
                </a:solidFill>
              </a:rPr>
              <a:t>3rd Party UI Kits	                   Many	                                  Very many (</a:t>
            </a:r>
            <a:r>
              <a:rPr lang="en-US" sz="1400" kern="0" spc="-80" dirty="0" err="1">
                <a:solidFill>
                  <a:schemeClr val="accent6"/>
                </a:solidFill>
              </a:rPr>
              <a:t>Flowbite</a:t>
            </a:r>
            <a:r>
              <a:rPr lang="en-US" sz="1400" kern="0" spc="-80" dirty="0">
                <a:solidFill>
                  <a:schemeClr val="accent6"/>
                </a:solidFill>
              </a:rPr>
              <a:t>, </a:t>
            </a:r>
            <a:r>
              <a:rPr lang="en-US" sz="1400" kern="0" spc="-80" dirty="0" err="1">
                <a:solidFill>
                  <a:schemeClr val="accent6"/>
                </a:solidFill>
              </a:rPr>
              <a:t>DaisyUI</a:t>
            </a:r>
            <a:r>
              <a:rPr lang="en-US" sz="1400" kern="0" spc="-80" dirty="0">
                <a:solidFill>
                  <a:schemeClr val="accent6"/>
                </a:solidFill>
              </a:rPr>
              <a:t>, </a:t>
            </a:r>
            <a:r>
              <a:rPr lang="en-US" sz="1400" kern="0" spc="-80" dirty="0" err="1">
                <a:solidFill>
                  <a:schemeClr val="accent6"/>
                </a:solidFill>
              </a:rPr>
              <a:t>Shadcn</a:t>
            </a:r>
            <a:r>
              <a:rPr lang="en-US" sz="1400" kern="0" spc="-80" dirty="0">
                <a:solidFill>
                  <a:schemeClr val="accent6"/>
                </a:solidFill>
              </a:rPr>
              <a:t> UI)</a:t>
            </a:r>
          </a:p>
        </p:txBody>
      </p:sp>
    </p:spTree>
    <p:extLst>
      <p:ext uri="{BB962C8B-B14F-4D97-AF65-F5344CB8AC3E}">
        <p14:creationId xmlns:p14="http://schemas.microsoft.com/office/powerpoint/2010/main" val="245024707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127BD-5A8B-89B6-2187-0A7F1AFAC68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213FCC1-ED21-A0D6-2DC0-E1275FADD72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D24837F-4627-E4C5-8147-11ADADF805B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41F8ACD-D95B-4192-9E22-E81ECFBD3D6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75381EB-7F25-7DC4-3193-4631BB0D65A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C16524C-9F4D-B15B-6D16-BB67078CD1C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7FCD73B-3D35-89E6-6A08-B4DEEA214A1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B94ED78-94F4-E462-31EC-F143D5F08BF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10AC3EF-ADBB-3EA4-28A1-2E0BE13B220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DBEA479-DCA7-9B2C-DFE3-43B2F7F822D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E9DF848-3009-C5BF-F85C-7F591D7B79F0}"/>
              </a:ext>
            </a:extLst>
          </p:cNvPr>
          <p:cNvSpPr txBox="1">
            <a:spLocks/>
          </p:cNvSpPr>
          <p:nvPr/>
        </p:nvSpPr>
        <p:spPr>
          <a:xfrm>
            <a:off x="152400" y="685800"/>
            <a:ext cx="8624937" cy="32470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a:t>
            </a:r>
          </a:p>
          <a:p>
            <a:pPr marL="12700" marR="5080"/>
            <a:r>
              <a:rPr lang="en-US" sz="1400" kern="0" spc="-80" dirty="0">
                <a:solidFill>
                  <a:schemeClr val="accent2"/>
                </a:solidFill>
              </a:rPr>
              <a:t>Summary (When to Choose What?)</a:t>
            </a:r>
          </a:p>
          <a:p>
            <a:pPr marL="12700" marR="5080"/>
            <a:r>
              <a:rPr lang="en-US" sz="1400" kern="0" spc="-80" dirty="0">
                <a:solidFill>
                  <a:schemeClr val="accent2"/>
                </a:solidFill>
              </a:rPr>
              <a:t>Choose Bootstrap if you want:</a:t>
            </a:r>
          </a:p>
          <a:p>
            <a:pPr marL="12700" marR="5080"/>
            <a:r>
              <a:rPr lang="en-US" sz="1400" kern="0" spc="-80" dirty="0">
                <a:solidFill>
                  <a:schemeClr val="accent6"/>
                </a:solidFill>
              </a:rPr>
              <a:t>✅ Prebuilt components</a:t>
            </a:r>
          </a:p>
          <a:p>
            <a:pPr marL="12700" marR="5080"/>
            <a:r>
              <a:rPr lang="en-US" sz="1400" kern="0" spc="-80" dirty="0">
                <a:solidFill>
                  <a:schemeClr val="accent6"/>
                </a:solidFill>
              </a:rPr>
              <a:t>✅ Fast prototyping</a:t>
            </a:r>
          </a:p>
          <a:p>
            <a:pPr marL="12700" marR="5080"/>
            <a:r>
              <a:rPr lang="en-US" sz="1400" kern="0" spc="-80" dirty="0">
                <a:solidFill>
                  <a:schemeClr val="accent6"/>
                </a:solidFill>
              </a:rPr>
              <a:t>✅ Beginner-friendly workflow</a:t>
            </a:r>
          </a:p>
          <a:p>
            <a:pPr marL="12700" marR="5080"/>
            <a:r>
              <a:rPr lang="en-US" sz="1400" kern="0" spc="-80" dirty="0">
                <a:solidFill>
                  <a:schemeClr val="accent6"/>
                </a:solidFill>
              </a:rPr>
              <a:t>✅ Consistent look across apps</a:t>
            </a:r>
          </a:p>
          <a:p>
            <a:pPr marL="12700" marR="5080"/>
            <a:r>
              <a:rPr lang="en-US" sz="1400" kern="0" spc="-80" dirty="0">
                <a:solidFill>
                  <a:schemeClr val="accent6"/>
                </a:solidFill>
              </a:rPr>
              <a:t>✅ Less configuration, more plug-and-play</a:t>
            </a:r>
          </a:p>
          <a:p>
            <a:pPr marL="12700" marR="5080"/>
            <a:r>
              <a:rPr lang="en-US" sz="1400" kern="0" spc="-80" dirty="0">
                <a:solidFill>
                  <a:schemeClr val="accent2"/>
                </a:solidFill>
              </a:rPr>
              <a:t>Choose Tailwind CSS if you want:</a:t>
            </a:r>
          </a:p>
          <a:p>
            <a:pPr marL="12700" marR="5080"/>
            <a:r>
              <a:rPr lang="en-US" sz="1400" kern="0" spc="-80" dirty="0">
                <a:solidFill>
                  <a:schemeClr val="accent6"/>
                </a:solidFill>
              </a:rPr>
              <a:t>🔥 Highly custom UI</a:t>
            </a:r>
          </a:p>
          <a:p>
            <a:pPr marL="12700" marR="5080"/>
            <a:r>
              <a:rPr lang="en-US" sz="1400" kern="0" spc="-80" dirty="0">
                <a:solidFill>
                  <a:schemeClr val="accent6"/>
                </a:solidFill>
              </a:rPr>
              <a:t>🔥 To build a scalable design system</a:t>
            </a:r>
          </a:p>
          <a:p>
            <a:pPr marL="12700" marR="5080"/>
            <a:r>
              <a:rPr lang="en-US" sz="1400" kern="0" spc="-80" dirty="0">
                <a:solidFill>
                  <a:schemeClr val="accent6"/>
                </a:solidFill>
              </a:rPr>
              <a:t>🔥 Smaller bundle size</a:t>
            </a:r>
          </a:p>
          <a:p>
            <a:pPr marL="12700" marR="5080"/>
            <a:r>
              <a:rPr lang="en-US" sz="1400" kern="0" spc="-80" dirty="0">
                <a:solidFill>
                  <a:schemeClr val="accent6"/>
                </a:solidFill>
              </a:rPr>
              <a:t>🔥 Utility-first control</a:t>
            </a:r>
          </a:p>
          <a:p>
            <a:pPr marL="12700" marR="5080"/>
            <a:r>
              <a:rPr lang="en-US" sz="1400" kern="0" spc="-80" dirty="0">
                <a:solidFill>
                  <a:schemeClr val="accent6"/>
                </a:solidFill>
              </a:rPr>
              <a:t>🔥 Native dark mode, responsive flexibility</a:t>
            </a:r>
          </a:p>
        </p:txBody>
      </p:sp>
    </p:spTree>
    <p:extLst>
      <p:ext uri="{BB962C8B-B14F-4D97-AF65-F5344CB8AC3E}">
        <p14:creationId xmlns:p14="http://schemas.microsoft.com/office/powerpoint/2010/main" val="135717828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407E1-3419-B98F-6617-07A0CCC72A0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4DFC4EA-99AA-11A9-B40C-23FB2129F61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E3C8026-B72F-A1AB-F3BE-18735864697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7DF60AC-C6AB-0773-B192-C69B3022DAA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D216B05-7241-0F54-9883-4B53B675D7B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BE27E70-8CD3-5974-7608-D6A54D9FA86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A4431B6-2177-8D73-A45A-EECE88F157E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C2A2213-E12C-6B1F-C20E-B2CB5125151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F95DE0F-6271-A196-DD64-58AF0D06ECB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C2541E1-7FE8-994A-9CA4-FEB62B24DCA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40989C0-7114-E20F-934B-893EAAC7BB40}"/>
              </a:ext>
            </a:extLst>
          </p:cNvPr>
          <p:cNvSpPr txBox="1">
            <a:spLocks/>
          </p:cNvSpPr>
          <p:nvPr/>
        </p:nvSpPr>
        <p:spPr>
          <a:xfrm>
            <a:off x="152400" y="685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1. High-Level Architecture Philosophy</a:t>
            </a:r>
          </a:p>
          <a:p>
            <a:pPr marL="12700" marR="5080"/>
            <a:r>
              <a:rPr lang="en-US" sz="1400" kern="0" spc="-80" dirty="0">
                <a:solidFill>
                  <a:schemeClr val="accent2"/>
                </a:solidFill>
              </a:rPr>
              <a:t>Area	                             Bootstrap Architecture	                           Tailwind Architecture</a:t>
            </a:r>
          </a:p>
          <a:p>
            <a:pPr marL="12700" marR="5080"/>
            <a:r>
              <a:rPr lang="en-US" sz="1400" kern="0" spc="-80" dirty="0">
                <a:solidFill>
                  <a:schemeClr val="accent6"/>
                </a:solidFill>
              </a:rPr>
              <a:t>Core Philosophy	         Use prebuilt components                                 Compose UI from atomic utilities; </a:t>
            </a:r>
          </a:p>
          <a:p>
            <a:pPr marL="12700" marR="5080"/>
            <a:r>
              <a:rPr lang="en-US" sz="1400" kern="0" spc="-80" dirty="0">
                <a:solidFill>
                  <a:schemeClr val="accent6"/>
                </a:solidFill>
              </a:rPr>
              <a:t>                                                &amp; override styles	                                               rarely write CSS.</a:t>
            </a:r>
          </a:p>
          <a:p>
            <a:pPr marL="12700" marR="5080"/>
            <a:r>
              <a:rPr lang="en-US" sz="1400" kern="0" spc="-80" dirty="0">
                <a:solidFill>
                  <a:schemeClr val="accent6"/>
                </a:solidFill>
              </a:rPr>
              <a:t>Design System Fit	         Component-first (top-down)	                           Utility-first (bottom-up)</a:t>
            </a:r>
          </a:p>
          <a:p>
            <a:pPr marL="12700" marR="5080"/>
            <a:r>
              <a:rPr lang="en-US" sz="1400" kern="0" spc="-80" dirty="0">
                <a:solidFill>
                  <a:schemeClr val="accent6"/>
                </a:solidFill>
              </a:rPr>
              <a:t>CSS Strategy	         Global stylesheet + reusable                           Atomic JIT classes + config-</a:t>
            </a:r>
          </a:p>
          <a:p>
            <a:pPr marL="12700" marR="5080"/>
            <a:r>
              <a:rPr lang="en-US" sz="1400" kern="0" spc="-80" dirty="0">
                <a:solidFill>
                  <a:schemeClr val="accent6"/>
                </a:solidFill>
              </a:rPr>
              <a:t>                                                component classes	                           driven theming</a:t>
            </a:r>
          </a:p>
          <a:p>
            <a:pPr marL="12700" marR="5080"/>
            <a:r>
              <a:rPr lang="en-US" sz="1400" kern="0" spc="-80" dirty="0">
                <a:solidFill>
                  <a:schemeClr val="accent6"/>
                </a:solidFill>
              </a:rPr>
              <a:t>Team Workflow	         Designers hand off static                                 Designers hand off tokens</a:t>
            </a:r>
          </a:p>
          <a:p>
            <a:pPr marL="12700" marR="5080"/>
            <a:r>
              <a:rPr lang="en-US" sz="1400" kern="0" spc="-80" dirty="0">
                <a:solidFill>
                  <a:schemeClr val="accent6"/>
                </a:solidFill>
              </a:rPr>
              <a:t>                                                HTML patterns	                                               (spacing, colors, radii)</a:t>
            </a:r>
          </a:p>
          <a:p>
            <a:pPr marL="12700" marR="5080"/>
            <a:endParaRPr lang="en-US" sz="1400" kern="0" spc="-80" dirty="0">
              <a:solidFill>
                <a:schemeClr val="accent6"/>
              </a:solidFill>
            </a:endParaRPr>
          </a:p>
          <a:p>
            <a:pPr marL="12700" marR="5080"/>
            <a:r>
              <a:rPr lang="en-US" sz="1400" kern="0" spc="-80" dirty="0">
                <a:solidFill>
                  <a:schemeClr val="accent2"/>
                </a:solidFill>
              </a:rPr>
              <a:t>2. Bootstrap Architecture Patterns</a:t>
            </a:r>
          </a:p>
          <a:p>
            <a:pPr marL="12700" marR="5080"/>
            <a:r>
              <a:rPr lang="en-US" sz="1400" kern="0" spc="-80" dirty="0">
                <a:solidFill>
                  <a:schemeClr val="accent2"/>
                </a:solidFill>
              </a:rPr>
              <a:t>Pattern A — Component-First Bootstrap Architecture (Traditional)</a:t>
            </a:r>
          </a:p>
          <a:p>
            <a:pPr marL="12700" marR="5080"/>
            <a:r>
              <a:rPr lang="en-US" sz="1400" kern="0" spc="-80" dirty="0">
                <a:solidFill>
                  <a:schemeClr val="accent2"/>
                </a:solidFill>
              </a:rPr>
              <a:t>Use When: </a:t>
            </a:r>
            <a:r>
              <a:rPr lang="en-US" sz="1400" kern="0" spc="-80" dirty="0">
                <a:solidFill>
                  <a:schemeClr val="accent6"/>
                </a:solidFill>
              </a:rPr>
              <a:t>quick MVPs, dashboards, admin tools, enterprise legacy apps.</a:t>
            </a:r>
          </a:p>
          <a:p>
            <a:pPr marL="12700" marR="5080"/>
            <a:r>
              <a:rPr lang="en-US" sz="1400" kern="0" spc="-80" dirty="0">
                <a:solidFill>
                  <a:schemeClr val="accent2"/>
                </a:solidFill>
              </a:rPr>
              <a:t>Architecture</a:t>
            </a:r>
          </a:p>
          <a:p>
            <a:pPr marL="12700" marR="5080"/>
            <a:r>
              <a:rPr lang="en-US" sz="1400" kern="0" spc="-80" dirty="0">
                <a:solidFill>
                  <a:schemeClr val="accent6"/>
                </a:solidFill>
              </a:rPr>
              <a:t>Bootstrap Core CSS</a:t>
            </a:r>
          </a:p>
          <a:p>
            <a:pPr marL="12700" marR="5080"/>
            <a:r>
              <a:rPr lang="en-US" sz="1400" kern="0" spc="-80" dirty="0">
                <a:solidFill>
                  <a:schemeClr val="accent6"/>
                </a:solidFill>
              </a:rPr>
              <a:t>       ↓</a:t>
            </a:r>
          </a:p>
          <a:p>
            <a:pPr marL="12700" marR="5080"/>
            <a:r>
              <a:rPr lang="en-US" sz="1400" kern="0" spc="-80" dirty="0">
                <a:solidFill>
                  <a:schemeClr val="accent6"/>
                </a:solidFill>
              </a:rPr>
              <a:t>Your Custom Theme (Sass variables)</a:t>
            </a:r>
          </a:p>
          <a:p>
            <a:pPr marL="12700" marR="5080"/>
            <a:r>
              <a:rPr lang="en-US" sz="1400" kern="0" spc="-80" dirty="0">
                <a:solidFill>
                  <a:schemeClr val="accent6"/>
                </a:solidFill>
              </a:rPr>
              <a:t>       ↓</a:t>
            </a:r>
          </a:p>
          <a:p>
            <a:pPr marL="12700" marR="5080"/>
            <a:r>
              <a:rPr lang="en-US" sz="1400" kern="0" spc="-80" dirty="0">
                <a:solidFill>
                  <a:schemeClr val="accent6"/>
                </a:solidFill>
              </a:rPr>
              <a:t>Component Overrides (buttons, modals)</a:t>
            </a:r>
          </a:p>
          <a:p>
            <a:pPr marL="12700" marR="5080"/>
            <a:r>
              <a:rPr lang="en-US" sz="1400" kern="0" spc="-80" dirty="0">
                <a:solidFill>
                  <a:schemeClr val="accent6"/>
                </a:solidFill>
              </a:rPr>
              <a:t>       ↓</a:t>
            </a:r>
          </a:p>
          <a:p>
            <a:pPr marL="12700" marR="5080"/>
            <a:r>
              <a:rPr lang="en-US" sz="1400" kern="0" spc="-80" dirty="0">
                <a:solidFill>
                  <a:schemeClr val="accent6"/>
                </a:solidFill>
              </a:rPr>
              <a:t>Page-Level CSS</a:t>
            </a:r>
          </a:p>
        </p:txBody>
      </p:sp>
    </p:spTree>
    <p:extLst>
      <p:ext uri="{BB962C8B-B14F-4D97-AF65-F5344CB8AC3E}">
        <p14:creationId xmlns:p14="http://schemas.microsoft.com/office/powerpoint/2010/main" val="64541816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B092C-50EA-653F-6DED-02BA700B64B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A752257-2262-A9A7-AC30-D512A50B058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3F20C1F-B191-8D63-BCDD-82B53071A33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4209A14-95C7-1449-DABF-C556E68E27D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C366D37-5E9B-0A46-140D-290D6284CE4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0092BFD-191A-16BF-689A-03434C66D9E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F23203E-AC9E-DC42-DDA0-DABCD7CA340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133D54B-610B-58FF-F2A4-BD6A6356C3D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F187309-95C5-3F38-38AF-97EB789727D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7D9D82F-C46A-7A13-C466-3EC079F2C4B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83CE871-B9F0-A9B1-9B3B-09B9A4513883}"/>
              </a:ext>
            </a:extLst>
          </p:cNvPr>
          <p:cNvSpPr txBox="1">
            <a:spLocks/>
          </p:cNvSpPr>
          <p:nvPr/>
        </p:nvSpPr>
        <p:spPr>
          <a:xfrm>
            <a:off x="152400" y="685800"/>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2. Bootstrap Architecture Patterns</a:t>
            </a:r>
          </a:p>
          <a:p>
            <a:pPr marL="12700" marR="5080"/>
            <a:r>
              <a:rPr lang="en-US" sz="1400" kern="0" spc="-80" dirty="0">
                <a:solidFill>
                  <a:schemeClr val="accent2"/>
                </a:solidFill>
              </a:rPr>
              <a:t>Pattern A — Component-First Bootstrap Architecture (Traditional)</a:t>
            </a:r>
          </a:p>
          <a:p>
            <a:pPr marL="12700" marR="5080"/>
            <a:r>
              <a:rPr lang="en-US" sz="1400" kern="0" spc="-80" dirty="0">
                <a:solidFill>
                  <a:schemeClr val="accent2"/>
                </a:solidFill>
              </a:rPr>
              <a:t>Workflow</a:t>
            </a:r>
          </a:p>
          <a:p>
            <a:pPr marL="12700" marR="5080"/>
            <a:r>
              <a:rPr lang="en-US" sz="1400" kern="0" spc="-80" dirty="0">
                <a:solidFill>
                  <a:schemeClr val="accent6"/>
                </a:solidFill>
              </a:rPr>
              <a:t>Use Bootstrap base components.</a:t>
            </a:r>
          </a:p>
          <a:p>
            <a:pPr marL="12700" marR="5080"/>
            <a:r>
              <a:rPr lang="en-US" sz="1400" kern="0" spc="-80" dirty="0">
                <a:solidFill>
                  <a:schemeClr val="accent6"/>
                </a:solidFill>
              </a:rPr>
              <a:t>Customize via Sass variables ($primary, $body-</a:t>
            </a:r>
            <a:r>
              <a:rPr lang="en-US" sz="1400" kern="0" spc="-80" dirty="0" err="1">
                <a:solidFill>
                  <a:schemeClr val="accent6"/>
                </a:solidFill>
              </a:rPr>
              <a:t>bg</a:t>
            </a:r>
            <a:r>
              <a:rPr lang="en-US" sz="1400" kern="0" spc="-80" dirty="0">
                <a:solidFill>
                  <a:schemeClr val="accent6"/>
                </a:solidFill>
              </a:rPr>
              <a:t>, etc.).</a:t>
            </a:r>
          </a:p>
          <a:p>
            <a:pPr marL="12700" marR="5080"/>
            <a:r>
              <a:rPr lang="en-US" sz="1400" kern="0" spc="-80" dirty="0">
                <a:solidFill>
                  <a:schemeClr val="accent6"/>
                </a:solidFill>
              </a:rPr>
              <a:t>Add custom SCSS for specific components.</a:t>
            </a:r>
          </a:p>
          <a:p>
            <a:pPr marL="12700" marR="5080"/>
            <a:r>
              <a:rPr lang="en-US" sz="1400" kern="0" spc="-80" dirty="0">
                <a:solidFill>
                  <a:schemeClr val="accent6"/>
                </a:solidFill>
              </a:rPr>
              <a:t>Override Bootstrap defaults using CSS specificity.</a:t>
            </a:r>
          </a:p>
          <a:p>
            <a:pPr marL="12700" marR="5080"/>
            <a:r>
              <a:rPr lang="en-US" sz="1400" kern="0" spc="-80" dirty="0">
                <a:solidFill>
                  <a:schemeClr val="accent6"/>
                </a:solidFill>
              </a:rPr>
              <a:t>Add responsive classes using Bootstrap utilities.</a:t>
            </a:r>
          </a:p>
          <a:p>
            <a:pPr marL="12700" marR="5080"/>
            <a:r>
              <a:rPr lang="en-US" sz="1400" kern="0" spc="-80" dirty="0">
                <a:solidFill>
                  <a:schemeClr val="accent6"/>
                </a:solidFill>
              </a:rPr>
              <a:t>Add Bootstrap’s JS plugins for interactive components.</a:t>
            </a:r>
          </a:p>
          <a:p>
            <a:pPr marL="12700" marR="5080"/>
            <a:r>
              <a:rPr lang="en-US" sz="1400" kern="0" spc="-80" dirty="0">
                <a:solidFill>
                  <a:schemeClr val="accent2"/>
                </a:solidFill>
              </a:rPr>
              <a:t>Pros</a:t>
            </a:r>
          </a:p>
          <a:p>
            <a:pPr marL="12700" marR="5080"/>
            <a:r>
              <a:rPr lang="en-US" sz="1400" kern="0" spc="-80" dirty="0">
                <a:solidFill>
                  <a:schemeClr val="accent6"/>
                </a:solidFill>
              </a:rPr>
              <a:t>Fast onboarding</a:t>
            </a:r>
          </a:p>
          <a:p>
            <a:pPr marL="12700" marR="5080"/>
            <a:r>
              <a:rPr lang="en-US" sz="1400" kern="0" spc="-80" dirty="0">
                <a:solidFill>
                  <a:schemeClr val="accent6"/>
                </a:solidFill>
              </a:rPr>
              <a:t>Predictable components</a:t>
            </a:r>
          </a:p>
          <a:p>
            <a:pPr marL="12700" marR="5080"/>
            <a:r>
              <a:rPr lang="en-US" sz="1400" kern="0" spc="-80" dirty="0">
                <a:solidFill>
                  <a:schemeClr val="accent6"/>
                </a:solidFill>
              </a:rPr>
              <a:t>Minimal UI decisions</a:t>
            </a:r>
          </a:p>
          <a:p>
            <a:pPr marL="12700" marR="5080"/>
            <a:r>
              <a:rPr lang="en-US" sz="1400" kern="0" spc="-80" dirty="0">
                <a:solidFill>
                  <a:schemeClr val="accent2"/>
                </a:solidFill>
              </a:rPr>
              <a:t>Cons</a:t>
            </a:r>
          </a:p>
          <a:p>
            <a:pPr marL="12700" marR="5080"/>
            <a:r>
              <a:rPr lang="en-US" sz="1400" kern="0" spc="-80" dirty="0">
                <a:solidFill>
                  <a:schemeClr val="accent6"/>
                </a:solidFill>
              </a:rPr>
              <a:t>Overrides accumulate → technical debt</a:t>
            </a:r>
          </a:p>
          <a:p>
            <a:pPr marL="12700" marR="5080"/>
            <a:r>
              <a:rPr lang="en-US" sz="1400" kern="0" spc="-80" dirty="0">
                <a:solidFill>
                  <a:schemeClr val="accent6"/>
                </a:solidFill>
              </a:rPr>
              <a:t>Harder to build brand-distinct UIs</a:t>
            </a:r>
          </a:p>
          <a:p>
            <a:pPr marL="12700" marR="5080"/>
            <a:r>
              <a:rPr lang="en-US" sz="1400" kern="0" spc="-80" dirty="0">
                <a:solidFill>
                  <a:schemeClr val="accent6"/>
                </a:solidFill>
              </a:rPr>
              <a:t>CSS growth over time</a:t>
            </a:r>
          </a:p>
          <a:p>
            <a:pPr marL="12700" marR="5080"/>
            <a:endParaRPr lang="en-US" sz="1400" kern="0" spc="-80" dirty="0">
              <a:solidFill>
                <a:schemeClr val="accent6"/>
              </a:solidFill>
            </a:endParaRPr>
          </a:p>
          <a:p>
            <a:pPr marL="12700" marR="5080"/>
            <a:r>
              <a:rPr lang="en-US" sz="1400" kern="0" spc="-80" dirty="0">
                <a:solidFill>
                  <a:schemeClr val="accent2"/>
                </a:solidFill>
              </a:rPr>
              <a:t>Pattern B — Bootstrap + Utility Classes (Hybrid)</a:t>
            </a:r>
          </a:p>
          <a:p>
            <a:pPr marL="12700" marR="5080"/>
            <a:r>
              <a:rPr lang="en-US" sz="1400" kern="0" spc="-80" dirty="0">
                <a:solidFill>
                  <a:schemeClr val="accent2"/>
                </a:solidFill>
              </a:rPr>
              <a:t>Use When: </a:t>
            </a:r>
            <a:r>
              <a:rPr lang="en-US" sz="1400" kern="0" spc="-80" dirty="0">
                <a:solidFill>
                  <a:schemeClr val="accent6"/>
                </a:solidFill>
              </a:rPr>
              <a:t>you want Bootstrap components + utilities for fine-tuning.</a:t>
            </a:r>
          </a:p>
        </p:txBody>
      </p:sp>
    </p:spTree>
    <p:extLst>
      <p:ext uri="{BB962C8B-B14F-4D97-AF65-F5344CB8AC3E}">
        <p14:creationId xmlns:p14="http://schemas.microsoft.com/office/powerpoint/2010/main" val="414643139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EB0F8-9C57-83A7-5B58-D9AE71696B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BC79DA3-BB45-5071-FFA0-643C78D10EB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46C064-50FF-ACFB-9F36-068A1F32CF4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BE6430D-0683-37F7-043A-F187943CD9B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91842B6-AA13-4035-ABE4-0FF35632B0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B925566-B47D-FC4F-6D69-1C248A8EAEA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56953D4-25ED-A747-8A9A-8B2C85149C7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13C9931-4F5E-266D-97A2-E052545A3B4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8F50627-E15C-0E6B-07B5-A39735B7848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F1D68F6-BD99-BE76-BB75-D0E38EB5408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30DBD97-64BA-C545-D460-810664EC91F8}"/>
              </a:ext>
            </a:extLst>
          </p:cNvPr>
          <p:cNvSpPr txBox="1">
            <a:spLocks/>
          </p:cNvSpPr>
          <p:nvPr/>
        </p:nvSpPr>
        <p:spPr>
          <a:xfrm>
            <a:off x="152400" y="685800"/>
            <a:ext cx="8624937" cy="58323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2. Bootstrap Architecture Patterns</a:t>
            </a:r>
          </a:p>
          <a:p>
            <a:pPr marL="12700" marR="5080"/>
            <a:r>
              <a:rPr lang="en-US" sz="1400" kern="0" spc="-80" dirty="0">
                <a:solidFill>
                  <a:schemeClr val="accent2"/>
                </a:solidFill>
              </a:rPr>
              <a:t>Pattern B — Bootstrap + Utility Classes (Hybrid)</a:t>
            </a:r>
          </a:p>
          <a:p>
            <a:pPr marL="12700" marR="5080"/>
            <a:r>
              <a:rPr lang="en-US" sz="1400" kern="0" spc="-80" dirty="0">
                <a:solidFill>
                  <a:schemeClr val="accent2"/>
                </a:solidFill>
              </a:rPr>
              <a:t>Architecture</a:t>
            </a:r>
          </a:p>
          <a:p>
            <a:pPr marL="12700" marR="5080"/>
            <a:r>
              <a:rPr lang="en-US" sz="1400" kern="0" spc="-80" dirty="0">
                <a:solidFill>
                  <a:schemeClr val="accent6"/>
                </a:solidFill>
              </a:rPr>
              <a:t>Bootstrap (Core + Utilities)</a:t>
            </a:r>
          </a:p>
          <a:p>
            <a:pPr marL="12700" marR="5080"/>
            <a:r>
              <a:rPr lang="en-US" sz="1400" kern="0" spc="-80" dirty="0">
                <a:solidFill>
                  <a:schemeClr val="accent6"/>
                </a:solidFill>
              </a:rPr>
              <a:t>       ↓</a:t>
            </a:r>
          </a:p>
          <a:p>
            <a:pPr marL="12700" marR="5080"/>
            <a:r>
              <a:rPr lang="en-US" sz="1400" kern="0" spc="-80" dirty="0">
                <a:solidFill>
                  <a:schemeClr val="accent6"/>
                </a:solidFill>
              </a:rPr>
              <a:t>Custom Components (HTML + utilities)</a:t>
            </a:r>
          </a:p>
          <a:p>
            <a:pPr marL="12700" marR="5080"/>
            <a:r>
              <a:rPr lang="en-US" sz="1400" kern="0" spc="-80" dirty="0">
                <a:solidFill>
                  <a:schemeClr val="accent6"/>
                </a:solidFill>
              </a:rPr>
              <a:t>       ↓</a:t>
            </a:r>
          </a:p>
          <a:p>
            <a:pPr marL="12700" marR="5080"/>
            <a:r>
              <a:rPr lang="en-US" sz="1400" kern="0" spc="-80" dirty="0">
                <a:solidFill>
                  <a:schemeClr val="accent6"/>
                </a:solidFill>
              </a:rPr>
              <a:t>Scoped Custom SCSS</a:t>
            </a:r>
          </a:p>
          <a:p>
            <a:pPr marL="12700" marR="5080"/>
            <a:r>
              <a:rPr lang="en-US" sz="1400" kern="0" spc="-80" dirty="0">
                <a:solidFill>
                  <a:schemeClr val="accent2"/>
                </a:solidFill>
              </a:rPr>
              <a:t>Workflow</a:t>
            </a:r>
          </a:p>
          <a:p>
            <a:pPr marL="12700" marR="5080"/>
            <a:r>
              <a:rPr lang="en-US" sz="1400" kern="0" spc="-80" dirty="0">
                <a:solidFill>
                  <a:schemeClr val="accent6"/>
                </a:solidFill>
              </a:rPr>
              <a:t>Use Bootstrap components.</a:t>
            </a:r>
          </a:p>
          <a:p>
            <a:pPr marL="12700" marR="5080"/>
            <a:r>
              <a:rPr lang="en-US" sz="1400" kern="0" spc="-80" dirty="0">
                <a:solidFill>
                  <a:schemeClr val="accent6"/>
                </a:solidFill>
              </a:rPr>
              <a:t>Add Bootstrap utility classes (pt-2, text-center) to reduce CSS writing.</a:t>
            </a:r>
          </a:p>
          <a:p>
            <a:pPr marL="12700" marR="5080"/>
            <a:r>
              <a:rPr lang="en-US" sz="1400" kern="0" spc="-80" dirty="0">
                <a:solidFill>
                  <a:schemeClr val="accent6"/>
                </a:solidFill>
              </a:rPr>
              <a:t>Write SCSS only when utilities are insufficient.</a:t>
            </a:r>
          </a:p>
          <a:p>
            <a:pPr marL="12700" marR="5080"/>
            <a:endParaRPr lang="en-US" sz="1400" kern="0" spc="-80" dirty="0">
              <a:solidFill>
                <a:schemeClr val="accent6"/>
              </a:solidFill>
            </a:endParaRPr>
          </a:p>
          <a:p>
            <a:pPr marL="12700" marR="5080"/>
            <a:r>
              <a:rPr lang="en-US" sz="1400" kern="0" spc="-80" dirty="0">
                <a:solidFill>
                  <a:schemeClr val="accent2"/>
                </a:solidFill>
              </a:rPr>
              <a:t>Pattern C — Bootstrap-Themed Design System</a:t>
            </a:r>
          </a:p>
          <a:p>
            <a:pPr marL="12700" marR="5080"/>
            <a:r>
              <a:rPr lang="en-US" sz="1400" kern="0" spc="-80" dirty="0">
                <a:solidFill>
                  <a:schemeClr val="accent2"/>
                </a:solidFill>
              </a:rPr>
              <a:t>Use When: </a:t>
            </a:r>
            <a:r>
              <a:rPr lang="en-US" sz="1400" kern="0" spc="-80" dirty="0">
                <a:solidFill>
                  <a:schemeClr val="accent6"/>
                </a:solidFill>
              </a:rPr>
              <a:t>you want a consistent design system but also leverage Bootstrap.</a:t>
            </a:r>
          </a:p>
          <a:p>
            <a:pPr marL="12700" marR="5080"/>
            <a:r>
              <a:rPr lang="en-US" sz="1400" kern="0" spc="-80" dirty="0">
                <a:solidFill>
                  <a:schemeClr val="accent2"/>
                </a:solidFill>
              </a:rPr>
              <a:t>Architecture</a:t>
            </a:r>
          </a:p>
          <a:p>
            <a:pPr marL="12700" marR="5080"/>
            <a:r>
              <a:rPr lang="en-US" sz="1400" kern="0" spc="-80" dirty="0">
                <a:solidFill>
                  <a:schemeClr val="accent6"/>
                </a:solidFill>
              </a:rPr>
              <a:t>Design Tokens (Sass variables)</a:t>
            </a:r>
          </a:p>
          <a:p>
            <a:pPr marL="12700" marR="5080"/>
            <a:r>
              <a:rPr lang="en-US" sz="1400" kern="0" spc="-80" dirty="0">
                <a:solidFill>
                  <a:schemeClr val="accent6"/>
                </a:solidFill>
              </a:rPr>
              <a:t>       ↓</a:t>
            </a:r>
          </a:p>
          <a:p>
            <a:pPr marL="12700" marR="5080"/>
            <a:r>
              <a:rPr lang="en-US" sz="1400" kern="0" spc="-80" dirty="0">
                <a:solidFill>
                  <a:schemeClr val="accent6"/>
                </a:solidFill>
              </a:rPr>
              <a:t>Bootstrap Recompiled with your tokens</a:t>
            </a:r>
          </a:p>
          <a:p>
            <a:pPr marL="12700" marR="5080"/>
            <a:r>
              <a:rPr lang="en-US" sz="1400" kern="0" spc="-80" dirty="0">
                <a:solidFill>
                  <a:schemeClr val="accent6"/>
                </a:solidFill>
              </a:rPr>
              <a:t>       ↓</a:t>
            </a:r>
          </a:p>
          <a:p>
            <a:pPr marL="12700" marR="5080"/>
            <a:r>
              <a:rPr lang="en-US" sz="1400" kern="0" spc="-80" dirty="0">
                <a:solidFill>
                  <a:schemeClr val="accent6"/>
                </a:solidFill>
              </a:rPr>
              <a:t>Custom Component Library</a:t>
            </a:r>
          </a:p>
          <a:p>
            <a:pPr marL="12700" marR="5080"/>
            <a:r>
              <a:rPr lang="en-US" sz="1400" kern="0" spc="-80" dirty="0">
                <a:solidFill>
                  <a:schemeClr val="accent6"/>
                </a:solidFill>
              </a:rPr>
              <a:t>       ↓</a:t>
            </a:r>
          </a:p>
          <a:p>
            <a:pPr marL="12700" marR="5080"/>
            <a:r>
              <a:rPr lang="en-US" sz="1400" kern="0" spc="-80" dirty="0">
                <a:solidFill>
                  <a:schemeClr val="accent6"/>
                </a:solidFill>
              </a:rPr>
              <a:t>App Pages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60158523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E1B22-FABB-CB39-B6DD-1F9826785C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6E67D42-EAF7-48D9-FDD8-D069E6380E0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71A723F-1923-C9C9-07E9-9D8C0CD8D9E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1F3AC2C-B63C-A310-7A29-3FAD28DC288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6C2B1A5-1A39-0648-4D58-5B336CA737F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F076068-A4D3-B716-91A8-FD534D2F2F8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4470E7D-FC61-EB92-43DF-95353AA0BFD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BA786C9-2F49-F223-999D-6F3F9D8CD48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7FA423E-907F-82A3-80BC-5499FA1AB15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CA9D4FE-E85B-0712-2355-296D48AE6C6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3F142FA-40FF-DA34-6F3C-7E2AFEF15F40}"/>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2. Bootstrap Architecture Patterns</a:t>
            </a:r>
          </a:p>
          <a:p>
            <a:pPr marL="12700" marR="5080"/>
            <a:r>
              <a:rPr lang="en-US" sz="1400" kern="0" spc="-80" dirty="0">
                <a:solidFill>
                  <a:schemeClr val="accent2"/>
                </a:solidFill>
              </a:rPr>
              <a:t>Pattern C — Bootstrap-Themed Design System</a:t>
            </a:r>
          </a:p>
          <a:p>
            <a:pPr marL="12700" marR="5080"/>
            <a:r>
              <a:rPr lang="en-US" sz="1400" kern="0" spc="-80" dirty="0">
                <a:solidFill>
                  <a:schemeClr val="accent2"/>
                </a:solidFill>
              </a:rPr>
              <a:t>Workflow</a:t>
            </a:r>
          </a:p>
          <a:p>
            <a:pPr marL="12700" marR="5080"/>
            <a:r>
              <a:rPr lang="en-US" sz="1400" kern="0" spc="-80" dirty="0">
                <a:solidFill>
                  <a:schemeClr val="accent6"/>
                </a:solidFill>
              </a:rPr>
              <a:t>Override typography, spacing, colors by editing Bootstrap’s variables.</a:t>
            </a:r>
          </a:p>
          <a:p>
            <a:pPr marL="12700" marR="5080"/>
            <a:r>
              <a:rPr lang="en-US" sz="1400" kern="0" spc="-80" dirty="0">
                <a:solidFill>
                  <a:schemeClr val="accent6"/>
                </a:solidFill>
              </a:rPr>
              <a:t>Recompile Bootstrap.</a:t>
            </a:r>
          </a:p>
          <a:p>
            <a:pPr marL="12700" marR="5080"/>
            <a:r>
              <a:rPr lang="en-US" sz="1400" kern="0" spc="-80" dirty="0">
                <a:solidFill>
                  <a:schemeClr val="accent6"/>
                </a:solidFill>
              </a:rPr>
              <a:t>Build your own “</a:t>
            </a:r>
            <a:r>
              <a:rPr lang="en-US" sz="1400" kern="0" spc="-80" dirty="0" err="1">
                <a:solidFill>
                  <a:schemeClr val="accent6"/>
                </a:solidFill>
              </a:rPr>
              <a:t>Bootstrap+Custom</a:t>
            </a:r>
            <a:r>
              <a:rPr lang="en-US" sz="1400" kern="0" spc="-80" dirty="0">
                <a:solidFill>
                  <a:schemeClr val="accent6"/>
                </a:solidFill>
              </a:rPr>
              <a:t>” components as reusable partials.</a:t>
            </a:r>
          </a:p>
          <a:p>
            <a:pPr marL="12700" marR="5080"/>
            <a:r>
              <a:rPr lang="en-US" sz="1400" kern="0" spc="-80" dirty="0">
                <a:solidFill>
                  <a:schemeClr val="accent6"/>
                </a:solidFill>
              </a:rPr>
              <a:t>Use consistent naming (e.g., app-card, app-table).</a:t>
            </a:r>
          </a:p>
          <a:p>
            <a:pPr marL="12700" marR="5080"/>
            <a:endParaRPr lang="en-US" sz="1400" kern="0" spc="-80" dirty="0">
              <a:solidFill>
                <a:schemeClr val="accent6"/>
              </a:solidFill>
            </a:endParaRPr>
          </a:p>
          <a:p>
            <a:pPr marL="12700" marR="5080"/>
            <a:r>
              <a:rPr lang="en-US" sz="1400" kern="0" spc="-80" dirty="0">
                <a:solidFill>
                  <a:schemeClr val="accent2"/>
                </a:solidFill>
              </a:rPr>
              <a:t>3. Tailwind CSS Architecture Patterns</a:t>
            </a:r>
          </a:p>
          <a:p>
            <a:pPr marL="12700" marR="5080"/>
            <a:r>
              <a:rPr lang="en-US" sz="1400" kern="0" spc="-80" dirty="0">
                <a:solidFill>
                  <a:schemeClr val="accent2"/>
                </a:solidFill>
              </a:rPr>
              <a:t>Pattern A — Utility-First Architecture (Pure Tailwind)</a:t>
            </a:r>
          </a:p>
          <a:p>
            <a:pPr marL="12700" marR="5080"/>
            <a:r>
              <a:rPr lang="en-US" sz="1400" kern="0" spc="-80" dirty="0">
                <a:solidFill>
                  <a:schemeClr val="accent2"/>
                </a:solidFill>
              </a:rPr>
              <a:t>Use When: </a:t>
            </a:r>
            <a:r>
              <a:rPr lang="en-US" sz="1400" kern="0" spc="-80" dirty="0">
                <a:solidFill>
                  <a:schemeClr val="accent6"/>
                </a:solidFill>
              </a:rPr>
              <a:t>custom UIs, landing pages, SaaS apps, design-heavy products.</a:t>
            </a:r>
          </a:p>
          <a:p>
            <a:pPr marL="12700" marR="5080"/>
            <a:r>
              <a:rPr lang="en-US" sz="1400" kern="0" spc="-80" dirty="0">
                <a:solidFill>
                  <a:schemeClr val="accent2"/>
                </a:solidFill>
              </a:rPr>
              <a:t>Architecture</a:t>
            </a:r>
          </a:p>
          <a:p>
            <a:pPr marL="12700" marR="5080"/>
            <a:r>
              <a:rPr lang="en-US" sz="1400" kern="0" spc="-80" dirty="0">
                <a:solidFill>
                  <a:schemeClr val="accent6"/>
                </a:solidFill>
              </a:rPr>
              <a:t>tailwind.config.js</a:t>
            </a:r>
          </a:p>
          <a:p>
            <a:pPr marL="12700" marR="5080"/>
            <a:r>
              <a:rPr lang="en-US" sz="1400" kern="0" spc="-80" dirty="0">
                <a:solidFill>
                  <a:schemeClr val="accent6"/>
                </a:solidFill>
              </a:rPr>
              <a:t>      ↓</a:t>
            </a:r>
          </a:p>
          <a:p>
            <a:pPr marL="12700" marR="5080"/>
            <a:r>
              <a:rPr lang="en-US" sz="1400" kern="0" spc="-80" dirty="0">
                <a:solidFill>
                  <a:schemeClr val="accent6"/>
                </a:solidFill>
              </a:rPr>
              <a:t>Design Tokens (colors, </a:t>
            </a:r>
            <a:r>
              <a:rPr lang="en-US" sz="1400" kern="0" spc="-80" dirty="0" err="1">
                <a:solidFill>
                  <a:schemeClr val="accent6"/>
                </a:solidFill>
              </a:rPr>
              <a:t>fontSize</a:t>
            </a:r>
            <a:r>
              <a:rPr lang="en-US" sz="1400" kern="0" spc="-80" dirty="0">
                <a:solidFill>
                  <a:schemeClr val="accent6"/>
                </a:solidFill>
              </a:rPr>
              <a:t>, spacing, radii)</a:t>
            </a:r>
          </a:p>
          <a:p>
            <a:pPr marL="12700" marR="5080"/>
            <a:r>
              <a:rPr lang="en-US" sz="1400" kern="0" spc="-80" dirty="0">
                <a:solidFill>
                  <a:schemeClr val="accent6"/>
                </a:solidFill>
              </a:rPr>
              <a:t>      ↓</a:t>
            </a:r>
          </a:p>
          <a:p>
            <a:pPr marL="12700" marR="5080"/>
            <a:r>
              <a:rPr lang="en-US" sz="1400" kern="0" spc="-80" dirty="0">
                <a:solidFill>
                  <a:schemeClr val="accent6"/>
                </a:solidFill>
              </a:rPr>
              <a:t>Atomic Utility Classes</a:t>
            </a:r>
          </a:p>
          <a:p>
            <a:pPr marL="12700" marR="5080"/>
            <a:r>
              <a:rPr lang="en-US" sz="1400" kern="0" spc="-80" dirty="0">
                <a:solidFill>
                  <a:schemeClr val="accent6"/>
                </a:solidFill>
              </a:rPr>
              <a:t>      ↓</a:t>
            </a:r>
          </a:p>
          <a:p>
            <a:pPr marL="12700" marR="5080"/>
            <a:r>
              <a:rPr lang="en-US" sz="1400" kern="0" spc="-80" dirty="0">
                <a:solidFill>
                  <a:schemeClr val="accent6"/>
                </a:solidFill>
              </a:rPr>
              <a:t>UI Components (HTML + utilities)</a:t>
            </a:r>
          </a:p>
          <a:p>
            <a:pPr marL="12700" marR="5080"/>
            <a:r>
              <a:rPr lang="en-US" sz="1400" kern="0" spc="-80" dirty="0">
                <a:solidFill>
                  <a:schemeClr val="accent6"/>
                </a:solidFill>
              </a:rPr>
              <a:t>      ↓</a:t>
            </a:r>
          </a:p>
          <a:p>
            <a:pPr marL="12700" marR="5080"/>
            <a:r>
              <a:rPr lang="en-US" sz="1400" kern="0" spc="-80" dirty="0">
                <a:solidFill>
                  <a:schemeClr val="accent6"/>
                </a:solidFill>
              </a:rPr>
              <a:t>Pages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30841132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89954-7D04-58C3-389E-19AF42CD1E3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539F263-DB1E-D711-DFB1-57564498C4E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C6A56AE-4133-DAF2-41CA-A411D2951A4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3418F3A-C0D6-DB94-23E2-6029E3F009B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47C45D1-A8EE-5668-BB50-C1DC0826688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F86805-1FB2-FC24-E83D-22D4AACA90F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86EB5D1-2968-DE47-53E8-D708C761914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5263EA1-7016-78D3-B9BD-A176EC414A4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6CB55F5-566F-F3ED-B5EC-01024B28079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0005DD9-1EFE-9630-1AA8-E011E1DF874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1175253-6C52-52C8-051B-98CDEFBDD8EF}"/>
              </a:ext>
            </a:extLst>
          </p:cNvPr>
          <p:cNvSpPr txBox="1">
            <a:spLocks/>
          </p:cNvSpPr>
          <p:nvPr/>
        </p:nvSpPr>
        <p:spPr>
          <a:xfrm>
            <a:off x="152400" y="685800"/>
            <a:ext cx="8624937" cy="43242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3. Tailwind CSS Architecture Patterns</a:t>
            </a:r>
          </a:p>
          <a:p>
            <a:pPr marL="12700" marR="5080"/>
            <a:r>
              <a:rPr lang="en-US" sz="1400" kern="0" spc="-80" dirty="0">
                <a:solidFill>
                  <a:schemeClr val="accent2"/>
                </a:solidFill>
              </a:rPr>
              <a:t>Pattern A — Utility-First Architecture (Pure Tailwind)</a:t>
            </a:r>
          </a:p>
          <a:p>
            <a:pPr marL="12700" marR="5080"/>
            <a:r>
              <a:rPr lang="en-US" sz="1400" kern="0" spc="-80" dirty="0">
                <a:solidFill>
                  <a:schemeClr val="accent2"/>
                </a:solidFill>
              </a:rPr>
              <a:t>Workflow</a:t>
            </a:r>
          </a:p>
          <a:p>
            <a:pPr marL="12700" marR="5080"/>
            <a:r>
              <a:rPr lang="en-US" sz="1400" kern="0" spc="-80" dirty="0">
                <a:solidFill>
                  <a:schemeClr val="accent6"/>
                </a:solidFill>
              </a:rPr>
              <a:t>Define brand tokens in tailwind.config.js.</a:t>
            </a:r>
          </a:p>
          <a:p>
            <a:pPr marL="12700" marR="5080"/>
            <a:r>
              <a:rPr lang="en-US" sz="1400" kern="0" spc="-80" dirty="0">
                <a:solidFill>
                  <a:schemeClr val="accent6"/>
                </a:solidFill>
              </a:rPr>
              <a:t>Use utilities directly in HTML to build components.</a:t>
            </a:r>
          </a:p>
          <a:p>
            <a:pPr marL="12700" marR="5080"/>
            <a:r>
              <a:rPr lang="en-US" sz="1400" kern="0" spc="-80" dirty="0">
                <a:solidFill>
                  <a:schemeClr val="accent6"/>
                </a:solidFill>
              </a:rPr>
              <a:t>Extract repeating UI into components (React/Vue/</a:t>
            </a:r>
            <a:r>
              <a:rPr lang="en-US" sz="1400" kern="0" spc="-80" dirty="0" err="1">
                <a:solidFill>
                  <a:schemeClr val="accent6"/>
                </a:solidFill>
              </a:rPr>
              <a:t>etc</a:t>
            </a:r>
            <a:r>
              <a:rPr lang="en-US" sz="1400" kern="0" spc="-80" dirty="0">
                <a:solidFill>
                  <a:schemeClr val="accent6"/>
                </a:solidFill>
              </a:rPr>
              <a:t>).</a:t>
            </a:r>
          </a:p>
          <a:p>
            <a:pPr marL="12700" marR="5080"/>
            <a:r>
              <a:rPr lang="en-US" sz="1400" kern="0" spc="-80" dirty="0">
                <a:solidFill>
                  <a:schemeClr val="accent6"/>
                </a:solidFill>
              </a:rPr>
              <a:t>Add variants (hover:, dark:, lg:).</a:t>
            </a:r>
          </a:p>
          <a:p>
            <a:pPr marL="12700" marR="5080"/>
            <a:r>
              <a:rPr lang="en-US" sz="1400" kern="0" spc="-80" dirty="0">
                <a:solidFill>
                  <a:schemeClr val="accent6"/>
                </a:solidFill>
              </a:rPr>
              <a:t>JIT compiler tree-shakes unused styles (tiny bundle).</a:t>
            </a:r>
          </a:p>
          <a:p>
            <a:pPr marL="12700" marR="5080"/>
            <a:r>
              <a:rPr lang="en-US" sz="1400" kern="0" spc="-80" dirty="0">
                <a:solidFill>
                  <a:schemeClr val="accent2"/>
                </a:solidFill>
              </a:rPr>
              <a:t>Pros</a:t>
            </a:r>
          </a:p>
          <a:p>
            <a:pPr marL="12700" marR="5080"/>
            <a:r>
              <a:rPr lang="en-US" sz="1400" kern="0" spc="-80" dirty="0">
                <a:solidFill>
                  <a:schemeClr val="accent6"/>
                </a:solidFill>
              </a:rPr>
              <a:t>No custom CSS needed</a:t>
            </a:r>
          </a:p>
          <a:p>
            <a:pPr marL="12700" marR="5080"/>
            <a:r>
              <a:rPr lang="en-US" sz="1400" kern="0" spc="-80" dirty="0">
                <a:solidFill>
                  <a:schemeClr val="accent6"/>
                </a:solidFill>
              </a:rPr>
              <a:t>Tiny bundles</a:t>
            </a:r>
          </a:p>
          <a:p>
            <a:pPr marL="12700" marR="5080"/>
            <a:r>
              <a:rPr lang="en-US" sz="1400" kern="0" spc="-80" dirty="0">
                <a:solidFill>
                  <a:schemeClr val="accent6"/>
                </a:solidFill>
              </a:rPr>
              <a:t>High consistency via config</a:t>
            </a:r>
          </a:p>
          <a:p>
            <a:pPr marL="12700" marR="5080"/>
            <a:r>
              <a:rPr lang="en-US" sz="1400" kern="0" spc="-80" dirty="0">
                <a:solidFill>
                  <a:schemeClr val="accent6"/>
                </a:solidFill>
              </a:rPr>
              <a:t>Perfect for scalable design systems</a:t>
            </a:r>
          </a:p>
          <a:p>
            <a:pPr marL="12700" marR="5080"/>
            <a:r>
              <a:rPr lang="en-US" sz="1400" kern="0" spc="-80" dirty="0">
                <a:solidFill>
                  <a:schemeClr val="accent2"/>
                </a:solidFill>
              </a:rPr>
              <a:t>Cons</a:t>
            </a:r>
          </a:p>
          <a:p>
            <a:pPr marL="12700" marR="5080"/>
            <a:r>
              <a:rPr lang="en-US" sz="1400" kern="0" spc="-80" dirty="0">
                <a:solidFill>
                  <a:schemeClr val="accent6"/>
                </a:solidFill>
              </a:rPr>
              <a:t>HTML becomes class-heavy</a:t>
            </a:r>
          </a:p>
          <a:p>
            <a:pPr marL="12700" marR="5080"/>
            <a:r>
              <a:rPr lang="en-US" sz="1400" kern="0" spc="-80" dirty="0">
                <a:solidFill>
                  <a:schemeClr val="accent6"/>
                </a:solidFill>
              </a:rPr>
              <a:t>Requires initial configuration</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30977605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B19EC-D645-E533-5FB3-89053A7A953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FDA3566-0F8D-569B-F7CA-EB2E20FC8AD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725EC0D-CC3A-AECB-7CC1-2B4E8FF15AC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983C3AA-C8EC-F798-B794-79295B495B4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3052534-EBE3-DCAC-0A40-992CB9745D8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F6050FA-9A06-9718-226B-E5AC9E57001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CEED22E-3CD5-24ED-F7E2-C1EE1FC9653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686C0CA-84E5-36D7-ACEA-59C77551E23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92AD9C1-278E-E37F-069D-25F8EE6375F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D9397D9-1DB8-33CA-C09A-F45AEFD37A7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C9943F4-AD44-70AA-1CDC-DB32D690B1D9}"/>
              </a:ext>
            </a:extLst>
          </p:cNvPr>
          <p:cNvSpPr txBox="1">
            <a:spLocks/>
          </p:cNvSpPr>
          <p:nvPr/>
        </p:nvSpPr>
        <p:spPr>
          <a:xfrm>
            <a:off x="152400" y="685800"/>
            <a:ext cx="8624937" cy="41088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3. Tailwind CSS Architecture Patterns</a:t>
            </a:r>
          </a:p>
          <a:p>
            <a:pPr marL="12700" marR="5080"/>
            <a:r>
              <a:rPr lang="en-US" sz="1400" kern="0" spc="-80" dirty="0">
                <a:solidFill>
                  <a:schemeClr val="accent2"/>
                </a:solidFill>
              </a:rPr>
              <a:t>Pattern B — Tailwind Component Extraction (Modern, Recommended)</a:t>
            </a:r>
          </a:p>
          <a:p>
            <a:pPr marL="12700" marR="5080"/>
            <a:r>
              <a:rPr lang="en-US" sz="1400" kern="0" spc="-80" dirty="0">
                <a:solidFill>
                  <a:schemeClr val="accent2"/>
                </a:solidFill>
              </a:rPr>
              <a:t>Use When: </a:t>
            </a:r>
            <a:r>
              <a:rPr lang="en-US" sz="1400" kern="0" spc="-80" dirty="0">
                <a:solidFill>
                  <a:schemeClr val="accent6"/>
                </a:solidFill>
              </a:rPr>
              <a:t>teams building large React/Vue/Svelte apps with reusable UI components.</a:t>
            </a:r>
          </a:p>
          <a:p>
            <a:pPr marL="12700" marR="5080"/>
            <a:r>
              <a:rPr lang="en-US" sz="1400" kern="0" spc="-80" dirty="0">
                <a:solidFill>
                  <a:schemeClr val="accent2"/>
                </a:solidFill>
              </a:rPr>
              <a:t>Architecture</a:t>
            </a:r>
          </a:p>
          <a:p>
            <a:pPr marL="12700" marR="5080"/>
            <a:r>
              <a:rPr lang="en-US" sz="1400" kern="0" spc="-80" dirty="0">
                <a:solidFill>
                  <a:schemeClr val="accent6"/>
                </a:solidFill>
              </a:rPr>
              <a:t>tailwind.config.js  ← Design Tokens</a:t>
            </a:r>
          </a:p>
          <a:p>
            <a:pPr marL="12700" marR="5080"/>
            <a:r>
              <a:rPr lang="en-US" sz="1400" kern="0" spc="-80" dirty="0">
                <a:solidFill>
                  <a:schemeClr val="accent6"/>
                </a:solidFill>
              </a:rPr>
              <a:t>       ↓</a:t>
            </a:r>
          </a:p>
          <a:p>
            <a:pPr marL="12700" marR="5080"/>
            <a:r>
              <a:rPr lang="en-US" sz="1400" kern="0" spc="-80" dirty="0">
                <a:solidFill>
                  <a:schemeClr val="accent6"/>
                </a:solidFill>
              </a:rPr>
              <a:t>Component Library (React/Vue)</a:t>
            </a:r>
          </a:p>
          <a:p>
            <a:pPr marL="12700" marR="5080"/>
            <a:r>
              <a:rPr lang="en-US" sz="1400" kern="0" spc="-80" dirty="0">
                <a:solidFill>
                  <a:schemeClr val="accent6"/>
                </a:solidFill>
              </a:rPr>
              <a:t>       ↓</a:t>
            </a:r>
          </a:p>
          <a:p>
            <a:pPr marL="12700" marR="5080"/>
            <a:r>
              <a:rPr lang="en-US" sz="1400" kern="0" spc="-80" dirty="0">
                <a:solidFill>
                  <a:schemeClr val="accent6"/>
                </a:solidFill>
              </a:rPr>
              <a:t>Composable UI Primitives (buttons, cards)</a:t>
            </a:r>
          </a:p>
          <a:p>
            <a:pPr marL="12700" marR="5080"/>
            <a:r>
              <a:rPr lang="en-US" sz="1400" kern="0" spc="-80" dirty="0">
                <a:solidFill>
                  <a:schemeClr val="accent6"/>
                </a:solidFill>
              </a:rPr>
              <a:t>       ↓</a:t>
            </a:r>
          </a:p>
          <a:p>
            <a:pPr marL="12700" marR="5080"/>
            <a:r>
              <a:rPr lang="en-US" sz="1400" kern="0" spc="-80" dirty="0">
                <a:solidFill>
                  <a:schemeClr val="accent6"/>
                </a:solidFill>
              </a:rPr>
              <a:t>App Pages</a:t>
            </a:r>
          </a:p>
          <a:p>
            <a:pPr marL="12700" marR="5080"/>
            <a:r>
              <a:rPr lang="en-US" sz="1400" kern="0" spc="-80" dirty="0">
                <a:solidFill>
                  <a:schemeClr val="accent2"/>
                </a:solidFill>
              </a:rPr>
              <a:t>Workflow</a:t>
            </a:r>
          </a:p>
          <a:p>
            <a:pPr marL="12700" marR="5080"/>
            <a:r>
              <a:rPr lang="en-US" sz="1400" kern="0" spc="-80" dirty="0">
                <a:solidFill>
                  <a:schemeClr val="accent6"/>
                </a:solidFill>
              </a:rPr>
              <a:t>Build UI primitives in JSX (no CSS files).</a:t>
            </a:r>
          </a:p>
          <a:p>
            <a:pPr marL="12700" marR="5080"/>
            <a:r>
              <a:rPr lang="en-US" sz="1400" kern="0" spc="-80" dirty="0">
                <a:solidFill>
                  <a:schemeClr val="accent6"/>
                </a:solidFill>
              </a:rPr>
              <a:t>Components contain Tailwind classes (e.g., &lt;Button /&gt; with px-4 py-2 </a:t>
            </a:r>
            <a:r>
              <a:rPr lang="en-US" sz="1400" kern="0" spc="-80" dirty="0" err="1">
                <a:solidFill>
                  <a:schemeClr val="accent6"/>
                </a:solidFill>
              </a:rPr>
              <a:t>bg</a:t>
            </a:r>
            <a:r>
              <a:rPr lang="en-US" sz="1400" kern="0" spc="-80" dirty="0">
                <a:solidFill>
                  <a:schemeClr val="accent6"/>
                </a:solidFill>
              </a:rPr>
              <a:t>-primary).</a:t>
            </a:r>
          </a:p>
          <a:p>
            <a:pPr marL="12700" marR="5080"/>
            <a:r>
              <a:rPr lang="en-US" sz="1400" kern="0" spc="-80" dirty="0">
                <a:solidFill>
                  <a:schemeClr val="accent6"/>
                </a:solidFill>
              </a:rPr>
              <a:t>Reuse them across the app.</a:t>
            </a:r>
          </a:p>
          <a:p>
            <a:pPr marL="12700" marR="5080"/>
            <a:r>
              <a:rPr lang="en-US" sz="1400" kern="0" spc="-80" dirty="0">
                <a:solidFill>
                  <a:schemeClr val="accent6"/>
                </a:solidFill>
              </a:rPr>
              <a:t>This results in zero CSS debt.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70698899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0E582-DC5C-2749-930E-506971512CA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63B7F7-BB4F-C939-050E-5500FD3D085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CE78253-B8EC-234D-F6DB-6F5B1969A4C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B06ED73-B8F4-1AE8-8822-B6FCEC663F0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45DB8BD-1665-DC8E-00DE-153EEF9A339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ED4BB4D-4947-E478-F285-1CEADB58537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BB1B7E7-6854-5CAA-BC17-2678872114A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691B0BF-2210-25EB-F183-4929C246454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8E05D4F-877B-0A54-ADF7-A7ACD618C60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522CE09-4C65-38FC-37E8-542CD30CA29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FC32E48-AE13-270B-1875-C976A2778449}"/>
              </a:ext>
            </a:extLst>
          </p:cNvPr>
          <p:cNvSpPr txBox="1">
            <a:spLocks/>
          </p:cNvSpPr>
          <p:nvPr/>
        </p:nvSpPr>
        <p:spPr>
          <a:xfrm>
            <a:off x="152400" y="685800"/>
            <a:ext cx="8624937" cy="41088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3. Tailwind CSS Architecture Patterns</a:t>
            </a:r>
          </a:p>
          <a:p>
            <a:pPr marL="12700" marR="5080"/>
            <a:r>
              <a:rPr lang="en-US" sz="1400" kern="0" spc="-80" dirty="0">
                <a:solidFill>
                  <a:schemeClr val="accent2"/>
                </a:solidFill>
              </a:rPr>
              <a:t>Pattern C — Tailwind + Headless UI (Accessible </a:t>
            </a:r>
            <a:r>
              <a:rPr lang="en-US" sz="1400" kern="0" spc="-80" dirty="0" err="1">
                <a:solidFill>
                  <a:schemeClr val="accent2"/>
                </a:solidFill>
              </a:rPr>
              <a:t>Unstyled</a:t>
            </a:r>
            <a:r>
              <a:rPr lang="en-US" sz="1400" kern="0" spc="-80" dirty="0">
                <a:solidFill>
                  <a:schemeClr val="accent2"/>
                </a:solidFill>
              </a:rPr>
              <a:t> components)</a:t>
            </a:r>
          </a:p>
          <a:p>
            <a:pPr marL="12700" marR="5080"/>
            <a:r>
              <a:rPr lang="en-US" sz="1400" kern="0" spc="-80" dirty="0">
                <a:solidFill>
                  <a:schemeClr val="accent2"/>
                </a:solidFill>
              </a:rPr>
              <a:t>Use When: </a:t>
            </a:r>
            <a:r>
              <a:rPr lang="en-US" sz="1400" kern="0" spc="-80" dirty="0">
                <a:solidFill>
                  <a:schemeClr val="accent6"/>
                </a:solidFill>
              </a:rPr>
              <a:t>you need modal, dropdown, menu, tabs with Tailwind styling.</a:t>
            </a:r>
          </a:p>
          <a:p>
            <a:pPr marL="12700" marR="5080"/>
            <a:r>
              <a:rPr lang="en-US" sz="1400" kern="0" spc="-80" dirty="0">
                <a:solidFill>
                  <a:schemeClr val="accent2"/>
                </a:solidFill>
              </a:rPr>
              <a:t>Architecture</a:t>
            </a:r>
          </a:p>
          <a:p>
            <a:pPr marL="12700" marR="5080"/>
            <a:r>
              <a:rPr lang="en-US" sz="1400" kern="0" spc="-80" dirty="0">
                <a:solidFill>
                  <a:schemeClr val="accent6"/>
                </a:solidFill>
              </a:rPr>
              <a:t>Headless UI Components (functionality + accessibility)</a:t>
            </a:r>
          </a:p>
          <a:p>
            <a:pPr marL="12700" marR="5080"/>
            <a:r>
              <a:rPr lang="en-US" sz="1400" kern="0" spc="-80" dirty="0">
                <a:solidFill>
                  <a:schemeClr val="accent6"/>
                </a:solidFill>
              </a:rPr>
              <a:t>        ↓</a:t>
            </a:r>
          </a:p>
          <a:p>
            <a:pPr marL="12700" marR="5080"/>
            <a:r>
              <a:rPr lang="en-US" sz="1400" kern="0" spc="-80" dirty="0">
                <a:solidFill>
                  <a:schemeClr val="accent6"/>
                </a:solidFill>
              </a:rPr>
              <a:t>Tailwind Styles (your design system)</a:t>
            </a:r>
          </a:p>
          <a:p>
            <a:pPr marL="12700" marR="5080"/>
            <a:r>
              <a:rPr lang="en-US" sz="1400" kern="0" spc="-80" dirty="0">
                <a:solidFill>
                  <a:schemeClr val="accent6"/>
                </a:solidFill>
              </a:rPr>
              <a:t>        ↓</a:t>
            </a:r>
          </a:p>
          <a:p>
            <a:pPr marL="12700" marR="5080"/>
            <a:r>
              <a:rPr lang="en-US" sz="1400" kern="0" spc="-80" dirty="0">
                <a:solidFill>
                  <a:schemeClr val="accent6"/>
                </a:solidFill>
              </a:rPr>
              <a:t>UI Library</a:t>
            </a:r>
          </a:p>
          <a:p>
            <a:pPr marL="12700" marR="5080"/>
            <a:r>
              <a:rPr lang="en-US" sz="1400" kern="0" spc="-80" dirty="0">
                <a:solidFill>
                  <a:schemeClr val="accent6"/>
                </a:solidFill>
              </a:rPr>
              <a:t>        ↓</a:t>
            </a:r>
          </a:p>
          <a:p>
            <a:pPr marL="12700" marR="5080"/>
            <a:r>
              <a:rPr lang="en-US" sz="1400" kern="0" spc="-80" dirty="0">
                <a:solidFill>
                  <a:schemeClr val="accent6"/>
                </a:solidFill>
              </a:rPr>
              <a:t>Application Pages</a:t>
            </a:r>
          </a:p>
          <a:p>
            <a:pPr marL="12700" marR="5080"/>
            <a:r>
              <a:rPr lang="en-US" sz="1400" kern="0" spc="-80" dirty="0">
                <a:solidFill>
                  <a:schemeClr val="accent2"/>
                </a:solidFill>
              </a:rPr>
              <a:t>Workflow</a:t>
            </a:r>
          </a:p>
          <a:p>
            <a:pPr marL="12700" marR="5080"/>
            <a:r>
              <a:rPr lang="en-US" sz="1400" kern="0" spc="-80" dirty="0">
                <a:solidFill>
                  <a:schemeClr val="accent6"/>
                </a:solidFill>
              </a:rPr>
              <a:t>Use Headless UI (Dialog, Menu, Disclosure, Tabs).</a:t>
            </a:r>
          </a:p>
          <a:p>
            <a:pPr marL="12700" marR="5080"/>
            <a:r>
              <a:rPr lang="en-US" sz="1400" kern="0" spc="-80" dirty="0">
                <a:solidFill>
                  <a:schemeClr val="accent6"/>
                </a:solidFill>
              </a:rPr>
              <a:t>Apply Tailwind utilities for styling.</a:t>
            </a:r>
          </a:p>
          <a:p>
            <a:pPr marL="12700" marR="5080"/>
            <a:r>
              <a:rPr lang="en-US" sz="1400" kern="0" spc="-80" dirty="0">
                <a:solidFill>
                  <a:schemeClr val="accent6"/>
                </a:solidFill>
              </a:rPr>
              <a:t>Build a consistent component system.</a:t>
            </a:r>
          </a:p>
          <a:p>
            <a:pPr marL="12700" marR="5080"/>
            <a:r>
              <a:rPr lang="en-US" sz="1400" kern="0" spc="-80" dirty="0">
                <a:solidFill>
                  <a:schemeClr val="accent6"/>
                </a:solidFill>
              </a:rPr>
              <a:t>This is the most modern “design-system-first” approach.</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95338635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B2E4E-4546-3BEB-36DE-D60AEAC34E8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8C9C2FA-6E2A-B2DC-61E1-F14E9266A8F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CE83003-BA1B-855F-482E-86AFD708CE4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FAE6B19-EC4C-05BB-5E3C-9F76F7F37DE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454B114-4AB5-E105-D551-91A8A3F69E9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E4787E3-B79E-9724-AFAC-F227E0A015A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9FCFC0E-386F-E569-E870-9FE0477AE66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1C0DE46-1CE9-C043-A6FF-DE8D2CAC745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5085BD7-64DD-05CA-724E-FAF6C6085FC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76B6E44-9A67-7D62-A019-FD25F2471D4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6F46C0A-E2AF-E4BC-6BE0-B139A446A96A}"/>
              </a:ext>
            </a:extLst>
          </p:cNvPr>
          <p:cNvSpPr txBox="1">
            <a:spLocks/>
          </p:cNvSpPr>
          <p:nvPr/>
        </p:nvSpPr>
        <p:spPr>
          <a:xfrm>
            <a:off x="152400" y="685800"/>
            <a:ext cx="8624937" cy="41088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3. Tailwind CSS Architecture Patterns</a:t>
            </a:r>
          </a:p>
          <a:p>
            <a:pPr marL="12700" marR="5080"/>
            <a:r>
              <a:rPr lang="en-US" sz="1400" kern="0" spc="-80" dirty="0">
                <a:solidFill>
                  <a:schemeClr val="accent2"/>
                </a:solidFill>
              </a:rPr>
              <a:t>Pattern D — Tailwind + </a:t>
            </a:r>
            <a:r>
              <a:rPr lang="en-US" sz="1400" kern="0" spc="-80" dirty="0" err="1">
                <a:solidFill>
                  <a:schemeClr val="accent2"/>
                </a:solidFill>
              </a:rPr>
              <a:t>Shadcn</a:t>
            </a:r>
            <a:r>
              <a:rPr lang="en-US" sz="1400" kern="0" spc="-80" dirty="0">
                <a:solidFill>
                  <a:schemeClr val="accent2"/>
                </a:solidFill>
              </a:rPr>
              <a:t> UI (Industry-standard pattern)</a:t>
            </a:r>
          </a:p>
          <a:p>
            <a:pPr marL="12700" marR="5080"/>
            <a:r>
              <a:rPr lang="en-US" sz="1400" kern="0" spc="-80" dirty="0">
                <a:solidFill>
                  <a:schemeClr val="accent2"/>
                </a:solidFill>
              </a:rPr>
              <a:t>Use When: </a:t>
            </a:r>
            <a:r>
              <a:rPr lang="en-US" sz="1400" kern="0" spc="-80" dirty="0">
                <a:solidFill>
                  <a:schemeClr val="accent6"/>
                </a:solidFill>
              </a:rPr>
              <a:t>you want a powerful component library with full control.</a:t>
            </a:r>
          </a:p>
          <a:p>
            <a:pPr marL="12700" marR="5080"/>
            <a:r>
              <a:rPr lang="en-US" sz="1400" kern="0" spc="-80" dirty="0">
                <a:solidFill>
                  <a:schemeClr val="accent2"/>
                </a:solidFill>
              </a:rPr>
              <a:t>Architecture</a:t>
            </a:r>
          </a:p>
          <a:p>
            <a:pPr marL="12700" marR="5080"/>
            <a:r>
              <a:rPr lang="en-US" sz="1400" kern="0" spc="-80" dirty="0" err="1">
                <a:solidFill>
                  <a:schemeClr val="accent6"/>
                </a:solidFill>
              </a:rPr>
              <a:t>shadcn</a:t>
            </a:r>
            <a:r>
              <a:rPr lang="en-US" sz="1400" kern="0" spc="-80" dirty="0">
                <a:solidFill>
                  <a:schemeClr val="accent6"/>
                </a:solidFill>
              </a:rPr>
              <a:t>/UI components (copied into your repo)</a:t>
            </a:r>
          </a:p>
          <a:p>
            <a:pPr marL="12700" marR="5080"/>
            <a:r>
              <a:rPr lang="en-US" sz="1400" kern="0" spc="-80" dirty="0">
                <a:solidFill>
                  <a:schemeClr val="accent6"/>
                </a:solidFill>
              </a:rPr>
              <a:t>      ↓</a:t>
            </a:r>
          </a:p>
          <a:p>
            <a:pPr marL="12700" marR="5080"/>
            <a:r>
              <a:rPr lang="en-US" sz="1400" kern="0" spc="-80" dirty="0">
                <a:solidFill>
                  <a:schemeClr val="accent6"/>
                </a:solidFill>
              </a:rPr>
              <a:t>Local Tailwind-Styled Components</a:t>
            </a:r>
          </a:p>
          <a:p>
            <a:pPr marL="12700" marR="5080"/>
            <a:r>
              <a:rPr lang="en-US" sz="1400" kern="0" spc="-80" dirty="0">
                <a:solidFill>
                  <a:schemeClr val="accent6"/>
                </a:solidFill>
              </a:rPr>
              <a:t>      ↓</a:t>
            </a:r>
          </a:p>
          <a:p>
            <a:pPr marL="12700" marR="5080"/>
            <a:r>
              <a:rPr lang="en-US" sz="1400" kern="0" spc="-80" dirty="0">
                <a:solidFill>
                  <a:schemeClr val="accent6"/>
                </a:solidFill>
              </a:rPr>
              <a:t>Design Tokens (Tailwind config)</a:t>
            </a:r>
          </a:p>
          <a:p>
            <a:pPr marL="12700" marR="5080"/>
            <a:r>
              <a:rPr lang="en-US" sz="1400" kern="0" spc="-80" dirty="0">
                <a:solidFill>
                  <a:schemeClr val="accent6"/>
                </a:solidFill>
              </a:rPr>
              <a:t>      ↓</a:t>
            </a:r>
          </a:p>
          <a:p>
            <a:pPr marL="12700" marR="5080"/>
            <a:r>
              <a:rPr lang="en-US" sz="1400" kern="0" spc="-80" dirty="0">
                <a:solidFill>
                  <a:schemeClr val="accent6"/>
                </a:solidFill>
              </a:rPr>
              <a:t>Application</a:t>
            </a:r>
          </a:p>
          <a:p>
            <a:pPr marL="12700" marR="5080"/>
            <a:r>
              <a:rPr lang="en-US" sz="1400" kern="0" spc="-80" dirty="0">
                <a:solidFill>
                  <a:schemeClr val="accent2"/>
                </a:solidFill>
              </a:rPr>
              <a:t>Workflow</a:t>
            </a:r>
          </a:p>
          <a:p>
            <a:pPr marL="12700" marR="5080"/>
            <a:r>
              <a:rPr lang="en-US" sz="1400" kern="0" spc="-80" dirty="0">
                <a:solidFill>
                  <a:schemeClr val="accent6"/>
                </a:solidFill>
              </a:rPr>
              <a:t>Copy component code into your codebase.</a:t>
            </a:r>
          </a:p>
          <a:p>
            <a:pPr marL="12700" marR="5080"/>
            <a:r>
              <a:rPr lang="en-US" sz="1400" kern="0" spc="-80" dirty="0">
                <a:solidFill>
                  <a:schemeClr val="accent6"/>
                </a:solidFill>
              </a:rPr>
              <a:t>Tailwind utilities define styling.</a:t>
            </a:r>
          </a:p>
          <a:p>
            <a:pPr marL="12700" marR="5080"/>
            <a:r>
              <a:rPr lang="en-US" sz="1400" kern="0" spc="-80" dirty="0">
                <a:solidFill>
                  <a:schemeClr val="accent6"/>
                </a:solidFill>
              </a:rPr>
              <a:t>Customize at will.</a:t>
            </a:r>
          </a:p>
          <a:p>
            <a:pPr marL="12700" marR="5080"/>
            <a:r>
              <a:rPr lang="en-US" sz="1400" kern="0" spc="-80" dirty="0">
                <a:solidFill>
                  <a:schemeClr val="accent6"/>
                </a:solidFill>
              </a:rPr>
              <a:t>This pattern is currently dominant in modern React ecosystems.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40720919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7C005D-A29A-3550-F017-C4D8E4B351D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A9FE38A-6C1F-5961-BDFD-C47C9DCF64F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B6568BC-426A-CDA7-EDDB-A6F76ECDCFA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A58D241-AB15-8843-F9CC-4098CEA3E4C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62B035C-5EE4-6688-6707-F707CB373AA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FAE149D-17B1-D000-0CDD-2F24959EBC8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5D7C3E4-81E7-B06F-8722-5C452E60E04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9615C54-7689-FB90-618D-86A787F4D12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AE947D4-CE3E-67D0-F670-66FB7577559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3BC629D-3427-D78E-8E35-1CCE8AD0633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2A6A66B-7571-BEC4-648C-C1895DDBF8C8}"/>
              </a:ext>
            </a:extLst>
          </p:cNvPr>
          <p:cNvSpPr txBox="1">
            <a:spLocks/>
          </p:cNvSpPr>
          <p:nvPr/>
        </p:nvSpPr>
        <p:spPr>
          <a:xfrm>
            <a:off x="152400" y="685800"/>
            <a:ext cx="8624937" cy="561692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4. Workflow Differences in Practice</a:t>
            </a:r>
          </a:p>
          <a:p>
            <a:pPr marL="12700" marR="5080"/>
            <a:r>
              <a:rPr lang="en-US" sz="1400" kern="0" spc="-80" dirty="0">
                <a:solidFill>
                  <a:schemeClr val="accent2"/>
                </a:solidFill>
              </a:rPr>
              <a:t>Step	                               Bootstrap Workflow	                   Tailwind Workflow</a:t>
            </a:r>
          </a:p>
          <a:p>
            <a:pPr marL="12700" marR="5080"/>
            <a:r>
              <a:rPr lang="en-US" sz="1400" kern="0" spc="-80" dirty="0">
                <a:solidFill>
                  <a:schemeClr val="accent6"/>
                </a:solidFill>
              </a:rPr>
              <a:t>1. Design Tokens	           Change Sass variables	                   Define tokens in config</a:t>
            </a:r>
          </a:p>
          <a:p>
            <a:pPr marL="12700" marR="5080"/>
            <a:r>
              <a:rPr lang="en-US" sz="1400" kern="0" spc="-80" dirty="0">
                <a:solidFill>
                  <a:schemeClr val="accent6"/>
                </a:solidFill>
              </a:rPr>
              <a:t>2. Component Creation         Override Bootstrap components	Build components using utilities</a:t>
            </a:r>
          </a:p>
          <a:p>
            <a:pPr marL="12700" marR="5080"/>
            <a:r>
              <a:rPr lang="en-US" sz="1400" kern="0" spc="-80" dirty="0">
                <a:solidFill>
                  <a:schemeClr val="accent6"/>
                </a:solidFill>
              </a:rPr>
              <a:t>3. Customization	           CSS overrides	                                       Change utilities inline or adjust config</a:t>
            </a:r>
          </a:p>
          <a:p>
            <a:pPr marL="12700" marR="5080"/>
            <a:r>
              <a:rPr lang="en-US" sz="1400" kern="0" spc="-80" dirty="0">
                <a:solidFill>
                  <a:schemeClr val="accent6"/>
                </a:solidFill>
              </a:rPr>
              <a:t>4. Theming	           Hard; requires separate CSS	Easy (dark: variants, theme switching)</a:t>
            </a:r>
          </a:p>
          <a:p>
            <a:pPr marL="12700" marR="5080"/>
            <a:r>
              <a:rPr lang="en-US" sz="1400" kern="0" spc="-80" dirty="0">
                <a:solidFill>
                  <a:schemeClr val="accent6"/>
                </a:solidFill>
              </a:rPr>
              <a:t>5. Reusability	           SCSS partials + classes	                   React/Vue components + utilities</a:t>
            </a:r>
          </a:p>
          <a:p>
            <a:pPr marL="12700" marR="5080"/>
            <a:r>
              <a:rPr lang="en-US" sz="1400" kern="0" spc="-80" dirty="0">
                <a:solidFill>
                  <a:schemeClr val="accent6"/>
                </a:solidFill>
              </a:rPr>
              <a:t>6. Scaling	                              CSS grows large	                                       Zero CSS growth (atomic)</a:t>
            </a:r>
          </a:p>
          <a:p>
            <a:pPr marL="12700" marR="5080"/>
            <a:r>
              <a:rPr lang="en-US" sz="1400" kern="0" spc="-80" dirty="0">
                <a:solidFill>
                  <a:schemeClr val="accent6"/>
                </a:solidFill>
              </a:rPr>
              <a:t>7. Performance	           Medium	                                       Excellent (6–20 KB bundle)</a:t>
            </a:r>
          </a:p>
          <a:p>
            <a:pPr marL="12700" marR="5080"/>
            <a:r>
              <a:rPr lang="en-US" sz="1400" kern="0" spc="-80" dirty="0">
                <a:solidFill>
                  <a:schemeClr val="accent6"/>
                </a:solidFill>
              </a:rPr>
              <a:t>8. </a:t>
            </a:r>
            <a:r>
              <a:rPr lang="en-US" sz="1400" kern="0" spc="-80" dirty="0" err="1">
                <a:solidFill>
                  <a:schemeClr val="accent6"/>
                </a:solidFill>
              </a:rPr>
              <a:t>Designer→Developer</a:t>
            </a:r>
            <a:r>
              <a:rPr lang="en-US" sz="1400" kern="0" spc="-80" dirty="0">
                <a:solidFill>
                  <a:schemeClr val="accent6"/>
                </a:solidFill>
              </a:rPr>
              <a:t>         Handoff UI mock → HTML copy            Design tokens → utility generation</a:t>
            </a:r>
          </a:p>
          <a:p>
            <a:pPr marL="12700" marR="5080"/>
            <a:endParaRPr lang="en-US" sz="1400" kern="0" spc="-80" dirty="0">
              <a:solidFill>
                <a:schemeClr val="accent6"/>
              </a:solidFill>
            </a:endParaRPr>
          </a:p>
          <a:p>
            <a:pPr marL="12700" marR="5080"/>
            <a:r>
              <a:rPr lang="en-US" sz="1400" kern="0" spc="-80" dirty="0">
                <a:solidFill>
                  <a:schemeClr val="accent2"/>
                </a:solidFill>
              </a:rPr>
              <a:t>5. Which Architecture Fits What Scenario?</a:t>
            </a:r>
          </a:p>
          <a:p>
            <a:pPr marL="12700" marR="5080"/>
            <a:r>
              <a:rPr lang="en-US" sz="1400" kern="0" spc="-80" dirty="0">
                <a:solidFill>
                  <a:schemeClr val="accent2"/>
                </a:solidFill>
              </a:rPr>
              <a:t>Choose Bootstrap Architecture if:</a:t>
            </a:r>
          </a:p>
          <a:p>
            <a:pPr marL="12700" marR="5080"/>
            <a:r>
              <a:rPr lang="en-US" sz="1400" kern="0" spc="-80" dirty="0">
                <a:solidFill>
                  <a:schemeClr val="accent6"/>
                </a:solidFill>
              </a:rPr>
              <a:t>Need quick prototypes</a:t>
            </a:r>
          </a:p>
          <a:p>
            <a:pPr marL="12700" marR="5080"/>
            <a:r>
              <a:rPr lang="en-US" sz="1400" kern="0" spc="-80" dirty="0">
                <a:solidFill>
                  <a:schemeClr val="accent6"/>
                </a:solidFill>
              </a:rPr>
              <a:t>Team is more HTML/CSS oriented</a:t>
            </a:r>
          </a:p>
          <a:p>
            <a:pPr marL="12700" marR="5080"/>
            <a:r>
              <a:rPr lang="en-US" sz="1400" kern="0" spc="-80" dirty="0">
                <a:solidFill>
                  <a:schemeClr val="accent6"/>
                </a:solidFill>
              </a:rPr>
              <a:t>Want prebuilt JS interactions (modals, dropdowns)</a:t>
            </a:r>
          </a:p>
          <a:p>
            <a:pPr marL="12700" marR="5080"/>
            <a:r>
              <a:rPr lang="en-US" sz="1400" kern="0" spc="-80" dirty="0">
                <a:solidFill>
                  <a:schemeClr val="accent6"/>
                </a:solidFill>
              </a:rPr>
              <a:t>Internal tools and enterprise standardization</a:t>
            </a:r>
          </a:p>
          <a:p>
            <a:pPr marL="12700" marR="5080"/>
            <a:r>
              <a:rPr lang="en-US" sz="1400" kern="0" spc="-80" dirty="0">
                <a:solidFill>
                  <a:schemeClr val="accent2"/>
                </a:solidFill>
              </a:rPr>
              <a:t>Choose Tailwind Workflow if:</a:t>
            </a:r>
          </a:p>
          <a:p>
            <a:pPr marL="12700" marR="5080"/>
            <a:r>
              <a:rPr lang="en-US" sz="1400" kern="0" spc="-80" dirty="0">
                <a:solidFill>
                  <a:schemeClr val="accent6"/>
                </a:solidFill>
              </a:rPr>
              <a:t>Need a modern scalable design system</a:t>
            </a:r>
          </a:p>
          <a:p>
            <a:pPr marL="12700" marR="5080"/>
            <a:r>
              <a:rPr lang="en-US" sz="1400" kern="0" spc="-80" dirty="0">
                <a:solidFill>
                  <a:schemeClr val="accent6"/>
                </a:solidFill>
              </a:rPr>
              <a:t>Want complete UI control</a:t>
            </a:r>
          </a:p>
          <a:p>
            <a:pPr marL="12700" marR="5080"/>
            <a:r>
              <a:rPr lang="en-US" sz="1400" kern="0" spc="-80" dirty="0">
                <a:solidFill>
                  <a:schemeClr val="accent6"/>
                </a:solidFill>
              </a:rPr>
              <a:t>Need extremely small CSS bundles</a:t>
            </a:r>
          </a:p>
          <a:p>
            <a:pPr marL="12700" marR="5080"/>
            <a:r>
              <a:rPr lang="en-US" sz="1400" kern="0" spc="-80" dirty="0">
                <a:solidFill>
                  <a:schemeClr val="accent6"/>
                </a:solidFill>
              </a:rPr>
              <a:t>Using React/Vue/Svelte</a:t>
            </a:r>
          </a:p>
          <a:p>
            <a:pPr marL="12700" marR="5080"/>
            <a:r>
              <a:rPr lang="en-US" sz="1400" kern="0" spc="-80" dirty="0">
                <a:solidFill>
                  <a:schemeClr val="accent6"/>
                </a:solidFill>
              </a:rPr>
              <a:t>UI/UX is core to product identity.</a:t>
            </a:r>
          </a:p>
          <a:p>
            <a:pPr marL="12700" marR="5080"/>
            <a:endParaRPr lang="en-US" sz="1400" kern="0" spc="-80" dirty="0">
              <a:solidFill>
                <a:schemeClr val="accent2"/>
              </a:solidFill>
            </a:endParaRPr>
          </a:p>
        </p:txBody>
      </p:sp>
    </p:spTree>
    <p:extLst>
      <p:ext uri="{BB962C8B-B14F-4D97-AF65-F5344CB8AC3E}">
        <p14:creationId xmlns:p14="http://schemas.microsoft.com/office/powerpoint/2010/main" val="314253785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E2FE9-5FB1-F0E5-5775-F4650D94622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D84021B-6F78-44B9-63BE-36E3CBD0D14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F124186-1B5A-1C5E-0084-E525D3EE100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874D70C-6A2D-6C6D-4AA3-206A0DD543B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C2C08C6-678A-515D-01A6-8CDDF02505E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43474CE-27EA-EF4D-6026-BE56E484805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0DFFDFD-C974-11D1-F74B-BBCBEEF8E41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009949F-88A8-C043-68C4-EE218E3BC3B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C18D285-533B-8673-6825-DD539DCCF39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314C244-80B5-2379-01B1-8DC95AD3F17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3B57BED-40C1-89CA-26D0-D1A2B7A63323}"/>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6"/>
                </a:solidFill>
              </a:rPr>
              <a:t>CSS architecture today is about scalability, predictability, team collaboration, performance, and </a:t>
            </a:r>
            <a:r>
              <a:rPr lang="en-US" sz="1400" kern="0" spc="-80" dirty="0" err="1">
                <a:solidFill>
                  <a:schemeClr val="accent6"/>
                </a:solidFill>
              </a:rPr>
              <a:t>maintainability.It</a:t>
            </a:r>
            <a:r>
              <a:rPr lang="en-US" sz="1400" kern="0" spc="-80" dirty="0">
                <a:solidFill>
                  <a:schemeClr val="accent6"/>
                </a:solidFill>
              </a:rPr>
              <a:t> has evolved from “write some CSS for a page” → “engineer a system like software”.</a:t>
            </a:r>
          </a:p>
          <a:p>
            <a:pPr marL="12700" marR="5080"/>
            <a:r>
              <a:rPr lang="en-US" sz="1400" kern="0" spc="-80" dirty="0">
                <a:solidFill>
                  <a:schemeClr val="accent2"/>
                </a:solidFill>
              </a:rPr>
              <a:t>1. Core Principles of CSS Architecture</a:t>
            </a:r>
          </a:p>
          <a:p>
            <a:pPr marL="12700" marR="5080"/>
            <a:r>
              <a:rPr lang="en-US" sz="1400" kern="0" spc="-80" dirty="0">
                <a:solidFill>
                  <a:schemeClr val="accent2"/>
                </a:solidFill>
              </a:rPr>
              <a:t>1.1 Separation of Concerns (SoC)</a:t>
            </a:r>
          </a:p>
          <a:p>
            <a:pPr marL="12700" marR="5080"/>
            <a:r>
              <a:rPr lang="en-US" sz="1400" kern="0" spc="-80" dirty="0">
                <a:solidFill>
                  <a:schemeClr val="accent6"/>
                </a:solidFill>
              </a:rPr>
              <a:t>Components manage their own styling.</a:t>
            </a:r>
          </a:p>
          <a:p>
            <a:pPr marL="12700" marR="5080"/>
            <a:r>
              <a:rPr lang="en-US" sz="1400" kern="0" spc="-80" dirty="0">
                <a:solidFill>
                  <a:schemeClr val="accent6"/>
                </a:solidFill>
              </a:rPr>
              <a:t>Avoid giant global stylesheets.</a:t>
            </a:r>
          </a:p>
          <a:p>
            <a:pPr marL="12700" marR="5080"/>
            <a:r>
              <a:rPr lang="en-US" sz="1400" kern="0" spc="-80" dirty="0">
                <a:solidFill>
                  <a:schemeClr val="accent6"/>
                </a:solidFill>
              </a:rPr>
              <a:t>Prefer modular files imported as needed.</a:t>
            </a:r>
          </a:p>
          <a:p>
            <a:pPr marL="12700" marR="5080"/>
            <a:r>
              <a:rPr lang="en-US" sz="1400" kern="0" spc="-80" dirty="0">
                <a:solidFill>
                  <a:schemeClr val="accent2"/>
                </a:solidFill>
              </a:rPr>
              <a:t>1.2 Predictability</a:t>
            </a:r>
          </a:p>
          <a:p>
            <a:pPr marL="12700" marR="5080"/>
            <a:r>
              <a:rPr lang="en-US" sz="1400" kern="0" spc="-80" dirty="0">
                <a:solidFill>
                  <a:schemeClr val="accent6"/>
                </a:solidFill>
              </a:rPr>
              <a:t>Styles should behave in expected ways.</a:t>
            </a:r>
          </a:p>
          <a:p>
            <a:pPr marL="12700" marR="5080"/>
            <a:r>
              <a:rPr lang="en-US" sz="1400" kern="0" spc="-80" dirty="0">
                <a:solidFill>
                  <a:schemeClr val="accent6"/>
                </a:solidFill>
              </a:rPr>
              <a:t>Avoid unexpected overrides.</a:t>
            </a:r>
          </a:p>
          <a:p>
            <a:pPr marL="12700" marR="5080"/>
            <a:r>
              <a:rPr lang="en-US" sz="1400" kern="0" spc="-80" dirty="0">
                <a:solidFill>
                  <a:schemeClr val="accent6"/>
                </a:solidFill>
              </a:rPr>
              <a:t>Use naming conventions + scopes.</a:t>
            </a:r>
          </a:p>
          <a:p>
            <a:pPr marL="12700" marR="5080"/>
            <a:r>
              <a:rPr lang="en-US" sz="1400" kern="0" spc="-80" dirty="0">
                <a:solidFill>
                  <a:schemeClr val="accent2"/>
                </a:solidFill>
              </a:rPr>
              <a:t>1.3 Reusability</a:t>
            </a:r>
          </a:p>
          <a:p>
            <a:pPr marL="12700" marR="5080"/>
            <a:r>
              <a:rPr lang="en-US" sz="1400" kern="0" spc="-80" dirty="0">
                <a:solidFill>
                  <a:schemeClr val="accent6"/>
                </a:solidFill>
              </a:rPr>
              <a:t>Create utilities, tokens, </a:t>
            </a:r>
            <a:r>
              <a:rPr lang="en-US" sz="1400" kern="0" spc="-80" dirty="0" err="1">
                <a:solidFill>
                  <a:schemeClr val="accent6"/>
                </a:solidFill>
              </a:rPr>
              <a:t>mixins</a:t>
            </a:r>
            <a:r>
              <a:rPr lang="en-US" sz="1400" kern="0" spc="-80" dirty="0">
                <a:solidFill>
                  <a:schemeClr val="accent6"/>
                </a:solidFill>
              </a:rPr>
              <a:t> and design primitives.</a:t>
            </a:r>
          </a:p>
          <a:p>
            <a:pPr marL="12700" marR="5080"/>
            <a:r>
              <a:rPr lang="en-US" sz="1400" kern="0" spc="-80" dirty="0">
                <a:solidFill>
                  <a:schemeClr val="accent6"/>
                </a:solidFill>
              </a:rPr>
              <a:t>Reduce duplication.</a:t>
            </a:r>
          </a:p>
          <a:p>
            <a:pPr marL="12700" marR="5080"/>
            <a:r>
              <a:rPr lang="en-US" sz="1400" kern="0" spc="-80" dirty="0">
                <a:solidFill>
                  <a:schemeClr val="accent2"/>
                </a:solidFill>
              </a:rPr>
              <a:t>1.4 Low Specificity</a:t>
            </a:r>
          </a:p>
          <a:p>
            <a:pPr marL="12700" marR="5080"/>
            <a:r>
              <a:rPr lang="en-US" sz="1400" kern="0" spc="-80" dirty="0">
                <a:solidFill>
                  <a:schemeClr val="accent6"/>
                </a:solidFill>
              </a:rPr>
              <a:t>Prefer class-based styling.</a:t>
            </a:r>
          </a:p>
          <a:p>
            <a:pPr marL="12700" marR="5080"/>
            <a:r>
              <a:rPr lang="en-US" sz="1400" kern="0" spc="-80" dirty="0">
                <a:solidFill>
                  <a:schemeClr val="accent6"/>
                </a:solidFill>
              </a:rPr>
              <a:t>Avoid IDs, tags, deep selectors.</a:t>
            </a:r>
          </a:p>
          <a:p>
            <a:pPr marL="12700" marR="5080"/>
            <a:r>
              <a:rPr lang="en-US" sz="1400" kern="0" spc="-80" dirty="0">
                <a:solidFill>
                  <a:schemeClr val="accent2"/>
                </a:solidFill>
              </a:rPr>
              <a:t>1.5 Scalability</a:t>
            </a:r>
          </a:p>
          <a:p>
            <a:pPr marL="12700" marR="5080"/>
            <a:r>
              <a:rPr lang="en-US" sz="1400" kern="0" spc="-80" dirty="0">
                <a:solidFill>
                  <a:schemeClr val="accent6"/>
                </a:solidFill>
              </a:rPr>
              <a:t>Architecture must support:</a:t>
            </a:r>
          </a:p>
          <a:p>
            <a:pPr marL="12700" marR="5080"/>
            <a:r>
              <a:rPr lang="en-US" sz="1400" kern="0" spc="-80" dirty="0">
                <a:solidFill>
                  <a:schemeClr val="accent6"/>
                </a:solidFill>
              </a:rPr>
              <a:t>Multiple developers</a:t>
            </a:r>
          </a:p>
          <a:p>
            <a:pPr marL="12700" marR="5080"/>
            <a:r>
              <a:rPr lang="en-US" sz="1400" kern="0" spc="-80" dirty="0">
                <a:solidFill>
                  <a:schemeClr val="accent6"/>
                </a:solidFill>
              </a:rPr>
              <a:t>Multi-page designs</a:t>
            </a:r>
          </a:p>
          <a:p>
            <a:pPr marL="12700" marR="5080"/>
            <a:r>
              <a:rPr lang="en-US" sz="1400" kern="0" spc="-80" dirty="0">
                <a:solidFill>
                  <a:schemeClr val="accent6"/>
                </a:solidFill>
              </a:rPr>
              <a:t>Rebranding</a:t>
            </a:r>
          </a:p>
          <a:p>
            <a:pPr marL="12700" marR="5080"/>
            <a:r>
              <a:rPr lang="en-US" sz="1400" kern="0" spc="-80" dirty="0">
                <a:solidFill>
                  <a:schemeClr val="accent6"/>
                </a:solidFill>
              </a:rPr>
              <a:t>New component additions</a:t>
            </a:r>
          </a:p>
        </p:txBody>
      </p:sp>
    </p:spTree>
    <p:extLst>
      <p:ext uri="{BB962C8B-B14F-4D97-AF65-F5344CB8AC3E}">
        <p14:creationId xmlns:p14="http://schemas.microsoft.com/office/powerpoint/2010/main" val="119225922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71CE7-648C-E7FD-90BC-6BF20DD44C2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35DA4FE-BB35-A6DB-D359-700B3C4DCBA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6084AAE-3783-2911-34D5-254E8425096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3986F0-5AD1-1B94-2022-6BCFD9E3829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7C56B4E-30BF-8C70-FA9A-F5010746A85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62BA773-A0F1-B4A0-8E19-52AC6F4811B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DF90EE2-3411-572F-AB49-91D404D69D5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E4F0E28-807C-B2BB-EC98-4A9F33698BE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064C4A6-F5C4-7110-2822-FBE2EDE35AD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D563715-2BD5-18EC-A89B-E1A0379B15B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F0C74EA-9264-6094-5110-A4952CDE95EE}"/>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2. Modern CSS Architecture Methodologies</a:t>
            </a:r>
          </a:p>
          <a:p>
            <a:pPr marL="12700" marR="5080"/>
            <a:r>
              <a:rPr lang="en-US" sz="1400" kern="0" spc="-80" dirty="0">
                <a:solidFill>
                  <a:schemeClr val="accent2"/>
                </a:solidFill>
              </a:rPr>
              <a:t>2.1 BEM (Block–Element–Modifier)</a:t>
            </a:r>
          </a:p>
          <a:p>
            <a:pPr marL="12700" marR="5080"/>
            <a:r>
              <a:rPr lang="en-US" sz="1400" kern="0" spc="-80" dirty="0">
                <a:solidFill>
                  <a:schemeClr val="accent6"/>
                </a:solidFill>
              </a:rPr>
              <a:t>Still the most widely used naming system.</a:t>
            </a:r>
          </a:p>
          <a:p>
            <a:pPr marL="12700" marR="5080"/>
            <a:r>
              <a:rPr lang="en-US" sz="1400" kern="0" spc="-80" dirty="0">
                <a:solidFill>
                  <a:schemeClr val="accent2"/>
                </a:solidFill>
              </a:rPr>
              <a:t>Structure:</a:t>
            </a:r>
          </a:p>
          <a:p>
            <a:pPr marL="12700" marR="5080"/>
            <a:r>
              <a:rPr lang="en-US" sz="1400" kern="0" spc="-80" dirty="0">
                <a:solidFill>
                  <a:schemeClr val="accent6"/>
                </a:solidFill>
              </a:rPr>
              <a:t>.block</a:t>
            </a:r>
          </a:p>
          <a:p>
            <a:pPr marL="12700" marR="5080"/>
            <a:r>
              <a:rPr lang="en-US" sz="1400" kern="0" spc="-80" dirty="0">
                <a:solidFill>
                  <a:schemeClr val="accent6"/>
                </a:solidFill>
              </a:rPr>
              <a:t>.</a:t>
            </a:r>
            <a:r>
              <a:rPr lang="en-US" sz="1400" kern="0" spc="-80" dirty="0" err="1">
                <a:solidFill>
                  <a:schemeClr val="accent6"/>
                </a:solidFill>
              </a:rPr>
              <a:t>block__element</a:t>
            </a:r>
            <a:endParaRPr lang="en-US" sz="1400" kern="0" spc="-80" dirty="0">
              <a:solidFill>
                <a:schemeClr val="accent6"/>
              </a:solidFill>
            </a:endParaRPr>
          </a:p>
          <a:p>
            <a:pPr marL="12700" marR="5080"/>
            <a:r>
              <a:rPr lang="en-US" sz="1400" kern="0" spc="-80" dirty="0">
                <a:solidFill>
                  <a:schemeClr val="accent6"/>
                </a:solidFill>
              </a:rPr>
              <a:t>.block--modifier</a:t>
            </a:r>
          </a:p>
          <a:p>
            <a:pPr marL="12700" marR="5080"/>
            <a:r>
              <a:rPr lang="en-US" sz="1400" kern="0" spc="-80" dirty="0">
                <a:solidFill>
                  <a:schemeClr val="accent2"/>
                </a:solidFill>
              </a:rPr>
              <a:t>Pros:</a:t>
            </a:r>
          </a:p>
          <a:p>
            <a:pPr marL="12700" marR="5080"/>
            <a:r>
              <a:rPr lang="en-US" sz="1400" kern="0" spc="-80" dirty="0">
                <a:solidFill>
                  <a:schemeClr val="accent6"/>
                </a:solidFill>
              </a:rPr>
              <a:t>Predictable class naming</a:t>
            </a:r>
          </a:p>
          <a:p>
            <a:pPr marL="12700" marR="5080"/>
            <a:r>
              <a:rPr lang="en-US" sz="1400" kern="0" spc="-80" dirty="0">
                <a:solidFill>
                  <a:schemeClr val="accent6"/>
                </a:solidFill>
              </a:rPr>
              <a:t>Avoids specificity issues</a:t>
            </a:r>
          </a:p>
          <a:p>
            <a:pPr marL="12700" marR="5080"/>
            <a:r>
              <a:rPr lang="en-US" sz="1400" kern="0" spc="-80" dirty="0">
                <a:solidFill>
                  <a:schemeClr val="accent6"/>
                </a:solidFill>
              </a:rPr>
              <a:t>Scales well for medium/large apps</a:t>
            </a:r>
          </a:p>
          <a:p>
            <a:pPr marL="12700" marR="5080"/>
            <a:r>
              <a:rPr lang="en-US" sz="1400" kern="0" spc="-80" dirty="0">
                <a:solidFill>
                  <a:schemeClr val="accent2"/>
                </a:solidFill>
              </a:rPr>
              <a:t>Use when:</a:t>
            </a:r>
          </a:p>
          <a:p>
            <a:pPr marL="12700" marR="5080"/>
            <a:r>
              <a:rPr lang="en-US" sz="1400" kern="0" spc="-80" dirty="0">
                <a:solidFill>
                  <a:schemeClr val="accent6"/>
                </a:solidFill>
              </a:rPr>
              <a:t>You need clear naming + team collaboration</a:t>
            </a:r>
          </a:p>
          <a:p>
            <a:pPr marL="12700" marR="5080"/>
            <a:r>
              <a:rPr lang="en-US" sz="1400" kern="0" spc="-80" dirty="0">
                <a:solidFill>
                  <a:schemeClr val="accent6"/>
                </a:solidFill>
              </a:rPr>
              <a:t>You use vanilla CSS or SCSS</a:t>
            </a:r>
          </a:p>
          <a:p>
            <a:pPr marL="12700" marR="5080"/>
            <a:endParaRPr lang="en-US" sz="1400" kern="0" spc="-80" dirty="0">
              <a:solidFill>
                <a:schemeClr val="accent6"/>
              </a:solidFill>
            </a:endParaRPr>
          </a:p>
          <a:p>
            <a:pPr marL="12700" marR="5080"/>
            <a:r>
              <a:rPr lang="en-US" sz="1400" kern="0" spc="-80" dirty="0">
                <a:solidFill>
                  <a:schemeClr val="accent2"/>
                </a:solidFill>
              </a:rPr>
              <a:t>2.2 OOCSS (Object Oriented CSS)</a:t>
            </a:r>
          </a:p>
          <a:p>
            <a:pPr marL="12700" marR="5080"/>
            <a:r>
              <a:rPr lang="en-US" sz="1400" kern="0" spc="-80" dirty="0">
                <a:solidFill>
                  <a:schemeClr val="accent6"/>
                </a:solidFill>
              </a:rPr>
              <a:t>Created by Nicole Sullivan. Two principles:</a:t>
            </a:r>
          </a:p>
          <a:p>
            <a:pPr marL="12700" marR="5080"/>
            <a:r>
              <a:rPr lang="en-US" sz="1400" kern="0" spc="-80" dirty="0">
                <a:solidFill>
                  <a:schemeClr val="accent6"/>
                </a:solidFill>
              </a:rPr>
              <a:t>Separate structure &amp; skin</a:t>
            </a:r>
          </a:p>
          <a:p>
            <a:pPr marL="12700" marR="5080"/>
            <a:r>
              <a:rPr lang="en-US" sz="1400" kern="0" spc="-80" dirty="0">
                <a:solidFill>
                  <a:schemeClr val="accent6"/>
                </a:solidFill>
              </a:rPr>
              <a:t>Separate container &amp; content</a:t>
            </a:r>
          </a:p>
          <a:p>
            <a:pPr marL="12700" marR="5080"/>
            <a:r>
              <a:rPr lang="en-US" sz="1400" kern="0" spc="-80" dirty="0">
                <a:solidFill>
                  <a:schemeClr val="accent2"/>
                </a:solidFill>
              </a:rPr>
              <a:t>Example:</a:t>
            </a:r>
          </a:p>
          <a:p>
            <a:pPr marL="12700" marR="5080"/>
            <a:r>
              <a:rPr lang="en-US" sz="1400" kern="0" spc="-80" dirty="0">
                <a:solidFill>
                  <a:schemeClr val="accent6"/>
                </a:solidFill>
              </a:rPr>
              <a:t>.box { padding, border, flex }</a:t>
            </a:r>
          </a:p>
          <a:p>
            <a:pPr marL="12700" marR="5080"/>
            <a:r>
              <a:rPr lang="en-US" sz="1400" kern="0" spc="-80" dirty="0">
                <a:solidFill>
                  <a:schemeClr val="accent6"/>
                </a:solidFill>
              </a:rPr>
              <a:t>.box--theme-dark { background }</a:t>
            </a:r>
          </a:p>
        </p:txBody>
      </p:sp>
    </p:spTree>
    <p:extLst>
      <p:ext uri="{BB962C8B-B14F-4D97-AF65-F5344CB8AC3E}">
        <p14:creationId xmlns:p14="http://schemas.microsoft.com/office/powerpoint/2010/main" val="145557231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331B85-AB63-4D3C-BEB1-2646A73F06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32CC2FA-A302-55DF-8BC9-AB359D01EBF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A5F02AE-1875-C9C0-2066-0A4636665C7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DE85D9C-25C2-FE3E-5D15-8D4314AD908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67B573C-2A09-6E07-0CFD-C66B4B8B5F6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7DCAAA6-33CF-A324-15F5-D5C2232619D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2BE3999-80A4-A2E8-EF4C-BA128ED4655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78AC69A-6621-BB53-6A03-91562CDD155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0030DBE-BCC3-AD87-4B9E-CDCC0CD7954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3FEFD28-2677-6E04-618B-2993DB3C2CE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FDBA8F6-2334-95AD-34CE-C4A4CD539632}"/>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2. Modern CSS Architecture Methodologies</a:t>
            </a:r>
          </a:p>
          <a:p>
            <a:pPr marL="12700" marR="5080"/>
            <a:r>
              <a:rPr lang="en-US" sz="1400" kern="0" spc="-80" dirty="0">
                <a:solidFill>
                  <a:schemeClr val="accent2"/>
                </a:solidFill>
              </a:rPr>
              <a:t>2.2 OOCSS (Object Oriented CSS)</a:t>
            </a:r>
          </a:p>
          <a:p>
            <a:pPr marL="12700" marR="5080"/>
            <a:r>
              <a:rPr lang="en-US" sz="1400" kern="0" spc="-80" dirty="0">
                <a:solidFill>
                  <a:schemeClr val="accent2"/>
                </a:solidFill>
              </a:rPr>
              <a:t>Use when:</a:t>
            </a:r>
          </a:p>
          <a:p>
            <a:pPr marL="12700" marR="5080"/>
            <a:r>
              <a:rPr lang="en-US" sz="1400" kern="0" spc="-80" dirty="0">
                <a:solidFill>
                  <a:schemeClr val="accent6"/>
                </a:solidFill>
              </a:rPr>
              <a:t>You want maximum reusability across components.</a:t>
            </a:r>
          </a:p>
          <a:p>
            <a:pPr marL="12700" marR="5080"/>
            <a:r>
              <a:rPr lang="en-US" sz="1400" kern="0" spc="-80" dirty="0">
                <a:solidFill>
                  <a:schemeClr val="accent2"/>
                </a:solidFill>
              </a:rPr>
              <a:t>2.3 SMACSS (Scalable &amp; Modular Architecture for CSS)</a:t>
            </a:r>
          </a:p>
          <a:p>
            <a:pPr marL="12700" marR="5080"/>
            <a:r>
              <a:rPr lang="en-US" sz="1400" kern="0" spc="-80" dirty="0">
                <a:solidFill>
                  <a:schemeClr val="accent6"/>
                </a:solidFill>
              </a:rPr>
              <a:t>Divides CSS into 5 categories:</a:t>
            </a:r>
          </a:p>
          <a:p>
            <a:pPr marL="12700" marR="5080"/>
            <a:r>
              <a:rPr lang="en-US" sz="1400" kern="0" spc="-80" dirty="0">
                <a:solidFill>
                  <a:schemeClr val="accent6"/>
                </a:solidFill>
              </a:rPr>
              <a:t>Base</a:t>
            </a:r>
          </a:p>
          <a:p>
            <a:pPr marL="12700" marR="5080"/>
            <a:r>
              <a:rPr lang="en-US" sz="1400" kern="0" spc="-80" dirty="0">
                <a:solidFill>
                  <a:schemeClr val="accent6"/>
                </a:solidFill>
              </a:rPr>
              <a:t>Layout</a:t>
            </a:r>
          </a:p>
          <a:p>
            <a:pPr marL="12700" marR="5080"/>
            <a:r>
              <a:rPr lang="en-US" sz="1400" kern="0" spc="-80" dirty="0">
                <a:solidFill>
                  <a:schemeClr val="accent6"/>
                </a:solidFill>
              </a:rPr>
              <a:t>Module</a:t>
            </a:r>
          </a:p>
          <a:p>
            <a:pPr marL="12700" marR="5080"/>
            <a:r>
              <a:rPr lang="en-US" sz="1400" kern="0" spc="-80" dirty="0">
                <a:solidFill>
                  <a:schemeClr val="accent6"/>
                </a:solidFill>
              </a:rPr>
              <a:t>State</a:t>
            </a:r>
          </a:p>
          <a:p>
            <a:pPr marL="12700" marR="5080"/>
            <a:r>
              <a:rPr lang="en-US" sz="1400" kern="0" spc="-80" dirty="0">
                <a:solidFill>
                  <a:schemeClr val="accent6"/>
                </a:solidFill>
              </a:rPr>
              <a:t>Theme</a:t>
            </a:r>
          </a:p>
          <a:p>
            <a:pPr marL="12700" marR="5080"/>
            <a:r>
              <a:rPr lang="en-US" sz="1400" kern="0" spc="-80" dirty="0">
                <a:solidFill>
                  <a:schemeClr val="accent2"/>
                </a:solidFill>
              </a:rPr>
              <a:t>Use when:</a:t>
            </a:r>
          </a:p>
          <a:p>
            <a:pPr marL="12700" marR="5080"/>
            <a:r>
              <a:rPr lang="en-US" sz="1400" kern="0" spc="-80" dirty="0">
                <a:solidFill>
                  <a:schemeClr val="accent6"/>
                </a:solidFill>
              </a:rPr>
              <a:t>You want project-level structure</a:t>
            </a:r>
          </a:p>
          <a:p>
            <a:pPr marL="12700" marR="5080"/>
            <a:r>
              <a:rPr lang="en-US" sz="1400" kern="0" spc="-80" dirty="0">
                <a:solidFill>
                  <a:schemeClr val="accent6"/>
                </a:solidFill>
              </a:rPr>
              <a:t>Large legacy apps that need modularization</a:t>
            </a:r>
          </a:p>
          <a:p>
            <a:pPr marL="12700" marR="5080"/>
            <a:r>
              <a:rPr lang="en-US" sz="1400" kern="0" spc="-80" dirty="0">
                <a:solidFill>
                  <a:schemeClr val="accent2"/>
                </a:solidFill>
              </a:rPr>
              <a:t>2.4 ITCSS (Inverted Triangle CSS) (by Harry Roberts)</a:t>
            </a:r>
          </a:p>
          <a:p>
            <a:pPr marL="12700" marR="5080"/>
            <a:r>
              <a:rPr lang="en-US" sz="1400" kern="0" spc="-80" dirty="0">
                <a:solidFill>
                  <a:schemeClr val="accent6"/>
                </a:solidFill>
              </a:rPr>
              <a:t>Layered from generic → specific:</a:t>
            </a:r>
          </a:p>
          <a:p>
            <a:pPr marL="12700" marR="5080"/>
            <a:r>
              <a:rPr lang="en-US" sz="1400" kern="0" spc="-80" dirty="0">
                <a:solidFill>
                  <a:schemeClr val="accent6"/>
                </a:solidFill>
              </a:rPr>
              <a:t>Settings</a:t>
            </a:r>
          </a:p>
          <a:p>
            <a:pPr marL="12700" marR="5080"/>
            <a:r>
              <a:rPr lang="en-US" sz="1400" kern="0" spc="-80" dirty="0">
                <a:solidFill>
                  <a:schemeClr val="accent6"/>
                </a:solidFill>
              </a:rPr>
              <a:t>Tools</a:t>
            </a:r>
          </a:p>
          <a:p>
            <a:pPr marL="12700" marR="5080"/>
            <a:r>
              <a:rPr lang="en-US" sz="1400" kern="0" spc="-80" dirty="0">
                <a:solidFill>
                  <a:schemeClr val="accent6"/>
                </a:solidFill>
              </a:rPr>
              <a:t>Generic</a:t>
            </a:r>
          </a:p>
          <a:p>
            <a:pPr marL="12700" marR="5080"/>
            <a:r>
              <a:rPr lang="en-US" sz="1400" kern="0" spc="-80" dirty="0">
                <a:solidFill>
                  <a:schemeClr val="accent6"/>
                </a:solidFill>
              </a:rPr>
              <a:t>Elements</a:t>
            </a:r>
          </a:p>
          <a:p>
            <a:pPr marL="12700" marR="5080"/>
            <a:r>
              <a:rPr lang="en-US" sz="1400" kern="0" spc="-80" dirty="0">
                <a:solidFill>
                  <a:schemeClr val="accent6"/>
                </a:solidFill>
              </a:rPr>
              <a:t>Objects</a:t>
            </a:r>
          </a:p>
          <a:p>
            <a:pPr marL="12700" marR="5080"/>
            <a:r>
              <a:rPr lang="en-US" sz="1400" kern="0" spc="-80" dirty="0">
                <a:solidFill>
                  <a:schemeClr val="accent6"/>
                </a:solidFill>
              </a:rPr>
              <a:t>Components</a:t>
            </a:r>
          </a:p>
          <a:p>
            <a:pPr marL="12700" marR="5080"/>
            <a:r>
              <a:rPr lang="en-US" sz="1400" kern="0" spc="-80" dirty="0">
                <a:solidFill>
                  <a:schemeClr val="accent6"/>
                </a:solidFill>
              </a:rPr>
              <a:t>Utilities</a:t>
            </a:r>
          </a:p>
        </p:txBody>
      </p:sp>
    </p:spTree>
    <p:extLst>
      <p:ext uri="{BB962C8B-B14F-4D97-AF65-F5344CB8AC3E}">
        <p14:creationId xmlns:p14="http://schemas.microsoft.com/office/powerpoint/2010/main" val="321817067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EE76A4-A694-0BDF-EA2F-4FD3ED0D228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832CCCD-82B6-230B-C4D4-0EAE333FAD7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FF1E310-294B-2B89-2C79-98D865C822A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8FDAE2A-6FB9-56A0-D544-BC2C038C1DF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D2DA1B5-6E76-6A48-0A9E-2AA03DDCEDE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E2B0D9A-AFBE-BF9C-80A6-FCAC3DBE16F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B8BCDCA-F2A2-4C8D-4201-ADB0CE0F0DF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981FC19-F229-0A2C-A950-2A23FB3C76A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D400A50-6030-5B41-68F9-C4338C86341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F39F615-1DD7-870F-BB1E-FB0552B5031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01875C1-3015-8ECF-BA31-99A2BA6E8DA8}"/>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2. Modern CSS Architecture Methodologies</a:t>
            </a:r>
          </a:p>
          <a:p>
            <a:pPr marL="12700" marR="5080"/>
            <a:r>
              <a:rPr lang="en-US" sz="1400" kern="0" spc="-80" dirty="0">
                <a:solidFill>
                  <a:schemeClr val="accent2"/>
                </a:solidFill>
              </a:rPr>
              <a:t>2.4 ITCSS (Inverted Triangle CSS) (by Harry Roberts)</a:t>
            </a:r>
          </a:p>
          <a:p>
            <a:pPr marL="12700" marR="5080"/>
            <a:r>
              <a:rPr lang="en-US" sz="1400" kern="0" spc="-80" dirty="0">
                <a:solidFill>
                  <a:schemeClr val="accent2"/>
                </a:solidFill>
              </a:rPr>
              <a:t>Use when:</a:t>
            </a:r>
          </a:p>
          <a:p>
            <a:pPr marL="12700" marR="5080"/>
            <a:r>
              <a:rPr lang="en-US" sz="1400" kern="0" spc="-80" dirty="0">
                <a:solidFill>
                  <a:schemeClr val="accent6"/>
                </a:solidFill>
              </a:rPr>
              <a:t>You use SASS and need scalable folder architecture</a:t>
            </a:r>
          </a:p>
          <a:p>
            <a:pPr marL="12700" marR="5080"/>
            <a:endParaRPr lang="en-US" sz="1400" kern="0" spc="-80" dirty="0">
              <a:solidFill>
                <a:schemeClr val="accent6"/>
              </a:solidFill>
            </a:endParaRPr>
          </a:p>
          <a:p>
            <a:pPr marL="12700" marR="5080"/>
            <a:r>
              <a:rPr lang="en-US" sz="1400" kern="0" spc="-80" dirty="0">
                <a:solidFill>
                  <a:schemeClr val="accent2"/>
                </a:solidFill>
              </a:rPr>
              <a:t>2.5 Atomic CSS / Utility-first CSS</a:t>
            </a:r>
          </a:p>
          <a:p>
            <a:pPr marL="12700" marR="5080"/>
            <a:r>
              <a:rPr lang="en-US" sz="1400" kern="0" spc="-80" dirty="0">
                <a:solidFill>
                  <a:schemeClr val="accent6"/>
                </a:solidFill>
              </a:rPr>
              <a:t>Used by Tailwind.</a:t>
            </a:r>
          </a:p>
          <a:p>
            <a:pPr marL="12700" marR="5080"/>
            <a:r>
              <a:rPr lang="en-US" sz="1400" kern="0" spc="-80" dirty="0">
                <a:solidFill>
                  <a:schemeClr val="accent6"/>
                </a:solidFill>
              </a:rPr>
              <a:t>Classes represent single properties:</a:t>
            </a:r>
          </a:p>
          <a:p>
            <a:pPr marL="12700" marR="5080"/>
            <a:r>
              <a:rPr lang="en-US" sz="1400" kern="0" spc="-80" dirty="0">
                <a:solidFill>
                  <a:schemeClr val="accent6"/>
                </a:solidFill>
              </a:rPr>
              <a:t>.text-center</a:t>
            </a:r>
          </a:p>
          <a:p>
            <a:pPr marL="12700" marR="5080"/>
            <a:r>
              <a:rPr lang="en-US" sz="1400" kern="0" spc="-80" dirty="0">
                <a:solidFill>
                  <a:schemeClr val="accent6"/>
                </a:solidFill>
              </a:rPr>
              <a:t>.p-4</a:t>
            </a:r>
          </a:p>
          <a:p>
            <a:pPr marL="12700" marR="5080"/>
            <a:r>
              <a:rPr lang="en-US" sz="1400" kern="0" spc="-80" dirty="0">
                <a:solidFill>
                  <a:schemeClr val="accent6"/>
                </a:solidFill>
              </a:rPr>
              <a:t>.bg-blue-400</a:t>
            </a:r>
          </a:p>
          <a:p>
            <a:pPr marL="12700" marR="5080"/>
            <a:r>
              <a:rPr lang="en-US" sz="1400" kern="0" spc="-80" dirty="0">
                <a:solidFill>
                  <a:schemeClr val="accent2"/>
                </a:solidFill>
              </a:rPr>
              <a:t>Pros:</a:t>
            </a:r>
          </a:p>
          <a:p>
            <a:pPr marL="12700" marR="5080"/>
            <a:r>
              <a:rPr lang="en-US" sz="1400" kern="0" spc="-80" dirty="0">
                <a:solidFill>
                  <a:schemeClr val="accent6"/>
                </a:solidFill>
              </a:rPr>
              <a:t>Zero naming complexity</a:t>
            </a:r>
          </a:p>
          <a:p>
            <a:pPr marL="12700" marR="5080"/>
            <a:r>
              <a:rPr lang="en-US" sz="1400" kern="0" spc="-80" dirty="0">
                <a:solidFill>
                  <a:schemeClr val="accent6"/>
                </a:solidFill>
              </a:rPr>
              <a:t>Very fast prototyping</a:t>
            </a:r>
          </a:p>
          <a:p>
            <a:pPr marL="12700" marR="5080"/>
            <a:r>
              <a:rPr lang="en-US" sz="1400" kern="0" spc="-80" dirty="0">
                <a:solidFill>
                  <a:schemeClr val="accent6"/>
                </a:solidFill>
              </a:rPr>
              <a:t>Very low CSS bundle size (purging)</a:t>
            </a:r>
          </a:p>
          <a:p>
            <a:pPr marL="12700" marR="5080"/>
            <a:r>
              <a:rPr lang="en-US" sz="1400" kern="0" spc="-80" dirty="0">
                <a:solidFill>
                  <a:schemeClr val="accent2"/>
                </a:solidFill>
              </a:rPr>
              <a:t>Use when:</a:t>
            </a:r>
          </a:p>
          <a:p>
            <a:pPr marL="12700" marR="5080"/>
            <a:r>
              <a:rPr lang="en-US" sz="1400" kern="0" spc="-80" dirty="0">
                <a:solidFill>
                  <a:schemeClr val="accent6"/>
                </a:solidFill>
              </a:rPr>
              <a:t>You prefer utility-first or Tailwind-like workflow.</a:t>
            </a:r>
          </a:p>
          <a:p>
            <a:pPr marL="12700" marR="5080"/>
            <a:endParaRPr lang="en-US" sz="1400" kern="0" spc="-80" dirty="0">
              <a:solidFill>
                <a:schemeClr val="accent6"/>
              </a:solidFill>
            </a:endParaRPr>
          </a:p>
          <a:p>
            <a:pPr marL="12700" marR="5080"/>
            <a:r>
              <a:rPr lang="en-US" sz="1400" kern="0" spc="-80" dirty="0">
                <a:solidFill>
                  <a:schemeClr val="accent2"/>
                </a:solidFill>
              </a:rPr>
              <a:t>2.6 CSS-in-JS Architecture</a:t>
            </a:r>
          </a:p>
          <a:p>
            <a:pPr marL="12700" marR="5080"/>
            <a:r>
              <a:rPr lang="en-US" sz="1400" kern="0" spc="-80" dirty="0">
                <a:solidFill>
                  <a:schemeClr val="accent6"/>
                </a:solidFill>
              </a:rPr>
              <a:t>Used by React-based ecosystems.</a:t>
            </a:r>
          </a:p>
          <a:p>
            <a:pPr marL="12700" marR="5080"/>
            <a:r>
              <a:rPr lang="en-US" sz="1400" kern="0" spc="-80" dirty="0">
                <a:solidFill>
                  <a:schemeClr val="accent6"/>
                </a:solidFill>
              </a:rPr>
              <a:t>Popular libraries:</a:t>
            </a:r>
          </a:p>
          <a:p>
            <a:pPr marL="12700" marR="5080"/>
            <a:r>
              <a:rPr lang="en-US" sz="1400" kern="0" spc="-80" dirty="0">
                <a:solidFill>
                  <a:schemeClr val="accent6"/>
                </a:solidFill>
              </a:rPr>
              <a:t>Styled Components</a:t>
            </a:r>
          </a:p>
          <a:p>
            <a:pPr marL="12700" marR="5080"/>
            <a:r>
              <a:rPr lang="en-US" sz="1400" kern="0" spc="-80" dirty="0">
                <a:solidFill>
                  <a:schemeClr val="accent6"/>
                </a:solidFill>
              </a:rPr>
              <a:t>Emotion</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85974099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546FF-7E6E-A455-9747-5235C882EFF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BEC662B-F7B3-B9F9-6FA1-5B249B82965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AA6B1F9-DBC2-B8C8-6C0D-8DA3FD5A9A7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8EB1263-D01E-E173-AE64-6B9E6BD73E1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B393A21-08A0-90A0-2DB6-412FF7D865E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5B20967-B2A7-A5ED-7AB5-5276B1C81D3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49BAF01-8DC7-7334-CE94-3C93F569098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B3EDA41-3B3A-98C7-34F1-1DCCEF24977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AD5A2DB-4E71-C0B2-78DB-90065C3E986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B3A0118-62A0-B877-FC78-DD94C80A28E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BA44CC7-AB42-58CB-F23C-02A23BC46033}"/>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2. Modern CSS Architecture Methodologies</a:t>
            </a:r>
          </a:p>
          <a:p>
            <a:pPr marL="12700" marR="5080"/>
            <a:r>
              <a:rPr lang="en-US" sz="1400" kern="0" spc="-80" dirty="0">
                <a:solidFill>
                  <a:schemeClr val="accent2"/>
                </a:solidFill>
              </a:rPr>
              <a:t>2.6 CSS-in-JS Architecture</a:t>
            </a:r>
          </a:p>
          <a:p>
            <a:pPr marL="12700" marR="5080"/>
            <a:r>
              <a:rPr lang="en-US" sz="1400" kern="0" spc="-80" dirty="0">
                <a:solidFill>
                  <a:schemeClr val="accent6"/>
                </a:solidFill>
              </a:rPr>
              <a:t>Stitches</a:t>
            </a:r>
          </a:p>
          <a:p>
            <a:pPr marL="12700" marR="5080"/>
            <a:r>
              <a:rPr lang="en-US" sz="1400" kern="0" spc="-80" dirty="0">
                <a:solidFill>
                  <a:schemeClr val="accent6"/>
                </a:solidFill>
              </a:rPr>
              <a:t>JSS</a:t>
            </a:r>
          </a:p>
          <a:p>
            <a:pPr marL="12700" marR="5080"/>
            <a:r>
              <a:rPr lang="en-US" sz="1400" kern="0" spc="-80" dirty="0">
                <a:solidFill>
                  <a:schemeClr val="accent2"/>
                </a:solidFill>
              </a:rPr>
              <a:t>Benefits:</a:t>
            </a:r>
          </a:p>
          <a:p>
            <a:pPr marL="12700" marR="5080"/>
            <a:r>
              <a:rPr lang="en-US" sz="1400" kern="0" spc="-80" dirty="0">
                <a:solidFill>
                  <a:schemeClr val="accent6"/>
                </a:solidFill>
              </a:rPr>
              <a:t>Component-level scoping</a:t>
            </a:r>
          </a:p>
          <a:p>
            <a:pPr marL="12700" marR="5080"/>
            <a:r>
              <a:rPr lang="en-US" sz="1400" kern="0" spc="-80" dirty="0">
                <a:solidFill>
                  <a:schemeClr val="accent6"/>
                </a:solidFill>
              </a:rPr>
              <a:t>Dynamic styling using props</a:t>
            </a:r>
          </a:p>
          <a:p>
            <a:pPr marL="12700" marR="5080"/>
            <a:r>
              <a:rPr lang="en-US" sz="1400" kern="0" spc="-80" dirty="0">
                <a:solidFill>
                  <a:schemeClr val="accent6"/>
                </a:solidFill>
              </a:rPr>
              <a:t>Dead-code elimination</a:t>
            </a:r>
          </a:p>
          <a:p>
            <a:pPr marL="12700" marR="5080"/>
            <a:r>
              <a:rPr lang="en-US" sz="1400" kern="0" spc="-80" dirty="0">
                <a:solidFill>
                  <a:schemeClr val="accent2"/>
                </a:solidFill>
              </a:rPr>
              <a:t>Use when:</a:t>
            </a:r>
          </a:p>
          <a:p>
            <a:pPr marL="12700" marR="5080"/>
            <a:r>
              <a:rPr lang="en-US" sz="1400" kern="0" spc="-80" dirty="0">
                <a:solidFill>
                  <a:schemeClr val="accent6"/>
                </a:solidFill>
              </a:rPr>
              <a:t>You build React apps</a:t>
            </a:r>
          </a:p>
          <a:p>
            <a:pPr marL="12700" marR="5080"/>
            <a:r>
              <a:rPr lang="en-US" sz="1400" kern="0" spc="-80" dirty="0">
                <a:solidFill>
                  <a:schemeClr val="accent6"/>
                </a:solidFill>
              </a:rPr>
              <a:t>You want runtime or compile-time dynamic styles</a:t>
            </a:r>
          </a:p>
          <a:p>
            <a:pPr marL="12700" marR="5080"/>
            <a:endParaRPr lang="en-US" sz="1400" kern="0" spc="-80" dirty="0">
              <a:solidFill>
                <a:schemeClr val="accent6"/>
              </a:solidFill>
            </a:endParaRPr>
          </a:p>
          <a:p>
            <a:pPr marL="12700" marR="5080"/>
            <a:r>
              <a:rPr lang="en-US" sz="1400" kern="0" spc="-80" dirty="0">
                <a:solidFill>
                  <a:schemeClr val="accent2"/>
                </a:solidFill>
              </a:rPr>
              <a:t>2.7 Design Token Architecture</a:t>
            </a:r>
          </a:p>
          <a:p>
            <a:pPr marL="12700" marR="5080"/>
            <a:r>
              <a:rPr lang="en-US" sz="1400" kern="0" spc="-80" dirty="0">
                <a:solidFill>
                  <a:schemeClr val="accent6"/>
                </a:solidFill>
              </a:rPr>
              <a:t>Design tokens = single source of truth.</a:t>
            </a:r>
          </a:p>
          <a:p>
            <a:pPr marL="12700" marR="5080"/>
            <a:r>
              <a:rPr lang="en-US" sz="1400" kern="0" spc="-80" dirty="0">
                <a:solidFill>
                  <a:schemeClr val="accent2"/>
                </a:solidFill>
              </a:rPr>
              <a:t>Types of tokens:</a:t>
            </a:r>
          </a:p>
          <a:p>
            <a:pPr marL="12700" marR="5080"/>
            <a:r>
              <a:rPr lang="en-US" sz="1400" kern="0" spc="-80" dirty="0">
                <a:solidFill>
                  <a:schemeClr val="accent6"/>
                </a:solidFill>
              </a:rPr>
              <a:t>Color tokens (--color-primary)</a:t>
            </a:r>
          </a:p>
          <a:p>
            <a:pPr marL="12700" marR="5080"/>
            <a:r>
              <a:rPr lang="en-US" sz="1400" kern="0" spc="-80" dirty="0">
                <a:solidFill>
                  <a:schemeClr val="accent6"/>
                </a:solidFill>
              </a:rPr>
              <a:t>Spacing tokens (--space-md)</a:t>
            </a:r>
          </a:p>
          <a:p>
            <a:pPr marL="12700" marR="5080"/>
            <a:r>
              <a:rPr lang="en-US" sz="1400" kern="0" spc="-80" dirty="0">
                <a:solidFill>
                  <a:schemeClr val="accent6"/>
                </a:solidFill>
              </a:rPr>
              <a:t>Typography tokens (--font-size-lg)</a:t>
            </a:r>
          </a:p>
          <a:p>
            <a:pPr marL="12700" marR="5080"/>
            <a:r>
              <a:rPr lang="en-US" sz="1400" kern="0" spc="-80" dirty="0">
                <a:solidFill>
                  <a:schemeClr val="accent6"/>
                </a:solidFill>
              </a:rPr>
              <a:t>Shadow tokens</a:t>
            </a:r>
          </a:p>
          <a:p>
            <a:pPr marL="12700" marR="5080"/>
            <a:r>
              <a:rPr lang="en-US" sz="1400" kern="0" spc="-80" dirty="0">
                <a:solidFill>
                  <a:schemeClr val="accent6"/>
                </a:solidFill>
              </a:rPr>
              <a:t>Breakpoints tokens</a:t>
            </a:r>
          </a:p>
          <a:p>
            <a:pPr marL="12700" marR="5080"/>
            <a:r>
              <a:rPr lang="en-US" sz="1400" kern="0" spc="-80" dirty="0">
                <a:solidFill>
                  <a:schemeClr val="accent2"/>
                </a:solidFill>
              </a:rPr>
              <a:t>Use when:</a:t>
            </a:r>
          </a:p>
          <a:p>
            <a:pPr marL="12700" marR="5080"/>
            <a:r>
              <a:rPr lang="en-US" sz="1400" kern="0" spc="-80" dirty="0">
                <a:solidFill>
                  <a:schemeClr val="accent6"/>
                </a:solidFill>
              </a:rPr>
              <a:t>You build a design system</a:t>
            </a:r>
          </a:p>
          <a:p>
            <a:pPr marL="12700" marR="5080"/>
            <a:r>
              <a:rPr lang="en-US" sz="1400" kern="0" spc="-80" dirty="0">
                <a:solidFill>
                  <a:schemeClr val="accent6"/>
                </a:solidFill>
              </a:rPr>
              <a:t>Multi-brand apps (white-labelling)</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46856927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C66F0-078F-0173-3A40-287AB0CCBCA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FDEF66-F6B2-7631-24C6-34DE19025E0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5D5F80E-2387-3B82-F161-825222F4007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3262F16-7684-9728-434E-B9DE87B7269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F9540C9-8576-EEAD-A55A-7624F4483A7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4CB61D4-B9B2-298A-CFD7-F6565AB40E1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497A99F-9839-81D7-388F-5187D5A3258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F84FB90-23E8-4495-7F4C-D8180A53575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BDCB7BD-8A33-DBD2-E9EA-215DC790D07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3412AB8-E9F9-B904-5A7E-58DB157310C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1D43D89-5062-C9A7-EBED-5EA418DAF5C2}"/>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3. Modern CSS Features Used in Architecture</a:t>
            </a:r>
          </a:p>
          <a:p>
            <a:pPr marL="12700" marR="5080"/>
            <a:r>
              <a:rPr lang="en-US" sz="1400" kern="0" spc="-80" dirty="0">
                <a:solidFill>
                  <a:schemeClr val="accent2"/>
                </a:solidFill>
              </a:rPr>
              <a:t>3.1 CSS Custom Properties (CSS Variables)</a:t>
            </a:r>
          </a:p>
          <a:p>
            <a:pPr marL="12700" marR="5080"/>
            <a:r>
              <a:rPr lang="en-US" sz="1400" kern="0" spc="-80" dirty="0">
                <a:solidFill>
                  <a:schemeClr val="accent6"/>
                </a:solidFill>
              </a:rPr>
              <a:t>Preferred over SCSS variables for runtime changes.</a:t>
            </a:r>
          </a:p>
          <a:p>
            <a:pPr marL="12700" marR="5080"/>
            <a:r>
              <a:rPr lang="en-US" sz="1400" kern="0" spc="-80" dirty="0">
                <a:solidFill>
                  <a:schemeClr val="accent2"/>
                </a:solidFill>
              </a:rPr>
              <a:t>Example:</a:t>
            </a:r>
          </a:p>
          <a:p>
            <a:pPr marL="12700" marR="5080"/>
            <a:r>
              <a:rPr lang="en-US" sz="1400" kern="0" spc="-80" dirty="0">
                <a:solidFill>
                  <a:schemeClr val="accent6"/>
                </a:solidFill>
              </a:rPr>
              <a:t>:root {</a:t>
            </a:r>
          </a:p>
          <a:p>
            <a:pPr marL="12700" marR="5080"/>
            <a:r>
              <a:rPr lang="en-US" sz="1400" kern="0" spc="-80" dirty="0">
                <a:solidFill>
                  <a:schemeClr val="accent6"/>
                </a:solidFill>
              </a:rPr>
              <a:t>  --brand-color: #0044ff;</a:t>
            </a:r>
          </a:p>
          <a:p>
            <a:pPr marL="12700" marR="5080"/>
            <a:r>
              <a:rPr lang="en-US" sz="1400" kern="0" spc="-80" dirty="0">
                <a:solidFill>
                  <a:schemeClr val="accent6"/>
                </a:solidFill>
              </a:rPr>
              <a:t>}</a:t>
            </a:r>
          </a:p>
          <a:p>
            <a:pPr marL="12700" marR="5080"/>
            <a:r>
              <a:rPr lang="en-US" sz="1400" kern="0" spc="-80" dirty="0">
                <a:solidFill>
                  <a:schemeClr val="accent6"/>
                </a:solidFill>
              </a:rPr>
              <a:t>.button {</a:t>
            </a:r>
          </a:p>
          <a:p>
            <a:pPr marL="12700" marR="5080"/>
            <a:r>
              <a:rPr lang="en-US" sz="1400" kern="0" spc="-80" dirty="0">
                <a:solidFill>
                  <a:schemeClr val="accent6"/>
                </a:solidFill>
              </a:rPr>
              <a:t>  background: var(--brand-color);</a:t>
            </a:r>
          </a:p>
          <a:p>
            <a:pPr marL="12700" marR="5080"/>
            <a:r>
              <a:rPr lang="en-US" sz="1400" kern="0" spc="-80" dirty="0">
                <a:solidFill>
                  <a:schemeClr val="accent6"/>
                </a:solidFill>
              </a:rPr>
              <a:t>}</a:t>
            </a:r>
          </a:p>
          <a:p>
            <a:pPr marL="12700" marR="5080"/>
            <a:r>
              <a:rPr lang="en-US" sz="1400" kern="0" spc="-80" dirty="0">
                <a:solidFill>
                  <a:schemeClr val="accent2"/>
                </a:solidFill>
              </a:rPr>
              <a:t>Supports:</a:t>
            </a:r>
          </a:p>
          <a:p>
            <a:pPr marL="12700" marR="5080"/>
            <a:r>
              <a:rPr lang="en-US" sz="1400" kern="0" spc="-80" dirty="0">
                <a:solidFill>
                  <a:schemeClr val="accent6"/>
                </a:solidFill>
              </a:rPr>
              <a:t>Theming</a:t>
            </a:r>
          </a:p>
          <a:p>
            <a:pPr marL="12700" marR="5080"/>
            <a:r>
              <a:rPr lang="en-US" sz="1400" kern="0" spc="-80" dirty="0">
                <a:solidFill>
                  <a:schemeClr val="accent6"/>
                </a:solidFill>
              </a:rPr>
              <a:t>Dark mode</a:t>
            </a:r>
          </a:p>
          <a:p>
            <a:pPr marL="12700" marR="5080"/>
            <a:r>
              <a:rPr lang="en-US" sz="1400" kern="0" spc="-80" dirty="0">
                <a:solidFill>
                  <a:schemeClr val="accent6"/>
                </a:solidFill>
              </a:rPr>
              <a:t>Dynamic UI based on JS</a:t>
            </a:r>
          </a:p>
          <a:p>
            <a:pPr marL="12700" marR="5080"/>
            <a:endParaRPr lang="en-US" sz="1400" kern="0" spc="-80" dirty="0">
              <a:solidFill>
                <a:schemeClr val="accent6"/>
              </a:solidFill>
            </a:endParaRPr>
          </a:p>
          <a:p>
            <a:pPr marL="12700" marR="5080"/>
            <a:r>
              <a:rPr lang="en-US" sz="1400" kern="0" spc="-80" dirty="0">
                <a:solidFill>
                  <a:schemeClr val="accent2"/>
                </a:solidFill>
              </a:rPr>
              <a:t>3.2 Container Queries</a:t>
            </a:r>
          </a:p>
          <a:p>
            <a:pPr marL="12700" marR="5080"/>
            <a:r>
              <a:rPr lang="en-US" sz="1400" kern="0" spc="-80" dirty="0">
                <a:solidFill>
                  <a:schemeClr val="accent6"/>
                </a:solidFill>
              </a:rPr>
              <a:t>New feature enabling component-driven layouts.</a:t>
            </a:r>
          </a:p>
          <a:p>
            <a:pPr marL="12700" marR="5080"/>
            <a:r>
              <a:rPr lang="en-US" sz="1400" kern="0" spc="-80" dirty="0">
                <a:solidFill>
                  <a:schemeClr val="accent6"/>
                </a:solidFill>
              </a:rPr>
              <a:t>.card {</a:t>
            </a:r>
          </a:p>
          <a:p>
            <a:pPr marL="12700" marR="5080"/>
            <a:r>
              <a:rPr lang="en-US" sz="1400" kern="0" spc="-80" dirty="0">
                <a:solidFill>
                  <a:schemeClr val="accent6"/>
                </a:solidFill>
              </a:rPr>
              <a:t>  container-type: inline-size;</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@container (min-width: 400px) {</a:t>
            </a:r>
          </a:p>
          <a:p>
            <a:pPr marL="12700" marR="5080"/>
            <a:r>
              <a:rPr lang="en-US" sz="1400" kern="0" spc="-80" dirty="0">
                <a:solidFill>
                  <a:schemeClr val="accent6"/>
                </a:solidFill>
              </a:rPr>
              <a:t>  .card { flex-direction: row; }</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55637160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939AF-E7E9-EEF4-7CCA-5097F77D426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B86479E-F08C-4570-83DA-B49A06CF23A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EB6706D-ECC7-CB3C-82E7-222D2D8FFC6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B1A00E5-598B-C39D-1E4B-B7BFCE0CD99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E9E80D4-1A5B-0801-50C1-EFF56AD9876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89CC812-6DC5-4CED-35F9-1B12B4FDE95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478B558-7EC3-552D-A55F-3524DB05704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F466634-CC72-1F32-486A-10634FC7FCA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76D4A95-E9EA-3437-8BDA-6323F35610F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31DEEC6-CE87-1CCA-F509-DDFCF8EDDDA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F6271B4-3760-CA70-9D4C-AC94006E1F15}"/>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3. Modern CSS Features Used in Architecture</a:t>
            </a:r>
          </a:p>
          <a:p>
            <a:pPr marL="12700" marR="5080"/>
            <a:r>
              <a:rPr lang="en-US" sz="1400" kern="0" spc="-80" dirty="0">
                <a:solidFill>
                  <a:schemeClr val="accent2"/>
                </a:solidFill>
              </a:rPr>
              <a:t>Use for:</a:t>
            </a:r>
          </a:p>
          <a:p>
            <a:pPr marL="12700" marR="5080"/>
            <a:r>
              <a:rPr lang="en-US" sz="1400" kern="0" spc="-80" dirty="0">
                <a:solidFill>
                  <a:schemeClr val="accent6"/>
                </a:solidFill>
              </a:rPr>
              <a:t>Independent, portable components</a:t>
            </a:r>
          </a:p>
          <a:p>
            <a:pPr marL="12700" marR="5080"/>
            <a:endParaRPr lang="en-US" sz="1400" kern="0" spc="-80" dirty="0">
              <a:solidFill>
                <a:schemeClr val="accent6"/>
              </a:solidFill>
            </a:endParaRPr>
          </a:p>
          <a:p>
            <a:pPr marL="12700" marR="5080"/>
            <a:r>
              <a:rPr lang="en-US" sz="1400" kern="0" spc="-80" dirty="0">
                <a:solidFill>
                  <a:schemeClr val="accent2"/>
                </a:solidFill>
              </a:rPr>
              <a:t>3.3 Cascade Layers (@layer)</a:t>
            </a:r>
          </a:p>
          <a:p>
            <a:pPr marL="12700" marR="5080"/>
            <a:r>
              <a:rPr lang="en-US" sz="1400" kern="0" spc="-80" dirty="0">
                <a:solidFill>
                  <a:schemeClr val="accent6"/>
                </a:solidFill>
              </a:rPr>
              <a:t>Controls the order of CSS layers.</a:t>
            </a:r>
          </a:p>
          <a:p>
            <a:pPr marL="12700" marR="5080"/>
            <a:r>
              <a:rPr lang="en-US" sz="1400" kern="0" spc="-80" dirty="0">
                <a:solidFill>
                  <a:schemeClr val="accent6"/>
                </a:solidFill>
              </a:rPr>
              <a:t>@layer reset, base, utilities;</a:t>
            </a:r>
          </a:p>
          <a:p>
            <a:pPr marL="12700" marR="5080"/>
            <a:endParaRPr lang="en-US" sz="1400" kern="0" spc="-80" dirty="0">
              <a:solidFill>
                <a:schemeClr val="accent6"/>
              </a:solidFill>
            </a:endParaRPr>
          </a:p>
          <a:p>
            <a:pPr marL="12700" marR="5080"/>
            <a:r>
              <a:rPr lang="en-US" sz="1400" kern="0" spc="-80" dirty="0">
                <a:solidFill>
                  <a:schemeClr val="accent6"/>
                </a:solidFill>
              </a:rPr>
              <a:t>@layer base { ... }</a:t>
            </a:r>
          </a:p>
          <a:p>
            <a:pPr marL="12700" marR="5080"/>
            <a:r>
              <a:rPr lang="en-US" sz="1400" kern="0" spc="-80" dirty="0">
                <a:solidFill>
                  <a:schemeClr val="accent6"/>
                </a:solidFill>
              </a:rPr>
              <a:t>@layer utilities { ... }</a:t>
            </a:r>
          </a:p>
          <a:p>
            <a:pPr marL="12700" marR="5080"/>
            <a:r>
              <a:rPr lang="en-US" sz="1400" kern="0" spc="-80" dirty="0">
                <a:solidFill>
                  <a:schemeClr val="accent2"/>
                </a:solidFill>
              </a:rPr>
              <a:t>Use when:</a:t>
            </a:r>
          </a:p>
          <a:p>
            <a:pPr marL="12700" marR="5080"/>
            <a:r>
              <a:rPr lang="en-US" sz="1400" kern="0" spc="-80" dirty="0">
                <a:solidFill>
                  <a:schemeClr val="accent6"/>
                </a:solidFill>
              </a:rPr>
              <a:t>You want to avoid specificity fights between teams or libraries</a:t>
            </a:r>
          </a:p>
          <a:p>
            <a:pPr marL="12700" marR="5080"/>
            <a:endParaRPr lang="en-US" sz="1400" kern="0" spc="-80" dirty="0">
              <a:solidFill>
                <a:schemeClr val="accent6"/>
              </a:solidFill>
            </a:endParaRPr>
          </a:p>
          <a:p>
            <a:pPr marL="12700" marR="5080"/>
            <a:r>
              <a:rPr lang="en-US" sz="1400" kern="0" spc="-80" dirty="0">
                <a:solidFill>
                  <a:schemeClr val="accent2"/>
                </a:solidFill>
              </a:rPr>
              <a:t>**3.4 Scoped CSS (proposed / in frameworks)`</a:t>
            </a:r>
          </a:p>
          <a:p>
            <a:pPr marL="12700" marR="5080"/>
            <a:r>
              <a:rPr lang="en-US" sz="1400" kern="0" spc="-80" dirty="0">
                <a:solidFill>
                  <a:schemeClr val="accent6"/>
                </a:solidFill>
              </a:rPr>
              <a:t>E.g., Vue, Svelte, Web Components.</a:t>
            </a:r>
          </a:p>
          <a:p>
            <a:pPr marL="12700" marR="5080"/>
            <a:r>
              <a:rPr lang="en-US" sz="1400" kern="0" spc="-80" dirty="0">
                <a:solidFill>
                  <a:schemeClr val="accent6"/>
                </a:solidFill>
              </a:rPr>
              <a:t>&lt;style scoped&gt;</a:t>
            </a:r>
          </a:p>
          <a:p>
            <a:pPr marL="12700" marR="5080"/>
            <a:r>
              <a:rPr lang="en-US" sz="1400" kern="0" spc="-80" dirty="0">
                <a:solidFill>
                  <a:schemeClr val="accent6"/>
                </a:solidFill>
              </a:rPr>
              <a:t>  .</a:t>
            </a:r>
            <a:r>
              <a:rPr lang="en-US" sz="1400" kern="0" spc="-80" dirty="0" err="1">
                <a:solidFill>
                  <a:schemeClr val="accent6"/>
                </a:solidFill>
              </a:rPr>
              <a:t>btn</a:t>
            </a:r>
            <a:r>
              <a:rPr lang="en-US" sz="1400" kern="0" spc="-80" dirty="0">
                <a:solidFill>
                  <a:schemeClr val="accent6"/>
                </a:solidFill>
              </a:rPr>
              <a:t> { color: red; }</a:t>
            </a:r>
          </a:p>
          <a:p>
            <a:pPr marL="12700" marR="5080"/>
            <a:r>
              <a:rPr lang="en-US" sz="1400" kern="0" spc="-80" dirty="0">
                <a:solidFill>
                  <a:schemeClr val="accent6"/>
                </a:solidFill>
              </a:rPr>
              <a:t>&lt;/style&gt;</a:t>
            </a:r>
          </a:p>
          <a:p>
            <a:pPr marL="12700" marR="5080"/>
            <a:r>
              <a:rPr lang="en-US" sz="1400" kern="0" spc="-80" dirty="0">
                <a:solidFill>
                  <a:schemeClr val="accent2"/>
                </a:solidFill>
              </a:rPr>
              <a:t>Use when:</a:t>
            </a:r>
          </a:p>
          <a:p>
            <a:pPr marL="12700" marR="5080"/>
            <a:r>
              <a:rPr lang="en-US" sz="1400" kern="0" spc="-80" dirty="0">
                <a:solidFill>
                  <a:schemeClr val="accent6"/>
                </a:solidFill>
              </a:rPr>
              <a:t>You want automatic style encapsulation</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53046791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4926D-4C11-02AE-75FB-0BDFAFA3160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0D82EF-1C8A-9292-8CB8-50F9375059F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37C18D9-CA9B-61BD-3BE9-EF423979248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0B7F96F-F293-5425-CD89-F922E559C13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2D30B6E-101F-8A1B-1EE2-5E3217731E5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267311A-9448-A576-9249-DDA9FACBE9D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C58B173-7E97-DA9C-14F9-F97F284C09E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F5264B6-D2C6-FD44-C9AC-535298EF3AB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C71F9AF-C219-BEBF-A681-75B909FC745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C1C9E6C-34F1-E224-B82D-0B064CB3E6E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2CC40EA-25D1-5F4B-DD6C-9884F3D09CD5}"/>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4. File / Folder Structures (Modern)</a:t>
            </a:r>
          </a:p>
          <a:p>
            <a:pPr marL="12700" marR="5080"/>
            <a:r>
              <a:rPr lang="en-US" sz="1400" kern="0" spc="-80" dirty="0">
                <a:solidFill>
                  <a:schemeClr val="accent2"/>
                </a:solidFill>
              </a:rPr>
              <a:t>4.1 Component-driven architecture</a:t>
            </a:r>
          </a:p>
          <a:p>
            <a:pPr marL="12700" marR="5080"/>
            <a:r>
              <a:rPr lang="en-US" sz="1400" kern="0" spc="-80" dirty="0">
                <a:solidFill>
                  <a:schemeClr val="accent6"/>
                </a:solidFill>
              </a:rPr>
              <a:t>/components</a:t>
            </a:r>
          </a:p>
          <a:p>
            <a:pPr marL="12700" marR="5080"/>
            <a:r>
              <a:rPr lang="en-US" sz="1400" kern="0" spc="-80" dirty="0">
                <a:solidFill>
                  <a:schemeClr val="accent6"/>
                </a:solidFill>
              </a:rPr>
              <a:t>   /button</a:t>
            </a:r>
          </a:p>
          <a:p>
            <a:pPr marL="12700" marR="5080"/>
            <a:r>
              <a:rPr lang="en-US" sz="1400" kern="0" spc="-80" dirty="0">
                <a:solidFill>
                  <a:schemeClr val="accent6"/>
                </a:solidFill>
              </a:rPr>
              <a:t>      button.html</a:t>
            </a:r>
          </a:p>
          <a:p>
            <a:pPr marL="12700" marR="5080"/>
            <a:r>
              <a:rPr lang="en-US" sz="1400" kern="0" spc="-80" dirty="0">
                <a:solidFill>
                  <a:schemeClr val="accent6"/>
                </a:solidFill>
              </a:rPr>
              <a:t>      button.css</a:t>
            </a:r>
          </a:p>
          <a:p>
            <a:pPr marL="12700" marR="5080"/>
            <a:r>
              <a:rPr lang="en-US" sz="1400" kern="0" spc="-80" dirty="0">
                <a:solidFill>
                  <a:schemeClr val="accent6"/>
                </a:solidFill>
              </a:rPr>
              <a:t>      button.js</a:t>
            </a:r>
          </a:p>
          <a:p>
            <a:pPr marL="12700" marR="5080"/>
            <a:r>
              <a:rPr lang="en-US" sz="1400" kern="0" spc="-80" dirty="0">
                <a:solidFill>
                  <a:schemeClr val="accent6"/>
                </a:solidFill>
              </a:rPr>
              <a:t>   /card</a:t>
            </a:r>
          </a:p>
          <a:p>
            <a:pPr marL="12700" marR="5080"/>
            <a:r>
              <a:rPr lang="en-US" sz="1400" kern="0" spc="-80" dirty="0">
                <a:solidFill>
                  <a:schemeClr val="accent6"/>
                </a:solidFill>
              </a:rPr>
              <a:t>      card.css</a:t>
            </a:r>
          </a:p>
          <a:p>
            <a:pPr marL="12700" marR="5080"/>
            <a:r>
              <a:rPr lang="en-US" sz="1400" kern="0" spc="-80" dirty="0">
                <a:solidFill>
                  <a:schemeClr val="accent6"/>
                </a:solidFill>
              </a:rPr>
              <a:t>Most common in React, Vue, Svelte.</a:t>
            </a:r>
          </a:p>
          <a:p>
            <a:pPr marL="12700" marR="5080"/>
            <a:endParaRPr lang="en-US" sz="1400" kern="0" spc="-80" dirty="0">
              <a:solidFill>
                <a:schemeClr val="accent6"/>
              </a:solidFill>
            </a:endParaRPr>
          </a:p>
          <a:p>
            <a:pPr marL="12700" marR="5080"/>
            <a:r>
              <a:rPr lang="en-US" sz="1400" kern="0" spc="-80" dirty="0">
                <a:solidFill>
                  <a:schemeClr val="accent2"/>
                </a:solidFill>
              </a:rPr>
              <a:t>4.2 ITCSS + SASS</a:t>
            </a:r>
          </a:p>
          <a:p>
            <a:pPr marL="12700" marR="5080"/>
            <a:r>
              <a:rPr lang="en-US" sz="1400" kern="0" spc="-80" dirty="0">
                <a:solidFill>
                  <a:schemeClr val="accent6"/>
                </a:solidFill>
              </a:rPr>
              <a:t>/styles</a:t>
            </a:r>
          </a:p>
          <a:p>
            <a:pPr marL="12700" marR="5080"/>
            <a:r>
              <a:rPr lang="en-US" sz="1400" kern="0" spc="-80" dirty="0">
                <a:solidFill>
                  <a:schemeClr val="accent6"/>
                </a:solidFill>
              </a:rPr>
              <a:t>  /settings   (_</a:t>
            </a:r>
            <a:r>
              <a:rPr lang="en-US" sz="1400" kern="0" spc="-80" dirty="0" err="1">
                <a:solidFill>
                  <a:schemeClr val="accent6"/>
                </a:solidFill>
              </a:rPr>
              <a:t>tokens.scss</a:t>
            </a:r>
            <a:r>
              <a:rPr lang="en-US" sz="1400" kern="0" spc="-80" dirty="0">
                <a:solidFill>
                  <a:schemeClr val="accent6"/>
                </a:solidFill>
              </a:rPr>
              <a:t>)</a:t>
            </a:r>
          </a:p>
          <a:p>
            <a:pPr marL="12700" marR="5080"/>
            <a:r>
              <a:rPr lang="en-US" sz="1400" kern="0" spc="-80" dirty="0">
                <a:solidFill>
                  <a:schemeClr val="accent6"/>
                </a:solidFill>
              </a:rPr>
              <a:t>  /tools      (_</a:t>
            </a:r>
            <a:r>
              <a:rPr lang="en-US" sz="1400" kern="0" spc="-80" dirty="0" err="1">
                <a:solidFill>
                  <a:schemeClr val="accent6"/>
                </a:solidFill>
              </a:rPr>
              <a:t>mixins.scss</a:t>
            </a:r>
            <a:r>
              <a:rPr lang="en-US" sz="1400" kern="0" spc="-80" dirty="0">
                <a:solidFill>
                  <a:schemeClr val="accent6"/>
                </a:solidFill>
              </a:rPr>
              <a:t>)</a:t>
            </a:r>
          </a:p>
          <a:p>
            <a:pPr marL="12700" marR="5080"/>
            <a:r>
              <a:rPr lang="en-US" sz="1400" kern="0" spc="-80" dirty="0">
                <a:solidFill>
                  <a:schemeClr val="accent6"/>
                </a:solidFill>
              </a:rPr>
              <a:t>  /generic    (_</a:t>
            </a:r>
            <a:r>
              <a:rPr lang="en-US" sz="1400" kern="0" spc="-80" dirty="0" err="1">
                <a:solidFill>
                  <a:schemeClr val="accent6"/>
                </a:solidFill>
              </a:rPr>
              <a:t>reset.scss</a:t>
            </a:r>
            <a:r>
              <a:rPr lang="en-US" sz="1400" kern="0" spc="-80" dirty="0">
                <a:solidFill>
                  <a:schemeClr val="accent6"/>
                </a:solidFill>
              </a:rPr>
              <a:t>)</a:t>
            </a:r>
          </a:p>
          <a:p>
            <a:pPr marL="12700" marR="5080"/>
            <a:r>
              <a:rPr lang="en-US" sz="1400" kern="0" spc="-80" dirty="0">
                <a:solidFill>
                  <a:schemeClr val="accent6"/>
                </a:solidFill>
              </a:rPr>
              <a:t>  /elements   (_</a:t>
            </a:r>
            <a:r>
              <a:rPr lang="en-US" sz="1400" kern="0" spc="-80" dirty="0" err="1">
                <a:solidFill>
                  <a:schemeClr val="accent6"/>
                </a:solidFill>
              </a:rPr>
              <a:t>typography.scss</a:t>
            </a:r>
            <a:r>
              <a:rPr lang="en-US" sz="1400" kern="0" spc="-80" dirty="0">
                <a:solidFill>
                  <a:schemeClr val="accent6"/>
                </a:solidFill>
              </a:rPr>
              <a:t>)</a:t>
            </a:r>
          </a:p>
          <a:p>
            <a:pPr marL="12700" marR="5080"/>
            <a:r>
              <a:rPr lang="en-US" sz="1400" kern="0" spc="-80" dirty="0">
                <a:solidFill>
                  <a:schemeClr val="accent6"/>
                </a:solidFill>
              </a:rPr>
              <a:t>  /objects    (_</a:t>
            </a:r>
            <a:r>
              <a:rPr lang="en-US" sz="1400" kern="0" spc="-80" dirty="0" err="1">
                <a:solidFill>
                  <a:schemeClr val="accent6"/>
                </a:solidFill>
              </a:rPr>
              <a:t>layouts.scss</a:t>
            </a:r>
            <a:r>
              <a:rPr lang="en-US" sz="1400" kern="0" spc="-80" dirty="0">
                <a:solidFill>
                  <a:schemeClr val="accent6"/>
                </a:solidFill>
              </a:rPr>
              <a:t>)</a:t>
            </a:r>
          </a:p>
          <a:p>
            <a:pPr marL="12700" marR="5080"/>
            <a:r>
              <a:rPr lang="en-US" sz="1400" kern="0" spc="-80" dirty="0">
                <a:solidFill>
                  <a:schemeClr val="accent6"/>
                </a:solidFill>
              </a:rPr>
              <a:t>  /components (_</a:t>
            </a:r>
            <a:r>
              <a:rPr lang="en-US" sz="1400" kern="0" spc="-80" dirty="0" err="1">
                <a:solidFill>
                  <a:schemeClr val="accent6"/>
                </a:solidFill>
              </a:rPr>
              <a:t>buttons.scss</a:t>
            </a:r>
            <a:r>
              <a:rPr lang="en-US" sz="1400" kern="0" spc="-80" dirty="0">
                <a:solidFill>
                  <a:schemeClr val="accent6"/>
                </a:solidFill>
              </a:rPr>
              <a:t>)</a:t>
            </a:r>
          </a:p>
          <a:p>
            <a:pPr marL="12700" marR="5080"/>
            <a:r>
              <a:rPr lang="en-US" sz="1400" kern="0" spc="-80" dirty="0">
                <a:solidFill>
                  <a:schemeClr val="accent6"/>
                </a:solidFill>
              </a:rPr>
              <a:t>  /utilities  (_</a:t>
            </a:r>
            <a:r>
              <a:rPr lang="en-US" sz="1400" kern="0" spc="-80" dirty="0" err="1">
                <a:solidFill>
                  <a:schemeClr val="accent6"/>
                </a:solidFill>
              </a:rPr>
              <a:t>spacing.scss</a:t>
            </a:r>
            <a:r>
              <a:rPr lang="en-US" sz="1400" kern="0" spc="-80" dirty="0">
                <a:solidFill>
                  <a:schemeClr val="accent6"/>
                </a:solidFill>
              </a:rPr>
              <a: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54278686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1F537C-EEFF-0C91-EE57-01904A62E4C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BD8FFF7-9750-31E2-906E-A2E16889FFC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04E5CDC-474A-F928-7AB4-015EAEF6B22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0B372F7-C4E8-4C93-B8B0-511BE1FAA2D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7C8D927-AF3E-288F-FFF2-A57F4979FD5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629ED6C-EC8A-C226-913D-690BB1EC4B2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E6EEF06-7C2A-4CBF-32C5-E4E702F432F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57A7038-2A2C-56BC-10F5-873D84FA903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F77F8E5-3AC9-F63B-5C3C-240088D2B2A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E1B9728-29C7-6E4A-1FDB-945F3545899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E3E42E5-9D75-A811-7161-8FB1DF3B3407}"/>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4. File / Folder Structures (Modern)</a:t>
            </a:r>
          </a:p>
          <a:p>
            <a:pPr marL="12700" marR="5080"/>
            <a:r>
              <a:rPr lang="en-US" sz="1400" kern="0" spc="-80" dirty="0">
                <a:solidFill>
                  <a:schemeClr val="accent2"/>
                </a:solidFill>
              </a:rPr>
              <a:t>4.3 Tailwind/Atomic CSS Setup</a:t>
            </a:r>
          </a:p>
          <a:p>
            <a:pPr marL="12700" marR="5080"/>
            <a:r>
              <a:rPr lang="en-US" sz="1400" kern="0" spc="-80" dirty="0">
                <a:solidFill>
                  <a:schemeClr val="accent6"/>
                </a:solidFill>
              </a:rPr>
              <a:t>/styles</a:t>
            </a:r>
          </a:p>
          <a:p>
            <a:pPr marL="12700" marR="5080"/>
            <a:r>
              <a:rPr lang="en-US" sz="1400" kern="0" spc="-80" dirty="0">
                <a:solidFill>
                  <a:schemeClr val="accent6"/>
                </a:solidFill>
              </a:rPr>
              <a:t>   tailwind.config.js</a:t>
            </a:r>
          </a:p>
          <a:p>
            <a:pPr marL="12700" marR="5080"/>
            <a:r>
              <a:rPr lang="en-US" sz="1400" kern="0" spc="-80" dirty="0">
                <a:solidFill>
                  <a:schemeClr val="accent6"/>
                </a:solidFill>
              </a:rPr>
              <a:t>   base.css</a:t>
            </a:r>
          </a:p>
          <a:p>
            <a:pPr marL="12700" marR="5080"/>
            <a:r>
              <a:rPr lang="en-US" sz="1400" kern="0" spc="-80" dirty="0">
                <a:solidFill>
                  <a:schemeClr val="accent6"/>
                </a:solidFill>
              </a:rPr>
              <a:t>   components.css</a:t>
            </a:r>
          </a:p>
          <a:p>
            <a:pPr marL="12700" marR="5080"/>
            <a:r>
              <a:rPr lang="en-US" sz="1400" kern="0" spc="-80" dirty="0">
                <a:solidFill>
                  <a:schemeClr val="accent6"/>
                </a:solidFill>
              </a:rPr>
              <a:t>   utilities.css</a:t>
            </a:r>
          </a:p>
          <a:p>
            <a:pPr marL="12700" marR="5080"/>
            <a:endParaRPr lang="en-US" sz="1400" kern="0" spc="-80" dirty="0">
              <a:solidFill>
                <a:schemeClr val="accent6"/>
              </a:solidFill>
            </a:endParaRPr>
          </a:p>
          <a:p>
            <a:pPr marL="12700" marR="5080"/>
            <a:r>
              <a:rPr lang="en-US" sz="1400" kern="0" spc="-80" dirty="0">
                <a:solidFill>
                  <a:schemeClr val="accent2"/>
                </a:solidFill>
              </a:rPr>
              <a:t>5. Theming Strategies (Modern)</a:t>
            </a:r>
          </a:p>
          <a:p>
            <a:pPr marL="12700" marR="5080"/>
            <a:r>
              <a:rPr lang="en-US" sz="1400" kern="0" spc="-80" dirty="0">
                <a:solidFill>
                  <a:schemeClr val="accent2"/>
                </a:solidFill>
              </a:rPr>
              <a:t>5.1 CSS Variables Theme Switcher</a:t>
            </a:r>
          </a:p>
          <a:p>
            <a:pPr marL="12700" marR="5080"/>
            <a:r>
              <a:rPr lang="en-US" sz="1400" kern="0" spc="-80" dirty="0">
                <a:solidFill>
                  <a:schemeClr val="accent6"/>
                </a:solidFill>
              </a:rPr>
              <a:t>:root { --</a:t>
            </a:r>
            <a:r>
              <a:rPr lang="en-US" sz="1400" kern="0" spc="-80" dirty="0" err="1">
                <a:solidFill>
                  <a:schemeClr val="accent6"/>
                </a:solidFill>
              </a:rPr>
              <a:t>bg</a:t>
            </a:r>
            <a:r>
              <a:rPr lang="en-US" sz="1400" kern="0" spc="-80" dirty="0">
                <a:solidFill>
                  <a:schemeClr val="accent6"/>
                </a:solidFill>
              </a:rPr>
              <a:t>: white; --</a:t>
            </a:r>
            <a:r>
              <a:rPr lang="en-US" sz="1400" kern="0" spc="-80" dirty="0" err="1">
                <a:solidFill>
                  <a:schemeClr val="accent6"/>
                </a:solidFill>
              </a:rPr>
              <a:t>fg</a:t>
            </a:r>
            <a:r>
              <a:rPr lang="en-US" sz="1400" kern="0" spc="-80" dirty="0">
                <a:solidFill>
                  <a:schemeClr val="accent6"/>
                </a:solidFill>
              </a:rPr>
              <a:t>: black; }</a:t>
            </a:r>
          </a:p>
          <a:p>
            <a:pPr marL="12700" marR="5080"/>
            <a:r>
              <a:rPr lang="en-US" sz="1400" kern="0" spc="-80" dirty="0">
                <a:solidFill>
                  <a:schemeClr val="accent6"/>
                </a:solidFill>
              </a:rPr>
              <a:t>.dark { --</a:t>
            </a:r>
            <a:r>
              <a:rPr lang="en-US" sz="1400" kern="0" spc="-80" dirty="0" err="1">
                <a:solidFill>
                  <a:schemeClr val="accent6"/>
                </a:solidFill>
              </a:rPr>
              <a:t>bg</a:t>
            </a:r>
            <a:r>
              <a:rPr lang="en-US" sz="1400" kern="0" spc="-80" dirty="0">
                <a:solidFill>
                  <a:schemeClr val="accent6"/>
                </a:solidFill>
              </a:rPr>
              <a:t>: black; --</a:t>
            </a:r>
            <a:r>
              <a:rPr lang="en-US" sz="1400" kern="0" spc="-80" dirty="0" err="1">
                <a:solidFill>
                  <a:schemeClr val="accent6"/>
                </a:solidFill>
              </a:rPr>
              <a:t>fg</a:t>
            </a:r>
            <a:r>
              <a:rPr lang="en-US" sz="1400" kern="0" spc="-80" dirty="0">
                <a:solidFill>
                  <a:schemeClr val="accent6"/>
                </a:solidFill>
              </a:rPr>
              <a:t>: white; }</a:t>
            </a:r>
          </a:p>
          <a:p>
            <a:pPr marL="12700" marR="5080"/>
            <a:endParaRPr lang="en-US" sz="1400" kern="0" spc="-80" dirty="0">
              <a:solidFill>
                <a:schemeClr val="accent6"/>
              </a:solidFill>
            </a:endParaRPr>
          </a:p>
          <a:p>
            <a:pPr marL="12700" marR="5080"/>
            <a:r>
              <a:rPr lang="en-US" sz="1400" kern="0" spc="-80" dirty="0">
                <a:solidFill>
                  <a:schemeClr val="accent2"/>
                </a:solidFill>
              </a:rPr>
              <a:t>5.2 Multi-brand tokens</a:t>
            </a:r>
          </a:p>
          <a:p>
            <a:pPr marL="12700" marR="5080"/>
            <a:r>
              <a:rPr lang="en-US" sz="1400" kern="0" spc="-80" dirty="0">
                <a:solidFill>
                  <a:schemeClr val="accent6"/>
                </a:solidFill>
              </a:rPr>
              <a:t>:root[data-brand="</a:t>
            </a:r>
            <a:r>
              <a:rPr lang="en-US" sz="1400" kern="0" spc="-80" dirty="0" err="1">
                <a:solidFill>
                  <a:schemeClr val="accent6"/>
                </a:solidFill>
              </a:rPr>
              <a:t>brandA</a:t>
            </a:r>
            <a:r>
              <a:rPr lang="en-US" sz="1400" kern="0" spc="-80" dirty="0">
                <a:solidFill>
                  <a:schemeClr val="accent6"/>
                </a:solidFill>
              </a:rPr>
              <a:t>"] { --accent: #ff4d4d; }</a:t>
            </a:r>
          </a:p>
          <a:p>
            <a:pPr marL="12700" marR="5080"/>
            <a:r>
              <a:rPr lang="en-US" sz="1400" kern="0" spc="-80" dirty="0">
                <a:solidFill>
                  <a:schemeClr val="accent6"/>
                </a:solidFill>
              </a:rPr>
              <a:t>:root[data-brand="</a:t>
            </a:r>
            <a:r>
              <a:rPr lang="en-US" sz="1400" kern="0" spc="-80" dirty="0" err="1">
                <a:solidFill>
                  <a:schemeClr val="accent6"/>
                </a:solidFill>
              </a:rPr>
              <a:t>brandB</a:t>
            </a:r>
            <a:r>
              <a:rPr lang="en-US" sz="1400" kern="0" spc="-80" dirty="0">
                <a:solidFill>
                  <a:schemeClr val="accent6"/>
                </a:solidFill>
              </a:rPr>
              <a:t>"] { --accent: #00cc88; }</a:t>
            </a:r>
          </a:p>
          <a:p>
            <a:pPr marL="12700" marR="5080"/>
            <a:endParaRPr lang="en-US" sz="1400" kern="0" spc="-80" dirty="0">
              <a:solidFill>
                <a:schemeClr val="accent6"/>
              </a:solidFill>
            </a:endParaRPr>
          </a:p>
          <a:p>
            <a:pPr marL="12700" marR="5080"/>
            <a:r>
              <a:rPr lang="en-US" sz="1400" kern="0" spc="-80" dirty="0">
                <a:solidFill>
                  <a:schemeClr val="accent2"/>
                </a:solidFill>
              </a:rPr>
              <a:t>6. Performance &amp; Optimization Concepts</a:t>
            </a:r>
          </a:p>
          <a:p>
            <a:pPr marL="12700" marR="5080"/>
            <a:r>
              <a:rPr lang="en-US" sz="1400" kern="0" spc="-80" dirty="0">
                <a:solidFill>
                  <a:schemeClr val="accent2"/>
                </a:solidFill>
              </a:rPr>
              <a:t>6.1 Avoiding Unused CSS</a:t>
            </a:r>
          </a:p>
          <a:p>
            <a:pPr marL="12700" marR="5080"/>
            <a:r>
              <a:rPr lang="en-US" sz="1400" kern="0" spc="-80" dirty="0" err="1">
                <a:solidFill>
                  <a:schemeClr val="accent6"/>
                </a:solidFill>
              </a:rPr>
              <a:t>PurgeCSS</a:t>
            </a:r>
            <a:r>
              <a:rPr lang="en-US" sz="1400" kern="0" spc="-80" dirty="0">
                <a:solidFill>
                  <a:schemeClr val="accent6"/>
                </a:solidFill>
              </a:rPr>
              <a:t> / Tailwind purge</a:t>
            </a:r>
          </a:p>
          <a:p>
            <a:pPr marL="12700" marR="5080"/>
            <a:r>
              <a:rPr lang="en-US" sz="1400" kern="0" spc="-80" dirty="0" err="1">
                <a:solidFill>
                  <a:schemeClr val="accent6"/>
                </a:solidFill>
              </a:rPr>
              <a:t>cssnano</a:t>
            </a:r>
            <a:endParaRPr lang="en-US" sz="1400" kern="0" spc="-80" dirty="0">
              <a:solidFill>
                <a:schemeClr val="accent6"/>
              </a:solidFill>
            </a:endParaRPr>
          </a:p>
          <a:p>
            <a:pPr marL="12700" marR="5080"/>
            <a:r>
              <a:rPr lang="en-US" sz="1400" kern="0" spc="-80" dirty="0">
                <a:solidFill>
                  <a:schemeClr val="accent6"/>
                </a:solidFill>
              </a:rPr>
              <a:t>Rollup / Vite tree-shaking for CSS-in-JS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3950213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F1B894-6BA8-C31A-EF2C-2FAD5E2715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D673640-D517-2B3E-F3BF-717894BB902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20A2C44-2FD4-7FC6-1644-63B6B6C6200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CEBF5B4-CDD3-322B-0EC7-B3096FBBC13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3E880C7-2393-0840-04E5-888D5D03F10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2AC19C0-687B-00EA-A874-A5CDEA50D16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BF0308C-A8E7-33EA-8259-BA274B642DD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C3A81ED-6085-66A2-3567-ED4954AA106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835565D-2688-0BFE-EBEB-F1BC1DD5250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0118C2E-74AB-9FF2-F47B-0BA39BE2F95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4BA82A9-1403-1EC5-0BE6-6209F37D8670}"/>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6. Performance &amp; Optimization Concepts</a:t>
            </a:r>
          </a:p>
          <a:p>
            <a:pPr marL="12700" marR="5080"/>
            <a:r>
              <a:rPr lang="en-US" sz="1400" kern="0" spc="-80" dirty="0">
                <a:solidFill>
                  <a:schemeClr val="accent2"/>
                </a:solidFill>
              </a:rPr>
              <a:t>6.2 Critical CSS</a:t>
            </a:r>
          </a:p>
          <a:p>
            <a:pPr marL="12700" marR="5080"/>
            <a:r>
              <a:rPr lang="en-US" sz="1400" kern="0" spc="-80" dirty="0">
                <a:solidFill>
                  <a:schemeClr val="accent6"/>
                </a:solidFill>
              </a:rPr>
              <a:t>Inline above-the-fold CSS for faster load.</a:t>
            </a:r>
          </a:p>
          <a:p>
            <a:pPr marL="12700" marR="5080"/>
            <a:r>
              <a:rPr lang="en-US" sz="1400" kern="0" spc="-80" dirty="0">
                <a:solidFill>
                  <a:schemeClr val="accent2"/>
                </a:solidFill>
              </a:rPr>
              <a:t>Tools:</a:t>
            </a:r>
          </a:p>
          <a:p>
            <a:pPr marL="12700" marR="5080"/>
            <a:r>
              <a:rPr lang="en-US" sz="1400" kern="0" spc="-80" dirty="0">
                <a:solidFill>
                  <a:schemeClr val="accent6"/>
                </a:solidFill>
              </a:rPr>
              <a:t>Critters</a:t>
            </a:r>
          </a:p>
          <a:p>
            <a:pPr marL="12700" marR="5080"/>
            <a:r>
              <a:rPr lang="en-US" sz="1400" kern="0" spc="-80" dirty="0">
                <a:solidFill>
                  <a:schemeClr val="accent6"/>
                </a:solidFill>
              </a:rPr>
              <a:t>Penthouse</a:t>
            </a:r>
          </a:p>
          <a:p>
            <a:pPr marL="12700" marR="5080"/>
            <a:endParaRPr lang="en-US" sz="1400" kern="0" spc="-80" dirty="0">
              <a:solidFill>
                <a:schemeClr val="accent6"/>
              </a:solidFill>
            </a:endParaRPr>
          </a:p>
          <a:p>
            <a:pPr marL="12700" marR="5080"/>
            <a:r>
              <a:rPr lang="en-US" sz="1400" kern="0" spc="-80" dirty="0">
                <a:solidFill>
                  <a:schemeClr val="accent2"/>
                </a:solidFill>
              </a:rPr>
              <a:t>6.3 Reduce Specificity</a:t>
            </a:r>
          </a:p>
          <a:p>
            <a:pPr marL="12700" marR="5080"/>
            <a:r>
              <a:rPr lang="en-US" sz="1400" kern="0" spc="-80" dirty="0">
                <a:solidFill>
                  <a:schemeClr val="accent2"/>
                </a:solidFill>
              </a:rPr>
              <a:t>Avoid:</a:t>
            </a:r>
          </a:p>
          <a:p>
            <a:pPr marL="12700" marR="5080"/>
            <a:r>
              <a:rPr lang="en-US" sz="1400" kern="0" spc="-80" dirty="0">
                <a:solidFill>
                  <a:schemeClr val="accent6"/>
                </a:solidFill>
              </a:rPr>
              <a:t>ID selectors</a:t>
            </a:r>
          </a:p>
          <a:p>
            <a:pPr marL="12700" marR="5080"/>
            <a:r>
              <a:rPr lang="en-US" sz="1400" kern="0" spc="-80" dirty="0">
                <a:solidFill>
                  <a:schemeClr val="accent6"/>
                </a:solidFill>
              </a:rPr>
              <a:t>Deep selectors</a:t>
            </a:r>
          </a:p>
          <a:p>
            <a:pPr marL="12700" marR="5080"/>
            <a:r>
              <a:rPr lang="en-US" sz="1400" kern="0" spc="-80" dirty="0">
                <a:solidFill>
                  <a:schemeClr val="accent6"/>
                </a:solidFill>
              </a:rPr>
              <a:t>!important</a:t>
            </a:r>
          </a:p>
          <a:p>
            <a:pPr marL="12700" marR="5080"/>
            <a:endParaRPr lang="en-US" sz="1400" kern="0" spc="-80" dirty="0">
              <a:solidFill>
                <a:schemeClr val="accent6"/>
              </a:solidFill>
            </a:endParaRPr>
          </a:p>
          <a:p>
            <a:pPr marL="12700" marR="5080"/>
            <a:r>
              <a:rPr lang="en-US" sz="1400" kern="0" spc="-80" dirty="0">
                <a:solidFill>
                  <a:schemeClr val="accent2"/>
                </a:solidFill>
              </a:rPr>
              <a:t>6.4 Avoid Large Repaint Zones</a:t>
            </a:r>
          </a:p>
          <a:p>
            <a:pPr marL="12700" marR="5080"/>
            <a:r>
              <a:rPr lang="en-US" sz="1400" kern="0" spc="-80" dirty="0">
                <a:solidFill>
                  <a:schemeClr val="accent2"/>
                </a:solidFill>
              </a:rPr>
              <a:t>Prefer:</a:t>
            </a:r>
          </a:p>
          <a:p>
            <a:pPr marL="12700" marR="5080"/>
            <a:r>
              <a:rPr lang="en-US" sz="1400" kern="0" spc="-80" dirty="0">
                <a:solidFill>
                  <a:schemeClr val="accent6"/>
                </a:solidFill>
              </a:rPr>
              <a:t>transform instead of top/left</a:t>
            </a:r>
          </a:p>
          <a:p>
            <a:pPr marL="12700" marR="5080"/>
            <a:r>
              <a:rPr lang="en-US" sz="1400" kern="0" spc="-80" dirty="0">
                <a:solidFill>
                  <a:schemeClr val="accent6"/>
                </a:solidFill>
              </a:rPr>
              <a:t>opacity for animations</a:t>
            </a:r>
          </a:p>
          <a:p>
            <a:pPr marL="12700" marR="5080"/>
            <a:endParaRPr lang="en-US" sz="1400" kern="0" spc="-80" dirty="0">
              <a:solidFill>
                <a:schemeClr val="accent6"/>
              </a:solidFill>
            </a:endParaRPr>
          </a:p>
          <a:p>
            <a:pPr marL="12700" marR="5080"/>
            <a:r>
              <a:rPr lang="en-US" sz="1400" kern="0" spc="-80" dirty="0">
                <a:solidFill>
                  <a:schemeClr val="accent2"/>
                </a:solidFill>
              </a:rPr>
              <a:t>7. State Management in CSS</a:t>
            </a:r>
          </a:p>
          <a:p>
            <a:pPr marL="12700" marR="5080"/>
            <a:r>
              <a:rPr lang="en-US" sz="1400" kern="0" spc="-80" dirty="0">
                <a:solidFill>
                  <a:schemeClr val="accent2"/>
                </a:solidFill>
              </a:rPr>
              <a:t>Components have states:</a:t>
            </a:r>
          </a:p>
          <a:p>
            <a:pPr marL="12700" marR="5080"/>
            <a:r>
              <a:rPr lang="en-US" sz="1400" kern="0" spc="-80" dirty="0">
                <a:solidFill>
                  <a:schemeClr val="accent6"/>
                </a:solidFill>
              </a:rPr>
              <a:t>:hover</a:t>
            </a:r>
          </a:p>
          <a:p>
            <a:pPr marL="12700" marR="5080"/>
            <a:r>
              <a:rPr lang="en-US" sz="1400" kern="0" spc="-80" dirty="0">
                <a:solidFill>
                  <a:schemeClr val="accent6"/>
                </a:solidFill>
              </a:rPr>
              <a:t>:active</a:t>
            </a:r>
          </a:p>
          <a:p>
            <a:pPr marL="12700" marR="5080"/>
            <a:r>
              <a:rPr lang="en-US" sz="1400" kern="0" spc="-80" dirty="0">
                <a:solidFill>
                  <a:schemeClr val="accent6"/>
                </a:solidFill>
              </a:rPr>
              <a:t>:focus</a:t>
            </a:r>
          </a:p>
        </p:txBody>
      </p:sp>
    </p:spTree>
    <p:extLst>
      <p:ext uri="{BB962C8B-B14F-4D97-AF65-F5344CB8AC3E}">
        <p14:creationId xmlns:p14="http://schemas.microsoft.com/office/powerpoint/2010/main" val="154318333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D71817-DC6C-89CD-A262-4C63B11BF05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2FBAEFA-ECF3-AAEB-F0D9-D47D79213BF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82DAB9-45A2-C9F8-2D38-8E2296CC14C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F9C7D58-A891-A3F9-E885-E1E10265FAC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EB1CDEE-65F5-6BEE-5950-3AA3875963E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C6B750-E27B-3DB6-4A77-0AD610556D7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DCB8FE6-F591-D22B-E96F-2115B96E4B0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35B729D-B0F6-3495-2539-23B7E258DFC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7AA12F9-6F87-35FD-FEFD-6429B3CB970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4CB4748-0C62-8298-246B-5B204755205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18E0986-635A-A6EB-7629-46986C02E4D8}"/>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7. State Management in CSS</a:t>
            </a:r>
          </a:p>
          <a:p>
            <a:pPr marL="12700" marR="5080"/>
            <a:r>
              <a:rPr lang="en-US" sz="1400" kern="0" spc="-80" dirty="0">
                <a:solidFill>
                  <a:schemeClr val="accent6"/>
                </a:solidFill>
              </a:rPr>
              <a:t>:focus</a:t>
            </a:r>
          </a:p>
          <a:p>
            <a:pPr marL="12700" marR="5080"/>
            <a:r>
              <a:rPr lang="en-US" sz="1400" kern="0" spc="-80" dirty="0">
                <a:solidFill>
                  <a:schemeClr val="accent6"/>
                </a:solidFill>
              </a:rPr>
              <a:t>:focus-visible</a:t>
            </a:r>
          </a:p>
          <a:p>
            <a:pPr marL="12700" marR="5080"/>
            <a:r>
              <a:rPr lang="en-US" sz="1400" kern="0" spc="-80" dirty="0">
                <a:solidFill>
                  <a:schemeClr val="accent6"/>
                </a:solidFill>
              </a:rPr>
              <a:t>.is-open</a:t>
            </a:r>
          </a:p>
          <a:p>
            <a:pPr marL="12700" marR="5080"/>
            <a:r>
              <a:rPr lang="en-US" sz="1400" kern="0" spc="-80" dirty="0">
                <a:solidFill>
                  <a:schemeClr val="accent6"/>
                </a:solidFill>
              </a:rPr>
              <a:t>.is-loading</a:t>
            </a:r>
          </a:p>
          <a:p>
            <a:pPr marL="12700" marR="5080"/>
            <a:r>
              <a:rPr lang="en-US" sz="1400" kern="0" spc="-80" dirty="0">
                <a:solidFill>
                  <a:schemeClr val="accent6"/>
                </a:solidFill>
              </a:rPr>
              <a:t>.is-collapsed</a:t>
            </a:r>
          </a:p>
          <a:p>
            <a:pPr marL="12700" marR="5080"/>
            <a:r>
              <a:rPr lang="en-US" sz="1400" kern="0" spc="-80" dirty="0">
                <a:solidFill>
                  <a:schemeClr val="accent6"/>
                </a:solidFill>
              </a:rPr>
              <a:t>State classes are architectural tools to control UI.</a:t>
            </a:r>
          </a:p>
          <a:p>
            <a:pPr marL="12700" marR="5080"/>
            <a:endParaRPr lang="en-US" sz="1400" kern="0" spc="-80" dirty="0">
              <a:solidFill>
                <a:schemeClr val="accent6"/>
              </a:solidFill>
            </a:endParaRPr>
          </a:p>
          <a:p>
            <a:pPr marL="12700" marR="5080"/>
            <a:r>
              <a:rPr lang="en-US" sz="1400" kern="0" spc="-80" dirty="0">
                <a:solidFill>
                  <a:schemeClr val="accent2"/>
                </a:solidFill>
              </a:rPr>
              <a:t>8. Component Libraries vs. Custom Architecture</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pic>
        <p:nvPicPr>
          <p:cNvPr id="13" name="Picture 12" descr="A table with text on it&#10;&#10;AI-generated content may be incorrect.">
            <a:extLst>
              <a:ext uri="{FF2B5EF4-FFF2-40B4-BE49-F238E27FC236}">
                <a16:creationId xmlns:a16="http://schemas.microsoft.com/office/drawing/2014/main" id="{1618504D-EB07-4559-A5B9-B2F94C00711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20646" y="2819400"/>
            <a:ext cx="8915399" cy="3048000"/>
          </a:xfrm>
          <a:prstGeom prst="rect">
            <a:avLst/>
          </a:prstGeom>
        </p:spPr>
      </p:pic>
    </p:spTree>
    <p:extLst>
      <p:ext uri="{BB962C8B-B14F-4D97-AF65-F5344CB8AC3E}">
        <p14:creationId xmlns:p14="http://schemas.microsoft.com/office/powerpoint/2010/main" val="2210844374"/>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AC5294-1362-379F-7A44-10F18572216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F6AB328-2A1C-844F-06B6-40FEC48DA23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F6F3588-3726-5679-40F7-583B4438A14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F8D9B3F-A6A9-87B1-70F0-12E62B0C4C4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7E69661-90ED-DB0D-7A3E-B2C9DC03AC1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BC024C4-29A6-496A-FBF9-4B115318AB6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206DD01-E639-5388-C123-B3697618C74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14A9578-09AE-7A79-CA60-5730E84BE78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CAC9A5E-68A2-97DA-F8B2-CDC8B22ADCB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A5D4D51-8487-B223-1F1F-A68D23F9BB3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E978D90-3F44-89BD-CC7B-0B7A7ECD395F}"/>
              </a:ext>
            </a:extLst>
          </p:cNvPr>
          <p:cNvSpPr txBox="1">
            <a:spLocks/>
          </p:cNvSpPr>
          <p:nvPr/>
        </p:nvSpPr>
        <p:spPr>
          <a:xfrm>
            <a:off x="152400" y="685800"/>
            <a:ext cx="8624937" cy="19389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9. Which CSS Architecture Should YOU Use?</a:t>
            </a:r>
          </a:p>
          <a:p>
            <a:pPr marL="12700" marR="5080"/>
            <a:r>
              <a:rPr lang="en-US" sz="1400" kern="0" spc="-80" dirty="0">
                <a:solidFill>
                  <a:schemeClr val="accent6"/>
                </a:solidFill>
              </a:rPr>
              <a:t>You're building:</a:t>
            </a:r>
          </a:p>
          <a:p>
            <a:pPr marL="12700" marR="5080"/>
            <a:r>
              <a:rPr lang="en-US" sz="1400" kern="0" spc="-80" dirty="0">
                <a:solidFill>
                  <a:schemeClr val="accent6"/>
                </a:solidFill>
              </a:rPr>
              <a:t>🔵 A personal project → Tailwind</a:t>
            </a:r>
          </a:p>
          <a:p>
            <a:pPr marL="12700" marR="5080"/>
            <a:r>
              <a:rPr lang="en-US" sz="1400" kern="0" spc="-80" dirty="0">
                <a:solidFill>
                  <a:schemeClr val="accent6"/>
                </a:solidFill>
              </a:rPr>
              <a:t>🔵 A mid-sized web app → BEM + SCSS or Tailwind</a:t>
            </a:r>
          </a:p>
          <a:p>
            <a:pPr marL="12700" marR="5080"/>
            <a:r>
              <a:rPr lang="en-US" sz="1400" kern="0" spc="-80" dirty="0">
                <a:solidFill>
                  <a:schemeClr val="accent6"/>
                </a:solidFill>
              </a:rPr>
              <a:t>🔵 A large enterprise app → ITCSS + Design Tokens</a:t>
            </a:r>
          </a:p>
          <a:p>
            <a:pPr marL="12700" marR="5080"/>
            <a:r>
              <a:rPr lang="en-US" sz="1400" kern="0" spc="-80" dirty="0">
                <a:solidFill>
                  <a:schemeClr val="accent6"/>
                </a:solidFill>
              </a:rPr>
              <a:t>🔵 A React/Vue/Svelte app → CSS Modules or CSS-in-JS</a:t>
            </a:r>
          </a:p>
          <a:p>
            <a:pPr marL="12700" marR="5080"/>
            <a:r>
              <a:rPr lang="en-US" sz="1400" kern="0" spc="-80" dirty="0">
                <a:solidFill>
                  <a:schemeClr val="accent6"/>
                </a:solidFill>
              </a:rPr>
              <a:t>🔵 A design system → Tokens + ITCSS + Components</a:t>
            </a:r>
          </a:p>
          <a:p>
            <a:pPr marL="12700" marR="5080"/>
            <a:r>
              <a:rPr lang="en-US" sz="1400" kern="0" spc="-80" dirty="0">
                <a:solidFill>
                  <a:schemeClr val="accent6"/>
                </a:solidFill>
              </a:rPr>
              <a:t>🔵 A multi-brand product → CSS variables + tokens</a:t>
            </a:r>
          </a:p>
        </p:txBody>
      </p:sp>
    </p:spTree>
    <p:extLst>
      <p:ext uri="{BB962C8B-B14F-4D97-AF65-F5344CB8AC3E}">
        <p14:creationId xmlns:p14="http://schemas.microsoft.com/office/powerpoint/2010/main" val="164729219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AD9EA-7591-1251-C0ED-255B5535609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7C6F849-8C90-1F04-0AB9-2B042AAFE68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3ED6CE1-B901-F839-9168-7AB969F0894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8634927-9CC4-5CB7-756B-F21521066CCF}"/>
              </a:ext>
            </a:extLst>
          </p:cNvPr>
          <p:cNvGraphicFramePr/>
          <p:nvPr>
            <p:extLst>
              <p:ext uri="{D42A27DB-BD31-4B8C-83A1-F6EECF244321}">
                <p14:modId xmlns:p14="http://schemas.microsoft.com/office/powerpoint/2010/main" val="153075269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168E678-9019-8D78-0588-95FFC600F68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4F38EEF-637A-FF7E-91C3-3C55E3C7C6E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1AC8672-32A5-B36D-BBE1-DDD0ECED876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C438AB2-CD6A-E247-0047-59189BC6181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9977AAE-C0E1-0250-5C3C-534A7327459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D87F478-E9DD-7C2E-C383-B7B89651026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0E3E517-5E86-18CA-5CA6-46B66E6F2E18}"/>
              </a:ext>
            </a:extLst>
          </p:cNvPr>
          <p:cNvSpPr txBox="1">
            <a:spLocks/>
          </p:cNvSpPr>
          <p:nvPr/>
        </p:nvSpPr>
        <p:spPr>
          <a:xfrm>
            <a:off x="152400" y="685800"/>
            <a:ext cx="8624937" cy="32470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For Further Exploration</a:t>
            </a:r>
          </a:p>
          <a:p>
            <a:pPr marL="12700" marR="5080"/>
            <a:r>
              <a:rPr lang="en-US" sz="1400" dirty="0">
                <a:hlinkClick r:id="rId8"/>
              </a:rPr>
              <a:t>Learn CSS  |  Google Developer Program  |  Google for Developers</a:t>
            </a:r>
            <a:endParaRPr lang="en-US" sz="1400" dirty="0"/>
          </a:p>
          <a:p>
            <a:pPr marL="12700" marR="5080"/>
            <a:r>
              <a:rPr lang="en-US" sz="1400" dirty="0">
                <a:hlinkClick r:id="rId9"/>
              </a:rPr>
              <a:t>Learn CSS in ONE hour - Free and interactive 20-part course</a:t>
            </a:r>
            <a:endParaRPr lang="en-US" sz="1400" dirty="0"/>
          </a:p>
          <a:p>
            <a:pPr marL="12700" marR="5080"/>
            <a:r>
              <a:rPr lang="en-IN" sz="1400" dirty="0">
                <a:hlinkClick r:id="rId10"/>
              </a:rPr>
              <a:t>CSS reference - CSS | MDN</a:t>
            </a:r>
            <a:endParaRPr lang="en-IN" sz="1400" dirty="0"/>
          </a:p>
          <a:p>
            <a:pPr marL="12700" marR="5080"/>
            <a:r>
              <a:rPr lang="en-IN" sz="1400" dirty="0">
                <a:hlinkClick r:id="rId11"/>
              </a:rPr>
              <a:t>Chris Coyier on CSS-Tricks</a:t>
            </a:r>
            <a:endParaRPr lang="en-IN" sz="1400" dirty="0"/>
          </a:p>
          <a:p>
            <a:pPr marL="12700" marR="5080"/>
            <a:r>
              <a:rPr lang="en-US" sz="1400" dirty="0">
                <a:hlinkClick r:id="rId12"/>
              </a:rPr>
              <a:t>Top 10 Free Sources to Learn CSS Easily – </a:t>
            </a:r>
            <a:r>
              <a:rPr lang="en-US" sz="1400" dirty="0" err="1">
                <a:hlinkClick r:id="rId12"/>
              </a:rPr>
              <a:t>Tutsflow</a:t>
            </a:r>
            <a:endParaRPr lang="en-US" sz="1400" dirty="0"/>
          </a:p>
          <a:p>
            <a:pPr marL="12700" marR="5080"/>
            <a:r>
              <a:rPr lang="en-IN" sz="1400" dirty="0">
                <a:hlinkClick r:id="rId13"/>
              </a:rPr>
              <a:t>10 Great Resources to Master Your CSS Skills</a:t>
            </a:r>
            <a:endParaRPr lang="en-IN" sz="1400" dirty="0"/>
          </a:p>
          <a:p>
            <a:pPr marL="12700" marR="5080"/>
            <a:r>
              <a:rPr lang="en-US" sz="1400" dirty="0">
                <a:hlinkClick r:id="rId14"/>
              </a:rPr>
              <a:t>W3.CSS Succinctly® | Free </a:t>
            </a:r>
            <a:r>
              <a:rPr lang="en-US" sz="1400" dirty="0" err="1">
                <a:hlinkClick r:id="rId14"/>
              </a:rPr>
              <a:t>Ebook</a:t>
            </a:r>
            <a:r>
              <a:rPr lang="en-US" sz="1400" dirty="0">
                <a:hlinkClick r:id="rId14"/>
              </a:rPr>
              <a:t> | </a:t>
            </a:r>
            <a:r>
              <a:rPr lang="en-US" sz="1400" dirty="0" err="1">
                <a:hlinkClick r:id="rId14"/>
              </a:rPr>
              <a:t>Syncfusion</a:t>
            </a:r>
            <a:r>
              <a:rPr lang="en-US" sz="1400" dirty="0">
                <a:hlinkClick r:id="rId14"/>
              </a:rPr>
              <a:t>®</a:t>
            </a:r>
            <a:endParaRPr lang="en-US" sz="1400" dirty="0"/>
          </a:p>
          <a:p>
            <a:pPr marL="12700" marR="5080"/>
            <a:r>
              <a:rPr lang="en-US" sz="1400" dirty="0">
                <a:hlinkClick r:id="rId15"/>
              </a:rPr>
              <a:t>CSS3 Succinctly® | Free </a:t>
            </a:r>
            <a:r>
              <a:rPr lang="en-US" sz="1400" dirty="0" err="1">
                <a:hlinkClick r:id="rId15"/>
              </a:rPr>
              <a:t>Ebook</a:t>
            </a:r>
            <a:r>
              <a:rPr lang="en-US" sz="1400" dirty="0">
                <a:hlinkClick r:id="rId15"/>
              </a:rPr>
              <a:t> | </a:t>
            </a:r>
            <a:r>
              <a:rPr lang="en-US" sz="1400" dirty="0" err="1">
                <a:hlinkClick r:id="rId15"/>
              </a:rPr>
              <a:t>Syncfusion</a:t>
            </a:r>
            <a:r>
              <a:rPr lang="en-US" sz="1400" dirty="0">
                <a:hlinkClick r:id="rId15"/>
              </a:rPr>
              <a:t>®</a:t>
            </a:r>
            <a:endParaRPr lang="en-IN" sz="1400" dirty="0"/>
          </a:p>
          <a:p>
            <a:pPr marL="12700" marR="5080"/>
            <a:r>
              <a:rPr lang="en-IN" sz="1400" dirty="0">
                <a:hlinkClick r:id="rId16"/>
              </a:rPr>
              <a:t>Free CSS Book</a:t>
            </a:r>
            <a:endParaRPr lang="en-IN" sz="1400" dirty="0"/>
          </a:p>
          <a:p>
            <a:pPr marL="12700" marR="5080"/>
            <a:r>
              <a:rPr lang="en-US" sz="1400" dirty="0">
                <a:hlinkClick r:id="rId17"/>
              </a:rPr>
              <a:t>CSS Layouts Masterclass: Build Responsive-Adaptive Websites | Udemy</a:t>
            </a:r>
            <a:endParaRPr lang="en-US" sz="1400" dirty="0"/>
          </a:p>
          <a:p>
            <a:pPr marL="12700" marR="5080"/>
            <a:r>
              <a:rPr lang="en-US" sz="1400" dirty="0">
                <a:hlinkClick r:id="rId18"/>
              </a:rPr>
              <a:t>Bootstrap vs. Tailwind CSS: Compare The Top CSS Frameworks</a:t>
            </a:r>
            <a:endParaRPr lang="en-US" sz="1400" dirty="0"/>
          </a:p>
          <a:p>
            <a:pPr marL="12700" marR="5080"/>
            <a:r>
              <a:rPr lang="en-IN" sz="1400" dirty="0">
                <a:hlinkClick r:id="rId19"/>
              </a:rPr>
              <a:t>Bootstrap 5 From Scratch | Build 5 Modern Websites | Udemy</a:t>
            </a:r>
            <a:endParaRPr lang="en-US" sz="1400" dirty="0"/>
          </a:p>
          <a:p>
            <a:pPr marL="12700" marR="5080"/>
            <a:r>
              <a:rPr lang="en-US" sz="1400" dirty="0">
                <a:hlinkClick r:id="rId20"/>
              </a:rPr>
              <a:t>Tailwind CSS From Scratch | Learn By Building Projects | Udemy</a:t>
            </a:r>
            <a:endParaRPr lang="en-US" sz="1400" kern="0" spc="-80" dirty="0">
              <a:solidFill>
                <a:schemeClr val="accent6"/>
              </a:solidFill>
            </a:endParaRPr>
          </a:p>
        </p:txBody>
      </p:sp>
    </p:spTree>
    <p:extLst>
      <p:ext uri="{BB962C8B-B14F-4D97-AF65-F5344CB8AC3E}">
        <p14:creationId xmlns:p14="http://schemas.microsoft.com/office/powerpoint/2010/main" val="1826565688"/>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10C02B-C779-5B54-B2E9-D81B6559C11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C56A74-C1E7-E32F-D093-15D6A46F9EC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DD21875-084E-1264-FF7A-487859096AA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236F1B8-2A58-6FE7-F2ED-4227BF7A23C0}"/>
              </a:ext>
            </a:extLst>
          </p:cNvPr>
          <p:cNvGraphicFramePr/>
          <p:nvPr>
            <p:extLst>
              <p:ext uri="{D42A27DB-BD31-4B8C-83A1-F6EECF244321}">
                <p14:modId xmlns:p14="http://schemas.microsoft.com/office/powerpoint/2010/main" val="106174104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FA12324-503C-2A6A-C1D7-A3D9ED1AF77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B612017-3A7D-FECF-B956-E10A7F6CC2C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3CF1D1C-6240-C258-8CDF-AC235E27844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3879DC6-E142-BDC2-40B2-9C670022A78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BC840F8-9AF9-AAF0-A3FD-31AB9ACA21F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4CB1786-BF65-EA0C-CA83-358DDB28E35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AA3201D-91D7-1EEF-B5AB-EDEB43C73667}"/>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6"/>
                </a:solidFill>
              </a:rPr>
              <a:t>JavaScript is object-oriented, but not class-based by default like  C# or Java or any other general object oriented language.</a:t>
            </a:r>
          </a:p>
          <a:p>
            <a:pPr marL="12700" marR="5080"/>
            <a:r>
              <a:rPr lang="en-US" sz="1400" kern="0" spc="-80" dirty="0">
                <a:solidFill>
                  <a:schemeClr val="accent6"/>
                </a:solidFill>
              </a:rPr>
              <a:t>It is prototype-based, meaning objects inherit from other objects, not from classes.</a:t>
            </a:r>
          </a:p>
          <a:p>
            <a:pPr marL="12700" marR="5080"/>
            <a:r>
              <a:rPr lang="en-US" sz="1400" kern="0" spc="-80" dirty="0">
                <a:solidFill>
                  <a:schemeClr val="accent6"/>
                </a:solidFill>
              </a:rPr>
              <a:t>ES6 added a class syntax, but it is syntactical sugar over prototypes.</a:t>
            </a:r>
          </a:p>
          <a:p>
            <a:pPr marL="12700" marR="5080"/>
            <a:endParaRPr lang="en-US" sz="1400" kern="0" spc="-80" dirty="0">
              <a:solidFill>
                <a:schemeClr val="accent6"/>
              </a:solidFill>
            </a:endParaRPr>
          </a:p>
          <a:p>
            <a:pPr marL="12700" marR="5080"/>
            <a:r>
              <a:rPr lang="en-US" sz="1400" kern="0" spc="-80" dirty="0">
                <a:solidFill>
                  <a:schemeClr val="accent2"/>
                </a:solidFill>
              </a:rPr>
              <a:t>1) Objects</a:t>
            </a:r>
          </a:p>
          <a:p>
            <a:pPr marL="12700" marR="5080"/>
            <a:r>
              <a:rPr lang="en-US" sz="1400" kern="0" spc="-80" dirty="0">
                <a:solidFill>
                  <a:schemeClr val="accent6"/>
                </a:solidFill>
              </a:rPr>
              <a:t>Everything (except primitives) in JS is an object.</a:t>
            </a:r>
          </a:p>
          <a:p>
            <a:pPr marL="12700" marR="5080"/>
            <a:r>
              <a:rPr lang="en-US" sz="1400" kern="0" spc="-80" dirty="0">
                <a:solidFill>
                  <a:schemeClr val="accent6"/>
                </a:solidFill>
              </a:rPr>
              <a:t>const user = {</a:t>
            </a:r>
          </a:p>
          <a:p>
            <a:pPr marL="12700" marR="5080"/>
            <a:r>
              <a:rPr lang="en-US" sz="1400" kern="0" spc="-80" dirty="0">
                <a:solidFill>
                  <a:schemeClr val="accent6"/>
                </a:solidFill>
              </a:rPr>
              <a:t>  name: "Sandip",</a:t>
            </a:r>
          </a:p>
          <a:p>
            <a:pPr marL="12700" marR="5080"/>
            <a:r>
              <a:rPr lang="en-US" sz="1400" kern="0" spc="-80" dirty="0">
                <a:solidFill>
                  <a:schemeClr val="accent6"/>
                </a:solidFill>
              </a:rPr>
              <a:t>  age: 25,</a:t>
            </a:r>
          </a:p>
          <a:p>
            <a:pPr marL="12700" marR="5080"/>
            <a:r>
              <a:rPr lang="en-US" sz="1400" kern="0" spc="-80" dirty="0">
                <a:solidFill>
                  <a:schemeClr val="accent6"/>
                </a:solidFill>
              </a:rPr>
              <a:t>  greet() {</a:t>
            </a:r>
          </a:p>
          <a:p>
            <a:pPr marL="12700" marR="5080"/>
            <a:r>
              <a:rPr lang="en-US" sz="1400" kern="0" spc="-80" dirty="0">
                <a:solidFill>
                  <a:schemeClr val="accent6"/>
                </a:solidFill>
              </a:rPr>
              <a:t>    console.log("Hello!");</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Objects store data (properties) and behavior (methods).</a:t>
            </a:r>
          </a:p>
          <a:p>
            <a:pPr marL="12700" marR="5080"/>
            <a:endParaRPr lang="en-US" sz="1400" kern="0" spc="-80" dirty="0">
              <a:solidFill>
                <a:schemeClr val="accent6"/>
              </a:solidFill>
            </a:endParaRPr>
          </a:p>
          <a:p>
            <a:pPr marL="12700" marR="5080"/>
            <a:r>
              <a:rPr lang="en-US" sz="1400" kern="0" spc="-80" dirty="0">
                <a:solidFill>
                  <a:schemeClr val="accent2"/>
                </a:solidFill>
              </a:rPr>
              <a:t>2) Factory Functions (One way to create objects)</a:t>
            </a:r>
          </a:p>
          <a:p>
            <a:pPr marL="12700" marR="5080"/>
            <a:r>
              <a:rPr lang="en-US" sz="1400" kern="0" spc="-80" dirty="0">
                <a:solidFill>
                  <a:schemeClr val="accent6"/>
                </a:solidFill>
              </a:rPr>
              <a:t>function </a:t>
            </a:r>
            <a:r>
              <a:rPr lang="en-US" sz="1400" kern="0" spc="-80" dirty="0" err="1">
                <a:solidFill>
                  <a:schemeClr val="accent6"/>
                </a:solidFill>
              </a:rPr>
              <a:t>createUser</a:t>
            </a:r>
            <a:r>
              <a:rPr lang="en-US" sz="1400" kern="0" spc="-80" dirty="0">
                <a:solidFill>
                  <a:schemeClr val="accent6"/>
                </a:solidFill>
              </a:rPr>
              <a:t>(name, age) {</a:t>
            </a:r>
          </a:p>
          <a:p>
            <a:pPr marL="12700" marR="5080"/>
            <a:r>
              <a:rPr lang="en-US" sz="1400" kern="0" spc="-80" dirty="0">
                <a:solidFill>
                  <a:schemeClr val="accent6"/>
                </a:solidFill>
              </a:rPr>
              <a:t>  return {</a:t>
            </a:r>
          </a:p>
          <a:p>
            <a:pPr marL="12700" marR="5080"/>
            <a:r>
              <a:rPr lang="en-US" sz="1400" kern="0" spc="-80" dirty="0">
                <a:solidFill>
                  <a:schemeClr val="accent6"/>
                </a:solidFill>
              </a:rPr>
              <a:t>    name,</a:t>
            </a:r>
          </a:p>
          <a:p>
            <a:pPr marL="12700" marR="5080"/>
            <a:r>
              <a:rPr lang="en-US" sz="1400" kern="0" spc="-80" dirty="0">
                <a:solidFill>
                  <a:schemeClr val="accent6"/>
                </a:solidFill>
              </a:rPr>
              <a:t>    age,</a:t>
            </a:r>
          </a:p>
          <a:p>
            <a:pPr marL="12700" marR="5080"/>
            <a:r>
              <a:rPr lang="en-US" sz="1400" kern="0" spc="-80" dirty="0">
                <a:solidFill>
                  <a:schemeClr val="accent6"/>
                </a:solidFill>
              </a:rPr>
              <a:t>    greet() {</a:t>
            </a:r>
          </a:p>
          <a:p>
            <a:pPr marL="12700" marR="5080"/>
            <a:r>
              <a:rPr lang="en-US" sz="1400" kern="0" spc="-80" dirty="0">
                <a:solidFill>
                  <a:schemeClr val="accent6"/>
                </a:solidFill>
              </a:rPr>
              <a:t>     </a:t>
            </a:r>
            <a:endParaRPr lang="en-US" sz="1500" kern="0" spc="-80" dirty="0">
              <a:solidFill>
                <a:schemeClr val="accent2"/>
              </a:solidFill>
            </a:endParaRPr>
          </a:p>
        </p:txBody>
      </p:sp>
    </p:spTree>
    <p:extLst>
      <p:ext uri="{BB962C8B-B14F-4D97-AF65-F5344CB8AC3E}">
        <p14:creationId xmlns:p14="http://schemas.microsoft.com/office/powerpoint/2010/main" val="305130226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F2744-94AF-791F-A99F-9B19EAFFDF6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7261F6C-6357-00CF-2962-D364A64A695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6EB739C-D211-3480-1F8A-F6CAB536E1B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24B3FD8-59D5-63FB-455F-D4C7C922B4F7}"/>
              </a:ext>
            </a:extLst>
          </p:cNvPr>
          <p:cNvGraphicFramePr/>
          <p:nvPr>
            <p:extLst>
              <p:ext uri="{D42A27DB-BD31-4B8C-83A1-F6EECF244321}">
                <p14:modId xmlns:p14="http://schemas.microsoft.com/office/powerpoint/2010/main" val="91868187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2C637C4-DDFC-FAD1-F353-63486D7D42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0A1D777-6E78-9EF4-F8F0-B9EF8A2A2EA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B8F849F-F6E3-C267-177F-0DE68D35EBA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1BB4B6-3F8D-1D86-B2CF-AABB22DF7FF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9361659-ED46-3732-9ACA-665EDEED1E0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FB11BBD-847D-BD38-EF5B-6557A39AC63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610173B-716C-3F02-1262-8FE1D847211F}"/>
              </a:ext>
            </a:extLst>
          </p:cNvPr>
          <p:cNvSpPr txBox="1">
            <a:spLocks/>
          </p:cNvSpPr>
          <p:nvPr/>
        </p:nvSpPr>
        <p:spPr>
          <a:xfrm>
            <a:off x="152400" y="685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2"/>
                </a:solidFill>
              </a:rPr>
              <a:t>2) Factory Functions (One way to create objects)</a:t>
            </a:r>
          </a:p>
          <a:p>
            <a:pPr marL="12700" marR="5080"/>
            <a:r>
              <a:rPr lang="en-US" sz="1400" kern="0" spc="-80" dirty="0">
                <a:solidFill>
                  <a:schemeClr val="accent6"/>
                </a:solidFill>
              </a:rPr>
              <a:t>console.log(`Hi, I am ${this.name}`);</a:t>
            </a:r>
          </a:p>
          <a:p>
            <a:pPr marL="12700" marR="5080"/>
            <a:r>
              <a:rPr lang="en-US" sz="1400" kern="0" spc="-80" dirty="0">
                <a:solidFill>
                  <a:schemeClr val="accent6"/>
                </a:solidFill>
              </a:rPr>
              <a:t>    }</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const u1 = </a:t>
            </a:r>
            <a:r>
              <a:rPr lang="en-US" sz="1400" kern="0" spc="-80" dirty="0" err="1">
                <a:solidFill>
                  <a:schemeClr val="accent6"/>
                </a:solidFill>
              </a:rPr>
              <a:t>createUser</a:t>
            </a:r>
            <a:r>
              <a:rPr lang="en-US" sz="1400" kern="0" spc="-80" dirty="0">
                <a:solidFill>
                  <a:schemeClr val="accent6"/>
                </a:solidFill>
              </a:rPr>
              <a:t>("Ram", 20);</a:t>
            </a:r>
          </a:p>
          <a:p>
            <a:pPr marL="12700" marR="5080"/>
            <a:r>
              <a:rPr lang="en-US" sz="1400" kern="0" spc="-80" dirty="0">
                <a:solidFill>
                  <a:schemeClr val="accent6"/>
                </a:solidFill>
              </a:rPr>
              <a:t>u1.greet();</a:t>
            </a:r>
          </a:p>
          <a:p>
            <a:pPr marL="12700" marR="5080"/>
            <a:r>
              <a:rPr lang="en-US" sz="1400" kern="0" spc="-80" dirty="0">
                <a:solidFill>
                  <a:schemeClr val="accent2"/>
                </a:solidFill>
              </a:rPr>
              <a:t>Problem: </a:t>
            </a:r>
            <a:r>
              <a:rPr lang="en-US" sz="1400" kern="0" spc="-80" dirty="0">
                <a:solidFill>
                  <a:schemeClr val="accent6"/>
                </a:solidFill>
              </a:rPr>
              <a:t>Methods are duplicated for each object.           </a:t>
            </a:r>
          </a:p>
          <a:p>
            <a:pPr marL="12700" marR="5080"/>
            <a:endParaRPr lang="en-US" sz="1400" kern="0" spc="-80" dirty="0">
              <a:solidFill>
                <a:schemeClr val="accent6"/>
              </a:solidFill>
            </a:endParaRPr>
          </a:p>
          <a:p>
            <a:pPr marL="12700" marR="5080"/>
            <a:r>
              <a:rPr lang="en-US" sz="1400" kern="0" spc="-80" dirty="0">
                <a:solidFill>
                  <a:schemeClr val="accent2"/>
                </a:solidFill>
              </a:rPr>
              <a:t>3) Constructor Functions</a:t>
            </a:r>
          </a:p>
          <a:p>
            <a:pPr marL="12700" marR="5080"/>
            <a:r>
              <a:rPr lang="en-US" sz="1400" kern="0" spc="-80" dirty="0">
                <a:solidFill>
                  <a:schemeClr val="accent6"/>
                </a:solidFill>
              </a:rPr>
              <a:t>Before ES6 classes, we used function + new.</a:t>
            </a:r>
          </a:p>
          <a:p>
            <a:pPr marL="12700" marR="5080"/>
            <a:r>
              <a:rPr lang="en-US" sz="1400" kern="0" spc="-80" dirty="0">
                <a:solidFill>
                  <a:schemeClr val="accent6"/>
                </a:solidFill>
              </a:rPr>
              <a:t>function User(name, age) {</a:t>
            </a:r>
          </a:p>
          <a:p>
            <a:pPr marL="12700" marR="5080"/>
            <a:r>
              <a:rPr lang="en-US" sz="1400" kern="0" spc="-80" dirty="0">
                <a:solidFill>
                  <a:schemeClr val="accent6"/>
                </a:solidFill>
              </a:rPr>
              <a:t>  this.name = name;</a:t>
            </a:r>
          </a:p>
          <a:p>
            <a:pPr marL="12700" marR="5080"/>
            <a:r>
              <a:rPr lang="en-US" sz="1400" kern="0" spc="-80" dirty="0">
                <a:solidFill>
                  <a:schemeClr val="accent6"/>
                </a:solidFill>
              </a:rPr>
              <a:t>  </a:t>
            </a:r>
            <a:r>
              <a:rPr lang="en-US" sz="1400" kern="0" spc="-80" dirty="0" err="1">
                <a:solidFill>
                  <a:schemeClr val="accent6"/>
                </a:solidFill>
              </a:rPr>
              <a:t>this.age</a:t>
            </a:r>
            <a:r>
              <a:rPr lang="en-US" sz="1400" kern="0" spc="-80" dirty="0">
                <a:solidFill>
                  <a:schemeClr val="accent6"/>
                </a:solidFill>
              </a:rPr>
              <a:t> = age;</a:t>
            </a:r>
          </a:p>
          <a:p>
            <a:pPr marL="12700" marR="5080"/>
            <a:r>
              <a:rPr lang="en-US" sz="1400" kern="0" spc="-80" dirty="0">
                <a:solidFill>
                  <a:schemeClr val="accent6"/>
                </a:solidFill>
              </a:rPr>
              <a:t>}</a:t>
            </a:r>
          </a:p>
          <a:p>
            <a:pPr marL="12700" marR="5080"/>
            <a:r>
              <a:rPr lang="en-US" sz="1400" kern="0" spc="-80" dirty="0">
                <a:solidFill>
                  <a:schemeClr val="accent6"/>
                </a:solidFill>
              </a:rPr>
              <a:t>const u1 = new User("Ravi", 22);</a:t>
            </a:r>
          </a:p>
          <a:p>
            <a:pPr marL="12700" marR="5080"/>
            <a:r>
              <a:rPr lang="en-US" sz="1400" kern="0" spc="-80" dirty="0">
                <a:solidFill>
                  <a:schemeClr val="accent2"/>
                </a:solidFill>
              </a:rPr>
              <a:t>new does:</a:t>
            </a:r>
          </a:p>
          <a:p>
            <a:pPr marL="12700" marR="5080"/>
            <a:r>
              <a:rPr lang="en-US" sz="1400" kern="0" spc="-80" dirty="0">
                <a:solidFill>
                  <a:schemeClr val="accent6"/>
                </a:solidFill>
              </a:rPr>
              <a:t>Creates an empty object {}.</a:t>
            </a:r>
          </a:p>
          <a:p>
            <a:pPr marL="12700" marR="5080"/>
            <a:r>
              <a:rPr lang="en-US" sz="1400" kern="0" spc="-80" dirty="0">
                <a:solidFill>
                  <a:schemeClr val="accent6"/>
                </a:solidFill>
              </a:rPr>
              <a:t>Sets that object’s prototype to </a:t>
            </a:r>
            <a:r>
              <a:rPr lang="en-US" sz="1400" kern="0" spc="-80" dirty="0" err="1">
                <a:solidFill>
                  <a:schemeClr val="accent6"/>
                </a:solidFill>
              </a:rPr>
              <a:t>User.prototype</a:t>
            </a:r>
            <a:r>
              <a:rPr lang="en-US" sz="1400" kern="0" spc="-80" dirty="0">
                <a:solidFill>
                  <a:schemeClr val="accent6"/>
                </a:solidFill>
              </a:rPr>
              <a:t>.</a:t>
            </a:r>
          </a:p>
          <a:p>
            <a:pPr marL="12700" marR="5080"/>
            <a:r>
              <a:rPr lang="en-US" sz="1400" kern="0" spc="-80" dirty="0">
                <a:solidFill>
                  <a:schemeClr val="accent6"/>
                </a:solidFill>
              </a:rPr>
              <a:t>Binds this to the new object.</a:t>
            </a:r>
          </a:p>
          <a:p>
            <a:pPr marL="12700" marR="5080"/>
            <a:r>
              <a:rPr lang="en-US" sz="1400" kern="0" spc="-80" dirty="0">
                <a:solidFill>
                  <a:schemeClr val="accent6"/>
                </a:solidFill>
              </a:rPr>
              <a:t>Returns the object.</a:t>
            </a:r>
          </a:p>
        </p:txBody>
      </p:sp>
    </p:spTree>
    <p:extLst>
      <p:ext uri="{BB962C8B-B14F-4D97-AF65-F5344CB8AC3E}">
        <p14:creationId xmlns:p14="http://schemas.microsoft.com/office/powerpoint/2010/main" val="3517392454"/>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10C36-F830-552C-0F45-9F6DC4A81D2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91B8163-31AB-EEC7-7B6C-63C6F85CCF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1B9D91E-E579-06B8-F72F-FC55D34E89F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75A8E97-1C2A-9E58-A10F-45F1B4BF76FD}"/>
              </a:ext>
            </a:extLst>
          </p:cNvPr>
          <p:cNvGraphicFramePr/>
          <p:nvPr>
            <p:extLst>
              <p:ext uri="{D42A27DB-BD31-4B8C-83A1-F6EECF244321}">
                <p14:modId xmlns:p14="http://schemas.microsoft.com/office/powerpoint/2010/main" val="176149786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8103690-DCCB-F2D0-3C96-EF90F021035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BEC11CA-FB12-8826-EA26-6926939AAB7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E9B0CE5-82CA-274B-3FFE-EDDFCE375DD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70D9A3C-9DE4-0F79-02C6-339B69CEF03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E8D34F9-77CC-D8B7-4109-28569B940A9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F36FB38-76EA-2959-5DFC-6A2CB8D949B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F2B219A-0D63-29F8-DB7C-0C9C639CD268}"/>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2"/>
                </a:solidFill>
              </a:rPr>
              <a:t>4) Prototype</a:t>
            </a:r>
          </a:p>
          <a:p>
            <a:pPr marL="12700" marR="5080"/>
            <a:r>
              <a:rPr lang="en-US" sz="1400" kern="0" spc="-80" dirty="0">
                <a:solidFill>
                  <a:schemeClr val="accent6"/>
                </a:solidFill>
              </a:rPr>
              <a:t>Every JS object has an internal hidden property: [[Prototype]].</a:t>
            </a:r>
          </a:p>
          <a:p>
            <a:pPr marL="12700" marR="5080"/>
            <a:r>
              <a:rPr lang="en-US" sz="1400" kern="0" spc="-80" dirty="0">
                <a:solidFill>
                  <a:schemeClr val="accent6"/>
                </a:solidFill>
              </a:rPr>
              <a:t>You can see it as:</a:t>
            </a:r>
          </a:p>
          <a:p>
            <a:pPr marL="12700" marR="5080"/>
            <a:r>
              <a:rPr lang="en-US" sz="1400" kern="0" spc="-80" dirty="0">
                <a:solidFill>
                  <a:schemeClr val="accent6"/>
                </a:solidFill>
              </a:rPr>
              <a:t>console.log(u1.__proto__);</a:t>
            </a:r>
          </a:p>
          <a:p>
            <a:pPr marL="12700" marR="5080"/>
            <a:r>
              <a:rPr lang="en-US" sz="1400" kern="0" spc="-80" dirty="0" err="1">
                <a:solidFill>
                  <a:schemeClr val="accent6"/>
                </a:solidFill>
              </a:rPr>
              <a:t>User.prototype</a:t>
            </a:r>
            <a:r>
              <a:rPr lang="en-US" sz="1400" kern="0" spc="-80" dirty="0">
                <a:solidFill>
                  <a:schemeClr val="accent6"/>
                </a:solidFill>
              </a:rPr>
              <a:t> is the shared object that provides methods to all instances.</a:t>
            </a:r>
          </a:p>
          <a:p>
            <a:pPr marL="12700" marR="5080"/>
            <a:r>
              <a:rPr lang="en-US" sz="1400" kern="0" spc="-80" dirty="0" err="1">
                <a:solidFill>
                  <a:schemeClr val="accent6"/>
                </a:solidFill>
              </a:rPr>
              <a:t>User.prototype.greet</a:t>
            </a:r>
            <a:r>
              <a:rPr lang="en-US" sz="1400" kern="0" spc="-80" dirty="0">
                <a:solidFill>
                  <a:schemeClr val="accent6"/>
                </a:solidFill>
              </a:rPr>
              <a:t> = function() {</a:t>
            </a:r>
          </a:p>
          <a:p>
            <a:pPr marL="12700" marR="5080"/>
            <a:r>
              <a:rPr lang="en-US" sz="1400" kern="0" spc="-80" dirty="0">
                <a:solidFill>
                  <a:schemeClr val="accent6"/>
                </a:solidFill>
              </a:rPr>
              <a:t>  console.log(`Hello, I am ${this.name}`);</a:t>
            </a:r>
          </a:p>
          <a:p>
            <a:pPr marL="12700" marR="5080"/>
            <a:r>
              <a:rPr lang="en-US" sz="1400" kern="0" spc="-80" dirty="0">
                <a:solidFill>
                  <a:schemeClr val="accent6"/>
                </a:solidFill>
              </a:rPr>
              <a:t>}</a:t>
            </a:r>
          </a:p>
          <a:p>
            <a:pPr marL="12700" marR="5080"/>
            <a:r>
              <a:rPr lang="en-US" sz="1400" kern="0" spc="-80" dirty="0">
                <a:solidFill>
                  <a:schemeClr val="accent6"/>
                </a:solidFill>
              </a:rPr>
              <a:t>u1.greet(); // Works!</a:t>
            </a:r>
          </a:p>
          <a:p>
            <a:pPr marL="12700" marR="5080"/>
            <a:r>
              <a:rPr lang="en-US" sz="1400" kern="0" spc="-80" dirty="0">
                <a:solidFill>
                  <a:schemeClr val="accent6"/>
                </a:solidFill>
              </a:rPr>
              <a:t>✅ Benefit: Methods are not duplicated, they are shared.</a:t>
            </a:r>
          </a:p>
          <a:p>
            <a:pPr marL="12700" marR="5080"/>
            <a:endParaRPr lang="en-US" sz="1400" kern="0" spc="-80" dirty="0">
              <a:solidFill>
                <a:schemeClr val="accent6"/>
              </a:solidFill>
            </a:endParaRPr>
          </a:p>
          <a:p>
            <a:pPr marL="12700" marR="5080"/>
            <a:r>
              <a:rPr lang="en-US" sz="1400" kern="0" spc="-80" dirty="0">
                <a:solidFill>
                  <a:schemeClr val="accent2"/>
                </a:solidFill>
              </a:rPr>
              <a:t>5) ES6 Classes (Modern Syntax)</a:t>
            </a:r>
          </a:p>
          <a:p>
            <a:pPr marL="12700" marR="5080"/>
            <a:r>
              <a:rPr lang="en-US" sz="1400" kern="0" spc="-80" dirty="0">
                <a:solidFill>
                  <a:schemeClr val="accent6"/>
                </a:solidFill>
              </a:rPr>
              <a:t>This is just a cleaner way to use prototypes.</a:t>
            </a:r>
          </a:p>
          <a:p>
            <a:pPr marL="12700" marR="5080"/>
            <a:r>
              <a:rPr lang="en-US" sz="1400" kern="0" spc="-80" dirty="0">
                <a:solidFill>
                  <a:schemeClr val="accent6"/>
                </a:solidFill>
              </a:rPr>
              <a:t>class User {</a:t>
            </a:r>
          </a:p>
          <a:p>
            <a:pPr marL="12700" marR="5080"/>
            <a:r>
              <a:rPr lang="en-US" sz="1400" kern="0" spc="-80" dirty="0">
                <a:solidFill>
                  <a:schemeClr val="accent6"/>
                </a:solidFill>
              </a:rPr>
              <a:t>  constructor(name, age) {</a:t>
            </a:r>
          </a:p>
          <a:p>
            <a:pPr marL="12700" marR="5080"/>
            <a:r>
              <a:rPr lang="en-US" sz="1400" kern="0" spc="-80" dirty="0">
                <a:solidFill>
                  <a:schemeClr val="accent6"/>
                </a:solidFill>
              </a:rPr>
              <a:t>    this.name = name;</a:t>
            </a:r>
          </a:p>
          <a:p>
            <a:pPr marL="12700" marR="5080"/>
            <a:r>
              <a:rPr lang="en-US" sz="1400" kern="0" spc="-80" dirty="0">
                <a:solidFill>
                  <a:schemeClr val="accent6"/>
                </a:solidFill>
              </a:rPr>
              <a:t>    </a:t>
            </a:r>
            <a:r>
              <a:rPr lang="en-US" sz="1400" kern="0" spc="-80" dirty="0" err="1">
                <a:solidFill>
                  <a:schemeClr val="accent6"/>
                </a:solidFill>
              </a:rPr>
              <a:t>this.age</a:t>
            </a:r>
            <a:r>
              <a:rPr lang="en-US" sz="1400" kern="0" spc="-80" dirty="0">
                <a:solidFill>
                  <a:schemeClr val="accent6"/>
                </a:solidFill>
              </a:rPr>
              <a:t> = age;</a:t>
            </a:r>
          </a:p>
          <a:p>
            <a:pPr marL="12700" marR="5080"/>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400" kern="0" spc="-80" dirty="0">
                <a:solidFill>
                  <a:schemeClr val="accent6"/>
                </a:solidFill>
              </a:rPr>
              <a:t>  greet() {</a:t>
            </a:r>
          </a:p>
          <a:p>
            <a:pPr marL="12700" marR="5080"/>
            <a:r>
              <a:rPr lang="en-US" sz="1400" kern="0" spc="-80" dirty="0">
                <a:solidFill>
                  <a:schemeClr val="accent6"/>
                </a:solidFill>
              </a:rPr>
              <a:t>    console.log(`Hello, I'm ${this.name}`);</a:t>
            </a:r>
          </a:p>
          <a:p>
            <a:pPr marL="12700" marR="5080"/>
            <a:r>
              <a:rPr lang="en-US" sz="1400" kern="0" spc="-80" dirty="0">
                <a:solidFill>
                  <a:schemeClr val="accent6"/>
                </a:solidFill>
              </a:rPr>
              <a:t>  }</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98303756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59374-7298-F390-6552-518C429B876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C169142-4042-C7E6-1EB7-0FAE92CA7CD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F1A8B01-25A5-6079-C0FE-DC64A9158D8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EE63332-0F9D-E725-E8F1-53A56B576D95}"/>
              </a:ext>
            </a:extLst>
          </p:cNvPr>
          <p:cNvGraphicFramePr/>
          <p:nvPr>
            <p:extLst>
              <p:ext uri="{D42A27DB-BD31-4B8C-83A1-F6EECF244321}">
                <p14:modId xmlns:p14="http://schemas.microsoft.com/office/powerpoint/2010/main" val="94356265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8C1FB42-31CF-271A-60F7-12059188C03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2762462-C61C-4D23-3181-16A9E605385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81F2F94-8D60-51CD-24A2-B5F5C1BFCAC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C27CE2A-B843-CBA8-6292-0AC34F485BD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85D3E3F-A2CA-949F-BC50-250830D1A7C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602D82A-7DC7-DC15-3185-BE210F9349A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10A7CCD-E05F-D081-896C-01B05462382B}"/>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6"/>
                </a:solidFill>
              </a:rPr>
              <a:t>const u1 = new User("Arun", 25);</a:t>
            </a:r>
          </a:p>
          <a:p>
            <a:pPr marL="12700" marR="5080"/>
            <a:r>
              <a:rPr lang="en-US" sz="1400" kern="0" spc="-80" dirty="0">
                <a:solidFill>
                  <a:schemeClr val="accent6"/>
                </a:solidFill>
              </a:rPr>
              <a:t>u1.greet();</a:t>
            </a:r>
          </a:p>
          <a:p>
            <a:pPr marL="12700" marR="5080"/>
            <a:r>
              <a:rPr lang="en-US" sz="1400" kern="0" spc="-80" dirty="0">
                <a:solidFill>
                  <a:schemeClr val="accent6"/>
                </a:solidFill>
              </a:rPr>
              <a:t>Remember:</a:t>
            </a:r>
          </a:p>
          <a:p>
            <a:pPr marL="12700" marR="5080"/>
            <a:r>
              <a:rPr lang="en-US" sz="1400" kern="0" spc="-80" dirty="0">
                <a:solidFill>
                  <a:schemeClr val="accent6"/>
                </a:solidFill>
              </a:rPr>
              <a:t>Classes do NOT create classical inheritance → They still use prototypes underneath.        </a:t>
            </a:r>
          </a:p>
          <a:p>
            <a:pPr marL="12700" marR="5080"/>
            <a:endParaRPr lang="en-US" sz="1400" kern="0" spc="-80" dirty="0">
              <a:solidFill>
                <a:schemeClr val="accent6"/>
              </a:solidFill>
            </a:endParaRPr>
          </a:p>
          <a:p>
            <a:pPr marL="12700" marR="5080"/>
            <a:r>
              <a:rPr lang="en-US" sz="1400" kern="0" spc="-80" dirty="0">
                <a:solidFill>
                  <a:schemeClr val="accent2"/>
                </a:solidFill>
              </a:rPr>
              <a:t>6) Inheritance</a:t>
            </a:r>
          </a:p>
          <a:p>
            <a:pPr marL="12700" marR="5080"/>
            <a:r>
              <a:rPr lang="en-US" sz="1400" kern="0" spc="-80" dirty="0">
                <a:solidFill>
                  <a:schemeClr val="accent6"/>
                </a:solidFill>
              </a:rPr>
              <a:t>A class can extend another class.</a:t>
            </a:r>
          </a:p>
          <a:p>
            <a:pPr marL="12700" marR="5080"/>
            <a:r>
              <a:rPr lang="en-US" sz="1400" kern="0" spc="-80" dirty="0">
                <a:solidFill>
                  <a:schemeClr val="accent6"/>
                </a:solidFill>
              </a:rPr>
              <a:t>class Person {</a:t>
            </a:r>
          </a:p>
          <a:p>
            <a:pPr marL="12700" marR="5080"/>
            <a:r>
              <a:rPr lang="en-US" sz="1400" kern="0" spc="-80" dirty="0">
                <a:solidFill>
                  <a:schemeClr val="accent6"/>
                </a:solidFill>
              </a:rPr>
              <a:t>  constructor(name) {</a:t>
            </a:r>
          </a:p>
          <a:p>
            <a:pPr marL="12700" marR="5080"/>
            <a:r>
              <a:rPr lang="en-US" sz="1400" kern="0" spc="-80" dirty="0">
                <a:solidFill>
                  <a:schemeClr val="accent6"/>
                </a:solidFill>
              </a:rPr>
              <a:t>    this.name = name;</a:t>
            </a:r>
          </a:p>
          <a:p>
            <a:pPr marL="12700" marR="5080"/>
            <a:r>
              <a:rPr lang="en-US" sz="1400" kern="0" spc="-80" dirty="0">
                <a:solidFill>
                  <a:schemeClr val="accent6"/>
                </a:solidFill>
              </a:rPr>
              <a:t>  }</a:t>
            </a:r>
          </a:p>
          <a:p>
            <a:pPr marL="12700" marR="5080"/>
            <a:r>
              <a:rPr lang="en-US" sz="1400" kern="0" spc="-80" dirty="0">
                <a:solidFill>
                  <a:schemeClr val="accent6"/>
                </a:solidFill>
              </a:rPr>
              <a:t>  speak() {</a:t>
            </a:r>
          </a:p>
          <a:p>
            <a:pPr marL="12700" marR="5080"/>
            <a:r>
              <a:rPr lang="en-US" sz="1400" kern="0" spc="-80" dirty="0">
                <a:solidFill>
                  <a:schemeClr val="accent6"/>
                </a:solidFill>
              </a:rPr>
              <a:t>    console.log(`${this.name} speaks.`);</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class Student extends Person {</a:t>
            </a:r>
          </a:p>
          <a:p>
            <a:pPr marL="12700" marR="5080"/>
            <a:r>
              <a:rPr lang="en-US" sz="1400" kern="0" spc="-80" dirty="0">
                <a:solidFill>
                  <a:schemeClr val="accent6"/>
                </a:solidFill>
              </a:rPr>
              <a:t>  study() {</a:t>
            </a:r>
          </a:p>
          <a:p>
            <a:pPr marL="12700" marR="5080"/>
            <a:r>
              <a:rPr lang="en-US" sz="1400" kern="0" spc="-80" dirty="0">
                <a:solidFill>
                  <a:schemeClr val="accent6"/>
                </a:solidFill>
              </a:rPr>
              <a:t>    console.log(`${this.name} is studying.`);</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const s1 = new Student("Rahul");</a:t>
            </a:r>
          </a:p>
          <a:p>
            <a:pPr marL="12700" marR="5080"/>
            <a:r>
              <a:rPr lang="en-US" sz="1400" kern="0" spc="-80" dirty="0">
                <a:solidFill>
                  <a:schemeClr val="accent6"/>
                </a:solidFill>
              </a:rPr>
              <a:t>s1.speak();</a:t>
            </a:r>
          </a:p>
          <a:p>
            <a:pPr marL="12700" marR="5080"/>
            <a:r>
              <a:rPr lang="en-US" sz="1400" kern="0" spc="-80" dirty="0">
                <a:solidFill>
                  <a:schemeClr val="accent6"/>
                </a:solidFill>
              </a:rPr>
              <a:t>s1.study();</a:t>
            </a:r>
          </a:p>
        </p:txBody>
      </p:sp>
    </p:spTree>
    <p:extLst>
      <p:ext uri="{BB962C8B-B14F-4D97-AF65-F5344CB8AC3E}">
        <p14:creationId xmlns:p14="http://schemas.microsoft.com/office/powerpoint/2010/main" val="301305327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ED924-6A4A-B52E-6757-1206B9D053E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6D1B25F-9BB3-CD21-691F-10396EF8B9B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66B753E-E51E-A856-FC87-B5651087CBB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DD5E4FA-A81E-F99F-B3C0-1F7A271932DD}"/>
              </a:ext>
            </a:extLst>
          </p:cNvPr>
          <p:cNvGraphicFramePr/>
          <p:nvPr>
            <p:extLst>
              <p:ext uri="{D42A27DB-BD31-4B8C-83A1-F6EECF244321}">
                <p14:modId xmlns:p14="http://schemas.microsoft.com/office/powerpoint/2010/main" val="17259918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18CD997-6430-9A37-75FD-6D76B3B0E16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2287B85-D4BA-5312-FB90-6D22FCD1822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2F244C6-9AB9-7BBF-494A-B848CBA846F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415D981-553A-5896-EAD9-35CC3EDC414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4744F0A-375E-2235-DC9B-6C28C1326D1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E272862-7F9C-6049-5E3E-203AACE6B1E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AC44CA4-E915-968C-E2F6-F21DB6AFE024}"/>
              </a:ext>
            </a:extLst>
          </p:cNvPr>
          <p:cNvSpPr txBox="1">
            <a:spLocks/>
          </p:cNvSpPr>
          <p:nvPr/>
        </p:nvSpPr>
        <p:spPr>
          <a:xfrm>
            <a:off x="152400" y="685800"/>
            <a:ext cx="8624937" cy="45397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2"/>
                </a:solidFill>
              </a:rPr>
              <a:t>7) Encapsulation</a:t>
            </a:r>
          </a:p>
          <a:p>
            <a:pPr marL="12700" marR="5080"/>
            <a:r>
              <a:rPr lang="en-US" sz="1400" kern="0" spc="-80" dirty="0">
                <a:solidFill>
                  <a:schemeClr val="accent6"/>
                </a:solidFill>
              </a:rPr>
              <a:t>Restricting direct access to object data.</a:t>
            </a:r>
          </a:p>
          <a:p>
            <a:pPr marL="12700" marR="5080"/>
            <a:r>
              <a:rPr lang="en-US" sz="1400" kern="0" spc="-80" dirty="0">
                <a:solidFill>
                  <a:schemeClr val="accent6"/>
                </a:solidFill>
              </a:rPr>
              <a:t>JavaScript now supports private fields using #.</a:t>
            </a:r>
          </a:p>
          <a:p>
            <a:pPr marL="12700" marR="5080"/>
            <a:r>
              <a:rPr lang="en-US" sz="1400" kern="0" spc="-80" dirty="0">
                <a:solidFill>
                  <a:schemeClr val="accent6"/>
                </a:solidFill>
              </a:rPr>
              <a:t>class </a:t>
            </a:r>
            <a:r>
              <a:rPr lang="en-US" sz="1400" kern="0" spc="-80" dirty="0" err="1">
                <a:solidFill>
                  <a:schemeClr val="accent6"/>
                </a:solidFill>
              </a:rPr>
              <a:t>BankAccount</a:t>
            </a:r>
            <a:r>
              <a:rPr lang="en-US" sz="1400" kern="0" spc="-80" dirty="0">
                <a:solidFill>
                  <a:schemeClr val="accent6"/>
                </a:solidFill>
              </a:rPr>
              <a:t> {</a:t>
            </a:r>
          </a:p>
          <a:p>
            <a:pPr marL="12700" marR="5080"/>
            <a:r>
              <a:rPr lang="en-US" sz="1400" kern="0" spc="-80" dirty="0">
                <a:solidFill>
                  <a:schemeClr val="accent6"/>
                </a:solidFill>
              </a:rPr>
              <a:t>  #balance = 0;</a:t>
            </a:r>
          </a:p>
          <a:p>
            <a:pPr marL="12700" marR="5080"/>
            <a:endParaRPr lang="en-US" sz="1400" kern="0" spc="-80" dirty="0">
              <a:solidFill>
                <a:schemeClr val="accent6"/>
              </a:solidFill>
            </a:endParaRPr>
          </a:p>
          <a:p>
            <a:pPr marL="12700" marR="5080"/>
            <a:r>
              <a:rPr lang="en-US" sz="1400" kern="0" spc="-80" dirty="0">
                <a:solidFill>
                  <a:schemeClr val="accent6"/>
                </a:solidFill>
              </a:rPr>
              <a:t>  deposit(amount) {</a:t>
            </a:r>
          </a:p>
          <a:p>
            <a:pPr marL="12700" marR="5080"/>
            <a:r>
              <a:rPr lang="en-US" sz="1400" kern="0" spc="-80" dirty="0">
                <a:solidFill>
                  <a:schemeClr val="accent6"/>
                </a:solidFill>
              </a:rPr>
              <a:t>    </a:t>
            </a:r>
            <a:r>
              <a:rPr lang="en-US" sz="1400" kern="0" spc="-80" dirty="0" err="1">
                <a:solidFill>
                  <a:schemeClr val="accent6"/>
                </a:solidFill>
              </a:rPr>
              <a:t>this.#balance</a:t>
            </a:r>
            <a:r>
              <a:rPr lang="en-US" sz="1400" kern="0" spc="-80" dirty="0">
                <a:solidFill>
                  <a:schemeClr val="accent6"/>
                </a:solidFill>
              </a:rPr>
              <a:t> += amount;</a:t>
            </a:r>
          </a:p>
          <a:p>
            <a:pPr marL="12700" marR="5080"/>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400" kern="0" spc="-80" dirty="0">
                <a:solidFill>
                  <a:schemeClr val="accent6"/>
                </a:solidFill>
              </a:rPr>
              <a:t>  get balance() {</a:t>
            </a:r>
          </a:p>
          <a:p>
            <a:pPr marL="12700" marR="5080"/>
            <a:r>
              <a:rPr lang="en-US" sz="1400" kern="0" spc="-80" dirty="0">
                <a:solidFill>
                  <a:schemeClr val="accent6"/>
                </a:solidFill>
              </a:rPr>
              <a:t>    return </a:t>
            </a:r>
            <a:r>
              <a:rPr lang="en-US" sz="1400" kern="0" spc="-80" dirty="0" err="1">
                <a:solidFill>
                  <a:schemeClr val="accent6"/>
                </a:solidFill>
              </a:rPr>
              <a:t>this.#balance</a:t>
            </a:r>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const acc = new </a:t>
            </a:r>
            <a:r>
              <a:rPr lang="en-US" sz="1400" kern="0" spc="-80" dirty="0" err="1">
                <a:solidFill>
                  <a:schemeClr val="accent6"/>
                </a:solidFill>
              </a:rPr>
              <a:t>BankAccount</a:t>
            </a:r>
            <a:r>
              <a:rPr lang="en-US" sz="1400" kern="0" spc="-80" dirty="0">
                <a:solidFill>
                  <a:schemeClr val="accent6"/>
                </a:solidFill>
              </a:rPr>
              <a:t>();</a:t>
            </a:r>
          </a:p>
          <a:p>
            <a:pPr marL="12700" marR="5080"/>
            <a:r>
              <a:rPr lang="en-US" sz="1400" kern="0" spc="-80" dirty="0" err="1">
                <a:solidFill>
                  <a:schemeClr val="accent6"/>
                </a:solidFill>
              </a:rPr>
              <a:t>acc.deposit</a:t>
            </a:r>
            <a:r>
              <a:rPr lang="en-US" sz="1400" kern="0" spc="-80" dirty="0">
                <a:solidFill>
                  <a:schemeClr val="accent6"/>
                </a:solidFill>
              </a:rPr>
              <a:t>(100);</a:t>
            </a:r>
          </a:p>
          <a:p>
            <a:pPr marL="12700" marR="5080"/>
            <a:r>
              <a:rPr lang="en-US" sz="1400" kern="0" spc="-80" dirty="0">
                <a:solidFill>
                  <a:schemeClr val="accent6"/>
                </a:solidFill>
              </a:rPr>
              <a:t>console.log(</a:t>
            </a:r>
            <a:r>
              <a:rPr lang="en-US" sz="1400" kern="0" spc="-80" dirty="0" err="1">
                <a:solidFill>
                  <a:schemeClr val="accent6"/>
                </a:solidFill>
              </a:rPr>
              <a:t>acc.balance</a:t>
            </a:r>
            <a:r>
              <a:rPr lang="en-US" sz="1400" kern="0" spc="-80" dirty="0">
                <a:solidFill>
                  <a:schemeClr val="accent6"/>
                </a:solidFill>
              </a:rPr>
              <a:t>); // 100</a:t>
            </a:r>
          </a:p>
          <a:p>
            <a:pPr marL="12700" marR="5080"/>
            <a:r>
              <a:rPr lang="en-US" sz="1400" kern="0" spc="-80" dirty="0">
                <a:solidFill>
                  <a:schemeClr val="accent6"/>
                </a:solidFill>
              </a:rPr>
              <a:t>// </a:t>
            </a:r>
            <a:r>
              <a:rPr lang="en-US" sz="1400" kern="0" spc="-80" dirty="0" err="1">
                <a:solidFill>
                  <a:schemeClr val="accent6"/>
                </a:solidFill>
              </a:rPr>
              <a:t>acc.#balance</a:t>
            </a:r>
            <a:r>
              <a:rPr lang="en-US" sz="1400" kern="0" spc="-80" dirty="0">
                <a:solidFill>
                  <a:schemeClr val="accent6"/>
                </a:solidFill>
              </a:rPr>
              <a:t> ❌ ERROR: private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989933628"/>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4855A3-8EEE-FEF3-8531-FF19BA2BA16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5FA903A-6E6C-E252-90F6-CF56D9F4D7B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2827C5E-C996-93A1-2257-9C51E4F065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7427D2C-A88F-3695-64A3-AE762FBDC08E}"/>
              </a:ext>
            </a:extLst>
          </p:cNvPr>
          <p:cNvGraphicFramePr/>
          <p:nvPr>
            <p:extLst>
              <p:ext uri="{D42A27DB-BD31-4B8C-83A1-F6EECF244321}">
                <p14:modId xmlns:p14="http://schemas.microsoft.com/office/powerpoint/2010/main" val="226510681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1F29145-0774-6E39-47D3-9F3F66E45A7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9D65E6D-D8E8-834D-4EAB-7E991573C34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56BEDEE-E19F-D4E6-C00F-85EDE5787F5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86ED3B0-DF8D-D115-5380-467A0D1FA15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8F8E4FD-1687-94F2-8A9F-71C4073DCCE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FA1B0FE-5C7C-2E72-CD23-EF80CC64BFE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AF038B1-9CB3-98BC-CB69-6E0BFAB4EFFC}"/>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2"/>
                </a:solidFill>
              </a:rPr>
              <a:t>8) Polymorphism</a:t>
            </a:r>
          </a:p>
          <a:p>
            <a:pPr marL="12700" marR="5080"/>
            <a:r>
              <a:rPr lang="en-US" sz="1400" kern="0" spc="-80" dirty="0">
                <a:solidFill>
                  <a:schemeClr val="accent6"/>
                </a:solidFill>
              </a:rPr>
              <a:t>Different classes implement the same method in different ways.</a:t>
            </a:r>
          </a:p>
          <a:p>
            <a:pPr marL="12700" marR="5080"/>
            <a:r>
              <a:rPr lang="en-US" sz="1400" kern="0" spc="-80" dirty="0">
                <a:solidFill>
                  <a:schemeClr val="accent6"/>
                </a:solidFill>
              </a:rPr>
              <a:t>test(); // In browser: window</a:t>
            </a:r>
          </a:p>
          <a:p>
            <a:pPr marL="12700" marR="5080"/>
            <a:r>
              <a:rPr lang="en-US" sz="1400" kern="0" spc="-80" dirty="0">
                <a:solidFill>
                  <a:schemeClr val="accent6"/>
                </a:solidFill>
              </a:rPr>
              <a:t>class Animal {</a:t>
            </a:r>
          </a:p>
          <a:p>
            <a:pPr marL="12700" marR="5080"/>
            <a:r>
              <a:rPr lang="en-US" sz="1400" kern="0" spc="-80" dirty="0">
                <a:solidFill>
                  <a:schemeClr val="accent6"/>
                </a:solidFill>
              </a:rPr>
              <a:t>  speak() { console.log("Animal sound"); }</a:t>
            </a:r>
          </a:p>
          <a:p>
            <a:pPr marL="12700" marR="5080"/>
            <a:r>
              <a:rPr lang="en-US" sz="1400" kern="0" spc="-80" dirty="0">
                <a:solidFill>
                  <a:schemeClr val="accent6"/>
                </a:solidFill>
              </a:rPr>
              <a:t>}</a:t>
            </a:r>
          </a:p>
          <a:p>
            <a:pPr marL="12700" marR="5080"/>
            <a:r>
              <a:rPr lang="en-US" sz="1400" kern="0" spc="-80" dirty="0">
                <a:solidFill>
                  <a:schemeClr val="accent6"/>
                </a:solidFill>
              </a:rPr>
              <a:t>class Dog extends Animal {</a:t>
            </a:r>
          </a:p>
          <a:p>
            <a:pPr marL="12700" marR="5080"/>
            <a:r>
              <a:rPr lang="en-US" sz="1400" kern="0" spc="-80" dirty="0">
                <a:solidFill>
                  <a:schemeClr val="accent6"/>
                </a:solidFill>
              </a:rPr>
              <a:t>  speak() { console.log("Woof!"); }</a:t>
            </a:r>
          </a:p>
          <a:p>
            <a:pPr marL="12700" marR="5080"/>
            <a:r>
              <a:rPr lang="en-US" sz="1400" kern="0" spc="-80" dirty="0">
                <a:solidFill>
                  <a:schemeClr val="accent6"/>
                </a:solidFill>
              </a:rPr>
              <a:t>}</a:t>
            </a:r>
          </a:p>
          <a:p>
            <a:pPr marL="12700" marR="5080"/>
            <a:r>
              <a:rPr lang="en-US" sz="1400" kern="0" spc="-80" dirty="0">
                <a:solidFill>
                  <a:schemeClr val="accent6"/>
                </a:solidFill>
              </a:rPr>
              <a:t>class Cat extends Animal {</a:t>
            </a:r>
          </a:p>
          <a:p>
            <a:pPr marL="12700" marR="5080"/>
            <a:r>
              <a:rPr lang="en-US" sz="1400" kern="0" spc="-80" dirty="0">
                <a:solidFill>
                  <a:schemeClr val="accent6"/>
                </a:solidFill>
              </a:rPr>
              <a:t>  speak() { console.log("Meow!"); }</a:t>
            </a:r>
          </a:p>
          <a:p>
            <a:pPr marL="12700" marR="5080"/>
            <a:r>
              <a:rPr lang="en-US" sz="1400" kern="0" spc="-80" dirty="0">
                <a:solidFill>
                  <a:schemeClr val="accent6"/>
                </a:solidFill>
              </a:rPr>
              <a:t>}</a:t>
            </a:r>
          </a:p>
          <a:p>
            <a:pPr marL="12700" marR="5080"/>
            <a:r>
              <a:rPr lang="en-US" sz="1400" kern="0" spc="-80" dirty="0">
                <a:solidFill>
                  <a:schemeClr val="accent6"/>
                </a:solidFill>
              </a:rPr>
              <a:t>new Dog().speak();</a:t>
            </a:r>
          </a:p>
          <a:p>
            <a:pPr marL="12700" marR="5080"/>
            <a:r>
              <a:rPr lang="en-US" sz="1400" kern="0" spc="-80" dirty="0">
                <a:solidFill>
                  <a:schemeClr val="accent6"/>
                </a:solidFill>
              </a:rPr>
              <a:t>new Cat().speak();</a:t>
            </a:r>
          </a:p>
          <a:p>
            <a:pPr marL="12700" marR="5080"/>
            <a:endParaRPr lang="en-US" sz="1400" kern="0" spc="-80" dirty="0">
              <a:solidFill>
                <a:schemeClr val="accent6"/>
              </a:solidFill>
            </a:endParaRPr>
          </a:p>
          <a:p>
            <a:pPr marL="12700" marR="5080"/>
            <a:r>
              <a:rPr lang="en-US" sz="1400" kern="0" spc="-80" dirty="0">
                <a:solidFill>
                  <a:schemeClr val="accent2"/>
                </a:solidFill>
              </a:rPr>
              <a:t>9) this keyword</a:t>
            </a:r>
          </a:p>
          <a:p>
            <a:pPr marL="12700" marR="5080"/>
            <a:r>
              <a:rPr lang="en-US" sz="1400" kern="0" spc="-80" dirty="0">
                <a:solidFill>
                  <a:schemeClr val="accent6"/>
                </a:solidFill>
              </a:rPr>
              <a:t>this refers to the object calling the method.</a:t>
            </a:r>
          </a:p>
          <a:p>
            <a:pPr marL="12700" marR="5080"/>
            <a:r>
              <a:rPr lang="en-US" sz="1400" kern="0" spc="-80" dirty="0">
                <a:solidFill>
                  <a:schemeClr val="accent6"/>
                </a:solidFill>
              </a:rPr>
              <a:t>const obj = {</a:t>
            </a:r>
          </a:p>
          <a:p>
            <a:pPr marL="12700" marR="5080"/>
            <a:r>
              <a:rPr lang="en-US" sz="1400" kern="0" spc="-80" dirty="0">
                <a:solidFill>
                  <a:schemeClr val="accent6"/>
                </a:solidFill>
              </a:rPr>
              <a:t>  name: "JS",</a:t>
            </a:r>
          </a:p>
          <a:p>
            <a:pPr marL="12700" marR="5080"/>
            <a:r>
              <a:rPr lang="en-US" sz="1400" kern="0" spc="-80" dirty="0">
                <a:solidFill>
                  <a:schemeClr val="accent6"/>
                </a:solidFill>
              </a:rPr>
              <a:t>  say() {</a:t>
            </a:r>
          </a:p>
          <a:p>
            <a:pPr marL="12700" marR="5080"/>
            <a:r>
              <a:rPr lang="en-US" sz="1400" kern="0" spc="-80" dirty="0">
                <a:solidFill>
                  <a:schemeClr val="accent6"/>
                </a:solidFill>
              </a:rPr>
              <a:t>    console.log(this.name);</a:t>
            </a:r>
          </a:p>
          <a:p>
            <a:pPr marL="12700" marR="5080"/>
            <a:r>
              <a:rPr lang="en-US" sz="1400" kern="0" spc="-80" dirty="0">
                <a:solidFill>
                  <a:schemeClr val="accent6"/>
                </a:solidFill>
              </a:rPr>
              <a:t>  }</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379408469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006B5C-6B1E-B744-D4E5-BAC8D0E9A6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5F0BFF9-B8C1-C5DF-4ADE-9B9E88A070C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E816782-392A-7F9B-35D2-C466779A374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DD72487-C243-01C2-954D-42B1302A944B}"/>
              </a:ext>
            </a:extLst>
          </p:cNvPr>
          <p:cNvGraphicFramePr/>
          <p:nvPr>
            <p:extLst>
              <p:ext uri="{D42A27DB-BD31-4B8C-83A1-F6EECF244321}">
                <p14:modId xmlns:p14="http://schemas.microsoft.com/office/powerpoint/2010/main" val="353752383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91A8E8E-DC72-D027-0ECD-0CA8C460EC8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620187F-721E-10BC-4C0B-208744C5B77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4CEB56A-0E8D-CC34-3F8C-08D6FED9ABD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971FEB2-1515-C06E-2DA6-1349D1A82F3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3D1582F-0FE5-4638-6D1F-8BE169273CD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41D72F9-15DA-AFCB-DA1E-37F8A93B3D1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25D4FD7-1492-FC2B-5BBB-0250121DCE9B}"/>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2"/>
                </a:solidFill>
              </a:rPr>
              <a:t>9) this keyword</a:t>
            </a:r>
          </a:p>
          <a:p>
            <a:pPr marL="12700" marR="5080"/>
            <a:r>
              <a:rPr lang="en-US" sz="1400" kern="0" spc="-80" dirty="0" err="1">
                <a:solidFill>
                  <a:schemeClr val="accent6"/>
                </a:solidFill>
              </a:rPr>
              <a:t>obj.say</a:t>
            </a:r>
            <a:r>
              <a:rPr lang="en-US" sz="1400" kern="0" spc="-80" dirty="0">
                <a:solidFill>
                  <a:schemeClr val="accent6"/>
                </a:solidFill>
              </a:rPr>
              <a:t>(); // "JS"</a:t>
            </a:r>
          </a:p>
          <a:p>
            <a:pPr marL="12700" marR="5080"/>
            <a:r>
              <a:rPr lang="en-US" sz="1400" kern="0" spc="-80" dirty="0">
                <a:solidFill>
                  <a:schemeClr val="accent6"/>
                </a:solidFill>
              </a:rPr>
              <a:t>But in functions:</a:t>
            </a:r>
          </a:p>
          <a:p>
            <a:pPr marL="12700" marR="5080"/>
            <a:r>
              <a:rPr lang="en-US" sz="1400" kern="0" spc="-80" dirty="0">
                <a:solidFill>
                  <a:schemeClr val="accent6"/>
                </a:solidFill>
              </a:rPr>
              <a:t>function test() { console.log(this); }</a:t>
            </a:r>
          </a:p>
          <a:p>
            <a:pPr marL="12700" marR="5080"/>
            <a:r>
              <a:rPr lang="en-US" sz="1400" kern="0" spc="-80" dirty="0">
                <a:solidFill>
                  <a:schemeClr val="accent6"/>
                </a:solidFill>
              </a:rPr>
              <a:t>Arrow functions do not have their own this.</a:t>
            </a:r>
          </a:p>
          <a:p>
            <a:pPr marL="12700" marR="5080"/>
            <a:endParaRPr lang="en-US" sz="1400" kern="0" spc="-80" dirty="0">
              <a:solidFill>
                <a:schemeClr val="accent6"/>
              </a:solidFill>
            </a:endParaRPr>
          </a:p>
          <a:p>
            <a:pPr marL="12700" marR="5080"/>
            <a:r>
              <a:rPr lang="en-US" sz="1400" kern="0" spc="-80" dirty="0">
                <a:solidFill>
                  <a:schemeClr val="accent2"/>
                </a:solidFill>
              </a:rPr>
              <a:t>10) Composition Over Inheritance</a:t>
            </a:r>
          </a:p>
          <a:p>
            <a:pPr marL="12700" marR="5080"/>
            <a:r>
              <a:rPr lang="en-US" sz="1400" kern="0" spc="-80" dirty="0">
                <a:solidFill>
                  <a:schemeClr val="accent6"/>
                </a:solidFill>
              </a:rPr>
              <a:t>Sometimes it's better to combine small behavior functions than make deep class chains.</a:t>
            </a:r>
          </a:p>
          <a:p>
            <a:pPr marL="12700" marR="5080"/>
            <a:r>
              <a:rPr lang="en-US" sz="1400" kern="0" spc="-80" dirty="0">
                <a:solidFill>
                  <a:schemeClr val="accent6"/>
                </a:solidFill>
              </a:rPr>
              <a:t>const </a:t>
            </a:r>
            <a:r>
              <a:rPr lang="en-US" sz="1400" kern="0" spc="-80" dirty="0" err="1">
                <a:solidFill>
                  <a:schemeClr val="accent6"/>
                </a:solidFill>
              </a:rPr>
              <a:t>canWalk</a:t>
            </a:r>
            <a:r>
              <a:rPr lang="en-US" sz="1400" kern="0" spc="-80" dirty="0">
                <a:solidFill>
                  <a:schemeClr val="accent6"/>
                </a:solidFill>
              </a:rPr>
              <a:t> = (state) =&gt; ({</a:t>
            </a:r>
          </a:p>
          <a:p>
            <a:pPr marL="12700" marR="5080"/>
            <a:r>
              <a:rPr lang="en-US" sz="1400" kern="0" spc="-80" dirty="0">
                <a:solidFill>
                  <a:schemeClr val="accent6"/>
                </a:solidFill>
              </a:rPr>
              <a:t>  walk: () =&gt; console.log(`${state.name} walking`)</a:t>
            </a:r>
          </a:p>
          <a:p>
            <a:pPr marL="12700" marR="5080"/>
            <a:r>
              <a:rPr lang="en-US" sz="1400" kern="0" spc="-80" dirty="0">
                <a:solidFill>
                  <a:schemeClr val="accent6"/>
                </a:solidFill>
              </a:rPr>
              <a:t>});</a:t>
            </a:r>
          </a:p>
          <a:p>
            <a:pPr marL="12700" marR="5080"/>
            <a:r>
              <a:rPr lang="en-US" sz="1400" kern="0" spc="-80" dirty="0">
                <a:solidFill>
                  <a:schemeClr val="accent6"/>
                </a:solidFill>
              </a:rPr>
              <a:t>const </a:t>
            </a:r>
            <a:r>
              <a:rPr lang="en-US" sz="1400" kern="0" spc="-80" dirty="0" err="1">
                <a:solidFill>
                  <a:schemeClr val="accent6"/>
                </a:solidFill>
              </a:rPr>
              <a:t>canTalk</a:t>
            </a:r>
            <a:r>
              <a:rPr lang="en-US" sz="1400" kern="0" spc="-80" dirty="0">
                <a:solidFill>
                  <a:schemeClr val="accent6"/>
                </a:solidFill>
              </a:rPr>
              <a:t> = (state) =&gt; ({</a:t>
            </a:r>
          </a:p>
          <a:p>
            <a:pPr marL="12700" marR="5080"/>
            <a:r>
              <a:rPr lang="en-US" sz="1400" kern="0" spc="-80" dirty="0">
                <a:solidFill>
                  <a:schemeClr val="accent6"/>
                </a:solidFill>
              </a:rPr>
              <a:t>  talk: () =&gt; console.log(`${state.name} talking`)</a:t>
            </a:r>
          </a:p>
          <a:p>
            <a:pPr marL="12700" marR="5080"/>
            <a:r>
              <a:rPr lang="en-US" sz="1400" kern="0" spc="-80" dirty="0">
                <a:solidFill>
                  <a:schemeClr val="accent6"/>
                </a:solidFill>
              </a:rPr>
              <a:t>});</a:t>
            </a:r>
          </a:p>
          <a:p>
            <a:pPr marL="12700" marR="5080"/>
            <a:r>
              <a:rPr lang="en-US" sz="1400" kern="0" spc="-80" dirty="0">
                <a:solidFill>
                  <a:schemeClr val="accent6"/>
                </a:solidFill>
              </a:rPr>
              <a:t>function Person(name) {</a:t>
            </a:r>
          </a:p>
          <a:p>
            <a:pPr marL="12700" marR="5080"/>
            <a:r>
              <a:rPr lang="en-US" sz="1400" kern="0" spc="-80" dirty="0">
                <a:solidFill>
                  <a:schemeClr val="accent6"/>
                </a:solidFill>
              </a:rPr>
              <a:t>  const state = { name };</a:t>
            </a:r>
          </a:p>
          <a:p>
            <a:pPr marL="12700" marR="5080"/>
            <a:r>
              <a:rPr lang="en-US" sz="1400" kern="0" spc="-80" dirty="0">
                <a:solidFill>
                  <a:schemeClr val="accent6"/>
                </a:solidFill>
              </a:rPr>
              <a:t>  return { ...state, ...</a:t>
            </a:r>
            <a:r>
              <a:rPr lang="en-US" sz="1400" kern="0" spc="-80" dirty="0" err="1">
                <a:solidFill>
                  <a:schemeClr val="accent6"/>
                </a:solidFill>
              </a:rPr>
              <a:t>canWalk</a:t>
            </a:r>
            <a:r>
              <a:rPr lang="en-US" sz="1400" kern="0" spc="-80" dirty="0">
                <a:solidFill>
                  <a:schemeClr val="accent6"/>
                </a:solidFill>
              </a:rPr>
              <a:t>(state), ...</a:t>
            </a:r>
            <a:r>
              <a:rPr lang="en-US" sz="1400" kern="0" spc="-80" dirty="0" err="1">
                <a:solidFill>
                  <a:schemeClr val="accent6"/>
                </a:solidFill>
              </a:rPr>
              <a:t>canTalk</a:t>
            </a:r>
            <a:r>
              <a:rPr lang="en-US" sz="1400" kern="0" spc="-80" dirty="0">
                <a:solidFill>
                  <a:schemeClr val="accent6"/>
                </a:solidFill>
              </a:rPr>
              <a:t>(state) };</a:t>
            </a:r>
          </a:p>
          <a:p>
            <a:pPr marL="12700" marR="5080"/>
            <a:r>
              <a:rPr lang="en-US" sz="1400" kern="0" spc="-80" dirty="0">
                <a:solidFill>
                  <a:schemeClr val="accent6"/>
                </a:solidFill>
              </a:rPr>
              <a:t>}</a:t>
            </a:r>
          </a:p>
          <a:p>
            <a:pPr marL="12700" marR="5080"/>
            <a:r>
              <a:rPr lang="en-US" sz="1400" kern="0" spc="-80" dirty="0">
                <a:solidFill>
                  <a:schemeClr val="accent6"/>
                </a:solidFill>
              </a:rPr>
              <a:t>const p = Person("Amit");</a:t>
            </a:r>
          </a:p>
          <a:p>
            <a:pPr marL="12700" marR="5080"/>
            <a:r>
              <a:rPr lang="en-US" sz="1400" kern="0" spc="-80" dirty="0" err="1">
                <a:solidFill>
                  <a:schemeClr val="accent6"/>
                </a:solidFill>
              </a:rPr>
              <a:t>p.walk</a:t>
            </a:r>
            <a:r>
              <a:rPr lang="en-US" sz="1400" kern="0" spc="-80" dirty="0">
                <a:solidFill>
                  <a:schemeClr val="accent6"/>
                </a:solidFill>
              </a:rPr>
              <a:t>();</a:t>
            </a:r>
          </a:p>
          <a:p>
            <a:pPr marL="12700" marR="5080"/>
            <a:r>
              <a:rPr lang="en-US" sz="1400" kern="0" spc="-80" dirty="0" err="1">
                <a:solidFill>
                  <a:schemeClr val="accent6"/>
                </a:solidFill>
              </a:rPr>
              <a:t>p.talk</a:t>
            </a:r>
            <a:r>
              <a:rPr lang="en-US" sz="1400" kern="0" spc="-80" dirty="0">
                <a:solidFill>
                  <a:schemeClr val="accent6"/>
                </a:solidFill>
              </a:rPr>
              <a:t>();</a:t>
            </a:r>
          </a:p>
          <a:p>
            <a:pPr marL="12700" marR="5080"/>
            <a:r>
              <a:rPr lang="en-US" sz="1400" kern="0" spc="-80" dirty="0">
                <a:solidFill>
                  <a:schemeClr val="accent6"/>
                </a:solidFill>
              </a:rPr>
              <a:t>This is Data-Oriented / Functional OOP — much better for large apps.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18779904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33222-595C-CF89-CC54-747EA2C375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B96C288-FA9E-CB67-EA5D-E53C74E4AC8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0749726-D980-E2D0-7B08-7DB166AF052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114FE0F-2FCA-8A9E-3519-F65C96F96934}"/>
              </a:ext>
            </a:extLst>
          </p:cNvPr>
          <p:cNvGraphicFramePr/>
          <p:nvPr>
            <p:extLst>
              <p:ext uri="{D42A27DB-BD31-4B8C-83A1-F6EECF244321}">
                <p14:modId xmlns:p14="http://schemas.microsoft.com/office/powerpoint/2010/main" val="281120355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9C411CA-A632-F120-A4F0-923EFDBC860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350A82C-2B3C-AD2B-B9CC-5B327E5C562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995EF2B-6A91-EF61-77C7-643694A97BC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8B70976-F9B2-828C-8B92-6CA72C5B96A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A2F08E0-3665-C82C-0487-14E16934818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B2FD381-3DA6-CA4E-E756-AC5087BC74E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6962302-4146-F3B5-8D90-61DDD8018484}"/>
              </a:ext>
            </a:extLst>
          </p:cNvPr>
          <p:cNvSpPr txBox="1">
            <a:spLocks/>
          </p:cNvSpPr>
          <p:nvPr/>
        </p:nvSpPr>
        <p:spPr>
          <a:xfrm>
            <a:off x="152400" y="685800"/>
            <a:ext cx="8624937" cy="21698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2"/>
                </a:solidFill>
              </a:rPr>
              <a:t>Summary Table</a:t>
            </a:r>
          </a:p>
          <a:p>
            <a:pPr marL="12700" marR="5080"/>
            <a:r>
              <a:rPr lang="en-US" sz="1400" kern="0" spc="-80" dirty="0">
                <a:solidFill>
                  <a:schemeClr val="accent2"/>
                </a:solidFill>
              </a:rPr>
              <a:t>Concept	                    Meaning	                                            Example</a:t>
            </a:r>
          </a:p>
          <a:p>
            <a:pPr marL="12700" marR="5080"/>
            <a:r>
              <a:rPr lang="en-US" sz="1400" kern="0" spc="-80" dirty="0">
                <a:solidFill>
                  <a:schemeClr val="accent6"/>
                </a:solidFill>
              </a:rPr>
              <a:t>Object	                    Data + Behavior	                         { name, greet() }</a:t>
            </a:r>
          </a:p>
          <a:p>
            <a:pPr marL="12700" marR="5080"/>
            <a:r>
              <a:rPr lang="en-US" sz="1400" kern="0" spc="-80" dirty="0">
                <a:solidFill>
                  <a:schemeClr val="accent6"/>
                </a:solidFill>
              </a:rPr>
              <a:t>Prototype	                    Shared behavior lookup	      </a:t>
            </a:r>
            <a:r>
              <a:rPr lang="en-US" sz="1400" kern="0" spc="-80" dirty="0" err="1">
                <a:solidFill>
                  <a:schemeClr val="accent6"/>
                </a:solidFill>
              </a:rPr>
              <a:t>obj.__proto</a:t>
            </a:r>
            <a:r>
              <a:rPr lang="en-US" sz="1400" kern="0" spc="-80" dirty="0">
                <a:solidFill>
                  <a:schemeClr val="accent6"/>
                </a:solidFill>
              </a:rPr>
              <a:t>__</a:t>
            </a:r>
          </a:p>
          <a:p>
            <a:pPr marL="12700" marR="5080"/>
            <a:r>
              <a:rPr lang="en-US" sz="1400" kern="0" spc="-80" dirty="0">
                <a:solidFill>
                  <a:schemeClr val="accent6"/>
                </a:solidFill>
              </a:rPr>
              <a:t>Class	                    Syntax over prototypes	      class User {}</a:t>
            </a:r>
          </a:p>
          <a:p>
            <a:pPr marL="12700" marR="5080"/>
            <a:r>
              <a:rPr lang="en-US" sz="1400" kern="0" spc="-80" dirty="0">
                <a:solidFill>
                  <a:schemeClr val="accent6"/>
                </a:solidFill>
              </a:rPr>
              <a:t>Inheritance	One class extends another	      class B extends A {}</a:t>
            </a:r>
          </a:p>
          <a:p>
            <a:pPr marL="12700" marR="5080"/>
            <a:r>
              <a:rPr lang="en-US" sz="1400" kern="0" spc="-80" dirty="0">
                <a:solidFill>
                  <a:schemeClr val="accent6"/>
                </a:solidFill>
              </a:rPr>
              <a:t>Encapsulation	Hide internal data	                          #privateField</a:t>
            </a:r>
          </a:p>
          <a:p>
            <a:pPr marL="12700" marR="5080"/>
            <a:r>
              <a:rPr lang="en-US" sz="1400" kern="0" spc="-80" dirty="0">
                <a:solidFill>
                  <a:schemeClr val="accent6"/>
                </a:solidFill>
              </a:rPr>
              <a:t>Polymorphism	Same method, different behavior	      speak() override</a:t>
            </a:r>
          </a:p>
          <a:p>
            <a:pPr marL="12700" marR="5080"/>
            <a:r>
              <a:rPr lang="en-US" sz="1400" kern="0" spc="-80" dirty="0">
                <a:solidFill>
                  <a:schemeClr val="accent6"/>
                </a:solidFill>
              </a:rPr>
              <a:t>Composition	Combine reusable behaviors	      </a:t>
            </a:r>
            <a:r>
              <a:rPr lang="en-US" sz="1400" kern="0" spc="-80" dirty="0" err="1">
                <a:solidFill>
                  <a:schemeClr val="accent6"/>
                </a:solidFill>
              </a:rPr>
              <a:t>Object.assign</a:t>
            </a:r>
            <a:r>
              <a:rPr lang="en-US" sz="1400" kern="0" spc="-80" dirty="0">
                <a:solidFill>
                  <a:schemeClr val="accent6"/>
                </a:solidFill>
              </a:rPr>
              <a:t>().        </a:t>
            </a:r>
          </a:p>
        </p:txBody>
      </p:sp>
    </p:spTree>
    <p:extLst>
      <p:ext uri="{BB962C8B-B14F-4D97-AF65-F5344CB8AC3E}">
        <p14:creationId xmlns:p14="http://schemas.microsoft.com/office/powerpoint/2010/main" val="381577748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76783D-D986-1CD7-F466-6AEEF6113A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10E3D7-5320-5D46-892B-F70870D8D85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B0E5F03-B0ED-C218-4DEA-F20A66DF2ED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8AC7EDE-7236-F0ED-81AA-4328E68BD77C}"/>
              </a:ext>
            </a:extLst>
          </p:cNvPr>
          <p:cNvGraphicFramePr/>
          <p:nvPr>
            <p:extLst>
              <p:ext uri="{D42A27DB-BD31-4B8C-83A1-F6EECF244321}">
                <p14:modId xmlns:p14="http://schemas.microsoft.com/office/powerpoint/2010/main" val="179281943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D983937-06AA-1AF8-2F41-CC58155A8A0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9FBD4F2-F1EF-13FE-92D1-19B1E99EDE0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949EF07-9EE6-38D7-CE2D-8AA81B25EFF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57F41E2-6EAB-5A6A-1C3C-763676DBE45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DA5A6F8-2A85-0DD5-B0B2-E534560A3F2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E948E14-71E1-97C8-24DB-A66F3B4B17F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C6A658A-C6AE-EEA1-B5C8-87829D098C23}"/>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Browser APIs</a:t>
            </a:r>
          </a:p>
          <a:p>
            <a:pPr marL="12700" marR="5080"/>
            <a:r>
              <a:rPr lang="en-US" sz="1400" kern="0" spc="-80" dirty="0">
                <a:solidFill>
                  <a:schemeClr val="accent6"/>
                </a:solidFill>
              </a:rPr>
              <a:t>Browser APIs are powerful features exposed by the browser to JavaScript. They are not part of the ECMAScript language but provided by the Web Platform.</a:t>
            </a:r>
          </a:p>
          <a:p>
            <a:pPr marL="12700" marR="5080"/>
            <a:r>
              <a:rPr lang="en-US" sz="1400" kern="0" spc="-80" dirty="0">
                <a:solidFill>
                  <a:schemeClr val="accent2"/>
                </a:solidFill>
              </a:rPr>
              <a:t>Key Browser APIs</a:t>
            </a:r>
          </a:p>
          <a:p>
            <a:pPr marL="12700" marR="5080"/>
            <a:r>
              <a:rPr lang="en-US" sz="1400" kern="0" spc="-80" dirty="0">
                <a:solidFill>
                  <a:schemeClr val="accent2"/>
                </a:solidFill>
              </a:rPr>
              <a:t>1 DOM API</a:t>
            </a:r>
          </a:p>
          <a:p>
            <a:pPr marL="12700" marR="5080"/>
            <a:r>
              <a:rPr lang="en-US" sz="1400" kern="0" spc="-80" dirty="0">
                <a:solidFill>
                  <a:schemeClr val="accent6"/>
                </a:solidFill>
              </a:rPr>
              <a:t>Allows reading/updating the structure, style, and content of the document.</a:t>
            </a:r>
          </a:p>
          <a:p>
            <a:pPr marL="12700" marR="5080"/>
            <a:endParaRPr lang="en-US" sz="1400" kern="0" spc="-80" dirty="0">
              <a:solidFill>
                <a:schemeClr val="accent6"/>
              </a:solidFill>
            </a:endParaRPr>
          </a:p>
          <a:p>
            <a:pPr marL="12700" marR="5080"/>
            <a:r>
              <a:rPr lang="en-US" sz="1400" kern="0" spc="-80" dirty="0">
                <a:solidFill>
                  <a:schemeClr val="accent2"/>
                </a:solidFill>
              </a:rPr>
              <a:t>2 BOM (Browser Object Model)</a:t>
            </a:r>
          </a:p>
          <a:p>
            <a:pPr marL="12700" marR="5080"/>
            <a:r>
              <a:rPr lang="en-US" sz="1400" kern="0" spc="-80" dirty="0">
                <a:solidFill>
                  <a:schemeClr val="accent6"/>
                </a:solidFill>
              </a:rPr>
              <a:t>APIs representing browser windows &amp; environment.</a:t>
            </a:r>
          </a:p>
          <a:p>
            <a:pPr marL="12700" marR="5080"/>
            <a:r>
              <a:rPr lang="en-US" sz="1400" kern="0" spc="-80" dirty="0">
                <a:solidFill>
                  <a:schemeClr val="accent2"/>
                </a:solidFill>
              </a:rPr>
              <a:t>Includes:</a:t>
            </a:r>
          </a:p>
          <a:p>
            <a:pPr marL="12700" marR="5080"/>
            <a:r>
              <a:rPr lang="en-US" sz="1400" kern="0" spc="-80" dirty="0">
                <a:solidFill>
                  <a:schemeClr val="accent6"/>
                </a:solidFill>
              </a:rPr>
              <a:t>window</a:t>
            </a:r>
          </a:p>
          <a:p>
            <a:pPr marL="12700" marR="5080"/>
            <a:r>
              <a:rPr lang="en-US" sz="1400" kern="0" spc="-80" dirty="0">
                <a:solidFill>
                  <a:schemeClr val="accent6"/>
                </a:solidFill>
              </a:rPr>
              <a:t>location</a:t>
            </a:r>
          </a:p>
          <a:p>
            <a:pPr marL="12700" marR="5080"/>
            <a:r>
              <a:rPr lang="en-US" sz="1400" kern="0" spc="-80" dirty="0">
                <a:solidFill>
                  <a:schemeClr val="accent6"/>
                </a:solidFill>
              </a:rPr>
              <a:t>history</a:t>
            </a:r>
          </a:p>
          <a:p>
            <a:pPr marL="12700" marR="5080"/>
            <a:r>
              <a:rPr lang="en-US" sz="1400" kern="0" spc="-80" dirty="0">
                <a:solidFill>
                  <a:schemeClr val="accent6"/>
                </a:solidFill>
              </a:rPr>
              <a:t>navigator</a:t>
            </a:r>
          </a:p>
          <a:p>
            <a:pPr marL="12700" marR="5080"/>
            <a:r>
              <a:rPr lang="en-US" sz="1400" kern="0" spc="-80" dirty="0">
                <a:solidFill>
                  <a:schemeClr val="accent6"/>
                </a:solidFill>
              </a:rPr>
              <a:t>Screen</a:t>
            </a:r>
          </a:p>
          <a:p>
            <a:pPr marL="12700" marR="5080"/>
            <a:endParaRPr lang="en-US" sz="1400" kern="0" spc="-80" dirty="0">
              <a:solidFill>
                <a:schemeClr val="accent6"/>
              </a:solidFill>
            </a:endParaRPr>
          </a:p>
          <a:p>
            <a:pPr marL="12700" marR="5080"/>
            <a:r>
              <a:rPr lang="en-US" sz="1400" kern="0" spc="-80" dirty="0">
                <a:solidFill>
                  <a:schemeClr val="accent2"/>
                </a:solidFill>
              </a:rPr>
              <a:t>3 Storage APIs</a:t>
            </a:r>
          </a:p>
          <a:p>
            <a:pPr marL="12700" marR="5080"/>
            <a:r>
              <a:rPr lang="en-US" sz="1400" kern="0" spc="-80" dirty="0" err="1">
                <a:solidFill>
                  <a:schemeClr val="accent6"/>
                </a:solidFill>
              </a:rPr>
              <a:t>localStorage</a:t>
            </a:r>
            <a:r>
              <a:rPr lang="en-US" sz="1400" kern="0" spc="-80" dirty="0">
                <a:solidFill>
                  <a:schemeClr val="accent6"/>
                </a:solidFill>
              </a:rPr>
              <a:t> (persistent)</a:t>
            </a:r>
          </a:p>
          <a:p>
            <a:pPr marL="12700" marR="5080"/>
            <a:r>
              <a:rPr lang="en-US" sz="1400" kern="0" spc="-80" dirty="0" err="1">
                <a:solidFill>
                  <a:schemeClr val="accent6"/>
                </a:solidFill>
              </a:rPr>
              <a:t>sessionStorage</a:t>
            </a:r>
            <a:r>
              <a:rPr lang="en-US" sz="1400" kern="0" spc="-80" dirty="0">
                <a:solidFill>
                  <a:schemeClr val="accent6"/>
                </a:solidFill>
              </a:rPr>
              <a:t> (per-tab)</a:t>
            </a:r>
          </a:p>
          <a:p>
            <a:pPr marL="12700" marR="5080"/>
            <a:r>
              <a:rPr lang="en-US" sz="1400" kern="0" spc="-80" dirty="0" err="1">
                <a:solidFill>
                  <a:schemeClr val="accent6"/>
                </a:solidFill>
              </a:rPr>
              <a:t>IndexedDB</a:t>
            </a:r>
            <a:endParaRPr lang="en-US" sz="1400" kern="0" spc="-80" dirty="0">
              <a:solidFill>
                <a:schemeClr val="accent6"/>
              </a:solidFill>
            </a:endParaRPr>
          </a:p>
          <a:p>
            <a:pPr marL="12700" marR="5080"/>
            <a:r>
              <a:rPr lang="en-US" sz="1400" kern="0" spc="-80" dirty="0">
                <a:solidFill>
                  <a:schemeClr val="accent6"/>
                </a:solidFill>
              </a:rPr>
              <a:t>Cookies</a:t>
            </a:r>
          </a:p>
          <a:p>
            <a:pPr marL="12700" marR="5080"/>
            <a:endParaRPr lang="en-US" sz="1400" kern="0" spc="-80" dirty="0">
              <a:solidFill>
                <a:schemeClr val="accent6"/>
              </a:solidFill>
            </a:endParaRPr>
          </a:p>
          <a:p>
            <a:pPr marL="12700" marR="5080"/>
            <a:r>
              <a:rPr lang="en-US" sz="1400" kern="0" spc="-80" dirty="0">
                <a:solidFill>
                  <a:schemeClr val="accent2"/>
                </a:solidFill>
              </a:rPr>
              <a:t>4 Network APIs</a:t>
            </a:r>
          </a:p>
          <a:p>
            <a:pPr marL="12700" marR="5080"/>
            <a:r>
              <a:rPr lang="en-US" sz="1400" kern="0" spc="-80" dirty="0">
                <a:solidFill>
                  <a:schemeClr val="accent6"/>
                </a:solidFill>
              </a:rPr>
              <a:t>Fetch API</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4270428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B7B76-41BB-7C8C-D46B-7395AEB9F01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DB00B8C-A615-5F36-D4D7-E5EE114795A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275199C-AABE-341B-622B-E2BBEA15B06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B98664C-2AC9-2F0E-2078-9C8D977AFC5F}"/>
              </a:ext>
            </a:extLst>
          </p:cNvPr>
          <p:cNvGraphicFramePr/>
          <p:nvPr>
            <p:extLst>
              <p:ext uri="{D42A27DB-BD31-4B8C-83A1-F6EECF244321}">
                <p14:modId xmlns:p14="http://schemas.microsoft.com/office/powerpoint/2010/main" val="364778075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1AA0F57-229B-84CF-1960-84FC3CECC2C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1941A23-4961-1CEE-4190-12A8CEF4FE0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EC1A794-B40F-7A57-B7E2-0A8E8DA103A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6F1BA6D-5D1F-86D5-8E0B-8A3383FB603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5C90735-9B2E-B4E5-9982-6A4A9E896C4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BDEC6B4-FBEC-A97A-6A87-732CA0A6C49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8D56547-33A4-E47B-45B7-1D84FC746007}"/>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Browser APIs</a:t>
            </a:r>
          </a:p>
          <a:p>
            <a:pPr marL="12700" marR="5080"/>
            <a:r>
              <a:rPr lang="en-US" sz="1400" kern="0" spc="-80" dirty="0">
                <a:solidFill>
                  <a:schemeClr val="accent2"/>
                </a:solidFill>
              </a:rPr>
              <a:t>4 Network APIs</a:t>
            </a:r>
          </a:p>
          <a:p>
            <a:pPr marL="12700" marR="5080"/>
            <a:r>
              <a:rPr lang="en-US" sz="1400" kern="0" spc="-80" dirty="0" err="1">
                <a:solidFill>
                  <a:schemeClr val="accent6"/>
                </a:solidFill>
              </a:rPr>
              <a:t>XMLHttpRequest</a:t>
            </a:r>
            <a:endParaRPr lang="en-US" sz="1400" kern="0" spc="-80" dirty="0">
              <a:solidFill>
                <a:schemeClr val="accent6"/>
              </a:solidFill>
            </a:endParaRPr>
          </a:p>
          <a:p>
            <a:pPr marL="12700" marR="5080"/>
            <a:r>
              <a:rPr lang="en-US" sz="1400" kern="0" spc="-80" dirty="0" err="1">
                <a:solidFill>
                  <a:schemeClr val="accent6"/>
                </a:solidFill>
              </a:rPr>
              <a:t>WebSockets</a:t>
            </a:r>
            <a:endParaRPr lang="en-US" sz="1400" kern="0" spc="-80" dirty="0">
              <a:solidFill>
                <a:schemeClr val="accent6"/>
              </a:solidFill>
            </a:endParaRPr>
          </a:p>
          <a:p>
            <a:pPr marL="12700" marR="5080"/>
            <a:r>
              <a:rPr lang="en-US" sz="1400" kern="0" spc="-80" dirty="0">
                <a:solidFill>
                  <a:schemeClr val="accent6"/>
                </a:solidFill>
              </a:rPr>
              <a:t>Server-Sent Events</a:t>
            </a:r>
          </a:p>
          <a:p>
            <a:pPr marL="12700" marR="5080"/>
            <a:endParaRPr lang="en-US" sz="1400" kern="0" spc="-80" dirty="0">
              <a:solidFill>
                <a:schemeClr val="accent6"/>
              </a:solidFill>
            </a:endParaRPr>
          </a:p>
          <a:p>
            <a:pPr marL="12700" marR="5080"/>
            <a:r>
              <a:rPr lang="en-US" sz="1400" kern="0" spc="-80" dirty="0">
                <a:solidFill>
                  <a:schemeClr val="accent2"/>
                </a:solidFill>
              </a:rPr>
              <a:t>5 Multimedia &amp; Device APIs</a:t>
            </a:r>
          </a:p>
          <a:p>
            <a:pPr marL="12700" marR="5080"/>
            <a:r>
              <a:rPr lang="en-US" sz="1400" kern="0" spc="-80" dirty="0" err="1">
                <a:solidFill>
                  <a:schemeClr val="accent6"/>
                </a:solidFill>
              </a:rPr>
              <a:t>MediaDevices</a:t>
            </a:r>
            <a:r>
              <a:rPr lang="en-US" sz="1400" kern="0" spc="-80" dirty="0">
                <a:solidFill>
                  <a:schemeClr val="accent6"/>
                </a:solidFill>
              </a:rPr>
              <a:t> (camera/mic)</a:t>
            </a:r>
          </a:p>
          <a:p>
            <a:pPr marL="12700" marR="5080"/>
            <a:r>
              <a:rPr lang="en-US" sz="1400" kern="0" spc="-80" dirty="0">
                <a:solidFill>
                  <a:schemeClr val="accent6"/>
                </a:solidFill>
              </a:rPr>
              <a:t>Geolocation</a:t>
            </a:r>
          </a:p>
          <a:p>
            <a:pPr marL="12700" marR="5080"/>
            <a:r>
              <a:rPr lang="en-US" sz="1400" kern="0" spc="-80" dirty="0">
                <a:solidFill>
                  <a:schemeClr val="accent6"/>
                </a:solidFill>
              </a:rPr>
              <a:t>Clipboard</a:t>
            </a:r>
          </a:p>
          <a:p>
            <a:pPr marL="12700" marR="5080"/>
            <a:r>
              <a:rPr lang="en-US" sz="1400" kern="0" spc="-80" dirty="0" err="1">
                <a:solidFill>
                  <a:schemeClr val="accent6"/>
                </a:solidFill>
              </a:rPr>
              <a:t>DeviceMotion</a:t>
            </a:r>
            <a:endParaRPr lang="en-US" sz="1400" kern="0" spc="-80" dirty="0">
              <a:solidFill>
                <a:schemeClr val="accent6"/>
              </a:solidFill>
            </a:endParaRPr>
          </a:p>
          <a:p>
            <a:pPr marL="12700" marR="5080"/>
            <a:r>
              <a:rPr lang="en-US" sz="1400" kern="0" spc="-80" dirty="0">
                <a:solidFill>
                  <a:schemeClr val="accent6"/>
                </a:solidFill>
              </a:rPr>
              <a:t>Notification</a:t>
            </a:r>
          </a:p>
          <a:p>
            <a:pPr marL="12700" marR="5080"/>
            <a:r>
              <a:rPr lang="en-US" sz="1400" kern="0" spc="-80" dirty="0">
                <a:solidFill>
                  <a:schemeClr val="accent6"/>
                </a:solidFill>
              </a:rPr>
              <a:t>Vibration</a:t>
            </a:r>
          </a:p>
          <a:p>
            <a:pPr marL="12700" marR="5080"/>
            <a:endParaRPr lang="en-US" sz="1400" kern="0" spc="-80" dirty="0">
              <a:solidFill>
                <a:schemeClr val="accent6"/>
              </a:solidFill>
            </a:endParaRPr>
          </a:p>
          <a:p>
            <a:pPr marL="12700" marR="5080"/>
            <a:r>
              <a:rPr lang="en-US" sz="1400" kern="0" spc="-80" dirty="0">
                <a:solidFill>
                  <a:schemeClr val="accent2"/>
                </a:solidFill>
              </a:rPr>
              <a:t>6 Performance APIs</a:t>
            </a:r>
          </a:p>
          <a:p>
            <a:pPr marL="12700" marR="5080"/>
            <a:r>
              <a:rPr lang="en-US" sz="1400" kern="0" spc="-80" dirty="0" err="1">
                <a:solidFill>
                  <a:schemeClr val="accent6"/>
                </a:solidFill>
              </a:rPr>
              <a:t>performance.now</a:t>
            </a:r>
            <a:r>
              <a:rPr lang="en-US" sz="1400" kern="0" spc="-80" dirty="0">
                <a:solidFill>
                  <a:schemeClr val="accent6"/>
                </a:solidFill>
              </a:rPr>
              <a:t>()</a:t>
            </a:r>
          </a:p>
          <a:p>
            <a:pPr marL="12700" marR="5080"/>
            <a:r>
              <a:rPr lang="en-US" sz="1400" kern="0" spc="-80" dirty="0" err="1">
                <a:solidFill>
                  <a:schemeClr val="accent6"/>
                </a:solidFill>
              </a:rPr>
              <a:t>PerformanceObserver</a:t>
            </a:r>
            <a:endParaRPr lang="en-US" sz="1400" kern="0" spc="-80" dirty="0">
              <a:solidFill>
                <a:schemeClr val="accent6"/>
              </a:solidFill>
            </a:endParaRPr>
          </a:p>
          <a:p>
            <a:pPr marL="12700" marR="5080"/>
            <a:r>
              <a:rPr lang="en-US" sz="1400" kern="0" spc="-80" dirty="0">
                <a:solidFill>
                  <a:schemeClr val="accent6"/>
                </a:solidFill>
              </a:rPr>
              <a:t>Lighthouse-compatible metrics</a:t>
            </a:r>
          </a:p>
          <a:p>
            <a:pPr marL="12700" marR="5080"/>
            <a:endParaRPr lang="en-US" sz="1400" kern="0" spc="-80" dirty="0">
              <a:solidFill>
                <a:schemeClr val="accent6"/>
              </a:solidFill>
            </a:endParaRPr>
          </a:p>
          <a:p>
            <a:pPr marL="12700" marR="5080"/>
            <a:r>
              <a:rPr lang="en-US" sz="1400" kern="0" spc="-80" dirty="0">
                <a:solidFill>
                  <a:schemeClr val="accent2"/>
                </a:solidFill>
              </a:rPr>
              <a:t>7 Visualization APIs</a:t>
            </a:r>
          </a:p>
          <a:p>
            <a:pPr marL="12700" marR="5080"/>
            <a:r>
              <a:rPr lang="en-US" sz="1400" kern="0" spc="-80" dirty="0">
                <a:solidFill>
                  <a:schemeClr val="accent6"/>
                </a:solidFill>
              </a:rPr>
              <a:t>Canvas 2D</a:t>
            </a:r>
          </a:p>
          <a:p>
            <a:pPr marL="12700" marR="5080"/>
            <a:r>
              <a:rPr lang="en-US" sz="1400" kern="0" spc="-80" dirty="0">
                <a:solidFill>
                  <a:schemeClr val="accent6"/>
                </a:solidFill>
              </a:rPr>
              <a:t>WebGL</a:t>
            </a:r>
          </a:p>
          <a:p>
            <a:pPr marL="12700" marR="5080"/>
            <a:r>
              <a:rPr lang="en-US" sz="1400" kern="0" spc="-80" dirty="0">
                <a:solidFill>
                  <a:schemeClr val="accent6"/>
                </a:solidFill>
              </a:rPr>
              <a:t>Web Animations API</a:t>
            </a:r>
          </a:p>
          <a:p>
            <a:pPr marL="12700" marR="5080"/>
            <a:r>
              <a:rPr lang="en-US" sz="1400" kern="0" spc="-80" dirty="0">
                <a:solidFill>
                  <a:schemeClr val="accent6"/>
                </a:solidFill>
              </a:rPr>
              <a:t>SVG APIs</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067748257"/>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41DDB-4C54-C522-5368-B2329F86422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B1ECB1D-42C0-58A0-76FC-DEB6ADCED05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0BF9517-2AB0-5C54-E89F-CBF468E7F1D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D4CE054-6AF0-F95E-A618-1FB53F4CF164}"/>
              </a:ext>
            </a:extLst>
          </p:cNvPr>
          <p:cNvGraphicFramePr/>
          <p:nvPr>
            <p:extLst>
              <p:ext uri="{D42A27DB-BD31-4B8C-83A1-F6EECF244321}">
                <p14:modId xmlns:p14="http://schemas.microsoft.com/office/powerpoint/2010/main" val="320225353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0CDA9BF-F68B-6BA1-663F-66F343A0BD5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8647DAF-3B20-C4CB-DD8D-E6BEF771294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5C6ADDA-184F-F204-656F-EB1FF795E0B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AD308B1-C5E1-C24E-41A5-DE4195878EC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49FA3B8-10D1-3ED7-4AAF-478EB9E0A56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5AAF3EA-F359-A9B0-18BD-F42AEC261AC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91A6A44-EC6D-C612-EFCB-6CF7B65088B1}"/>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DOM Manipulation</a:t>
            </a:r>
          </a:p>
          <a:p>
            <a:pPr marL="12700" marR="5080"/>
            <a:r>
              <a:rPr lang="en-US" sz="1400" kern="0" spc="-80" dirty="0">
                <a:solidFill>
                  <a:schemeClr val="accent6"/>
                </a:solidFill>
              </a:rPr>
              <a:t>DOM = Document Object Model — a tree of nodes representing HTML.</a:t>
            </a:r>
          </a:p>
          <a:p>
            <a:pPr marL="12700" marR="5080"/>
            <a:r>
              <a:rPr lang="en-US" sz="1400" kern="0" spc="-80" dirty="0">
                <a:solidFill>
                  <a:schemeClr val="accent2"/>
                </a:solidFill>
              </a:rPr>
              <a:t>1 Selecting Elements</a:t>
            </a:r>
          </a:p>
          <a:p>
            <a:pPr marL="12700" marR="5080"/>
            <a:r>
              <a:rPr lang="en-US" sz="1400" kern="0" spc="-80" dirty="0" err="1">
                <a:solidFill>
                  <a:schemeClr val="accent6"/>
                </a:solidFill>
              </a:rPr>
              <a:t>document.getElementById</a:t>
            </a:r>
            <a:r>
              <a:rPr lang="en-US" sz="1400" kern="0" spc="-80" dirty="0">
                <a:solidFill>
                  <a:schemeClr val="accent6"/>
                </a:solidFill>
              </a:rPr>
              <a:t>("id");</a:t>
            </a:r>
          </a:p>
          <a:p>
            <a:pPr marL="12700" marR="5080"/>
            <a:r>
              <a:rPr lang="en-US" sz="1400" kern="0" spc="-80" dirty="0" err="1">
                <a:solidFill>
                  <a:schemeClr val="accent6"/>
                </a:solidFill>
              </a:rPr>
              <a:t>document.querySelector</a:t>
            </a:r>
            <a:r>
              <a:rPr lang="en-US" sz="1400" kern="0" spc="-80" dirty="0">
                <a:solidFill>
                  <a:schemeClr val="accent6"/>
                </a:solidFill>
              </a:rPr>
              <a:t>(".class");</a:t>
            </a:r>
          </a:p>
          <a:p>
            <a:pPr marL="12700" marR="5080"/>
            <a:r>
              <a:rPr lang="en-US" sz="1400" kern="0" spc="-80" dirty="0" err="1">
                <a:solidFill>
                  <a:schemeClr val="accent6"/>
                </a:solidFill>
              </a:rPr>
              <a:t>document.querySelectorAll</a:t>
            </a:r>
            <a:r>
              <a:rPr lang="en-US" sz="1400" kern="0" spc="-80" dirty="0">
                <a:solidFill>
                  <a:schemeClr val="accent6"/>
                </a:solidFill>
              </a:rPr>
              <a:t>("div &gt; p");</a:t>
            </a:r>
          </a:p>
          <a:p>
            <a:pPr marL="12700" marR="5080"/>
            <a:r>
              <a:rPr lang="en-US" sz="1400" kern="0" spc="-80" dirty="0">
                <a:solidFill>
                  <a:schemeClr val="accent2"/>
                </a:solidFill>
              </a:rPr>
              <a:t>2 Creating/Updating Elements</a:t>
            </a:r>
          </a:p>
          <a:p>
            <a:pPr marL="12700" marR="5080"/>
            <a:r>
              <a:rPr lang="en-US" sz="1400" kern="0" spc="-80" dirty="0">
                <a:solidFill>
                  <a:schemeClr val="accent6"/>
                </a:solidFill>
              </a:rPr>
              <a:t>const div = </a:t>
            </a:r>
            <a:r>
              <a:rPr lang="en-US" sz="1400" kern="0" spc="-80" dirty="0" err="1">
                <a:solidFill>
                  <a:schemeClr val="accent6"/>
                </a:solidFill>
              </a:rPr>
              <a:t>document.createElement</a:t>
            </a:r>
            <a:r>
              <a:rPr lang="en-US" sz="1400" kern="0" spc="-80" dirty="0">
                <a:solidFill>
                  <a:schemeClr val="accent6"/>
                </a:solidFill>
              </a:rPr>
              <a:t>("div");</a:t>
            </a:r>
          </a:p>
          <a:p>
            <a:pPr marL="12700" marR="5080"/>
            <a:r>
              <a:rPr lang="en-US" sz="1400" kern="0" spc="-80" dirty="0" err="1">
                <a:solidFill>
                  <a:schemeClr val="accent6"/>
                </a:solidFill>
              </a:rPr>
              <a:t>div.textContent</a:t>
            </a:r>
            <a:r>
              <a:rPr lang="en-US" sz="1400" kern="0" spc="-80" dirty="0">
                <a:solidFill>
                  <a:schemeClr val="accent6"/>
                </a:solidFill>
              </a:rPr>
              <a:t> = "Hello";</a:t>
            </a:r>
          </a:p>
          <a:p>
            <a:pPr marL="12700" marR="5080"/>
            <a:r>
              <a:rPr lang="en-US" sz="1400" kern="0" spc="-80" dirty="0" err="1">
                <a:solidFill>
                  <a:schemeClr val="accent6"/>
                </a:solidFill>
              </a:rPr>
              <a:t>div.classList.add</a:t>
            </a:r>
            <a:r>
              <a:rPr lang="en-US" sz="1400" kern="0" spc="-80" dirty="0">
                <a:solidFill>
                  <a:schemeClr val="accent6"/>
                </a:solidFill>
              </a:rPr>
              <a:t>("box");</a:t>
            </a:r>
          </a:p>
          <a:p>
            <a:pPr marL="12700" marR="5080"/>
            <a:r>
              <a:rPr lang="en-US" sz="1400" kern="0" spc="-80" dirty="0" err="1">
                <a:solidFill>
                  <a:schemeClr val="accent6"/>
                </a:solidFill>
              </a:rPr>
              <a:t>document.body.appendChild</a:t>
            </a:r>
            <a:r>
              <a:rPr lang="en-US" sz="1400" kern="0" spc="-80" dirty="0">
                <a:solidFill>
                  <a:schemeClr val="accent6"/>
                </a:solidFill>
              </a:rPr>
              <a:t>(div);</a:t>
            </a:r>
          </a:p>
          <a:p>
            <a:pPr marL="12700" marR="5080"/>
            <a:r>
              <a:rPr lang="en-US" sz="1400" kern="0" spc="-80" dirty="0">
                <a:solidFill>
                  <a:schemeClr val="accent2"/>
                </a:solidFill>
              </a:rPr>
              <a:t>Modify styles:</a:t>
            </a:r>
          </a:p>
          <a:p>
            <a:pPr marL="12700" marR="5080"/>
            <a:r>
              <a:rPr lang="en-US" sz="1400" kern="0" spc="-80" dirty="0" err="1">
                <a:solidFill>
                  <a:schemeClr val="accent6"/>
                </a:solidFill>
              </a:rPr>
              <a:t>div.style.color</a:t>
            </a:r>
            <a:r>
              <a:rPr lang="en-US" sz="1400" kern="0" spc="-80" dirty="0">
                <a:solidFill>
                  <a:schemeClr val="accent6"/>
                </a:solidFill>
              </a:rPr>
              <a:t> = "red";</a:t>
            </a:r>
          </a:p>
          <a:p>
            <a:pPr marL="12700" marR="5080"/>
            <a:r>
              <a:rPr lang="en-US" sz="1400" kern="0" spc="-80" dirty="0">
                <a:solidFill>
                  <a:schemeClr val="accent2"/>
                </a:solidFill>
              </a:rPr>
              <a:t>Update attributes:</a:t>
            </a:r>
          </a:p>
          <a:p>
            <a:pPr marL="12700" marR="5080"/>
            <a:r>
              <a:rPr lang="en-US" sz="1400" kern="0" spc="-80" dirty="0" err="1">
                <a:solidFill>
                  <a:schemeClr val="accent6"/>
                </a:solidFill>
              </a:rPr>
              <a:t>img.setAttribute</a:t>
            </a:r>
            <a:r>
              <a:rPr lang="en-US" sz="1400" kern="0" spc="-80" dirty="0">
                <a:solidFill>
                  <a:schemeClr val="accent6"/>
                </a:solidFill>
              </a:rPr>
              <a:t>("</a:t>
            </a:r>
            <a:r>
              <a:rPr lang="en-US" sz="1400" kern="0" spc="-80" dirty="0" err="1">
                <a:solidFill>
                  <a:schemeClr val="accent6"/>
                </a:solidFill>
              </a:rPr>
              <a:t>src</a:t>
            </a:r>
            <a:r>
              <a:rPr lang="en-US" sz="1400" kern="0" spc="-80" dirty="0">
                <a:solidFill>
                  <a:schemeClr val="accent6"/>
                </a:solidFill>
              </a:rPr>
              <a:t>", "image.png");</a:t>
            </a:r>
          </a:p>
          <a:p>
            <a:pPr marL="12700" marR="5080"/>
            <a:r>
              <a:rPr lang="en-US" sz="1400" kern="0" spc="-80" dirty="0">
                <a:solidFill>
                  <a:schemeClr val="accent6"/>
                </a:solidFill>
              </a:rPr>
              <a:t>button.dataset.id = "123"; // data-* attributes</a:t>
            </a:r>
          </a:p>
          <a:p>
            <a:pPr marL="12700" marR="5080"/>
            <a:r>
              <a:rPr lang="en-US" sz="1400" kern="0" spc="-80" dirty="0">
                <a:solidFill>
                  <a:schemeClr val="accent2"/>
                </a:solidFill>
              </a:rPr>
              <a:t>3 Removing Elements</a:t>
            </a:r>
          </a:p>
          <a:p>
            <a:pPr marL="12700" marR="5080"/>
            <a:r>
              <a:rPr lang="en-US" sz="1400" kern="0" spc="-80" dirty="0" err="1">
                <a:solidFill>
                  <a:schemeClr val="accent6"/>
                </a:solidFill>
              </a:rPr>
              <a:t>node.remove</a:t>
            </a:r>
            <a:r>
              <a:rPr lang="en-US" sz="1400" kern="0" spc="-80" dirty="0">
                <a:solidFill>
                  <a:schemeClr val="accent6"/>
                </a:solidFill>
              </a:rPr>
              <a:t>();</a:t>
            </a:r>
          </a:p>
          <a:p>
            <a:pPr marL="12700" marR="5080"/>
            <a:r>
              <a:rPr lang="en-US" sz="1400" kern="0" spc="-80" dirty="0" err="1">
                <a:solidFill>
                  <a:schemeClr val="accent6"/>
                </a:solidFill>
              </a:rPr>
              <a:t>parent.removeChild</a:t>
            </a:r>
            <a:r>
              <a:rPr lang="en-US" sz="1400" kern="0" spc="-80" dirty="0">
                <a:solidFill>
                  <a:schemeClr val="accent6"/>
                </a:solidFill>
              </a:rPr>
              <a:t>(node);</a:t>
            </a:r>
          </a:p>
          <a:p>
            <a:pPr marL="12700" marR="5080"/>
            <a:r>
              <a:rPr lang="en-US" sz="1400" kern="0" spc="-80" dirty="0">
                <a:solidFill>
                  <a:schemeClr val="accent2"/>
                </a:solidFill>
              </a:rPr>
              <a:t>4 Traversing</a:t>
            </a:r>
          </a:p>
          <a:p>
            <a:pPr marL="12700" marR="5080"/>
            <a:r>
              <a:rPr lang="en-US" sz="1400" kern="0" spc="-80" dirty="0" err="1">
                <a:solidFill>
                  <a:schemeClr val="accent6"/>
                </a:solidFill>
              </a:rPr>
              <a:t>node.parentElement</a:t>
            </a:r>
            <a:endParaRPr lang="en-US" sz="1400" kern="0" spc="-80" dirty="0">
              <a:solidFill>
                <a:schemeClr val="accent6"/>
              </a:solidFill>
            </a:endParaRPr>
          </a:p>
          <a:p>
            <a:pPr marL="12700" marR="5080"/>
            <a:r>
              <a:rPr lang="en-US" sz="1400" kern="0" spc="-80" dirty="0" err="1">
                <a:solidFill>
                  <a:schemeClr val="accent6"/>
                </a:solidFill>
              </a:rPr>
              <a:t>node.children</a:t>
            </a:r>
            <a:endParaRPr lang="en-US" sz="1400" kern="0" spc="-80" dirty="0">
              <a:solidFill>
                <a:schemeClr val="accent6"/>
              </a:solidFill>
            </a:endParaRPr>
          </a:p>
          <a:p>
            <a:pPr marL="12700" marR="5080"/>
            <a:r>
              <a:rPr lang="en-US" sz="1400" kern="0" spc="-80" dirty="0" err="1">
                <a:solidFill>
                  <a:schemeClr val="accent6"/>
                </a:solidFill>
              </a:rPr>
              <a:t>node.nextElementSibling</a:t>
            </a:r>
            <a:endParaRPr lang="en-US" sz="1400" kern="0" spc="-80" dirty="0">
              <a:solidFill>
                <a:schemeClr val="accent6"/>
              </a:solidFill>
            </a:endParaRPr>
          </a:p>
          <a:p>
            <a:pPr marL="12700" marR="5080"/>
            <a:r>
              <a:rPr lang="en-US" sz="1400" kern="0" spc="-80" dirty="0" err="1">
                <a:solidFill>
                  <a:schemeClr val="accent6"/>
                </a:solidFill>
              </a:rPr>
              <a:t>node.closest</a:t>
            </a:r>
            <a:r>
              <a:rPr lang="en-US" sz="1400" kern="0" spc="-80" dirty="0">
                <a:solidFill>
                  <a:schemeClr val="accent6"/>
                </a:solidFill>
              </a:rPr>
              <a:t>(".container")</a:t>
            </a:r>
          </a:p>
        </p:txBody>
      </p:sp>
    </p:spTree>
    <p:extLst>
      <p:ext uri="{BB962C8B-B14F-4D97-AF65-F5344CB8AC3E}">
        <p14:creationId xmlns:p14="http://schemas.microsoft.com/office/powerpoint/2010/main" val="979636352"/>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F45085-06F3-FE40-B874-8D3102EC02A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1A2ED51-723F-DE56-1BCB-5D7D3F33352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06BB62C-CC16-C234-09B9-F13A271DDD1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2A3D320-FBF5-BE96-CC7F-876BC9CF0CA4}"/>
              </a:ext>
            </a:extLst>
          </p:cNvPr>
          <p:cNvGraphicFramePr/>
          <p:nvPr>
            <p:extLst>
              <p:ext uri="{D42A27DB-BD31-4B8C-83A1-F6EECF244321}">
                <p14:modId xmlns:p14="http://schemas.microsoft.com/office/powerpoint/2010/main" val="44148797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8EDFF5A-B0E1-4BE4-D05B-73FBAFD3B2A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BF516DF-025F-7148-98D7-EE67F42FA31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3C4E188-9496-044C-326F-7AC06FF8FA1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D4FF041-0DC9-B8FE-F199-7E637C8EDF1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2C57666-1ACB-A7D1-BF09-99640E6A5B6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172EB1C-E385-CC4D-B7B8-355D2CC1F00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CE07C07-39B9-5148-9CB9-6A154BC98FE5}"/>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Events &amp; Events Handling</a:t>
            </a:r>
          </a:p>
          <a:p>
            <a:pPr marL="12700" marR="5080"/>
            <a:r>
              <a:rPr lang="en-US" sz="1400" kern="0" spc="-80" dirty="0">
                <a:solidFill>
                  <a:schemeClr val="accent2"/>
                </a:solidFill>
              </a:rPr>
              <a:t>1 Adding Event Listeners</a:t>
            </a:r>
          </a:p>
          <a:p>
            <a:pPr marL="12700" marR="5080"/>
            <a:r>
              <a:rPr lang="en-US" sz="1400" kern="0" spc="-80" dirty="0" err="1">
                <a:solidFill>
                  <a:schemeClr val="accent6"/>
                </a:solidFill>
              </a:rPr>
              <a:t>button.addEventListener</a:t>
            </a:r>
            <a:r>
              <a:rPr lang="en-US" sz="1400" kern="0" spc="-80" dirty="0">
                <a:solidFill>
                  <a:schemeClr val="accent6"/>
                </a:solidFill>
              </a:rPr>
              <a:t>("click", function(e) {</a:t>
            </a:r>
          </a:p>
          <a:p>
            <a:pPr marL="12700" marR="5080"/>
            <a:r>
              <a:rPr lang="en-US" sz="1400" kern="0" spc="-80" dirty="0">
                <a:solidFill>
                  <a:schemeClr val="accent6"/>
                </a:solidFill>
              </a:rPr>
              <a:t>  console.log("clicked!");</a:t>
            </a:r>
          </a:p>
          <a:p>
            <a:pPr marL="12700" marR="5080"/>
            <a:r>
              <a:rPr lang="en-US" sz="1400" kern="0" spc="-80" dirty="0">
                <a:solidFill>
                  <a:schemeClr val="accent6"/>
                </a:solidFill>
              </a:rPr>
              <a:t>});</a:t>
            </a:r>
          </a:p>
          <a:p>
            <a:pPr marL="12700" marR="5080"/>
            <a:r>
              <a:rPr lang="en-US" sz="1400" kern="0" spc="-80" dirty="0">
                <a:solidFill>
                  <a:schemeClr val="accent2"/>
                </a:solidFill>
              </a:rPr>
              <a:t>2 Event Propagation</a:t>
            </a:r>
          </a:p>
          <a:p>
            <a:pPr marL="12700" marR="5080"/>
            <a:r>
              <a:rPr lang="en-US" sz="1400" kern="0" spc="-80" dirty="0">
                <a:solidFill>
                  <a:schemeClr val="accent2"/>
                </a:solidFill>
              </a:rPr>
              <a:t>Two phases:</a:t>
            </a:r>
          </a:p>
          <a:p>
            <a:pPr marL="12700" marR="5080"/>
            <a:r>
              <a:rPr lang="en-US" sz="1400" kern="0" spc="-80" dirty="0">
                <a:solidFill>
                  <a:schemeClr val="accent6"/>
                </a:solidFill>
              </a:rPr>
              <a:t>Capturing (top-down)</a:t>
            </a:r>
          </a:p>
          <a:p>
            <a:pPr marL="12700" marR="5080"/>
            <a:r>
              <a:rPr lang="en-US" sz="1400" kern="0" spc="-80" dirty="0">
                <a:solidFill>
                  <a:schemeClr val="accent6"/>
                </a:solidFill>
              </a:rPr>
              <a:t>Bubbling (bottom-up)</a:t>
            </a:r>
          </a:p>
          <a:p>
            <a:pPr marL="12700" marR="5080"/>
            <a:r>
              <a:rPr lang="en-US" sz="1400" kern="0" spc="-80" dirty="0" err="1">
                <a:solidFill>
                  <a:schemeClr val="accent6"/>
                </a:solidFill>
              </a:rPr>
              <a:t>element.addEventListener</a:t>
            </a:r>
            <a:r>
              <a:rPr lang="en-US" sz="1400" kern="0" spc="-80" dirty="0">
                <a:solidFill>
                  <a:schemeClr val="accent6"/>
                </a:solidFill>
              </a:rPr>
              <a:t>("click", handler, { capture: true });</a:t>
            </a:r>
          </a:p>
          <a:p>
            <a:pPr marL="12700" marR="5080"/>
            <a:r>
              <a:rPr lang="en-US" sz="1400" kern="0" spc="-80" dirty="0">
                <a:solidFill>
                  <a:schemeClr val="accent2"/>
                </a:solidFill>
              </a:rPr>
              <a:t>Stop propagation:</a:t>
            </a:r>
          </a:p>
          <a:p>
            <a:pPr marL="12700" marR="5080"/>
            <a:r>
              <a:rPr lang="en-US" sz="1400" kern="0" spc="-80" dirty="0" err="1">
                <a:solidFill>
                  <a:schemeClr val="accent6"/>
                </a:solidFill>
              </a:rPr>
              <a:t>e.stopPropagation</a:t>
            </a:r>
            <a:r>
              <a:rPr lang="en-US" sz="1400" kern="0" spc="-80" dirty="0">
                <a:solidFill>
                  <a:schemeClr val="accent6"/>
                </a:solidFill>
              </a:rPr>
              <a:t>();</a:t>
            </a:r>
          </a:p>
          <a:p>
            <a:pPr marL="12700" marR="5080"/>
            <a:r>
              <a:rPr lang="en-US" sz="1400" kern="0" spc="-80" dirty="0" err="1">
                <a:solidFill>
                  <a:schemeClr val="accent6"/>
                </a:solidFill>
              </a:rPr>
              <a:t>e.preventDefault</a:t>
            </a:r>
            <a:r>
              <a:rPr lang="en-US" sz="1400" kern="0" spc="-80" dirty="0">
                <a:solidFill>
                  <a:schemeClr val="accent6"/>
                </a:solidFill>
              </a:rPr>
              <a:t>(); // Stops default browser action</a:t>
            </a:r>
          </a:p>
          <a:p>
            <a:pPr marL="12700" marR="5080"/>
            <a:r>
              <a:rPr lang="en-US" sz="1400" kern="0" spc="-80" dirty="0">
                <a:solidFill>
                  <a:schemeClr val="accent2"/>
                </a:solidFill>
              </a:rPr>
              <a:t>3 Event Delegation</a:t>
            </a:r>
          </a:p>
          <a:p>
            <a:pPr marL="12700" marR="5080"/>
            <a:r>
              <a:rPr lang="en-US" sz="1400" kern="0" spc="-80" dirty="0">
                <a:solidFill>
                  <a:schemeClr val="accent6"/>
                </a:solidFill>
              </a:rPr>
              <a:t>Attach event to a parent → handle many child elements.</a:t>
            </a:r>
          </a:p>
          <a:p>
            <a:pPr marL="12700" marR="5080"/>
            <a:r>
              <a:rPr lang="en-US" sz="1400" kern="0" spc="-80" dirty="0" err="1">
                <a:solidFill>
                  <a:schemeClr val="accent6"/>
                </a:solidFill>
              </a:rPr>
              <a:t>document.addEventListener</a:t>
            </a:r>
            <a:r>
              <a:rPr lang="en-US" sz="1400" kern="0" spc="-80" dirty="0">
                <a:solidFill>
                  <a:schemeClr val="accent6"/>
                </a:solidFill>
              </a:rPr>
              <a:t>("click", (e) =&gt; {</a:t>
            </a:r>
          </a:p>
          <a:p>
            <a:pPr marL="12700" marR="5080"/>
            <a:r>
              <a:rPr lang="en-US" sz="1400" kern="0" spc="-80" dirty="0">
                <a:solidFill>
                  <a:schemeClr val="accent6"/>
                </a:solidFill>
              </a:rPr>
              <a:t>  if (</a:t>
            </a:r>
            <a:r>
              <a:rPr lang="en-US" sz="1400" kern="0" spc="-80" dirty="0" err="1">
                <a:solidFill>
                  <a:schemeClr val="accent6"/>
                </a:solidFill>
              </a:rPr>
              <a:t>e.target.matches</a:t>
            </a:r>
            <a:r>
              <a:rPr lang="en-US" sz="1400" kern="0" spc="-80" dirty="0">
                <a:solidFill>
                  <a:schemeClr val="accent6"/>
                </a:solidFill>
              </a:rPr>
              <a:t>(".item")) {</a:t>
            </a:r>
          </a:p>
          <a:p>
            <a:pPr marL="12700" marR="5080"/>
            <a:r>
              <a:rPr lang="en-US" sz="1400" kern="0" spc="-80" dirty="0">
                <a:solidFill>
                  <a:schemeClr val="accent6"/>
                </a:solidFill>
              </a:rPr>
              <a:t>    console.log("Item clicked");</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2"/>
                </a:solidFill>
              </a:rPr>
              <a:t>Benefits:</a:t>
            </a:r>
          </a:p>
          <a:p>
            <a:pPr marL="12700" marR="5080"/>
            <a:r>
              <a:rPr lang="en-US" sz="1400" kern="0" spc="-80" dirty="0">
                <a:solidFill>
                  <a:schemeClr val="accent6"/>
                </a:solidFill>
              </a:rPr>
              <a:t>Better performance</a:t>
            </a:r>
          </a:p>
          <a:p>
            <a:pPr marL="12700" marR="5080"/>
            <a:r>
              <a:rPr lang="en-US" sz="1400" kern="0" spc="-80" dirty="0">
                <a:solidFill>
                  <a:schemeClr val="accent6"/>
                </a:solidFill>
              </a:rPr>
              <a:t>Dynamically added elements also work</a:t>
            </a:r>
          </a:p>
        </p:txBody>
      </p:sp>
    </p:spTree>
    <p:extLst>
      <p:ext uri="{BB962C8B-B14F-4D97-AF65-F5344CB8AC3E}">
        <p14:creationId xmlns:p14="http://schemas.microsoft.com/office/powerpoint/2010/main" val="172138298"/>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B5557-C8A9-0F48-4190-A4AD8A57C0C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9878E1B-5638-8C30-C772-FA01EE5A674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4E65D4B-69DF-7542-BF07-703AE83AE92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EF1D6F1-2F23-7B4E-0BB2-563806C6E348}"/>
              </a:ext>
            </a:extLst>
          </p:cNvPr>
          <p:cNvGraphicFramePr/>
          <p:nvPr>
            <p:extLst>
              <p:ext uri="{D42A27DB-BD31-4B8C-83A1-F6EECF244321}">
                <p14:modId xmlns:p14="http://schemas.microsoft.com/office/powerpoint/2010/main" val="243856271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C78BB9C-426D-9198-A710-6CB944898C3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AE1E8A7-7525-43CE-1901-F5CB07585E9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D07D180-3401-E232-322D-9A1C4CDC374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4402FD6-D192-EBEE-A551-86F85651E9A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EB018DB-934C-7A16-CE30-9D156FC1EB4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E0CC5C7-695F-F91D-B18E-02C47981673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497DC99-6F48-CC02-E727-88B0A9BCEC4F}"/>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Debouncing &amp; Throttling</a:t>
            </a:r>
          </a:p>
          <a:p>
            <a:pPr marL="12700" marR="5080"/>
            <a:r>
              <a:rPr lang="en-US" sz="1250" kern="0" spc="-80" dirty="0">
                <a:solidFill>
                  <a:schemeClr val="accent6"/>
                </a:solidFill>
              </a:rPr>
              <a:t>These control how often a function runs — essential for scroll, resize, input events.</a:t>
            </a:r>
          </a:p>
          <a:p>
            <a:pPr marL="12700" marR="5080"/>
            <a:r>
              <a:rPr lang="en-US" sz="1250" kern="0" spc="-80" dirty="0">
                <a:solidFill>
                  <a:schemeClr val="accent2"/>
                </a:solidFill>
              </a:rPr>
              <a:t>Debounce</a:t>
            </a:r>
          </a:p>
          <a:p>
            <a:pPr marL="12700" marR="5080"/>
            <a:r>
              <a:rPr lang="en-US" sz="1250" kern="0" spc="-80" dirty="0">
                <a:solidFill>
                  <a:schemeClr val="accent6"/>
                </a:solidFill>
              </a:rPr>
              <a:t>Run the function after a delay of inactivity.</a:t>
            </a:r>
          </a:p>
          <a:p>
            <a:pPr marL="12700" marR="5080"/>
            <a:r>
              <a:rPr lang="en-US" sz="1250" kern="0" spc="-80" dirty="0">
                <a:solidFill>
                  <a:schemeClr val="accent6"/>
                </a:solidFill>
              </a:rPr>
              <a:t>Use cases: search box typing, window resize.</a:t>
            </a:r>
          </a:p>
          <a:p>
            <a:pPr marL="12700" marR="5080"/>
            <a:r>
              <a:rPr lang="en-US" sz="1250" kern="0" spc="-80" dirty="0">
                <a:solidFill>
                  <a:schemeClr val="accent6"/>
                </a:solidFill>
              </a:rPr>
              <a:t>function debounce(</a:t>
            </a:r>
            <a:r>
              <a:rPr lang="en-US" sz="1250" kern="0" spc="-80" dirty="0" err="1">
                <a:solidFill>
                  <a:schemeClr val="accent6"/>
                </a:solidFill>
              </a:rPr>
              <a:t>fn</a:t>
            </a:r>
            <a:r>
              <a:rPr lang="en-US" sz="1250" kern="0" spc="-80" dirty="0">
                <a:solidFill>
                  <a:schemeClr val="accent6"/>
                </a:solidFill>
              </a:rPr>
              <a:t>, delay) {</a:t>
            </a:r>
          </a:p>
          <a:p>
            <a:pPr marL="12700" marR="5080"/>
            <a:r>
              <a:rPr lang="en-US" sz="1250" kern="0" spc="-80" dirty="0">
                <a:solidFill>
                  <a:schemeClr val="accent6"/>
                </a:solidFill>
              </a:rPr>
              <a:t>  let timer;</a:t>
            </a:r>
          </a:p>
          <a:p>
            <a:pPr marL="12700" marR="5080"/>
            <a:r>
              <a:rPr lang="en-US" sz="1250" kern="0" spc="-80" dirty="0">
                <a:solidFill>
                  <a:schemeClr val="accent6"/>
                </a:solidFill>
              </a:rPr>
              <a:t>  return function(...</a:t>
            </a:r>
            <a:r>
              <a:rPr lang="en-US" sz="1250" kern="0" spc="-80" dirty="0" err="1">
                <a:solidFill>
                  <a:schemeClr val="accent6"/>
                </a:solidFill>
              </a:rPr>
              <a:t>args</a:t>
            </a:r>
            <a:r>
              <a:rPr lang="en-US" sz="1250" kern="0" spc="-80" dirty="0">
                <a:solidFill>
                  <a:schemeClr val="accent6"/>
                </a:solidFill>
              </a:rPr>
              <a:t>) {</a:t>
            </a:r>
          </a:p>
          <a:p>
            <a:pPr marL="12700" marR="5080"/>
            <a:r>
              <a:rPr lang="en-US" sz="1250" kern="0" spc="-80" dirty="0">
                <a:solidFill>
                  <a:schemeClr val="accent6"/>
                </a:solidFill>
              </a:rPr>
              <a:t>    </a:t>
            </a:r>
            <a:r>
              <a:rPr lang="en-US" sz="1250" kern="0" spc="-80" dirty="0" err="1">
                <a:solidFill>
                  <a:schemeClr val="accent6"/>
                </a:solidFill>
              </a:rPr>
              <a:t>clearTimeout</a:t>
            </a:r>
            <a:r>
              <a:rPr lang="en-US" sz="1250" kern="0" spc="-80" dirty="0">
                <a:solidFill>
                  <a:schemeClr val="accent6"/>
                </a:solidFill>
              </a:rPr>
              <a:t>(timer);</a:t>
            </a:r>
          </a:p>
          <a:p>
            <a:pPr marL="12700" marR="5080"/>
            <a:r>
              <a:rPr lang="en-US" sz="1250" kern="0" spc="-80" dirty="0">
                <a:solidFill>
                  <a:schemeClr val="accent6"/>
                </a:solidFill>
              </a:rPr>
              <a:t>    timer = </a:t>
            </a:r>
            <a:r>
              <a:rPr lang="en-US" sz="1250" kern="0" spc="-80" dirty="0" err="1">
                <a:solidFill>
                  <a:schemeClr val="accent6"/>
                </a:solidFill>
              </a:rPr>
              <a:t>setTimeout</a:t>
            </a:r>
            <a:r>
              <a:rPr lang="en-US" sz="1250" kern="0" spc="-80" dirty="0">
                <a:solidFill>
                  <a:schemeClr val="accent6"/>
                </a:solidFill>
              </a:rPr>
              <a:t>(() =&gt; </a:t>
            </a:r>
            <a:r>
              <a:rPr lang="en-US" sz="1250" kern="0" spc="-80" dirty="0" err="1">
                <a:solidFill>
                  <a:schemeClr val="accent6"/>
                </a:solidFill>
              </a:rPr>
              <a:t>fn.apply</a:t>
            </a:r>
            <a:r>
              <a:rPr lang="en-US" sz="1250" kern="0" spc="-80" dirty="0">
                <a:solidFill>
                  <a:schemeClr val="accent6"/>
                </a:solidFill>
              </a:rPr>
              <a:t>(this, </a:t>
            </a:r>
            <a:r>
              <a:rPr lang="en-US" sz="1250" kern="0" spc="-80" dirty="0" err="1">
                <a:solidFill>
                  <a:schemeClr val="accent6"/>
                </a:solidFill>
              </a:rPr>
              <a:t>args</a:t>
            </a:r>
            <a:r>
              <a:rPr lang="en-US" sz="1250" kern="0" spc="-80" dirty="0">
                <a:solidFill>
                  <a:schemeClr val="accent6"/>
                </a:solidFill>
              </a:rPr>
              <a:t>), delay);</a:t>
            </a:r>
          </a:p>
          <a:p>
            <a:pPr marL="12700" marR="5080"/>
            <a:r>
              <a:rPr lang="en-US" sz="1250" kern="0" spc="-80" dirty="0">
                <a:solidFill>
                  <a:schemeClr val="accent6"/>
                </a:solidFill>
              </a:rPr>
              <a:t>  };</a:t>
            </a:r>
          </a:p>
          <a:p>
            <a:pPr marL="12700" marR="5080"/>
            <a:r>
              <a:rPr lang="en-US" sz="1250" kern="0" spc="-80" dirty="0">
                <a:solidFill>
                  <a:schemeClr val="accent6"/>
                </a:solidFill>
              </a:rPr>
              <a:t>}</a:t>
            </a:r>
          </a:p>
          <a:p>
            <a:pPr marL="12700" marR="5080"/>
            <a:r>
              <a:rPr lang="en-US" sz="1250" kern="0" spc="-80" dirty="0">
                <a:solidFill>
                  <a:schemeClr val="accent6"/>
                </a:solidFill>
              </a:rPr>
              <a:t>const </a:t>
            </a:r>
            <a:r>
              <a:rPr lang="en-US" sz="1250" kern="0" spc="-80" dirty="0" err="1">
                <a:solidFill>
                  <a:schemeClr val="accent6"/>
                </a:solidFill>
              </a:rPr>
              <a:t>onInput</a:t>
            </a:r>
            <a:r>
              <a:rPr lang="en-US" sz="1250" kern="0" spc="-80" dirty="0">
                <a:solidFill>
                  <a:schemeClr val="accent6"/>
                </a:solidFill>
              </a:rPr>
              <a:t> = debounce(() =&gt; console.log("typing..."), 300);</a:t>
            </a:r>
          </a:p>
          <a:p>
            <a:pPr marL="12700" marR="5080"/>
            <a:r>
              <a:rPr lang="en-US" sz="1250" kern="0" spc="-80" dirty="0">
                <a:solidFill>
                  <a:schemeClr val="accent2"/>
                </a:solidFill>
              </a:rPr>
              <a:t>Throttle</a:t>
            </a:r>
          </a:p>
          <a:p>
            <a:pPr marL="12700" marR="5080"/>
            <a:r>
              <a:rPr lang="en-US" sz="1250" kern="0" spc="-80" dirty="0">
                <a:solidFill>
                  <a:schemeClr val="accent6"/>
                </a:solidFill>
              </a:rPr>
              <a:t>Run the function at a fixed interval (ignore rapid calls).</a:t>
            </a:r>
          </a:p>
          <a:p>
            <a:pPr marL="12700" marR="5080"/>
            <a:r>
              <a:rPr lang="en-US" sz="1250" kern="0" spc="-80" dirty="0">
                <a:solidFill>
                  <a:schemeClr val="accent6"/>
                </a:solidFill>
              </a:rPr>
              <a:t>Use cases: scroll events, mouse movement.</a:t>
            </a:r>
          </a:p>
          <a:p>
            <a:pPr marL="12700" marR="5080"/>
            <a:r>
              <a:rPr lang="en-US" sz="1250" kern="0" spc="-80" dirty="0">
                <a:solidFill>
                  <a:schemeClr val="accent6"/>
                </a:solidFill>
              </a:rPr>
              <a:t>function throttle(</a:t>
            </a:r>
            <a:r>
              <a:rPr lang="en-US" sz="1250" kern="0" spc="-80" dirty="0" err="1">
                <a:solidFill>
                  <a:schemeClr val="accent6"/>
                </a:solidFill>
              </a:rPr>
              <a:t>fn</a:t>
            </a:r>
            <a:r>
              <a:rPr lang="en-US" sz="1250" kern="0" spc="-80" dirty="0">
                <a:solidFill>
                  <a:schemeClr val="accent6"/>
                </a:solidFill>
              </a:rPr>
              <a:t>, limit) {</a:t>
            </a:r>
          </a:p>
          <a:p>
            <a:pPr marL="12700" marR="5080"/>
            <a:r>
              <a:rPr lang="en-US" sz="1250" kern="0" spc="-80" dirty="0">
                <a:solidFill>
                  <a:schemeClr val="accent6"/>
                </a:solidFill>
              </a:rPr>
              <a:t>  let last = 0;</a:t>
            </a:r>
          </a:p>
          <a:p>
            <a:pPr marL="12700" marR="5080"/>
            <a:r>
              <a:rPr lang="en-US" sz="1250" kern="0" spc="-80" dirty="0">
                <a:solidFill>
                  <a:schemeClr val="accent6"/>
                </a:solidFill>
              </a:rPr>
              <a:t>  return function(...</a:t>
            </a:r>
            <a:r>
              <a:rPr lang="en-US" sz="1250" kern="0" spc="-80" dirty="0" err="1">
                <a:solidFill>
                  <a:schemeClr val="accent6"/>
                </a:solidFill>
              </a:rPr>
              <a:t>args</a:t>
            </a:r>
            <a:r>
              <a:rPr lang="en-US" sz="1250" kern="0" spc="-80" dirty="0">
                <a:solidFill>
                  <a:schemeClr val="accent6"/>
                </a:solidFill>
              </a:rPr>
              <a:t>) {</a:t>
            </a:r>
          </a:p>
          <a:p>
            <a:pPr marL="12700" marR="5080"/>
            <a:r>
              <a:rPr lang="en-US" sz="1250" kern="0" spc="-80" dirty="0">
                <a:solidFill>
                  <a:schemeClr val="accent6"/>
                </a:solidFill>
              </a:rPr>
              <a:t>    const now = </a:t>
            </a:r>
            <a:r>
              <a:rPr lang="en-US" sz="1250" kern="0" spc="-80" dirty="0" err="1">
                <a:solidFill>
                  <a:schemeClr val="accent6"/>
                </a:solidFill>
              </a:rPr>
              <a:t>Date.now</a:t>
            </a:r>
            <a:r>
              <a:rPr lang="en-US" sz="1250" kern="0" spc="-80" dirty="0">
                <a:solidFill>
                  <a:schemeClr val="accent6"/>
                </a:solidFill>
              </a:rPr>
              <a:t>();</a:t>
            </a:r>
          </a:p>
          <a:p>
            <a:pPr marL="12700" marR="5080"/>
            <a:r>
              <a:rPr lang="en-US" sz="1250" kern="0" spc="-80" dirty="0">
                <a:solidFill>
                  <a:schemeClr val="accent6"/>
                </a:solidFill>
              </a:rPr>
              <a:t>    if (now - last &gt;= limit) {</a:t>
            </a:r>
          </a:p>
          <a:p>
            <a:pPr marL="12700" marR="5080"/>
            <a:r>
              <a:rPr lang="en-US" sz="1250" kern="0" spc="-80" dirty="0">
                <a:solidFill>
                  <a:schemeClr val="accent6"/>
                </a:solidFill>
              </a:rPr>
              <a:t>      last = now;</a:t>
            </a:r>
          </a:p>
          <a:p>
            <a:pPr marL="12700" marR="5080"/>
            <a:r>
              <a:rPr lang="en-US" sz="1250" kern="0" spc="-80" dirty="0">
                <a:solidFill>
                  <a:schemeClr val="accent6"/>
                </a:solidFill>
              </a:rPr>
              <a:t>      </a:t>
            </a:r>
            <a:r>
              <a:rPr lang="en-US" sz="1250" kern="0" spc="-80" dirty="0" err="1">
                <a:solidFill>
                  <a:schemeClr val="accent6"/>
                </a:solidFill>
              </a:rPr>
              <a:t>fn.apply</a:t>
            </a:r>
            <a:r>
              <a:rPr lang="en-US" sz="1250" kern="0" spc="-80" dirty="0">
                <a:solidFill>
                  <a:schemeClr val="accent6"/>
                </a:solidFill>
              </a:rPr>
              <a:t>(this, </a:t>
            </a:r>
            <a:r>
              <a:rPr lang="en-US" sz="1250" kern="0" spc="-80" dirty="0" err="1">
                <a:solidFill>
                  <a:schemeClr val="accent6"/>
                </a:solidFill>
              </a:rPr>
              <a:t>args</a:t>
            </a:r>
            <a:r>
              <a:rPr lang="en-US" sz="1250" kern="0" spc="-80" dirty="0">
                <a:solidFill>
                  <a:schemeClr val="accent6"/>
                </a:solidFill>
              </a:rPr>
              <a:t>);</a:t>
            </a:r>
          </a:p>
          <a:p>
            <a:pPr marL="12700" marR="5080"/>
            <a:r>
              <a:rPr lang="en-US" sz="1250" kern="0" spc="-80" dirty="0">
                <a:solidFill>
                  <a:schemeClr val="accent6"/>
                </a:solidFill>
              </a:rPr>
              <a:t>    }</a:t>
            </a:r>
          </a:p>
          <a:p>
            <a:pPr marL="12700" marR="5080"/>
            <a:r>
              <a:rPr lang="en-US" sz="1250" kern="0" spc="-80" dirty="0">
                <a:solidFill>
                  <a:schemeClr val="accent6"/>
                </a:solidFill>
              </a:rPr>
              <a:t>  };</a:t>
            </a:r>
          </a:p>
          <a:p>
            <a:pPr marL="12700" marR="5080"/>
            <a:r>
              <a:rPr lang="en-US" sz="1250" kern="0" spc="-80" dirty="0">
                <a:solidFill>
                  <a:schemeClr val="accent6"/>
                </a:solidFill>
              </a:rPr>
              <a:t>}</a:t>
            </a:r>
          </a:p>
          <a:p>
            <a:pPr marL="12700" marR="5080"/>
            <a:r>
              <a:rPr lang="en-US" sz="1250" kern="0" spc="-80" dirty="0" err="1">
                <a:solidFill>
                  <a:schemeClr val="accent6"/>
                </a:solidFill>
              </a:rPr>
              <a:t>window.addEventListener</a:t>
            </a:r>
            <a:r>
              <a:rPr lang="en-US" sz="1250" kern="0" spc="-80" dirty="0">
                <a:solidFill>
                  <a:schemeClr val="accent6"/>
                </a:solidFill>
              </a:rPr>
              <a:t>("scroll", throttle(() =&gt; console.log("scroll"), 200));</a:t>
            </a:r>
          </a:p>
        </p:txBody>
      </p:sp>
    </p:spTree>
    <p:extLst>
      <p:ext uri="{BB962C8B-B14F-4D97-AF65-F5344CB8AC3E}">
        <p14:creationId xmlns:p14="http://schemas.microsoft.com/office/powerpoint/2010/main" val="141601272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9A314-B025-4B35-0BF5-0C3EE8C3D59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79EE485-31D2-5BA1-8C40-ADE9C653ECF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704CA62-89FD-87E7-D1D1-E45C624D310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3C9B9A1-0445-833C-0725-89B4C0767967}"/>
              </a:ext>
            </a:extLst>
          </p:cNvPr>
          <p:cNvGraphicFramePr/>
          <p:nvPr>
            <p:extLst>
              <p:ext uri="{D42A27DB-BD31-4B8C-83A1-F6EECF244321}">
                <p14:modId xmlns:p14="http://schemas.microsoft.com/office/powerpoint/2010/main" val="3318886436"/>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4F83209-79D8-CE72-CE1B-98809CA4BE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045FD87-D514-29B6-45C2-29F166E1A01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ADA6B80-DDDA-EC31-89BE-FD078EC4E2D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CC06475-9CF4-B12F-9DBB-A9960192A33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EC226E9-3875-5CD5-C899-49E5E8333C7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A21735C-F4F1-99F5-0483-4CDBC685398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5331FC8-4A49-CC86-BF05-DEB3B430099A}"/>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Event Loop </a:t>
            </a:r>
          </a:p>
          <a:p>
            <a:pPr marL="12700" marR="5080"/>
            <a:r>
              <a:rPr lang="en-US" sz="1400" kern="0" spc="-80" dirty="0">
                <a:solidFill>
                  <a:schemeClr val="accent6"/>
                </a:solidFill>
              </a:rPr>
              <a:t>JavaScript is single-threaded but asynchronous via event loop.</a:t>
            </a:r>
          </a:p>
          <a:p>
            <a:pPr marL="12700" marR="5080"/>
            <a:r>
              <a:rPr lang="en-US" sz="1400" kern="0" spc="-80" dirty="0">
                <a:solidFill>
                  <a:schemeClr val="accent2"/>
                </a:solidFill>
              </a:rPr>
              <a:t>1 Call Stack</a:t>
            </a:r>
          </a:p>
          <a:p>
            <a:pPr marL="12700" marR="5080"/>
            <a:r>
              <a:rPr lang="en-US" sz="1400" kern="0" spc="-80" dirty="0">
                <a:solidFill>
                  <a:schemeClr val="accent6"/>
                </a:solidFill>
              </a:rPr>
              <a:t>Where JS runs synchronous code.</a:t>
            </a:r>
          </a:p>
          <a:p>
            <a:pPr marL="12700" marR="5080"/>
            <a:endParaRPr lang="en-US" sz="1400" kern="0" spc="-80" dirty="0">
              <a:solidFill>
                <a:schemeClr val="accent6"/>
              </a:solidFill>
            </a:endParaRPr>
          </a:p>
          <a:p>
            <a:pPr marL="12700" marR="5080"/>
            <a:r>
              <a:rPr lang="en-US" sz="1400" kern="0" spc="-80" dirty="0">
                <a:solidFill>
                  <a:schemeClr val="accent2"/>
                </a:solidFill>
              </a:rPr>
              <a:t>2 Web APIs</a:t>
            </a:r>
          </a:p>
          <a:p>
            <a:pPr marL="12700" marR="5080"/>
            <a:r>
              <a:rPr lang="en-US" sz="1400" kern="0" spc="-80" dirty="0">
                <a:solidFill>
                  <a:schemeClr val="accent6"/>
                </a:solidFill>
              </a:rPr>
              <a:t>When async functions are triggered:</a:t>
            </a:r>
          </a:p>
          <a:p>
            <a:pPr marL="12700" marR="5080"/>
            <a:r>
              <a:rPr lang="en-US" sz="1400" kern="0" spc="-80" dirty="0" err="1">
                <a:solidFill>
                  <a:schemeClr val="accent6"/>
                </a:solidFill>
              </a:rPr>
              <a:t>setTimeout</a:t>
            </a:r>
            <a:endParaRPr lang="en-US" sz="1400" kern="0" spc="-80" dirty="0">
              <a:solidFill>
                <a:schemeClr val="accent6"/>
              </a:solidFill>
            </a:endParaRPr>
          </a:p>
          <a:p>
            <a:pPr marL="12700" marR="5080"/>
            <a:r>
              <a:rPr lang="en-US" sz="1400" kern="0" spc="-80" dirty="0">
                <a:solidFill>
                  <a:schemeClr val="accent6"/>
                </a:solidFill>
              </a:rPr>
              <a:t>Promises</a:t>
            </a:r>
          </a:p>
          <a:p>
            <a:pPr marL="12700" marR="5080"/>
            <a:r>
              <a:rPr lang="en-US" sz="1400" kern="0" spc="-80" dirty="0">
                <a:solidFill>
                  <a:schemeClr val="accent6"/>
                </a:solidFill>
              </a:rPr>
              <a:t>fetch</a:t>
            </a:r>
          </a:p>
          <a:p>
            <a:pPr marL="12700" marR="5080"/>
            <a:r>
              <a:rPr lang="en-US" sz="1400" kern="0" spc="-80" dirty="0">
                <a:solidFill>
                  <a:schemeClr val="accent6"/>
                </a:solidFill>
              </a:rPr>
              <a:t>DOM events</a:t>
            </a:r>
          </a:p>
          <a:p>
            <a:pPr marL="12700" marR="5080"/>
            <a:r>
              <a:rPr lang="en-US" sz="1400" kern="0" spc="-80" dirty="0">
                <a:solidFill>
                  <a:schemeClr val="accent6"/>
                </a:solidFill>
              </a:rPr>
              <a:t>These run outside JS engine.</a:t>
            </a:r>
          </a:p>
          <a:p>
            <a:pPr marL="12700" marR="5080"/>
            <a:endParaRPr lang="en-US" sz="1400" kern="0" spc="-80" dirty="0">
              <a:solidFill>
                <a:schemeClr val="accent6"/>
              </a:solidFill>
            </a:endParaRPr>
          </a:p>
          <a:p>
            <a:pPr marL="12700" marR="5080"/>
            <a:r>
              <a:rPr lang="en-US" sz="1400" kern="0" spc="-80" dirty="0">
                <a:solidFill>
                  <a:schemeClr val="accent2"/>
                </a:solidFill>
              </a:rPr>
              <a:t>3 Task Queues</a:t>
            </a:r>
          </a:p>
          <a:p>
            <a:pPr marL="12700" marR="5080"/>
            <a:r>
              <a:rPr lang="en-US" sz="1400" kern="0" spc="-80" dirty="0">
                <a:solidFill>
                  <a:schemeClr val="accent6"/>
                </a:solidFill>
              </a:rPr>
              <a:t>Microtasks</a:t>
            </a:r>
          </a:p>
          <a:p>
            <a:pPr marL="12700" marR="5080"/>
            <a:r>
              <a:rPr lang="en-US" sz="1400" kern="0" spc="-80" dirty="0">
                <a:solidFill>
                  <a:schemeClr val="accent6"/>
                </a:solidFill>
              </a:rPr>
              <a:t>Promises (.then)</a:t>
            </a:r>
          </a:p>
          <a:p>
            <a:pPr marL="12700" marR="5080"/>
            <a:r>
              <a:rPr lang="en-US" sz="1400" kern="0" spc="-80" dirty="0" err="1">
                <a:solidFill>
                  <a:schemeClr val="accent6"/>
                </a:solidFill>
              </a:rPr>
              <a:t>queueMicrotask</a:t>
            </a:r>
            <a:r>
              <a:rPr lang="en-US" sz="1400" kern="0" spc="-80" dirty="0">
                <a:solidFill>
                  <a:schemeClr val="accent6"/>
                </a:solidFill>
              </a:rPr>
              <a:t>()</a:t>
            </a:r>
          </a:p>
          <a:p>
            <a:pPr marL="12700" marR="5080"/>
            <a:r>
              <a:rPr lang="en-US" sz="1400" kern="0" spc="-80" dirty="0" err="1">
                <a:solidFill>
                  <a:schemeClr val="accent6"/>
                </a:solidFill>
              </a:rPr>
              <a:t>MutationObserver</a:t>
            </a:r>
            <a:endParaRPr lang="en-US" sz="1400" kern="0" spc="-80" dirty="0">
              <a:solidFill>
                <a:schemeClr val="accent6"/>
              </a:solidFill>
            </a:endParaRPr>
          </a:p>
          <a:p>
            <a:pPr marL="12700" marR="5080"/>
            <a:r>
              <a:rPr lang="en-US" sz="1400" kern="0" spc="-80" dirty="0">
                <a:solidFill>
                  <a:schemeClr val="accent6"/>
                </a:solidFill>
              </a:rPr>
              <a:t>Highest priority → executed before repaint.</a:t>
            </a:r>
          </a:p>
          <a:p>
            <a:pPr marL="12700" marR="5080"/>
            <a:r>
              <a:rPr lang="en-US" sz="1400" kern="0" spc="-80" dirty="0" err="1">
                <a:solidFill>
                  <a:schemeClr val="accent6"/>
                </a:solidFill>
              </a:rPr>
              <a:t>Macrotasks</a:t>
            </a:r>
            <a:endParaRPr lang="en-US" sz="1400" kern="0" spc="-80" dirty="0">
              <a:solidFill>
                <a:schemeClr val="accent6"/>
              </a:solidFill>
            </a:endParaRPr>
          </a:p>
          <a:p>
            <a:pPr marL="12700" marR="5080"/>
            <a:r>
              <a:rPr lang="en-US" sz="1400" kern="0" spc="-80" dirty="0" err="1">
                <a:solidFill>
                  <a:schemeClr val="accent6"/>
                </a:solidFill>
              </a:rPr>
              <a:t>setTimeout</a:t>
            </a:r>
            <a:endParaRPr lang="en-US" sz="1400" kern="0" spc="-80" dirty="0">
              <a:solidFill>
                <a:schemeClr val="accent6"/>
              </a:solidFill>
            </a:endParaRPr>
          </a:p>
          <a:p>
            <a:pPr marL="12700" marR="5080"/>
            <a:r>
              <a:rPr lang="en-US" sz="1400" kern="0" spc="-80" dirty="0" err="1">
                <a:solidFill>
                  <a:schemeClr val="accent6"/>
                </a:solidFill>
              </a:rPr>
              <a:t>setInterval</a:t>
            </a:r>
            <a:endParaRPr lang="en-US" sz="1400" kern="0" spc="-80" dirty="0">
              <a:solidFill>
                <a:schemeClr val="accent6"/>
              </a:solidFill>
            </a:endParaRPr>
          </a:p>
          <a:p>
            <a:pPr marL="12700" marR="5080"/>
            <a:r>
              <a:rPr lang="en-US" sz="1400" kern="0" spc="-80" dirty="0">
                <a:solidFill>
                  <a:schemeClr val="accent6"/>
                </a:solidFill>
              </a:rPr>
              <a:t>DOM events</a:t>
            </a:r>
          </a:p>
          <a:p>
            <a:pPr marL="12700" marR="5080"/>
            <a:r>
              <a:rPr lang="en-US" sz="1400" kern="0" spc="-80" dirty="0" err="1">
                <a:solidFill>
                  <a:schemeClr val="accent6"/>
                </a:solidFill>
              </a:rPr>
              <a:t>MessageChannel</a:t>
            </a:r>
            <a:endParaRPr lang="en-US" sz="1400" kern="0" spc="-80" dirty="0">
              <a:solidFill>
                <a:schemeClr val="accent6"/>
              </a:solidFill>
            </a:endParaRPr>
          </a:p>
        </p:txBody>
      </p:sp>
    </p:spTree>
    <p:extLst>
      <p:ext uri="{BB962C8B-B14F-4D97-AF65-F5344CB8AC3E}">
        <p14:creationId xmlns:p14="http://schemas.microsoft.com/office/powerpoint/2010/main" val="1257774799"/>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9F67F-5D74-25E7-3EAE-0BC2421A629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055699C-824C-F8D9-A3BA-7766CAC0BEC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064CAD4-D4D1-0E8E-475A-99C289264FF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BDBF23-64BC-6E2C-D876-FFAE42A3BB76}"/>
              </a:ext>
            </a:extLst>
          </p:cNvPr>
          <p:cNvGraphicFramePr/>
          <p:nvPr>
            <p:extLst>
              <p:ext uri="{D42A27DB-BD31-4B8C-83A1-F6EECF244321}">
                <p14:modId xmlns:p14="http://schemas.microsoft.com/office/powerpoint/2010/main" val="247488767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5ADD04-23F6-C110-7D87-DD2ABACE6B8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5BC0034-ED72-D1B0-3094-02F86C55DC4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4068627-240A-7F2C-9519-4C9FF74C15A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279E5DA-301A-9184-3FF9-4DA02775D84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29B850B-DFDD-9355-EBD2-04D2E345928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D6CFBDD-23CF-6457-5F7E-5C8352E2E94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71E3C06-671E-D1B1-27D2-E5F83015D3F9}"/>
              </a:ext>
            </a:extLst>
          </p:cNvPr>
          <p:cNvSpPr txBox="1">
            <a:spLocks/>
          </p:cNvSpPr>
          <p:nvPr/>
        </p:nvSpPr>
        <p:spPr>
          <a:xfrm>
            <a:off x="152400" y="685800"/>
            <a:ext cx="8624937" cy="35394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Event Loop </a:t>
            </a:r>
          </a:p>
          <a:p>
            <a:pPr marL="12700" marR="5080"/>
            <a:r>
              <a:rPr lang="en-US" sz="1400" kern="0" spc="-80" dirty="0">
                <a:solidFill>
                  <a:schemeClr val="accent2"/>
                </a:solidFill>
              </a:rPr>
              <a:t>4 Event Loop Flow</a:t>
            </a:r>
          </a:p>
          <a:p>
            <a:pPr marL="12700" marR="5080"/>
            <a:r>
              <a:rPr lang="en-US" sz="1400" kern="0" spc="-80" dirty="0">
                <a:solidFill>
                  <a:schemeClr val="accent6"/>
                </a:solidFill>
              </a:rPr>
              <a:t>Run synchronous code (Call Stack)</a:t>
            </a:r>
          </a:p>
          <a:p>
            <a:pPr marL="12700" marR="5080"/>
            <a:r>
              <a:rPr lang="en-US" sz="1400" kern="0" spc="-80" dirty="0">
                <a:solidFill>
                  <a:schemeClr val="accent6"/>
                </a:solidFill>
              </a:rPr>
              <a:t>Execute all microtasks</a:t>
            </a:r>
          </a:p>
          <a:p>
            <a:pPr marL="12700" marR="5080"/>
            <a:r>
              <a:rPr lang="en-US" sz="1400" kern="0" spc="-80" dirty="0">
                <a:solidFill>
                  <a:schemeClr val="accent6"/>
                </a:solidFill>
              </a:rPr>
              <a:t>Render / Repaint</a:t>
            </a:r>
          </a:p>
          <a:p>
            <a:pPr marL="12700" marR="5080"/>
            <a:r>
              <a:rPr lang="en-US" sz="1400" kern="0" spc="-80" dirty="0">
                <a:solidFill>
                  <a:schemeClr val="accent6"/>
                </a:solidFill>
              </a:rPr>
              <a:t>Execute one </a:t>
            </a:r>
            <a:r>
              <a:rPr lang="en-US" sz="1400" kern="0" spc="-80" dirty="0" err="1">
                <a:solidFill>
                  <a:schemeClr val="accent6"/>
                </a:solidFill>
              </a:rPr>
              <a:t>macrotask</a:t>
            </a:r>
            <a:endParaRPr lang="en-US" sz="1400" kern="0" spc="-80" dirty="0">
              <a:solidFill>
                <a:schemeClr val="accent6"/>
              </a:solidFill>
            </a:endParaRPr>
          </a:p>
          <a:p>
            <a:pPr marL="12700" marR="5080"/>
            <a:r>
              <a:rPr lang="en-US" sz="1400" kern="0" spc="-80" dirty="0">
                <a:solidFill>
                  <a:schemeClr val="accent6"/>
                </a:solidFill>
              </a:rPr>
              <a:t>Repeat</a:t>
            </a:r>
          </a:p>
          <a:p>
            <a:pPr marL="12700" marR="5080"/>
            <a:endParaRPr lang="en-US" sz="1400" kern="0" spc="-80" dirty="0">
              <a:solidFill>
                <a:schemeClr val="accent6"/>
              </a:solidFill>
            </a:endParaRPr>
          </a:p>
          <a:p>
            <a:pPr marL="12700" marR="5080"/>
            <a:r>
              <a:rPr lang="en-US" sz="1400" kern="0" spc="-80" dirty="0">
                <a:solidFill>
                  <a:schemeClr val="accent2"/>
                </a:solidFill>
              </a:rPr>
              <a:t>5 Example</a:t>
            </a:r>
          </a:p>
          <a:p>
            <a:pPr marL="12700" marR="5080"/>
            <a:r>
              <a:rPr lang="en-US" sz="1400" kern="0" spc="-80" dirty="0">
                <a:solidFill>
                  <a:schemeClr val="accent6"/>
                </a:solidFill>
              </a:rPr>
              <a:t>console.log(1);</a:t>
            </a:r>
          </a:p>
          <a:p>
            <a:pPr marL="12700" marR="5080"/>
            <a:r>
              <a:rPr lang="en-US" sz="1400" kern="0" spc="-80" dirty="0" err="1">
                <a:solidFill>
                  <a:schemeClr val="accent6"/>
                </a:solidFill>
              </a:rPr>
              <a:t>setTimeout</a:t>
            </a:r>
            <a:r>
              <a:rPr lang="en-US" sz="1400" kern="0" spc="-80" dirty="0">
                <a:solidFill>
                  <a:schemeClr val="accent6"/>
                </a:solidFill>
              </a:rPr>
              <a:t>(() =&gt; console.log(2), 0);</a:t>
            </a:r>
          </a:p>
          <a:p>
            <a:pPr marL="12700" marR="5080"/>
            <a:r>
              <a:rPr lang="en-US" sz="1400" kern="0" spc="-80" dirty="0" err="1">
                <a:solidFill>
                  <a:schemeClr val="accent6"/>
                </a:solidFill>
              </a:rPr>
              <a:t>Promise.resolve</a:t>
            </a:r>
            <a:r>
              <a:rPr lang="en-US" sz="1400" kern="0" spc="-80" dirty="0">
                <a:solidFill>
                  <a:schemeClr val="accent6"/>
                </a:solidFill>
              </a:rPr>
              <a:t>().then(() =&gt; console.log(3));</a:t>
            </a:r>
          </a:p>
          <a:p>
            <a:pPr marL="12700" marR="5080"/>
            <a:r>
              <a:rPr lang="en-US" sz="1400" kern="0" spc="-80" dirty="0">
                <a:solidFill>
                  <a:schemeClr val="accent6"/>
                </a:solidFill>
              </a:rPr>
              <a:t>console.log(4);</a:t>
            </a:r>
          </a:p>
          <a:p>
            <a:pPr marL="12700" marR="5080"/>
            <a:r>
              <a:rPr lang="en-US" sz="1400" kern="0" spc="-80" dirty="0">
                <a:solidFill>
                  <a:schemeClr val="accent2"/>
                </a:solidFill>
              </a:rPr>
              <a:t>Output:</a:t>
            </a:r>
          </a:p>
          <a:p>
            <a:pPr marL="12700" marR="5080"/>
            <a:r>
              <a:rPr lang="en-US" sz="1400" kern="0" spc="-80" dirty="0">
                <a:solidFill>
                  <a:schemeClr val="accent6"/>
                </a:solidFill>
              </a:rPr>
              <a:t>1, 4, 3, 2</a:t>
            </a:r>
          </a:p>
          <a:p>
            <a:pPr marL="12700" marR="5080"/>
            <a:r>
              <a:rPr lang="en-US" sz="1400" kern="0" spc="-80" dirty="0">
                <a:solidFill>
                  <a:schemeClr val="accent6"/>
                </a:solidFill>
              </a:rPr>
              <a:t>(→ microtask before </a:t>
            </a:r>
            <a:r>
              <a:rPr lang="en-US" sz="1400" kern="0" spc="-80" dirty="0" err="1">
                <a:solidFill>
                  <a:schemeClr val="accent6"/>
                </a:solidFill>
              </a:rPr>
              <a:t>macrotask</a:t>
            </a:r>
            <a:r>
              <a:rPr lang="en-US" sz="1400" kern="0" spc="-80" dirty="0">
                <a:solidFill>
                  <a:schemeClr val="accent6"/>
                </a:solidFill>
              </a:rPr>
              <a:t>)</a:t>
            </a:r>
          </a:p>
        </p:txBody>
      </p:sp>
    </p:spTree>
    <p:extLst>
      <p:ext uri="{BB962C8B-B14F-4D97-AF65-F5344CB8AC3E}">
        <p14:creationId xmlns:p14="http://schemas.microsoft.com/office/powerpoint/2010/main" val="1924960867"/>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E38741-8B97-9796-4843-C9EC630D339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F372BE8-E3C1-3EBA-64EF-D7651376774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20B84ED-E144-B6E5-2DED-EBA0117A655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183BD1E-E544-C302-3807-0656CE7B76B8}"/>
              </a:ext>
            </a:extLst>
          </p:cNvPr>
          <p:cNvGraphicFramePr/>
          <p:nvPr>
            <p:extLst>
              <p:ext uri="{D42A27DB-BD31-4B8C-83A1-F6EECF244321}">
                <p14:modId xmlns:p14="http://schemas.microsoft.com/office/powerpoint/2010/main" val="352070768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C4377F2-787B-8D3C-5128-67E9760B804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8E31537-9564-8A84-ADAE-7B5641E6B98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918CC9-3F35-AC5D-9622-9D4D1CF252F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B9D1AF5-256B-4780-B421-1038C922487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9272F4D-10DC-94A6-5CA3-90DDF45B716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C87D2E1-7B68-004C-FB8C-5D76CC7867B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E7A5DB8-E5FC-A99B-B512-CB7324C4635F}"/>
              </a:ext>
            </a:extLst>
          </p:cNvPr>
          <p:cNvSpPr txBox="1">
            <a:spLocks/>
          </p:cNvSpPr>
          <p:nvPr/>
        </p:nvSpPr>
        <p:spPr>
          <a:xfrm>
            <a:off x="152400" y="6858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Client/Browser Server Communication</a:t>
            </a:r>
          </a:p>
          <a:p>
            <a:pPr marL="12700" marR="5080"/>
            <a:r>
              <a:rPr lang="en-US" sz="1400" kern="0" spc="-80" dirty="0">
                <a:solidFill>
                  <a:schemeClr val="accent2"/>
                </a:solidFill>
              </a:rPr>
              <a:t>🌐 1. AJAX (Asynchronous JavaScript And XML)</a:t>
            </a:r>
          </a:p>
          <a:p>
            <a:pPr marL="12700" marR="5080"/>
            <a:r>
              <a:rPr lang="en-US" sz="1400" kern="0" spc="-80" dirty="0">
                <a:solidFill>
                  <a:schemeClr val="accent6"/>
                </a:solidFill>
              </a:rPr>
              <a:t>AJAX is not a technology, but a technique for sending/receiving data from a server without refreshing the page.</a:t>
            </a:r>
          </a:p>
          <a:p>
            <a:pPr marL="12700" marR="5080"/>
            <a:r>
              <a:rPr lang="en-US" sz="1400" kern="0" spc="-80" dirty="0">
                <a:solidFill>
                  <a:schemeClr val="accent6"/>
                </a:solidFill>
              </a:rPr>
              <a:t>Originally done using </a:t>
            </a:r>
            <a:r>
              <a:rPr lang="en-US" sz="1400" kern="0" spc="-80" dirty="0" err="1">
                <a:solidFill>
                  <a:schemeClr val="accent6"/>
                </a:solidFill>
              </a:rPr>
              <a:t>XMLHttpRequest</a:t>
            </a:r>
            <a:r>
              <a:rPr lang="en-US" sz="1400" kern="0" spc="-80" dirty="0">
                <a:solidFill>
                  <a:schemeClr val="accent6"/>
                </a:solidFill>
              </a:rPr>
              <a:t> (XHR) → Now mostly done using Fetch API (Promise-based).</a:t>
            </a:r>
          </a:p>
          <a:p>
            <a:pPr marL="12700" marR="5080"/>
            <a:r>
              <a:rPr lang="en-US" sz="1400" kern="0" spc="-80" dirty="0">
                <a:solidFill>
                  <a:schemeClr val="accent2"/>
                </a:solidFill>
              </a:rPr>
              <a:t>✅ 1.1 Traditional AJAX using </a:t>
            </a:r>
            <a:r>
              <a:rPr lang="en-US" sz="1400" kern="0" spc="-80" dirty="0" err="1">
                <a:solidFill>
                  <a:schemeClr val="accent2"/>
                </a:solidFill>
              </a:rPr>
              <a:t>XMLHttpRequest</a:t>
            </a:r>
            <a:r>
              <a:rPr lang="en-US" sz="1400" kern="0" spc="-80" dirty="0">
                <a:solidFill>
                  <a:schemeClr val="accent2"/>
                </a:solidFill>
              </a:rPr>
              <a:t> (XHR)</a:t>
            </a:r>
          </a:p>
          <a:p>
            <a:pPr marL="12700" marR="5080"/>
            <a:r>
              <a:rPr lang="en-US" sz="1400" kern="0" spc="-80" dirty="0">
                <a:solidFill>
                  <a:schemeClr val="accent2"/>
                </a:solidFill>
              </a:rPr>
              <a:t>Basic GET request</a:t>
            </a:r>
          </a:p>
          <a:p>
            <a:pPr marL="12700" marR="5080"/>
            <a:r>
              <a:rPr lang="en-US" sz="1400" kern="0" spc="-80" dirty="0">
                <a:solidFill>
                  <a:schemeClr val="accent6"/>
                </a:solidFill>
              </a:rPr>
              <a:t>const </a:t>
            </a:r>
            <a:r>
              <a:rPr lang="en-US" sz="1400" kern="0" spc="-80" dirty="0" err="1">
                <a:solidFill>
                  <a:schemeClr val="accent6"/>
                </a:solidFill>
              </a:rPr>
              <a:t>xhr</a:t>
            </a:r>
            <a:r>
              <a:rPr lang="en-US" sz="1400" kern="0" spc="-80" dirty="0">
                <a:solidFill>
                  <a:schemeClr val="accent6"/>
                </a:solidFill>
              </a:rPr>
              <a:t> = new </a:t>
            </a:r>
            <a:r>
              <a:rPr lang="en-US" sz="1400" kern="0" spc="-80" dirty="0" err="1">
                <a:solidFill>
                  <a:schemeClr val="accent6"/>
                </a:solidFill>
              </a:rPr>
              <a:t>XMLHttpRequest</a:t>
            </a:r>
            <a:r>
              <a:rPr lang="en-US" sz="1400" kern="0" spc="-80" dirty="0">
                <a:solidFill>
                  <a:schemeClr val="accent6"/>
                </a:solidFill>
              </a:rPr>
              <a:t>();</a:t>
            </a:r>
          </a:p>
          <a:p>
            <a:pPr marL="12700" marR="5080"/>
            <a:r>
              <a:rPr lang="en-US" sz="1400" kern="0" spc="-80" dirty="0" err="1">
                <a:solidFill>
                  <a:schemeClr val="accent6"/>
                </a:solidFill>
              </a:rPr>
              <a:t>xhr.open</a:t>
            </a:r>
            <a:r>
              <a:rPr lang="en-US" sz="1400" kern="0" spc="-80" dirty="0">
                <a:solidFill>
                  <a:schemeClr val="accent6"/>
                </a:solidFill>
              </a:rPr>
              <a:t>("GET", "/</a:t>
            </a:r>
            <a:r>
              <a:rPr lang="en-US" sz="1400" kern="0" spc="-80" dirty="0" err="1">
                <a:solidFill>
                  <a:schemeClr val="accent6"/>
                </a:solidFill>
              </a:rPr>
              <a:t>data.json</a:t>
            </a:r>
            <a:r>
              <a:rPr lang="en-US" sz="1400" kern="0" spc="-80" dirty="0">
                <a:solidFill>
                  <a:schemeClr val="accent6"/>
                </a:solidFill>
              </a:rPr>
              <a:t>");</a:t>
            </a:r>
          </a:p>
          <a:p>
            <a:pPr marL="12700" marR="5080"/>
            <a:r>
              <a:rPr lang="en-US" sz="1400" kern="0" spc="-80" dirty="0" err="1">
                <a:solidFill>
                  <a:schemeClr val="accent6"/>
                </a:solidFill>
              </a:rPr>
              <a:t>xhr.onload</a:t>
            </a:r>
            <a:r>
              <a:rPr lang="en-US" sz="1400" kern="0" spc="-80" dirty="0">
                <a:solidFill>
                  <a:schemeClr val="accent6"/>
                </a:solidFill>
              </a:rPr>
              <a:t> = function () {</a:t>
            </a:r>
          </a:p>
          <a:p>
            <a:pPr marL="12700" marR="5080"/>
            <a:r>
              <a:rPr lang="en-US" sz="1400" kern="0" spc="-80" dirty="0">
                <a:solidFill>
                  <a:schemeClr val="accent6"/>
                </a:solidFill>
              </a:rPr>
              <a:t>  if (</a:t>
            </a:r>
            <a:r>
              <a:rPr lang="en-US" sz="1400" kern="0" spc="-80" dirty="0" err="1">
                <a:solidFill>
                  <a:schemeClr val="accent6"/>
                </a:solidFill>
              </a:rPr>
              <a:t>xhr.status</a:t>
            </a:r>
            <a:r>
              <a:rPr lang="en-US" sz="1400" kern="0" spc="-80" dirty="0">
                <a:solidFill>
                  <a:schemeClr val="accent6"/>
                </a:solidFill>
              </a:rPr>
              <a:t> === 200) {</a:t>
            </a:r>
          </a:p>
          <a:p>
            <a:pPr marL="12700" marR="5080"/>
            <a:r>
              <a:rPr lang="en-US" sz="1400" kern="0" spc="-80" dirty="0">
                <a:solidFill>
                  <a:schemeClr val="accent6"/>
                </a:solidFill>
              </a:rPr>
              <a:t>    console.log(</a:t>
            </a:r>
            <a:r>
              <a:rPr lang="en-US" sz="1400" kern="0" spc="-80" dirty="0" err="1">
                <a:solidFill>
                  <a:schemeClr val="accent6"/>
                </a:solidFill>
              </a:rPr>
              <a:t>xhr.responseText</a:t>
            </a:r>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err="1">
                <a:solidFill>
                  <a:schemeClr val="accent6"/>
                </a:solidFill>
              </a:rPr>
              <a:t>xhr.onerror</a:t>
            </a:r>
            <a:r>
              <a:rPr lang="en-US" sz="1400" kern="0" spc="-80" dirty="0">
                <a:solidFill>
                  <a:schemeClr val="accent6"/>
                </a:solidFill>
              </a:rPr>
              <a:t> = () =&gt; </a:t>
            </a:r>
            <a:r>
              <a:rPr lang="en-US" sz="1400" kern="0" spc="-80" dirty="0" err="1">
                <a:solidFill>
                  <a:schemeClr val="accent6"/>
                </a:solidFill>
              </a:rPr>
              <a:t>console.error</a:t>
            </a:r>
            <a:r>
              <a:rPr lang="en-US" sz="1400" kern="0" spc="-80" dirty="0">
                <a:solidFill>
                  <a:schemeClr val="accent6"/>
                </a:solidFill>
              </a:rPr>
              <a:t>("Network error");</a:t>
            </a:r>
          </a:p>
          <a:p>
            <a:pPr marL="12700" marR="5080"/>
            <a:r>
              <a:rPr lang="en-US" sz="1400" kern="0" spc="-80" dirty="0" err="1">
                <a:solidFill>
                  <a:schemeClr val="accent6"/>
                </a:solidFill>
              </a:rPr>
              <a:t>xhr.send</a:t>
            </a:r>
            <a:r>
              <a:rPr lang="en-US" sz="1400" kern="0" spc="-80" dirty="0">
                <a:solidFill>
                  <a:schemeClr val="accent6"/>
                </a:solidFill>
              </a:rPr>
              <a:t>();</a:t>
            </a:r>
          </a:p>
          <a:p>
            <a:pPr marL="12700" marR="5080"/>
            <a:r>
              <a:rPr lang="en-US" sz="1400" kern="0" spc="-80" dirty="0">
                <a:solidFill>
                  <a:schemeClr val="accent2"/>
                </a:solidFill>
              </a:rPr>
              <a:t>POST request</a:t>
            </a:r>
          </a:p>
          <a:p>
            <a:pPr marL="12700" marR="5080"/>
            <a:r>
              <a:rPr lang="en-US" sz="1400" kern="0" spc="-80" dirty="0">
                <a:solidFill>
                  <a:schemeClr val="accent6"/>
                </a:solidFill>
              </a:rPr>
              <a:t>const </a:t>
            </a:r>
            <a:r>
              <a:rPr lang="en-US" sz="1400" kern="0" spc="-80" dirty="0" err="1">
                <a:solidFill>
                  <a:schemeClr val="accent6"/>
                </a:solidFill>
              </a:rPr>
              <a:t>xhr</a:t>
            </a:r>
            <a:r>
              <a:rPr lang="en-US" sz="1400" kern="0" spc="-80" dirty="0">
                <a:solidFill>
                  <a:schemeClr val="accent6"/>
                </a:solidFill>
              </a:rPr>
              <a:t> = new </a:t>
            </a:r>
            <a:r>
              <a:rPr lang="en-US" sz="1400" kern="0" spc="-80" dirty="0" err="1">
                <a:solidFill>
                  <a:schemeClr val="accent6"/>
                </a:solidFill>
              </a:rPr>
              <a:t>XMLHttpRequest</a:t>
            </a:r>
            <a:r>
              <a:rPr lang="en-US" sz="1400" kern="0" spc="-80" dirty="0">
                <a:solidFill>
                  <a:schemeClr val="accent6"/>
                </a:solidFill>
              </a:rPr>
              <a:t>();</a:t>
            </a:r>
          </a:p>
          <a:p>
            <a:pPr marL="12700" marR="5080"/>
            <a:r>
              <a:rPr lang="en-US" sz="1400" kern="0" spc="-80" dirty="0" err="1">
                <a:solidFill>
                  <a:schemeClr val="accent6"/>
                </a:solidFill>
              </a:rPr>
              <a:t>xhr.open</a:t>
            </a:r>
            <a:r>
              <a:rPr lang="en-US" sz="1400" kern="0" spc="-80" dirty="0">
                <a:solidFill>
                  <a:schemeClr val="accent6"/>
                </a:solidFill>
              </a:rPr>
              <a:t>("POST", "/save");</a:t>
            </a:r>
          </a:p>
          <a:p>
            <a:pPr marL="12700" marR="5080"/>
            <a:r>
              <a:rPr lang="en-US" sz="1400" kern="0" spc="-80" dirty="0" err="1">
                <a:solidFill>
                  <a:schemeClr val="accent6"/>
                </a:solidFill>
              </a:rPr>
              <a:t>xhr.setRequestHeader</a:t>
            </a:r>
            <a:r>
              <a:rPr lang="en-US" sz="1400" kern="0" spc="-80" dirty="0">
                <a:solidFill>
                  <a:schemeClr val="accent6"/>
                </a:solidFill>
              </a:rPr>
              <a:t>("Content-Type", "application/</a:t>
            </a:r>
            <a:r>
              <a:rPr lang="en-US" sz="1400" kern="0" spc="-80" dirty="0" err="1">
                <a:solidFill>
                  <a:schemeClr val="accent6"/>
                </a:solidFill>
              </a:rPr>
              <a:t>json</a:t>
            </a:r>
            <a:r>
              <a:rPr lang="en-US" sz="1400" kern="0" spc="-80" dirty="0">
                <a:solidFill>
                  <a:schemeClr val="accent6"/>
                </a:solidFill>
              </a:rPr>
              <a:t>");</a:t>
            </a:r>
          </a:p>
          <a:p>
            <a:pPr marL="12700" marR="5080"/>
            <a:r>
              <a:rPr lang="en-US" sz="1400" kern="0" spc="-80" dirty="0" err="1">
                <a:solidFill>
                  <a:schemeClr val="accent6"/>
                </a:solidFill>
              </a:rPr>
              <a:t>xhr.onload</a:t>
            </a:r>
            <a:r>
              <a:rPr lang="en-US" sz="1400" kern="0" spc="-80" dirty="0">
                <a:solidFill>
                  <a:schemeClr val="accent6"/>
                </a:solidFill>
              </a:rPr>
              <a:t> = () =&gt; console.log(</a:t>
            </a:r>
            <a:r>
              <a:rPr lang="en-US" sz="1400" kern="0" spc="-80" dirty="0" err="1">
                <a:solidFill>
                  <a:schemeClr val="accent6"/>
                </a:solidFill>
              </a:rPr>
              <a:t>xhr.responseText</a:t>
            </a:r>
            <a:r>
              <a:rPr lang="en-US" sz="1400" kern="0" spc="-80" dirty="0">
                <a:solidFill>
                  <a:schemeClr val="accent6"/>
                </a:solidFill>
              </a:rPr>
              <a:t>);</a:t>
            </a:r>
          </a:p>
          <a:p>
            <a:pPr marL="12700" marR="5080"/>
            <a:r>
              <a:rPr lang="en-US" sz="1400" kern="0" spc="-80" dirty="0" err="1">
                <a:solidFill>
                  <a:schemeClr val="accent6"/>
                </a:solidFill>
              </a:rPr>
              <a:t>xhr.send</a:t>
            </a:r>
            <a:r>
              <a:rPr lang="en-US" sz="1400" kern="0" spc="-80" dirty="0">
                <a:solidFill>
                  <a:schemeClr val="accent6"/>
                </a:solidFill>
              </a:rPr>
              <a:t>(</a:t>
            </a:r>
            <a:r>
              <a:rPr lang="en-US" sz="1400" kern="0" spc="-80" dirty="0" err="1">
                <a:solidFill>
                  <a:schemeClr val="accent6"/>
                </a:solidFill>
              </a:rPr>
              <a:t>JSON.stringify</a:t>
            </a:r>
            <a:r>
              <a:rPr lang="en-US" sz="1400" kern="0" spc="-80" dirty="0">
                <a:solidFill>
                  <a:schemeClr val="accent6"/>
                </a:solidFill>
              </a:rPr>
              <a:t>({ name: "John" }));</a:t>
            </a:r>
          </a:p>
        </p:txBody>
      </p:sp>
    </p:spTree>
    <p:extLst>
      <p:ext uri="{BB962C8B-B14F-4D97-AF65-F5344CB8AC3E}">
        <p14:creationId xmlns:p14="http://schemas.microsoft.com/office/powerpoint/2010/main" val="3105666694"/>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03E6BF-E786-905A-26FB-D4627A2C1F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E33365B-352F-83A0-63B3-5AEBC71E856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584A0E4-63E1-AAE5-75A0-2FD1C3CFAB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9354FD0-A880-01D9-5F75-51511670B628}"/>
              </a:ext>
            </a:extLst>
          </p:cNvPr>
          <p:cNvGraphicFramePr/>
          <p:nvPr>
            <p:extLst>
              <p:ext uri="{D42A27DB-BD31-4B8C-83A1-F6EECF244321}">
                <p14:modId xmlns:p14="http://schemas.microsoft.com/office/powerpoint/2010/main" val="351824411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36C870F-DC77-A949-8F19-ACB4787FA23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21318F2-29F4-BF69-65D4-28908C5EEB5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C14F562-EE28-2AB0-BA1C-B1A6E01EBC3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7B78B8C-D731-391F-EF4C-81988AAA95B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C342F5B-D32B-CBFB-BAFB-0743E13648E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581184D-3BDF-7B7D-DEC7-EE40BC26D4F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367C4DF-177A-AECD-3DE5-879F3902ACF4}"/>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Client/Browser Server Communication</a:t>
            </a:r>
          </a:p>
          <a:p>
            <a:pPr marL="12700" marR="5080"/>
            <a:r>
              <a:rPr lang="en-US" sz="1400" kern="0" spc="-80" dirty="0">
                <a:solidFill>
                  <a:schemeClr val="accent2"/>
                </a:solidFill>
              </a:rPr>
              <a:t>🌐 1. AJAX (Asynchronous JavaScript And XML)</a:t>
            </a:r>
          </a:p>
          <a:p>
            <a:pPr marL="12700" marR="5080"/>
            <a:r>
              <a:rPr lang="en-US" sz="1400" kern="0" spc="-80" dirty="0">
                <a:solidFill>
                  <a:schemeClr val="accent2"/>
                </a:solidFill>
              </a:rPr>
              <a:t>✅ 1.1 Traditional AJAX using </a:t>
            </a:r>
            <a:r>
              <a:rPr lang="en-US" sz="1400" kern="0" spc="-80" dirty="0" err="1">
                <a:solidFill>
                  <a:schemeClr val="accent2"/>
                </a:solidFill>
              </a:rPr>
              <a:t>XMLHttpRequest</a:t>
            </a:r>
            <a:r>
              <a:rPr lang="en-US" sz="1400" kern="0" spc="-80" dirty="0">
                <a:solidFill>
                  <a:schemeClr val="accent2"/>
                </a:solidFill>
              </a:rPr>
              <a:t> (XHR)</a:t>
            </a:r>
          </a:p>
          <a:p>
            <a:pPr marL="12700" marR="5080"/>
            <a:r>
              <a:rPr lang="en-US" sz="1400" kern="0" spc="-80" dirty="0">
                <a:solidFill>
                  <a:schemeClr val="accent6"/>
                </a:solidFill>
              </a:rPr>
              <a:t>Problems with XHR</a:t>
            </a:r>
          </a:p>
          <a:p>
            <a:pPr marL="12700" marR="5080"/>
            <a:r>
              <a:rPr lang="en-US" sz="1400" kern="0" spc="-80" dirty="0">
                <a:solidFill>
                  <a:schemeClr val="accent6"/>
                </a:solidFill>
              </a:rPr>
              <a:t>Complicated syntax</a:t>
            </a:r>
          </a:p>
          <a:p>
            <a:pPr marL="12700" marR="5080"/>
            <a:r>
              <a:rPr lang="en-US" sz="1400" kern="0" spc="-80" dirty="0">
                <a:solidFill>
                  <a:schemeClr val="accent6"/>
                </a:solidFill>
              </a:rPr>
              <a:t>No Promise support → callback hell</a:t>
            </a:r>
          </a:p>
          <a:p>
            <a:pPr marL="12700" marR="5080"/>
            <a:r>
              <a:rPr lang="en-US" sz="1400" kern="0" spc="-80" dirty="0">
                <a:solidFill>
                  <a:schemeClr val="accent6"/>
                </a:solidFill>
              </a:rPr>
              <a:t>Cannot easily chain requests</a:t>
            </a:r>
          </a:p>
          <a:p>
            <a:pPr marL="12700" marR="5080"/>
            <a:r>
              <a:rPr lang="en-US" sz="1400" kern="0" spc="-80" dirty="0">
                <a:solidFill>
                  <a:schemeClr val="accent6"/>
                </a:solidFill>
              </a:rPr>
              <a:t>Harder to cancel &amp; manage timeouts</a:t>
            </a:r>
          </a:p>
          <a:p>
            <a:pPr marL="12700" marR="5080"/>
            <a:endParaRPr lang="en-US" sz="1400" kern="0" spc="-80" dirty="0">
              <a:solidFill>
                <a:schemeClr val="accent6"/>
              </a:solidFill>
            </a:endParaRPr>
          </a:p>
          <a:p>
            <a:pPr marL="12700" marR="5080"/>
            <a:r>
              <a:rPr lang="en-US" sz="1400" kern="0" spc="-80" dirty="0">
                <a:solidFill>
                  <a:schemeClr val="accent2"/>
                </a:solidFill>
              </a:rPr>
              <a:t>🌐 2. AJAX using the Fetch API (Modern way)</a:t>
            </a:r>
          </a:p>
          <a:p>
            <a:pPr marL="12700" marR="5080"/>
            <a:r>
              <a:rPr lang="en-US" sz="1400" kern="0" spc="-80" dirty="0">
                <a:solidFill>
                  <a:schemeClr val="accent2"/>
                </a:solidFill>
              </a:rPr>
              <a:t>GET request</a:t>
            </a:r>
          </a:p>
          <a:p>
            <a:pPr marL="12700" marR="5080"/>
            <a:r>
              <a:rPr lang="en-US" sz="1400" kern="0" spc="-80" dirty="0">
                <a:solidFill>
                  <a:schemeClr val="accent6"/>
                </a:solidFill>
              </a:rPr>
              <a:t>fetch("/</a:t>
            </a:r>
            <a:r>
              <a:rPr lang="en-US" sz="1400" kern="0" spc="-80" dirty="0" err="1">
                <a:solidFill>
                  <a:schemeClr val="accent6"/>
                </a:solidFill>
              </a:rPr>
              <a:t>api</a:t>
            </a:r>
            <a:r>
              <a:rPr lang="en-US" sz="1400" kern="0" spc="-80" dirty="0">
                <a:solidFill>
                  <a:schemeClr val="accent6"/>
                </a:solidFill>
              </a:rPr>
              <a:t>/user")</a:t>
            </a:r>
          </a:p>
          <a:p>
            <a:pPr marL="12700" marR="5080"/>
            <a:r>
              <a:rPr lang="en-US" sz="1400" kern="0" spc="-80" dirty="0">
                <a:solidFill>
                  <a:schemeClr val="accent6"/>
                </a:solidFill>
              </a:rPr>
              <a:t>  .then(res =&gt; </a:t>
            </a:r>
            <a:r>
              <a:rPr lang="en-US" sz="1400" kern="0" spc="-80" dirty="0" err="1">
                <a:solidFill>
                  <a:schemeClr val="accent6"/>
                </a:solidFill>
              </a:rPr>
              <a:t>res.json</a:t>
            </a:r>
            <a:r>
              <a:rPr lang="en-US" sz="1400" kern="0" spc="-80" dirty="0">
                <a:solidFill>
                  <a:schemeClr val="accent6"/>
                </a:solidFill>
              </a:rPr>
              <a:t>())</a:t>
            </a:r>
          </a:p>
          <a:p>
            <a:pPr marL="12700" marR="5080"/>
            <a:r>
              <a:rPr lang="en-US" sz="1400" kern="0" spc="-80" dirty="0">
                <a:solidFill>
                  <a:schemeClr val="accent6"/>
                </a:solidFill>
              </a:rPr>
              <a:t>  .then(data =&gt; console.log(data));</a:t>
            </a:r>
          </a:p>
          <a:p>
            <a:pPr marL="12700" marR="5080"/>
            <a:r>
              <a:rPr lang="en-US" sz="1400" kern="0" spc="-80" dirty="0">
                <a:solidFill>
                  <a:schemeClr val="accent2"/>
                </a:solidFill>
              </a:rPr>
              <a:t>POST request</a:t>
            </a:r>
          </a:p>
          <a:p>
            <a:pPr marL="12700" marR="5080"/>
            <a:r>
              <a:rPr lang="en-US" sz="1400" kern="0" spc="-80" dirty="0">
                <a:solidFill>
                  <a:schemeClr val="accent6"/>
                </a:solidFill>
              </a:rPr>
              <a:t>fetch("/</a:t>
            </a:r>
            <a:r>
              <a:rPr lang="en-US" sz="1400" kern="0" spc="-80" dirty="0" err="1">
                <a:solidFill>
                  <a:schemeClr val="accent6"/>
                </a:solidFill>
              </a:rPr>
              <a:t>api</a:t>
            </a:r>
            <a:r>
              <a:rPr lang="en-US" sz="1400" kern="0" spc="-80" dirty="0">
                <a:solidFill>
                  <a:schemeClr val="accent6"/>
                </a:solidFill>
              </a:rPr>
              <a:t>/save", {</a:t>
            </a:r>
          </a:p>
          <a:p>
            <a:pPr marL="12700" marR="5080"/>
            <a:r>
              <a:rPr lang="en-US" sz="1400" kern="0" spc="-80" dirty="0">
                <a:solidFill>
                  <a:schemeClr val="accent6"/>
                </a:solidFill>
              </a:rPr>
              <a:t>  method: "POST",</a:t>
            </a:r>
          </a:p>
          <a:p>
            <a:pPr marL="12700" marR="5080"/>
            <a:r>
              <a:rPr lang="en-US" sz="1400" kern="0" spc="-80" dirty="0">
                <a:solidFill>
                  <a:schemeClr val="accent6"/>
                </a:solidFill>
              </a:rPr>
              <a:t>  headers: { "Content-Type": "application/</a:t>
            </a:r>
            <a:r>
              <a:rPr lang="en-US" sz="1400" kern="0" spc="-80" dirty="0" err="1">
                <a:solidFill>
                  <a:schemeClr val="accent6"/>
                </a:solidFill>
              </a:rPr>
              <a:t>json</a:t>
            </a:r>
            <a:r>
              <a:rPr lang="en-US" sz="1400" kern="0" spc="-80" dirty="0">
                <a:solidFill>
                  <a:schemeClr val="accent6"/>
                </a:solidFill>
              </a:rPr>
              <a:t>" },</a:t>
            </a:r>
          </a:p>
          <a:p>
            <a:pPr marL="12700" marR="5080"/>
            <a:r>
              <a:rPr lang="en-US" sz="1400" kern="0" spc="-80" dirty="0">
                <a:solidFill>
                  <a:schemeClr val="accent6"/>
                </a:solidFill>
              </a:rPr>
              <a:t>  body: </a:t>
            </a:r>
            <a:r>
              <a:rPr lang="en-US" sz="1400" kern="0" spc="-80" dirty="0" err="1">
                <a:solidFill>
                  <a:schemeClr val="accent6"/>
                </a:solidFill>
              </a:rPr>
              <a:t>JSON.stringify</a:t>
            </a:r>
            <a:r>
              <a:rPr lang="en-US" sz="1400" kern="0" spc="-80" dirty="0">
                <a:solidFill>
                  <a:schemeClr val="accent6"/>
                </a:solidFill>
              </a:rPr>
              <a:t>({ name: "John" }),</a:t>
            </a:r>
          </a:p>
          <a:p>
            <a:pPr marL="12700" marR="5080"/>
            <a:r>
              <a:rPr lang="en-US" sz="1400" kern="0" spc="-80" dirty="0">
                <a:solidFill>
                  <a:schemeClr val="accent6"/>
                </a:solidFill>
              </a:rPr>
              <a:t>});</a:t>
            </a:r>
          </a:p>
          <a:p>
            <a:pPr marL="12700" marR="5080"/>
            <a:r>
              <a:rPr lang="en-US" sz="1400" kern="0" spc="-80" dirty="0">
                <a:solidFill>
                  <a:schemeClr val="accent2"/>
                </a:solidFill>
              </a:rPr>
              <a:t>Handle errors properly</a:t>
            </a:r>
          </a:p>
          <a:p>
            <a:pPr marL="12700" marR="5080"/>
            <a:r>
              <a:rPr lang="en-US" sz="1400" kern="0" spc="-80" dirty="0">
                <a:solidFill>
                  <a:schemeClr val="accent6"/>
                </a:solidFill>
              </a:rPr>
              <a:t>Fetch only rejects on network failure, not on 4xx/5xx.</a:t>
            </a:r>
          </a:p>
          <a:p>
            <a:pPr marL="12700" marR="5080"/>
            <a:r>
              <a:rPr lang="en-US" sz="1400" kern="0" spc="-80" dirty="0">
                <a:solidFill>
                  <a:schemeClr val="accent6"/>
                </a:solidFill>
              </a:rPr>
              <a:t>fetch("/data")</a:t>
            </a:r>
          </a:p>
          <a:p>
            <a:pPr marL="12700" marR="5080"/>
            <a:r>
              <a:rPr lang="en-US" sz="1400" kern="0" spc="-80" dirty="0">
                <a:solidFill>
                  <a:schemeClr val="accent6"/>
                </a:solidFill>
              </a:rPr>
              <a:t>  .then(res =&gt; {</a:t>
            </a:r>
          </a:p>
        </p:txBody>
      </p:sp>
    </p:spTree>
    <p:extLst>
      <p:ext uri="{BB962C8B-B14F-4D97-AF65-F5344CB8AC3E}">
        <p14:creationId xmlns:p14="http://schemas.microsoft.com/office/powerpoint/2010/main" val="3087396984"/>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2F752-EF0A-01A1-D916-6F44D4DCF1E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52C86C5-0F36-6AAB-C2A3-3F3F8A99AA0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190F01-F1B3-C891-1299-16CAB9A44DB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628411D-61E7-8277-2AA8-95A22792D027}"/>
              </a:ext>
            </a:extLst>
          </p:cNvPr>
          <p:cNvGraphicFramePr/>
          <p:nvPr>
            <p:extLst>
              <p:ext uri="{D42A27DB-BD31-4B8C-83A1-F6EECF244321}">
                <p14:modId xmlns:p14="http://schemas.microsoft.com/office/powerpoint/2010/main" val="293231481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EBDD528-AA46-7D55-AA86-6A84162A208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3993AFA-DFA8-0FA0-069D-7AB9A7C91E4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42360D9-72F8-5021-4F08-AA20783518B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CA13C76-1CEB-921A-619B-7ED2C176A78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046999C-7554-F12D-9913-28C6840F80E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0193655-D75D-48EA-0F57-F6F534BE5F1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0164584-5D8A-0387-E70F-89C831E07CF5}"/>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Client/Browser Server Communication</a:t>
            </a:r>
          </a:p>
          <a:p>
            <a:pPr marL="12700" marR="5080"/>
            <a:r>
              <a:rPr lang="en-US" sz="1400" kern="0" spc="-80" dirty="0">
                <a:solidFill>
                  <a:schemeClr val="accent2"/>
                </a:solidFill>
              </a:rPr>
              <a:t>🌐 2. AJAX using the Fetch API (Modern way)</a:t>
            </a:r>
          </a:p>
          <a:p>
            <a:pPr marL="12700" marR="5080"/>
            <a:r>
              <a:rPr lang="en-US" sz="1400" kern="0" spc="-80" dirty="0">
                <a:solidFill>
                  <a:schemeClr val="accent6"/>
                </a:solidFill>
              </a:rPr>
              <a:t> if (!</a:t>
            </a:r>
            <a:r>
              <a:rPr lang="en-US" sz="1400" kern="0" spc="-80" dirty="0" err="1">
                <a:solidFill>
                  <a:schemeClr val="accent6"/>
                </a:solidFill>
              </a:rPr>
              <a:t>res.ok</a:t>
            </a:r>
            <a:r>
              <a:rPr lang="en-US" sz="1400" kern="0" spc="-80" dirty="0">
                <a:solidFill>
                  <a:schemeClr val="accent6"/>
                </a:solidFill>
              </a:rPr>
              <a:t>) throw new Error(`HTTP error ${</a:t>
            </a:r>
            <a:r>
              <a:rPr lang="en-US" sz="1400" kern="0" spc="-80" dirty="0" err="1">
                <a:solidFill>
                  <a:schemeClr val="accent6"/>
                </a:solidFill>
              </a:rPr>
              <a:t>res.status</a:t>
            </a:r>
            <a:r>
              <a:rPr lang="en-US" sz="1400" kern="0" spc="-80" dirty="0">
                <a:solidFill>
                  <a:schemeClr val="accent6"/>
                </a:solidFill>
              </a:rPr>
              <a:t>}`);</a:t>
            </a:r>
          </a:p>
          <a:p>
            <a:pPr marL="12700" marR="5080"/>
            <a:r>
              <a:rPr lang="en-US" sz="1400" kern="0" spc="-80" dirty="0">
                <a:solidFill>
                  <a:schemeClr val="accent6"/>
                </a:solidFill>
              </a:rPr>
              <a:t>    return </a:t>
            </a:r>
            <a:r>
              <a:rPr lang="en-US" sz="1400" kern="0" spc="-80" dirty="0" err="1">
                <a:solidFill>
                  <a:schemeClr val="accent6"/>
                </a:solidFill>
              </a:rPr>
              <a:t>res.json</a:t>
            </a:r>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.catch(err =&gt; </a:t>
            </a:r>
            <a:r>
              <a:rPr lang="en-US" sz="1400" kern="0" spc="-80" dirty="0" err="1">
                <a:solidFill>
                  <a:schemeClr val="accent6"/>
                </a:solidFill>
              </a:rPr>
              <a:t>console.error</a:t>
            </a:r>
            <a:r>
              <a:rPr lang="en-US" sz="1400" kern="0" spc="-80" dirty="0">
                <a:solidFill>
                  <a:schemeClr val="accent6"/>
                </a:solidFill>
              </a:rPr>
              <a:t>(err));</a:t>
            </a:r>
          </a:p>
          <a:p>
            <a:pPr marL="12700" marR="5080"/>
            <a:r>
              <a:rPr lang="en-US" sz="1400" kern="0" spc="-80" dirty="0">
                <a:solidFill>
                  <a:schemeClr val="accent2"/>
                </a:solidFill>
              </a:rPr>
              <a:t>Abort fetch</a:t>
            </a:r>
          </a:p>
          <a:p>
            <a:pPr marL="12700" marR="5080"/>
            <a:r>
              <a:rPr lang="en-US" sz="1400" kern="0" spc="-80" dirty="0">
                <a:solidFill>
                  <a:schemeClr val="accent6"/>
                </a:solidFill>
              </a:rPr>
              <a:t>const controller = new </a:t>
            </a:r>
            <a:r>
              <a:rPr lang="en-US" sz="1400" kern="0" spc="-80" dirty="0" err="1">
                <a:solidFill>
                  <a:schemeClr val="accent6"/>
                </a:solidFill>
              </a:rPr>
              <a:t>AbortController</a:t>
            </a:r>
            <a:r>
              <a:rPr lang="en-US" sz="1400" kern="0" spc="-80" dirty="0">
                <a:solidFill>
                  <a:schemeClr val="accent6"/>
                </a:solidFill>
              </a:rPr>
              <a:t>();</a:t>
            </a:r>
          </a:p>
          <a:p>
            <a:pPr marL="12700" marR="5080"/>
            <a:r>
              <a:rPr lang="en-US" sz="1400" kern="0" spc="-80" dirty="0">
                <a:solidFill>
                  <a:schemeClr val="accent6"/>
                </a:solidFill>
              </a:rPr>
              <a:t>fetch(</a:t>
            </a:r>
            <a:r>
              <a:rPr lang="en-US" sz="1400" kern="0" spc="-80" dirty="0" err="1">
                <a:solidFill>
                  <a:schemeClr val="accent6"/>
                </a:solidFill>
              </a:rPr>
              <a:t>url</a:t>
            </a:r>
            <a:r>
              <a:rPr lang="en-US" sz="1400" kern="0" spc="-80" dirty="0">
                <a:solidFill>
                  <a:schemeClr val="accent6"/>
                </a:solidFill>
              </a:rPr>
              <a:t>, { signal: </a:t>
            </a:r>
            <a:r>
              <a:rPr lang="en-US" sz="1400" kern="0" spc="-80" dirty="0" err="1">
                <a:solidFill>
                  <a:schemeClr val="accent6"/>
                </a:solidFill>
              </a:rPr>
              <a:t>controller.signal</a:t>
            </a:r>
            <a:r>
              <a:rPr lang="en-US" sz="1400" kern="0" spc="-80" dirty="0">
                <a:solidFill>
                  <a:schemeClr val="accent6"/>
                </a:solidFill>
              </a:rPr>
              <a:t> });</a:t>
            </a:r>
          </a:p>
          <a:p>
            <a:pPr marL="12700" marR="5080"/>
            <a:r>
              <a:rPr lang="en-US" sz="1400" kern="0" spc="-80" dirty="0">
                <a:solidFill>
                  <a:schemeClr val="accent6"/>
                </a:solidFill>
              </a:rPr>
              <a:t>// cancel it</a:t>
            </a:r>
          </a:p>
          <a:p>
            <a:pPr marL="12700" marR="5080"/>
            <a:r>
              <a:rPr lang="en-US" sz="1400" kern="0" spc="-80" dirty="0" err="1">
                <a:solidFill>
                  <a:schemeClr val="accent6"/>
                </a:solidFill>
              </a:rPr>
              <a:t>controller.abort</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 3. Promises </a:t>
            </a:r>
          </a:p>
          <a:p>
            <a:pPr marL="12700" marR="5080"/>
            <a:r>
              <a:rPr lang="en-US" sz="1400" kern="0" spc="-80" dirty="0">
                <a:solidFill>
                  <a:schemeClr val="accent6"/>
                </a:solidFill>
              </a:rPr>
              <a:t>A Promise represents the completion (or failure) of an asynchronous operation.</a:t>
            </a:r>
          </a:p>
          <a:p>
            <a:pPr marL="12700" marR="5080"/>
            <a:r>
              <a:rPr lang="en-US" sz="1400" kern="0" spc="-80" dirty="0">
                <a:solidFill>
                  <a:schemeClr val="accent2"/>
                </a:solidFill>
              </a:rPr>
              <a:t>✅ 3.1 Promise States</a:t>
            </a:r>
          </a:p>
          <a:p>
            <a:pPr marL="12700" marR="5080"/>
            <a:r>
              <a:rPr lang="en-US" sz="1400" kern="0" spc="-80" dirty="0">
                <a:solidFill>
                  <a:schemeClr val="accent6"/>
                </a:solidFill>
              </a:rPr>
              <a:t>pending</a:t>
            </a:r>
          </a:p>
          <a:p>
            <a:pPr marL="12700" marR="5080"/>
            <a:r>
              <a:rPr lang="en-US" sz="1400" kern="0" spc="-80" dirty="0">
                <a:solidFill>
                  <a:schemeClr val="accent6"/>
                </a:solidFill>
              </a:rPr>
              <a:t>fulfilled</a:t>
            </a:r>
          </a:p>
          <a:p>
            <a:pPr marL="12700" marR="5080"/>
            <a:r>
              <a:rPr lang="en-US" sz="1400" kern="0" spc="-80" dirty="0">
                <a:solidFill>
                  <a:schemeClr val="accent6"/>
                </a:solidFill>
              </a:rPr>
              <a:t>rejected</a:t>
            </a:r>
          </a:p>
          <a:p>
            <a:pPr marL="12700" marR="5080"/>
            <a:r>
              <a:rPr lang="en-US" sz="1400" kern="0" spc="-80" dirty="0">
                <a:solidFill>
                  <a:schemeClr val="accent2"/>
                </a:solidFill>
              </a:rPr>
              <a:t>3.2 Basic Promise</a:t>
            </a:r>
          </a:p>
          <a:p>
            <a:pPr marL="12700" marR="5080"/>
            <a:r>
              <a:rPr lang="en-US" sz="1400" kern="0" spc="-80" dirty="0">
                <a:solidFill>
                  <a:schemeClr val="accent6"/>
                </a:solidFill>
              </a:rPr>
              <a:t>let promise = new Promise((resolve, reject) =&gt; {</a:t>
            </a:r>
          </a:p>
          <a:p>
            <a:pPr marL="12700" marR="5080"/>
            <a:r>
              <a:rPr lang="en-US" sz="1400" kern="0" spc="-80" dirty="0">
                <a:solidFill>
                  <a:schemeClr val="accent6"/>
                </a:solidFill>
              </a:rPr>
              <a:t>  </a:t>
            </a:r>
            <a:r>
              <a:rPr lang="en-US" sz="1400" kern="0" spc="-80" dirty="0" err="1">
                <a:solidFill>
                  <a:schemeClr val="accent6"/>
                </a:solidFill>
              </a:rPr>
              <a:t>setTimeout</a:t>
            </a:r>
            <a:r>
              <a:rPr lang="en-US" sz="1400" kern="0" spc="-80" dirty="0">
                <a:solidFill>
                  <a:schemeClr val="accent6"/>
                </a:solidFill>
              </a:rPr>
              <a:t>(() =&gt; resolve("Done!"), 1000);</a:t>
            </a:r>
          </a:p>
          <a:p>
            <a:pPr marL="12700" marR="5080"/>
            <a:r>
              <a:rPr lang="en-US" sz="1400" kern="0" spc="-80" dirty="0">
                <a:solidFill>
                  <a:schemeClr val="accent6"/>
                </a:solidFill>
              </a:rPr>
              <a:t>});</a:t>
            </a:r>
          </a:p>
          <a:p>
            <a:pPr marL="12700" marR="5080"/>
            <a:r>
              <a:rPr lang="en-US" sz="1400" kern="0" spc="-80" dirty="0">
                <a:solidFill>
                  <a:schemeClr val="accent2"/>
                </a:solidFill>
              </a:rPr>
              <a:t>3.3 Consuming Promises</a:t>
            </a:r>
          </a:p>
          <a:p>
            <a:pPr marL="12700" marR="5080"/>
            <a:r>
              <a:rPr lang="en-US" sz="1400" kern="0" spc="-80" dirty="0" err="1">
                <a:solidFill>
                  <a:schemeClr val="accent6"/>
                </a:solidFill>
              </a:rPr>
              <a:t>promise.then</a:t>
            </a:r>
            <a:r>
              <a:rPr lang="en-US" sz="1400" kern="0" spc="-80" dirty="0">
                <a:solidFill>
                  <a:schemeClr val="accent6"/>
                </a:solidFill>
              </a:rPr>
              <a:t>(result =&gt; {</a:t>
            </a:r>
          </a:p>
        </p:txBody>
      </p:sp>
    </p:spTree>
    <p:extLst>
      <p:ext uri="{BB962C8B-B14F-4D97-AF65-F5344CB8AC3E}">
        <p14:creationId xmlns:p14="http://schemas.microsoft.com/office/powerpoint/2010/main" val="2917735443"/>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E9803-F161-75A8-C2FF-18D7A4BA452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5C44E83-27F6-DD0C-3340-49059023146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A6249F6-8FC7-AB37-B90E-09C16A48567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C4008C0-803A-4A09-1048-29B8CD7AE8A4}"/>
              </a:ext>
            </a:extLst>
          </p:cNvPr>
          <p:cNvGraphicFramePr/>
          <p:nvPr>
            <p:extLst>
              <p:ext uri="{D42A27DB-BD31-4B8C-83A1-F6EECF244321}">
                <p14:modId xmlns:p14="http://schemas.microsoft.com/office/powerpoint/2010/main" val="217165024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C8A0332-9AB6-AE1C-2E1A-44A027800A5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0B8674F-7ABC-3175-9CF6-09943B3952A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C5571C7-9578-395D-05BF-07771CAA81F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C84ECC5-E5BD-26BF-AEFD-2475ACE1102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B090F24-B8F8-6081-21D0-942055B260D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DE0D821-482F-4F22-9835-419D9A9E391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55AD289-B655-134E-9250-C919178A7C59}"/>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Client/Browser Server Communication</a:t>
            </a:r>
          </a:p>
          <a:p>
            <a:pPr marL="12700" marR="5080"/>
            <a:r>
              <a:rPr lang="en-US" sz="1400" kern="0" spc="-80" dirty="0">
                <a:solidFill>
                  <a:schemeClr val="accent2"/>
                </a:solidFill>
              </a:rPr>
              <a:t>3.3 Consuming Promises</a:t>
            </a:r>
          </a:p>
          <a:p>
            <a:pPr marL="12700" marR="5080"/>
            <a:r>
              <a:rPr lang="en-US" sz="1400" kern="0" spc="-80" dirty="0">
                <a:solidFill>
                  <a:schemeClr val="accent6"/>
                </a:solidFill>
              </a:rPr>
              <a:t> console.log(result);</a:t>
            </a:r>
          </a:p>
          <a:p>
            <a:pPr marL="12700" marR="5080"/>
            <a:r>
              <a:rPr lang="en-US" sz="1400" kern="0" spc="-80" dirty="0">
                <a:solidFill>
                  <a:schemeClr val="accent6"/>
                </a:solidFill>
              </a:rPr>
              <a:t>});</a:t>
            </a:r>
            <a:endParaRPr lang="en-US" sz="1400" kern="0" spc="-80" dirty="0">
              <a:solidFill>
                <a:schemeClr val="accent2"/>
              </a:solidFill>
            </a:endParaRPr>
          </a:p>
          <a:p>
            <a:pPr marL="12700" marR="5080"/>
            <a:r>
              <a:rPr lang="en-US" sz="1400" kern="0" spc="-80" dirty="0">
                <a:solidFill>
                  <a:schemeClr val="accent2"/>
                </a:solidFill>
              </a:rPr>
              <a:t>Handle errors:</a:t>
            </a:r>
          </a:p>
          <a:p>
            <a:pPr marL="12700" marR="5080"/>
            <a:r>
              <a:rPr lang="en-US" sz="1400" kern="0" spc="-80" dirty="0" err="1">
                <a:solidFill>
                  <a:schemeClr val="accent6"/>
                </a:solidFill>
              </a:rPr>
              <a:t>promise.catch</a:t>
            </a:r>
            <a:r>
              <a:rPr lang="en-US" sz="1400" kern="0" spc="-80" dirty="0">
                <a:solidFill>
                  <a:schemeClr val="accent6"/>
                </a:solidFill>
              </a:rPr>
              <a:t>(error =&gt; </a:t>
            </a:r>
            <a:r>
              <a:rPr lang="en-US" sz="1400" kern="0" spc="-80" dirty="0" err="1">
                <a:solidFill>
                  <a:schemeClr val="accent6"/>
                </a:solidFill>
              </a:rPr>
              <a:t>console.error</a:t>
            </a:r>
            <a:r>
              <a:rPr lang="en-US" sz="1400" kern="0" spc="-80" dirty="0">
                <a:solidFill>
                  <a:schemeClr val="accent6"/>
                </a:solidFill>
              </a:rPr>
              <a:t>(error));</a:t>
            </a:r>
          </a:p>
          <a:p>
            <a:pPr marL="12700" marR="5080"/>
            <a:r>
              <a:rPr lang="en-US" sz="1400" kern="0" spc="-80" dirty="0">
                <a:solidFill>
                  <a:schemeClr val="accent2"/>
                </a:solidFill>
              </a:rPr>
              <a:t>Always run:</a:t>
            </a:r>
          </a:p>
          <a:p>
            <a:pPr marL="12700" marR="5080"/>
            <a:r>
              <a:rPr lang="en-US" sz="1400" kern="0" spc="-80" dirty="0" err="1">
                <a:solidFill>
                  <a:schemeClr val="accent6"/>
                </a:solidFill>
              </a:rPr>
              <a:t>promise.finally</a:t>
            </a:r>
            <a:r>
              <a:rPr lang="en-US" sz="1400" kern="0" spc="-80" dirty="0">
                <a:solidFill>
                  <a:schemeClr val="accent6"/>
                </a:solidFill>
              </a:rPr>
              <a:t>(() =&gt; console.log("Completed"));</a:t>
            </a:r>
          </a:p>
          <a:p>
            <a:pPr marL="12700" marR="5080"/>
            <a:endParaRPr lang="en-US" sz="1400" kern="0" spc="-80" dirty="0">
              <a:solidFill>
                <a:schemeClr val="accent6"/>
              </a:solidFill>
            </a:endParaRPr>
          </a:p>
          <a:p>
            <a:pPr marL="12700" marR="5080"/>
            <a:r>
              <a:rPr lang="en-US" sz="1400" kern="0" spc="-80" dirty="0">
                <a:solidFill>
                  <a:schemeClr val="accent2"/>
                </a:solidFill>
              </a:rPr>
              <a:t>🌟 3.4 Promise Chaining</a:t>
            </a:r>
          </a:p>
          <a:p>
            <a:pPr marL="12700" marR="5080"/>
            <a:r>
              <a:rPr lang="en-US" sz="1400" kern="0" spc="-80" dirty="0">
                <a:solidFill>
                  <a:schemeClr val="accent6"/>
                </a:solidFill>
              </a:rPr>
              <a:t>Allows sequential asynchronous operations.</a:t>
            </a:r>
          </a:p>
          <a:p>
            <a:pPr marL="12700" marR="5080"/>
            <a:r>
              <a:rPr lang="en-US" sz="1400" kern="0" spc="-80" dirty="0">
                <a:solidFill>
                  <a:schemeClr val="accent6"/>
                </a:solidFill>
              </a:rPr>
              <a:t>fetch("/user")</a:t>
            </a:r>
          </a:p>
          <a:p>
            <a:pPr marL="12700" marR="5080"/>
            <a:r>
              <a:rPr lang="en-US" sz="1400" kern="0" spc="-80" dirty="0">
                <a:solidFill>
                  <a:schemeClr val="accent6"/>
                </a:solidFill>
              </a:rPr>
              <a:t>  .then(res =&gt; </a:t>
            </a:r>
            <a:r>
              <a:rPr lang="en-US" sz="1400" kern="0" spc="-80" dirty="0" err="1">
                <a:solidFill>
                  <a:schemeClr val="accent6"/>
                </a:solidFill>
              </a:rPr>
              <a:t>res.json</a:t>
            </a:r>
            <a:r>
              <a:rPr lang="en-US" sz="1400" kern="0" spc="-80" dirty="0">
                <a:solidFill>
                  <a:schemeClr val="accent6"/>
                </a:solidFill>
              </a:rPr>
              <a:t>())</a:t>
            </a:r>
          </a:p>
          <a:p>
            <a:pPr marL="12700" marR="5080"/>
            <a:r>
              <a:rPr lang="en-US" sz="1400" kern="0" spc="-80" dirty="0">
                <a:solidFill>
                  <a:schemeClr val="accent6"/>
                </a:solidFill>
              </a:rPr>
              <a:t>  .then(user =&gt; fetch(`/orders/${user.id}`))</a:t>
            </a:r>
          </a:p>
          <a:p>
            <a:pPr marL="12700" marR="5080"/>
            <a:r>
              <a:rPr lang="en-US" sz="1400" kern="0" spc="-80" dirty="0">
                <a:solidFill>
                  <a:schemeClr val="accent6"/>
                </a:solidFill>
              </a:rPr>
              <a:t>  .then(res =&gt; </a:t>
            </a:r>
            <a:r>
              <a:rPr lang="en-US" sz="1400" kern="0" spc="-80" dirty="0" err="1">
                <a:solidFill>
                  <a:schemeClr val="accent6"/>
                </a:solidFill>
              </a:rPr>
              <a:t>res.json</a:t>
            </a:r>
            <a:r>
              <a:rPr lang="en-US" sz="1400" kern="0" spc="-80" dirty="0">
                <a:solidFill>
                  <a:schemeClr val="accent6"/>
                </a:solidFill>
              </a:rPr>
              <a:t>())</a:t>
            </a:r>
          </a:p>
          <a:p>
            <a:pPr marL="12700" marR="5080"/>
            <a:r>
              <a:rPr lang="en-US" sz="1400" kern="0" spc="-80" dirty="0">
                <a:solidFill>
                  <a:schemeClr val="accent6"/>
                </a:solidFill>
              </a:rPr>
              <a:t>  .then(orders =&gt; console.log(orders));</a:t>
            </a:r>
          </a:p>
          <a:p>
            <a:pPr marL="12700" marR="5080"/>
            <a:endParaRPr lang="en-US" sz="1400" kern="0" spc="-80" dirty="0">
              <a:solidFill>
                <a:schemeClr val="accent6"/>
              </a:solidFill>
            </a:endParaRPr>
          </a:p>
          <a:p>
            <a:pPr marL="12700" marR="5080"/>
            <a:r>
              <a:rPr lang="en-US" sz="1400" kern="0" spc="-80" dirty="0">
                <a:solidFill>
                  <a:schemeClr val="accent2"/>
                </a:solidFill>
              </a:rPr>
              <a:t>⚠️ 3.5 Callback Hell → Promise Solution</a:t>
            </a:r>
          </a:p>
          <a:p>
            <a:pPr marL="12700" marR="5080"/>
            <a:r>
              <a:rPr lang="en-US" sz="1400" kern="0" spc="-80" dirty="0">
                <a:solidFill>
                  <a:schemeClr val="accent2"/>
                </a:solidFill>
              </a:rPr>
              <a:t>Callback Hell:</a:t>
            </a:r>
          </a:p>
          <a:p>
            <a:pPr marL="12700" marR="5080"/>
            <a:r>
              <a:rPr lang="en-US" sz="1400" kern="0" spc="-80" dirty="0" err="1">
                <a:solidFill>
                  <a:schemeClr val="accent6"/>
                </a:solidFill>
              </a:rPr>
              <a:t>doA</a:t>
            </a:r>
            <a:r>
              <a:rPr lang="en-US" sz="1400" kern="0" spc="-80" dirty="0">
                <a:solidFill>
                  <a:schemeClr val="accent6"/>
                </a:solidFill>
              </a:rPr>
              <a:t>(() =&gt; {</a:t>
            </a:r>
          </a:p>
          <a:p>
            <a:pPr marL="12700" marR="5080"/>
            <a:r>
              <a:rPr lang="en-US" sz="1400" kern="0" spc="-80" dirty="0">
                <a:solidFill>
                  <a:schemeClr val="accent6"/>
                </a:solidFill>
              </a:rPr>
              <a:t>  </a:t>
            </a:r>
            <a:r>
              <a:rPr lang="en-US" sz="1400" kern="0" spc="-80" dirty="0" err="1">
                <a:solidFill>
                  <a:schemeClr val="accent6"/>
                </a:solidFill>
              </a:rPr>
              <a:t>doB</a:t>
            </a:r>
            <a:r>
              <a:rPr lang="en-US" sz="1400" kern="0" spc="-80" dirty="0">
                <a:solidFill>
                  <a:schemeClr val="accent6"/>
                </a:solidFill>
              </a:rPr>
              <a:t>(() =&gt; {</a:t>
            </a:r>
          </a:p>
          <a:p>
            <a:pPr marL="12700" marR="5080"/>
            <a:r>
              <a:rPr lang="en-US" sz="1400" kern="0" spc="-80" dirty="0">
                <a:solidFill>
                  <a:schemeClr val="accent6"/>
                </a:solidFill>
              </a:rPr>
              <a:t>    </a:t>
            </a:r>
            <a:r>
              <a:rPr lang="en-US" sz="1400" kern="0" spc="-80" dirty="0" err="1">
                <a:solidFill>
                  <a:schemeClr val="accent6"/>
                </a:solidFill>
              </a:rPr>
              <a:t>doC</a:t>
            </a:r>
            <a:r>
              <a:rPr lang="en-US" sz="1400" kern="0" spc="-80" dirty="0">
                <a:solidFill>
                  <a:schemeClr val="accent6"/>
                </a:solidFill>
              </a:rPr>
              <a:t>(() =&gt; {</a:t>
            </a:r>
          </a:p>
          <a:p>
            <a:pPr marL="12700" marR="5080"/>
            <a:r>
              <a:rPr lang="en-US" sz="1400" kern="0" spc="-80" dirty="0">
                <a:solidFill>
                  <a:schemeClr val="accent6"/>
                </a:solidFill>
              </a:rPr>
              <a:t>      </a:t>
            </a:r>
            <a:r>
              <a:rPr lang="en-US" sz="1400" kern="0" spc="-80" dirty="0" err="1">
                <a:solidFill>
                  <a:schemeClr val="accent6"/>
                </a:solidFill>
              </a:rPr>
              <a:t>doD</a:t>
            </a:r>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  </a:t>
            </a:r>
          </a:p>
        </p:txBody>
      </p:sp>
    </p:spTree>
    <p:extLst>
      <p:ext uri="{BB962C8B-B14F-4D97-AF65-F5344CB8AC3E}">
        <p14:creationId xmlns:p14="http://schemas.microsoft.com/office/powerpoint/2010/main" val="1233757560"/>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311D3-5BC2-CC81-A929-E24B9B84D17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85132C7-2453-CAD4-7E80-6F66655B61A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01E3EAB-3121-0A02-9277-A30E657D975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4B76B4D-C153-1DF8-EFB1-29CE8FAC1759}"/>
              </a:ext>
            </a:extLst>
          </p:cNvPr>
          <p:cNvGraphicFramePr/>
          <p:nvPr>
            <p:extLst>
              <p:ext uri="{D42A27DB-BD31-4B8C-83A1-F6EECF244321}">
                <p14:modId xmlns:p14="http://schemas.microsoft.com/office/powerpoint/2010/main" val="380166961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DA345F3-DEA9-6277-5D13-361C039B89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FEABA23-2508-8522-2B5F-D73EB0EBAB6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A86CCBB-6A23-5585-CFAD-CC47D5CA82C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22FEA58-5E5B-0B60-A578-3BA74A7F128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72E0616-8BE8-963E-4A76-CDB2E20DE9F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EAE0508-F843-BF09-94FC-26D116D1A79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9176C29-9FD4-653B-FF4D-3681A2F1705A}"/>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Client/Browser Server Communication</a:t>
            </a:r>
          </a:p>
          <a:p>
            <a:pPr marL="12700" marR="5080"/>
            <a:r>
              <a:rPr lang="en-US" sz="1400" kern="0" spc="-80" dirty="0">
                <a:solidFill>
                  <a:schemeClr val="accent2"/>
                </a:solidFill>
              </a:rPr>
              <a:t>⚠️ 3.5 Callback Hell → Promise Solution</a:t>
            </a:r>
          </a:p>
          <a:p>
            <a:pPr marL="12700" marR="5080"/>
            <a:r>
              <a:rPr lang="en-US" sz="1400" kern="0" spc="-80" dirty="0">
                <a:solidFill>
                  <a:schemeClr val="accent6"/>
                </a:solidFill>
              </a:rPr>
              <a:t>});</a:t>
            </a:r>
          </a:p>
          <a:p>
            <a:pPr marL="12700" marR="5080"/>
            <a:r>
              <a:rPr lang="en-US" sz="1400" kern="0" spc="-80" dirty="0">
                <a:solidFill>
                  <a:schemeClr val="accent6"/>
                </a:solidFill>
              </a:rPr>
              <a:t>});</a:t>
            </a:r>
          </a:p>
          <a:p>
            <a:pPr marL="12700" marR="5080"/>
            <a:r>
              <a:rPr lang="en-US" sz="1400" kern="0" spc="-80" dirty="0">
                <a:solidFill>
                  <a:schemeClr val="accent2"/>
                </a:solidFill>
              </a:rPr>
              <a:t>Using Promises:</a:t>
            </a:r>
          </a:p>
          <a:p>
            <a:pPr marL="12700" marR="5080"/>
            <a:r>
              <a:rPr lang="en-US" sz="1400" kern="0" spc="-80" dirty="0" err="1">
                <a:solidFill>
                  <a:schemeClr val="accent6"/>
                </a:solidFill>
              </a:rPr>
              <a:t>doA</a:t>
            </a:r>
            <a:r>
              <a:rPr lang="en-US" sz="1400" kern="0" spc="-80" dirty="0">
                <a:solidFill>
                  <a:schemeClr val="accent6"/>
                </a:solidFill>
              </a:rPr>
              <a:t>()</a:t>
            </a:r>
          </a:p>
          <a:p>
            <a:pPr marL="12700" marR="5080"/>
            <a:r>
              <a:rPr lang="en-US" sz="1400" kern="0" spc="-80" dirty="0">
                <a:solidFill>
                  <a:schemeClr val="accent6"/>
                </a:solidFill>
              </a:rPr>
              <a:t>  .then(</a:t>
            </a:r>
            <a:r>
              <a:rPr lang="en-US" sz="1400" kern="0" spc="-80" dirty="0" err="1">
                <a:solidFill>
                  <a:schemeClr val="accent6"/>
                </a:solidFill>
              </a:rPr>
              <a:t>doB</a:t>
            </a:r>
            <a:r>
              <a:rPr lang="en-US" sz="1400" kern="0" spc="-80" dirty="0">
                <a:solidFill>
                  <a:schemeClr val="accent6"/>
                </a:solidFill>
              </a:rPr>
              <a:t>)</a:t>
            </a:r>
          </a:p>
          <a:p>
            <a:pPr marL="12700" marR="5080"/>
            <a:r>
              <a:rPr lang="en-US" sz="1400" kern="0" spc="-80" dirty="0">
                <a:solidFill>
                  <a:schemeClr val="accent6"/>
                </a:solidFill>
              </a:rPr>
              <a:t>  .then(</a:t>
            </a:r>
            <a:r>
              <a:rPr lang="en-US" sz="1400" kern="0" spc="-80" dirty="0" err="1">
                <a:solidFill>
                  <a:schemeClr val="accent6"/>
                </a:solidFill>
              </a:rPr>
              <a:t>doC</a:t>
            </a:r>
            <a:r>
              <a:rPr lang="en-US" sz="1400" kern="0" spc="-80" dirty="0">
                <a:solidFill>
                  <a:schemeClr val="accent6"/>
                </a:solidFill>
              </a:rPr>
              <a:t>)</a:t>
            </a:r>
          </a:p>
          <a:p>
            <a:pPr marL="12700" marR="5080"/>
            <a:r>
              <a:rPr lang="en-US" sz="1400" kern="0" spc="-80" dirty="0">
                <a:solidFill>
                  <a:schemeClr val="accent6"/>
                </a:solidFill>
              </a:rPr>
              <a:t>  .then(</a:t>
            </a:r>
            <a:r>
              <a:rPr lang="en-US" sz="1400" kern="0" spc="-80" dirty="0" err="1">
                <a:solidFill>
                  <a:schemeClr val="accent6"/>
                </a:solidFill>
              </a:rPr>
              <a:t>doD</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 3.6 Promise Utilities</a:t>
            </a:r>
          </a:p>
          <a:p>
            <a:pPr marL="12700" marR="5080"/>
            <a:r>
              <a:rPr lang="en-US" sz="1400" kern="0" spc="-80" dirty="0">
                <a:solidFill>
                  <a:schemeClr val="accent2"/>
                </a:solidFill>
              </a:rPr>
              <a:t>3.6.1 </a:t>
            </a:r>
            <a:r>
              <a:rPr lang="en-US" sz="1400" kern="0" spc="-80" dirty="0" err="1">
                <a:solidFill>
                  <a:schemeClr val="accent2"/>
                </a:solidFill>
              </a:rPr>
              <a:t>Promise.all</a:t>
            </a:r>
            <a:r>
              <a:rPr lang="en-US" sz="1400" kern="0" spc="-80" dirty="0">
                <a:solidFill>
                  <a:schemeClr val="accent2"/>
                </a:solidFill>
              </a:rPr>
              <a:t>()</a:t>
            </a:r>
          </a:p>
          <a:p>
            <a:pPr marL="12700" marR="5080"/>
            <a:r>
              <a:rPr lang="en-US" sz="1400" kern="0" spc="-80" dirty="0">
                <a:solidFill>
                  <a:schemeClr val="accent6"/>
                </a:solidFill>
              </a:rPr>
              <a:t>Runs all in parallel and returns when all succeed (rejects on first error).</a:t>
            </a:r>
          </a:p>
          <a:p>
            <a:pPr marL="12700" marR="5080"/>
            <a:r>
              <a:rPr lang="en-US" sz="1400" kern="0" spc="-80" dirty="0" err="1">
                <a:solidFill>
                  <a:schemeClr val="accent6"/>
                </a:solidFill>
              </a:rPr>
              <a:t>Promise.all</a:t>
            </a:r>
            <a:r>
              <a:rPr lang="en-US" sz="1400" kern="0" spc="-80" dirty="0">
                <a:solidFill>
                  <a:schemeClr val="accent6"/>
                </a:solidFill>
              </a:rPr>
              <a:t>([p1, p2, p3]).then(values =&gt; console.log(values));</a:t>
            </a:r>
          </a:p>
          <a:p>
            <a:pPr marL="12700" marR="5080"/>
            <a:r>
              <a:rPr lang="en-US" sz="1400" kern="0" spc="-80" dirty="0">
                <a:solidFill>
                  <a:schemeClr val="accent2"/>
                </a:solidFill>
              </a:rPr>
              <a:t>3.6.2 </a:t>
            </a:r>
            <a:r>
              <a:rPr lang="en-US" sz="1400" kern="0" spc="-80" dirty="0" err="1">
                <a:solidFill>
                  <a:schemeClr val="accent2"/>
                </a:solidFill>
              </a:rPr>
              <a:t>Promise.race</a:t>
            </a:r>
            <a:r>
              <a:rPr lang="en-US" sz="1400" kern="0" spc="-80" dirty="0">
                <a:solidFill>
                  <a:schemeClr val="accent2"/>
                </a:solidFill>
              </a:rPr>
              <a:t>()</a:t>
            </a:r>
          </a:p>
          <a:p>
            <a:pPr marL="12700" marR="5080"/>
            <a:r>
              <a:rPr lang="en-US" sz="1400" kern="0" spc="-80" dirty="0">
                <a:solidFill>
                  <a:schemeClr val="accent6"/>
                </a:solidFill>
              </a:rPr>
              <a:t>Returns the result of first completed promise (success or failure).</a:t>
            </a:r>
          </a:p>
          <a:p>
            <a:pPr marL="12700" marR="5080"/>
            <a:r>
              <a:rPr lang="en-US" sz="1400" kern="0" spc="-80" dirty="0">
                <a:solidFill>
                  <a:schemeClr val="accent2"/>
                </a:solidFill>
              </a:rPr>
              <a:t>3.6.3 </a:t>
            </a:r>
            <a:r>
              <a:rPr lang="en-US" sz="1400" kern="0" spc="-80" dirty="0" err="1">
                <a:solidFill>
                  <a:schemeClr val="accent2"/>
                </a:solidFill>
              </a:rPr>
              <a:t>Promise.allSettled</a:t>
            </a:r>
            <a:r>
              <a:rPr lang="en-US" sz="1400" kern="0" spc="-80" dirty="0">
                <a:solidFill>
                  <a:schemeClr val="accent2"/>
                </a:solidFill>
              </a:rPr>
              <a:t>()</a:t>
            </a:r>
          </a:p>
          <a:p>
            <a:pPr marL="12700" marR="5080"/>
            <a:r>
              <a:rPr lang="en-US" sz="1400" kern="0" spc="-80" dirty="0">
                <a:solidFill>
                  <a:schemeClr val="accent6"/>
                </a:solidFill>
              </a:rPr>
              <a:t>Waits for all (does not fail on rejection).</a:t>
            </a:r>
          </a:p>
          <a:p>
            <a:pPr marL="12700" marR="5080"/>
            <a:r>
              <a:rPr lang="en-US" sz="1400" kern="0" spc="-80" dirty="0">
                <a:solidFill>
                  <a:schemeClr val="accent2"/>
                </a:solidFill>
              </a:rPr>
              <a:t>3.6.4 </a:t>
            </a:r>
            <a:r>
              <a:rPr lang="en-US" sz="1400" kern="0" spc="-80" dirty="0" err="1">
                <a:solidFill>
                  <a:schemeClr val="accent2"/>
                </a:solidFill>
              </a:rPr>
              <a:t>Promise.any</a:t>
            </a:r>
            <a:r>
              <a:rPr lang="en-US" sz="1400" kern="0" spc="-80" dirty="0">
                <a:solidFill>
                  <a:schemeClr val="accent2"/>
                </a:solidFill>
              </a:rPr>
              <a:t>()</a:t>
            </a:r>
          </a:p>
          <a:p>
            <a:pPr marL="12700" marR="5080"/>
            <a:r>
              <a:rPr lang="en-US" sz="1400" kern="0" spc="-80" dirty="0">
                <a:solidFill>
                  <a:schemeClr val="accent6"/>
                </a:solidFill>
              </a:rPr>
              <a:t>Returns the first fulfilled promise (ignores rejections).</a:t>
            </a:r>
          </a:p>
          <a:p>
            <a:pPr marL="12700" marR="5080"/>
            <a:endParaRPr lang="en-US" sz="1400" kern="0" spc="-80" dirty="0">
              <a:solidFill>
                <a:schemeClr val="accent6"/>
              </a:solidFill>
            </a:endParaRPr>
          </a:p>
          <a:p>
            <a:pPr marL="12700" marR="5080"/>
            <a:r>
              <a:rPr lang="en-US" sz="1400" kern="0" spc="-80" dirty="0">
                <a:solidFill>
                  <a:schemeClr val="accent2"/>
                </a:solidFill>
              </a:rPr>
              <a:t>⚙️ 4. Async/Await – Modern Syntax for Promises</a:t>
            </a:r>
          </a:p>
          <a:p>
            <a:pPr marL="12700" marR="5080"/>
            <a:r>
              <a:rPr lang="en-US" sz="1400" kern="0" spc="-80" dirty="0">
                <a:solidFill>
                  <a:schemeClr val="accent6"/>
                </a:solidFill>
              </a:rPr>
              <a:t>Async/Await is syntactic sugar over Promises.</a:t>
            </a:r>
          </a:p>
        </p:txBody>
      </p:sp>
    </p:spTree>
    <p:extLst>
      <p:ext uri="{BB962C8B-B14F-4D97-AF65-F5344CB8AC3E}">
        <p14:creationId xmlns:p14="http://schemas.microsoft.com/office/powerpoint/2010/main" val="395075684"/>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DB08C5-A41E-62B8-DFE0-EE95FB5DBE3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7BADA23-C04C-0EC4-BF46-CB47C370526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ED435A-82F6-2B38-A423-760B8EF9285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FF919A2-4997-57F1-41BC-A920E1E5F218}"/>
              </a:ext>
            </a:extLst>
          </p:cNvPr>
          <p:cNvGraphicFramePr/>
          <p:nvPr>
            <p:extLst>
              <p:ext uri="{D42A27DB-BD31-4B8C-83A1-F6EECF244321}">
                <p14:modId xmlns:p14="http://schemas.microsoft.com/office/powerpoint/2010/main" val="404989363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11B618C-71E8-C023-6F54-FE92BECDD86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15FBA93-E8CB-08B7-DDD7-F827AFBAC13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BF119A9-D528-5770-8B00-A91B2BDD26F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808BAF6-A35A-263A-3A95-7A7C7748AE8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0FCA4C5-3A93-3847-F8B5-11A7FCE3277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2C0DDA6-E4A4-B4C0-5332-FDFE9CDE95A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7DB9EDE-2229-7A9B-B7A7-3A1F1FF9F53D}"/>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Client/Browser Server Communication</a:t>
            </a:r>
          </a:p>
          <a:p>
            <a:pPr marL="12700" marR="5080"/>
            <a:r>
              <a:rPr lang="en-US" sz="1400" kern="0" spc="-80" dirty="0">
                <a:solidFill>
                  <a:schemeClr val="accent2"/>
                </a:solidFill>
              </a:rPr>
              <a:t>⚙️ 4. Async/Await – Modern Syntax for Promises</a:t>
            </a:r>
          </a:p>
          <a:p>
            <a:pPr marL="12700" marR="5080"/>
            <a:r>
              <a:rPr lang="en-US" sz="1400" kern="0" spc="-80" dirty="0">
                <a:solidFill>
                  <a:schemeClr val="accent2"/>
                </a:solidFill>
              </a:rPr>
              <a:t>🌟 4.1 Basic Example</a:t>
            </a:r>
          </a:p>
          <a:p>
            <a:pPr marL="12700" marR="5080"/>
            <a:r>
              <a:rPr lang="en-US" sz="1400" kern="0" spc="-80" dirty="0">
                <a:solidFill>
                  <a:schemeClr val="accent6"/>
                </a:solidFill>
              </a:rPr>
              <a:t>async function </a:t>
            </a:r>
            <a:r>
              <a:rPr lang="en-US" sz="1400" kern="0" spc="-80" dirty="0" err="1">
                <a:solidFill>
                  <a:schemeClr val="accent6"/>
                </a:solidFill>
              </a:rPr>
              <a:t>getData</a:t>
            </a:r>
            <a:r>
              <a:rPr lang="en-US" sz="1400" kern="0" spc="-80" dirty="0">
                <a:solidFill>
                  <a:schemeClr val="accent6"/>
                </a:solidFill>
              </a:rPr>
              <a:t>() {</a:t>
            </a:r>
          </a:p>
          <a:p>
            <a:pPr marL="12700" marR="5080"/>
            <a:r>
              <a:rPr lang="en-US" sz="1400" kern="0" spc="-80" dirty="0">
                <a:solidFill>
                  <a:schemeClr val="accent6"/>
                </a:solidFill>
              </a:rPr>
              <a:t>const res = await fetch("/data");</a:t>
            </a:r>
          </a:p>
          <a:p>
            <a:pPr marL="12700" marR="5080"/>
            <a:r>
              <a:rPr lang="en-US" sz="1400" kern="0" spc="-80" dirty="0">
                <a:solidFill>
                  <a:schemeClr val="accent6"/>
                </a:solidFill>
              </a:rPr>
              <a:t>const data = await </a:t>
            </a:r>
            <a:r>
              <a:rPr lang="en-US" sz="1400" kern="0" spc="-80" dirty="0" err="1">
                <a:solidFill>
                  <a:schemeClr val="accent6"/>
                </a:solidFill>
              </a:rPr>
              <a:t>res.json</a:t>
            </a:r>
            <a:r>
              <a:rPr lang="en-US" sz="1400" kern="0" spc="-80" dirty="0">
                <a:solidFill>
                  <a:schemeClr val="accent6"/>
                </a:solidFill>
              </a:rPr>
              <a:t>();</a:t>
            </a:r>
          </a:p>
          <a:p>
            <a:pPr marL="12700" marR="5080"/>
            <a:r>
              <a:rPr lang="en-US" sz="1400" kern="0" spc="-80" dirty="0">
                <a:solidFill>
                  <a:schemeClr val="accent6"/>
                </a:solidFill>
              </a:rPr>
              <a:t>  console.log(data);</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 4.2 Error Handling with Try/Catch</a:t>
            </a:r>
          </a:p>
          <a:p>
            <a:pPr marL="12700" marR="5080"/>
            <a:r>
              <a:rPr lang="en-US" sz="1400" kern="0" spc="-80" dirty="0">
                <a:solidFill>
                  <a:schemeClr val="accent6"/>
                </a:solidFill>
              </a:rPr>
              <a:t>async function run() {</a:t>
            </a:r>
          </a:p>
          <a:p>
            <a:pPr marL="12700" marR="5080"/>
            <a:r>
              <a:rPr lang="en-US" sz="1400" kern="0" spc="-80" dirty="0">
                <a:solidFill>
                  <a:schemeClr val="accent6"/>
                </a:solidFill>
              </a:rPr>
              <a:t>  try {</a:t>
            </a:r>
          </a:p>
          <a:p>
            <a:pPr marL="12700" marR="5080"/>
            <a:r>
              <a:rPr lang="en-US" sz="1400" kern="0" spc="-80" dirty="0">
                <a:solidFill>
                  <a:schemeClr val="accent6"/>
                </a:solidFill>
              </a:rPr>
              <a:t>    const res = await fetch("/user");</a:t>
            </a:r>
          </a:p>
          <a:p>
            <a:pPr marL="12700" marR="5080"/>
            <a:r>
              <a:rPr lang="en-US" sz="1400" kern="0" spc="-80" dirty="0">
                <a:solidFill>
                  <a:schemeClr val="accent6"/>
                </a:solidFill>
              </a:rPr>
              <a:t>    if (!</a:t>
            </a:r>
            <a:r>
              <a:rPr lang="en-US" sz="1400" kern="0" spc="-80" dirty="0" err="1">
                <a:solidFill>
                  <a:schemeClr val="accent6"/>
                </a:solidFill>
              </a:rPr>
              <a:t>res.ok</a:t>
            </a:r>
            <a:r>
              <a:rPr lang="en-US" sz="1400" kern="0" spc="-80" dirty="0">
                <a:solidFill>
                  <a:schemeClr val="accent6"/>
                </a:solidFill>
              </a:rPr>
              <a:t>) throw new Error("HTTP Error");</a:t>
            </a:r>
          </a:p>
          <a:p>
            <a:pPr marL="12700" marR="5080"/>
            <a:r>
              <a:rPr lang="en-US" sz="1400" kern="0" spc="-80" dirty="0">
                <a:solidFill>
                  <a:schemeClr val="accent6"/>
                </a:solidFill>
              </a:rPr>
              <a:t>    const data = await </a:t>
            </a:r>
            <a:r>
              <a:rPr lang="en-US" sz="1400" kern="0" spc="-80" dirty="0" err="1">
                <a:solidFill>
                  <a:schemeClr val="accent6"/>
                </a:solidFill>
              </a:rPr>
              <a:t>res.json</a:t>
            </a:r>
            <a:r>
              <a:rPr lang="en-US" sz="1400" kern="0" spc="-80" dirty="0">
                <a:solidFill>
                  <a:schemeClr val="accent6"/>
                </a:solidFill>
              </a:rPr>
              <a:t>();</a:t>
            </a:r>
          </a:p>
          <a:p>
            <a:pPr marL="12700" marR="5080"/>
            <a:r>
              <a:rPr lang="en-US" sz="1400" kern="0" spc="-80" dirty="0">
                <a:solidFill>
                  <a:schemeClr val="accent6"/>
                </a:solidFill>
              </a:rPr>
              <a:t>  } catch (err) {</a:t>
            </a:r>
          </a:p>
          <a:p>
            <a:pPr marL="12700" marR="5080"/>
            <a:r>
              <a:rPr lang="en-US" sz="1400" kern="0" spc="-80" dirty="0">
                <a:solidFill>
                  <a:schemeClr val="accent6"/>
                </a:solidFill>
              </a:rPr>
              <a:t>    </a:t>
            </a:r>
            <a:r>
              <a:rPr lang="en-US" sz="1400" kern="0" spc="-80" dirty="0" err="1">
                <a:solidFill>
                  <a:schemeClr val="accent6"/>
                </a:solidFill>
              </a:rPr>
              <a:t>console.error</a:t>
            </a:r>
            <a:r>
              <a:rPr lang="en-US" sz="1400" kern="0" spc="-80" dirty="0">
                <a:solidFill>
                  <a:schemeClr val="accent6"/>
                </a:solidFill>
              </a:rPr>
              <a:t>(err);</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 4.3 Multiple Awaits in Sequence</a:t>
            </a:r>
          </a:p>
          <a:p>
            <a:pPr marL="12700" marR="5080"/>
            <a:r>
              <a:rPr lang="en-US" sz="1400" kern="0" spc="-80" dirty="0">
                <a:solidFill>
                  <a:schemeClr val="accent6"/>
                </a:solidFill>
              </a:rPr>
              <a:t>async function run() {</a:t>
            </a:r>
          </a:p>
          <a:p>
            <a:pPr marL="12700" marR="5080"/>
            <a:r>
              <a:rPr lang="en-US" sz="1400" kern="0" spc="-80" dirty="0">
                <a:solidFill>
                  <a:schemeClr val="accent6"/>
                </a:solidFill>
              </a:rPr>
              <a:t>  const user = await fetch("/user").then(r =&gt; </a:t>
            </a:r>
            <a:r>
              <a:rPr lang="en-US" sz="1400" kern="0" spc="-80" dirty="0" err="1">
                <a:solidFill>
                  <a:schemeClr val="accent6"/>
                </a:solidFill>
              </a:rPr>
              <a:t>r.json</a:t>
            </a:r>
            <a:r>
              <a:rPr lang="en-US" sz="1400" kern="0" spc="-80" dirty="0">
                <a:solidFill>
                  <a:schemeClr val="accent6"/>
                </a:solidFill>
              </a:rPr>
              <a:t>());</a:t>
            </a:r>
          </a:p>
          <a:p>
            <a:pPr marL="12700" marR="5080"/>
            <a:r>
              <a:rPr lang="en-US" sz="1400" kern="0" spc="-80" dirty="0">
                <a:solidFill>
                  <a:schemeClr val="accent6"/>
                </a:solidFill>
              </a:rPr>
              <a:t>  const posts = await fetch(`/posts/${user.id}`).then(r =&gt; </a:t>
            </a:r>
            <a:r>
              <a:rPr lang="en-US" sz="1400" kern="0" spc="-80" dirty="0" err="1">
                <a:solidFill>
                  <a:schemeClr val="accent6"/>
                </a:solidFill>
              </a:rPr>
              <a:t>r.json</a:t>
            </a:r>
            <a:r>
              <a:rPr lang="en-US" sz="1400" kern="0" spc="-80" dirty="0">
                <a:solidFill>
                  <a:schemeClr val="accent6"/>
                </a:solidFill>
              </a:rPr>
              <a:t>());</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120132031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4FFD91-025C-6152-E8F2-B09CEFED8C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8569F20-B12D-26C5-F388-284D268EABD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B1A6508-D282-B399-2DD0-AE1A68D4DDC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5B8F038-02C3-B304-F7E0-22BB75D2D0E7}"/>
              </a:ext>
            </a:extLst>
          </p:cNvPr>
          <p:cNvGraphicFramePr/>
          <p:nvPr>
            <p:extLst>
              <p:ext uri="{D42A27DB-BD31-4B8C-83A1-F6EECF244321}">
                <p14:modId xmlns:p14="http://schemas.microsoft.com/office/powerpoint/2010/main" val="348359632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3D51676-5C20-3EDB-E56C-7A5642C3287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7CE3683-E83F-ADDF-C84F-8E9C1DB0D65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7EB3D40-8AC2-BDFE-FB43-0641337332A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651A876-834D-ED4D-3192-5D325B273CA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BEB00AD-9C64-B59B-3AB5-7886DEA0B75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B72B44C-2A74-4EB6-3155-DF7D2C9A9EC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5812909-6A6C-6576-BF2F-03CC6F083EE6}"/>
              </a:ext>
            </a:extLst>
          </p:cNvPr>
          <p:cNvSpPr txBox="1">
            <a:spLocks/>
          </p:cNvSpPr>
          <p:nvPr/>
        </p:nvSpPr>
        <p:spPr>
          <a:xfrm>
            <a:off x="152400" y="6858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Client/Browser Server Communication</a:t>
            </a:r>
          </a:p>
          <a:p>
            <a:pPr marL="12700" marR="5080"/>
            <a:r>
              <a:rPr lang="en-US" sz="1400" kern="0" spc="-80" dirty="0">
                <a:solidFill>
                  <a:schemeClr val="accent2"/>
                </a:solidFill>
              </a:rPr>
              <a:t>🌟 4.4 Running Awaits in Parallel</a:t>
            </a:r>
          </a:p>
          <a:p>
            <a:pPr marL="12700" marR="5080"/>
            <a:r>
              <a:rPr lang="en-US" sz="1400" kern="0" spc="-80" dirty="0">
                <a:solidFill>
                  <a:schemeClr val="accent6"/>
                </a:solidFill>
              </a:rPr>
              <a:t> console.log(user, posts);</a:t>
            </a:r>
            <a:endParaRPr lang="en-US" sz="1400" kern="0" spc="-80" dirty="0">
              <a:solidFill>
                <a:schemeClr val="accent2"/>
              </a:solidFill>
            </a:endParaRPr>
          </a:p>
          <a:p>
            <a:pPr marL="12700" marR="5080"/>
            <a:r>
              <a:rPr lang="en-US" sz="1400" kern="0" spc="-80" dirty="0">
                <a:solidFill>
                  <a:schemeClr val="accent6"/>
                </a:solidFill>
              </a:rPr>
              <a:t>Sequential ❌ (slow):</a:t>
            </a:r>
          </a:p>
          <a:p>
            <a:pPr marL="12700" marR="5080"/>
            <a:r>
              <a:rPr lang="en-US" sz="1400" kern="0" spc="-80" dirty="0">
                <a:solidFill>
                  <a:schemeClr val="accent6"/>
                </a:solidFill>
              </a:rPr>
              <a:t>const a = await fetch("/a");</a:t>
            </a:r>
          </a:p>
          <a:p>
            <a:pPr marL="12700" marR="5080"/>
            <a:r>
              <a:rPr lang="en-US" sz="1400" kern="0" spc="-80" dirty="0">
                <a:solidFill>
                  <a:schemeClr val="accent6"/>
                </a:solidFill>
              </a:rPr>
              <a:t>const b = await fetch("/b"); </a:t>
            </a:r>
          </a:p>
          <a:p>
            <a:pPr marL="12700" marR="5080"/>
            <a:r>
              <a:rPr lang="en-US" sz="1400" kern="0" spc="-80" dirty="0">
                <a:solidFill>
                  <a:schemeClr val="accent6"/>
                </a:solidFill>
              </a:rPr>
              <a:t>Better approach ✔ (parallel):</a:t>
            </a:r>
          </a:p>
          <a:p>
            <a:pPr marL="12700" marR="5080"/>
            <a:r>
              <a:rPr lang="en-US" sz="1400" kern="0" spc="-80" dirty="0">
                <a:solidFill>
                  <a:schemeClr val="accent6"/>
                </a:solidFill>
              </a:rPr>
              <a:t>const [a, b] = await </a:t>
            </a:r>
            <a:r>
              <a:rPr lang="en-US" sz="1400" kern="0" spc="-80" dirty="0" err="1">
                <a:solidFill>
                  <a:schemeClr val="accent6"/>
                </a:solidFill>
              </a:rPr>
              <a:t>Promise.all</a:t>
            </a:r>
            <a:r>
              <a:rPr lang="en-US" sz="1400" kern="0" spc="-80" dirty="0">
                <a:solidFill>
                  <a:schemeClr val="accent6"/>
                </a:solidFill>
              </a:rPr>
              <a:t>([</a:t>
            </a:r>
          </a:p>
          <a:p>
            <a:pPr marL="12700" marR="5080"/>
            <a:r>
              <a:rPr lang="en-US" sz="1400" kern="0" spc="-80" dirty="0">
                <a:solidFill>
                  <a:schemeClr val="accent6"/>
                </a:solidFill>
              </a:rPr>
              <a:t>  fetch("/a"),</a:t>
            </a:r>
          </a:p>
          <a:p>
            <a:pPr marL="12700" marR="5080"/>
            <a:r>
              <a:rPr lang="en-US" sz="1400" kern="0" spc="-80" dirty="0">
                <a:solidFill>
                  <a:schemeClr val="accent6"/>
                </a:solidFill>
              </a:rPr>
              <a:t>  fetch("/b")</a:t>
            </a:r>
          </a:p>
          <a:p>
            <a:pPr marL="12700" marR="5080"/>
            <a:r>
              <a:rPr lang="en-US" sz="1400" kern="0" spc="-80" dirty="0">
                <a:solidFill>
                  <a:schemeClr val="accent6"/>
                </a:solidFill>
              </a:rPr>
              <a:t>]);</a:t>
            </a:r>
          </a:p>
          <a:p>
            <a:pPr marL="12700" marR="5080"/>
            <a:r>
              <a:rPr lang="en-US" sz="1400" kern="0" spc="-80" dirty="0">
                <a:solidFill>
                  <a:schemeClr val="accent2"/>
                </a:solidFill>
              </a:rPr>
              <a:t>🌟 4.5 Async Function Always Returns a Promise</a:t>
            </a:r>
          </a:p>
          <a:p>
            <a:pPr marL="12700" marR="5080"/>
            <a:r>
              <a:rPr lang="en-US" sz="1400" kern="0" spc="-80" dirty="0">
                <a:solidFill>
                  <a:schemeClr val="accent6"/>
                </a:solidFill>
              </a:rPr>
              <a:t>async function test() {</a:t>
            </a:r>
          </a:p>
          <a:p>
            <a:pPr marL="12700" marR="5080"/>
            <a:r>
              <a:rPr lang="en-US" sz="1400" kern="0" spc="-80" dirty="0">
                <a:solidFill>
                  <a:schemeClr val="accent6"/>
                </a:solidFill>
              </a:rPr>
              <a:t>  return 42;</a:t>
            </a:r>
          </a:p>
          <a:p>
            <a:pPr marL="12700" marR="5080"/>
            <a:r>
              <a:rPr lang="en-US" sz="1400" kern="0" spc="-80" dirty="0">
                <a:solidFill>
                  <a:schemeClr val="accent6"/>
                </a:solidFill>
              </a:rPr>
              <a:t>}</a:t>
            </a:r>
          </a:p>
          <a:p>
            <a:pPr marL="12700" marR="5080"/>
            <a:r>
              <a:rPr lang="en-US" sz="1400" kern="0" spc="-80" dirty="0">
                <a:solidFill>
                  <a:schemeClr val="accent6"/>
                </a:solidFill>
              </a:rPr>
              <a:t>test().then(console.log); // prints 42</a:t>
            </a:r>
          </a:p>
          <a:p>
            <a:pPr marL="12700" marR="5080"/>
            <a:endParaRPr lang="en-US" sz="1400" kern="0" spc="-80" dirty="0">
              <a:solidFill>
                <a:schemeClr val="accent6"/>
              </a:solidFill>
            </a:endParaRPr>
          </a:p>
          <a:p>
            <a:pPr marL="12700" marR="5080"/>
            <a:r>
              <a:rPr lang="en-US" sz="1400" kern="0" spc="-80" dirty="0">
                <a:solidFill>
                  <a:schemeClr val="accent2"/>
                </a:solidFill>
              </a:rPr>
              <a:t>🚦 5. When to Use What?</a:t>
            </a:r>
          </a:p>
          <a:p>
            <a:pPr marL="12700" marR="5080"/>
            <a:r>
              <a:rPr lang="en-US" sz="1400" kern="0" spc="-80" dirty="0">
                <a:solidFill>
                  <a:schemeClr val="accent2"/>
                </a:solidFill>
              </a:rPr>
              <a:t>Task	</a:t>
            </a:r>
            <a:r>
              <a:rPr lang="en-US" sz="1400" kern="0" spc="-80">
                <a:solidFill>
                  <a:schemeClr val="accent2"/>
                </a:solidFill>
              </a:rPr>
              <a:t>                                    Best </a:t>
            </a:r>
            <a:r>
              <a:rPr lang="en-US" sz="1400" kern="0" spc="-80" dirty="0">
                <a:solidFill>
                  <a:schemeClr val="accent2"/>
                </a:solidFill>
              </a:rPr>
              <a:t>choice</a:t>
            </a:r>
          </a:p>
          <a:p>
            <a:pPr marL="12700" marR="5080"/>
            <a:r>
              <a:rPr lang="en-US" sz="1200" kern="0" spc="-80" dirty="0">
                <a:solidFill>
                  <a:schemeClr val="accent6"/>
                </a:solidFill>
              </a:rPr>
              <a:t>Legacy code	                                           XHR</a:t>
            </a:r>
          </a:p>
          <a:p>
            <a:pPr marL="12700" marR="5080"/>
            <a:r>
              <a:rPr lang="en-US" sz="1200" kern="0" spc="-80" dirty="0">
                <a:solidFill>
                  <a:schemeClr val="accent6"/>
                </a:solidFill>
              </a:rPr>
              <a:t>Modern apps	                    Fetch + Promises</a:t>
            </a:r>
          </a:p>
          <a:p>
            <a:pPr marL="12700" marR="5080"/>
            <a:r>
              <a:rPr lang="en-US" sz="1200" kern="0" spc="-80" dirty="0">
                <a:solidFill>
                  <a:schemeClr val="accent6"/>
                </a:solidFill>
              </a:rPr>
              <a:t>Complex async flows	                    Promises</a:t>
            </a:r>
          </a:p>
          <a:p>
            <a:pPr marL="12700" marR="5080"/>
            <a:r>
              <a:rPr lang="en-US" sz="1200" kern="0" spc="-80" dirty="0">
                <a:solidFill>
                  <a:schemeClr val="accent6"/>
                </a:solidFill>
              </a:rPr>
              <a:t>Cleaner readable async code                Async/Await</a:t>
            </a:r>
          </a:p>
          <a:p>
            <a:pPr marL="12700" marR="5080"/>
            <a:r>
              <a:rPr lang="en-US" sz="1200" kern="0" spc="-80" dirty="0">
                <a:solidFill>
                  <a:schemeClr val="accent6"/>
                </a:solidFill>
              </a:rPr>
              <a:t>Parallel async tasks	                    </a:t>
            </a:r>
            <a:r>
              <a:rPr lang="en-US" sz="1200" kern="0" spc="-80" dirty="0" err="1">
                <a:solidFill>
                  <a:schemeClr val="accent6"/>
                </a:solidFill>
              </a:rPr>
              <a:t>Promise.all</a:t>
            </a:r>
            <a:r>
              <a:rPr lang="en-US" sz="1200" kern="0" spc="-80" dirty="0">
                <a:solidFill>
                  <a:schemeClr val="accent6"/>
                </a:solidFill>
              </a:rPr>
              <a:t>()</a:t>
            </a:r>
          </a:p>
          <a:p>
            <a:pPr marL="12700" marR="5080"/>
            <a:r>
              <a:rPr lang="en-US" sz="1200" kern="0" spc="-80" dirty="0">
                <a:solidFill>
                  <a:schemeClr val="accent6"/>
                </a:solidFill>
              </a:rPr>
              <a:t>Stop/Abort request	                    Fetch + </a:t>
            </a:r>
            <a:r>
              <a:rPr lang="en-US" sz="1200" kern="0" spc="-80" dirty="0" err="1">
                <a:solidFill>
                  <a:schemeClr val="accent6"/>
                </a:solidFill>
              </a:rPr>
              <a:t>AbortController</a:t>
            </a:r>
            <a:endParaRPr lang="en-US" sz="1200" kern="0" spc="-80" dirty="0">
              <a:solidFill>
                <a:schemeClr val="accent6"/>
              </a:solidFill>
            </a:endParaRPr>
          </a:p>
        </p:txBody>
      </p:sp>
    </p:spTree>
    <p:extLst>
      <p:ext uri="{BB962C8B-B14F-4D97-AF65-F5344CB8AC3E}">
        <p14:creationId xmlns:p14="http://schemas.microsoft.com/office/powerpoint/2010/main" val="240287981"/>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B95837-03C8-26F7-5E40-64B1057EF36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EE33447-63D4-FDA5-2428-A61CDB557AD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5251F4F-AED8-AC94-5AB1-2A589DC39C3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6DB2E29-9FD6-6D37-14C8-DEF77C64D1B2}"/>
              </a:ext>
            </a:extLst>
          </p:cNvPr>
          <p:cNvGraphicFramePr/>
          <p:nvPr>
            <p:extLst>
              <p:ext uri="{D42A27DB-BD31-4B8C-83A1-F6EECF244321}">
                <p14:modId xmlns:p14="http://schemas.microsoft.com/office/powerpoint/2010/main" val="7632905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1AD2CAA-68AD-B3ED-1BEC-89D01D90931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43C3E68-C87A-68F4-FE68-29875B6D003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1ECB6A5-3696-AB67-D064-9E59E2A04C0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00512E7-371B-A0C7-BC8C-4C9BBB5B38C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466C4C6-D5BB-46EB-F974-98E78069E54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0023FCB-DBE2-D200-D21A-9084F41532D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9EAE97A-2BEB-1850-F704-3462587DDDFC}"/>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Web Workers(Multithreading in JS)</a:t>
            </a:r>
          </a:p>
          <a:p>
            <a:pPr marL="12700" marR="5080"/>
            <a:r>
              <a:rPr lang="en-US" sz="1400" kern="0" spc="-80" dirty="0">
                <a:solidFill>
                  <a:schemeClr val="accent6"/>
                </a:solidFill>
              </a:rPr>
              <a:t>Web Workers run JavaScript in background threads.</a:t>
            </a:r>
          </a:p>
          <a:p>
            <a:pPr marL="12700" marR="5080"/>
            <a:r>
              <a:rPr lang="en-US" sz="1400" kern="0" spc="-80" dirty="0">
                <a:solidFill>
                  <a:schemeClr val="accent2"/>
                </a:solidFill>
              </a:rPr>
              <a:t>1 When to Use Web Workers</a:t>
            </a:r>
          </a:p>
          <a:p>
            <a:pPr marL="12700" marR="5080"/>
            <a:r>
              <a:rPr lang="en-US" sz="1400" kern="0" spc="-80" dirty="0">
                <a:solidFill>
                  <a:schemeClr val="accent2"/>
                </a:solidFill>
              </a:rPr>
              <a:t>Use workers for heavy tasks:</a:t>
            </a:r>
          </a:p>
          <a:p>
            <a:pPr marL="12700" marR="5080"/>
            <a:r>
              <a:rPr lang="en-US" sz="1400" kern="0" spc="-80" dirty="0">
                <a:solidFill>
                  <a:schemeClr val="accent6"/>
                </a:solidFill>
              </a:rPr>
              <a:t>Image processing</a:t>
            </a:r>
          </a:p>
          <a:p>
            <a:pPr marL="12700" marR="5080"/>
            <a:r>
              <a:rPr lang="en-US" sz="1400" kern="0" spc="-80" dirty="0">
                <a:solidFill>
                  <a:schemeClr val="accent6"/>
                </a:solidFill>
              </a:rPr>
              <a:t>Large loops</a:t>
            </a:r>
          </a:p>
          <a:p>
            <a:pPr marL="12700" marR="5080"/>
            <a:r>
              <a:rPr lang="en-US" sz="1400" kern="0" spc="-80" dirty="0">
                <a:solidFill>
                  <a:schemeClr val="accent6"/>
                </a:solidFill>
              </a:rPr>
              <a:t>Data parsing</a:t>
            </a:r>
          </a:p>
          <a:p>
            <a:pPr marL="12700" marR="5080"/>
            <a:r>
              <a:rPr lang="en-US" sz="1400" kern="0" spc="-80" dirty="0">
                <a:solidFill>
                  <a:schemeClr val="accent6"/>
                </a:solidFill>
              </a:rPr>
              <a:t>ML models</a:t>
            </a:r>
          </a:p>
          <a:p>
            <a:pPr marL="12700" marR="5080"/>
            <a:r>
              <a:rPr lang="en-US" sz="1400" kern="0" spc="-80" dirty="0">
                <a:solidFill>
                  <a:schemeClr val="accent6"/>
                </a:solidFill>
              </a:rPr>
              <a:t>Cryptography</a:t>
            </a:r>
          </a:p>
          <a:p>
            <a:pPr marL="12700" marR="5080"/>
            <a:r>
              <a:rPr lang="en-US" sz="1400" kern="0" spc="-80" dirty="0">
                <a:solidFill>
                  <a:schemeClr val="accent2"/>
                </a:solidFill>
              </a:rPr>
              <a:t>Not for:</a:t>
            </a:r>
          </a:p>
          <a:p>
            <a:pPr marL="12700" marR="5080"/>
            <a:r>
              <a:rPr lang="en-US" sz="1400" kern="0" spc="-80" dirty="0">
                <a:solidFill>
                  <a:schemeClr val="accent6"/>
                </a:solidFill>
              </a:rPr>
              <a:t>DOM manipulation (not allowed)</a:t>
            </a:r>
          </a:p>
          <a:p>
            <a:pPr marL="12700" marR="5080"/>
            <a:endParaRPr lang="en-US" sz="1400" kern="0" spc="-80" dirty="0">
              <a:solidFill>
                <a:schemeClr val="accent6"/>
              </a:solidFill>
            </a:endParaRPr>
          </a:p>
          <a:p>
            <a:pPr marL="12700" marR="5080"/>
            <a:r>
              <a:rPr lang="en-US" sz="1400" kern="0" spc="-80" dirty="0">
                <a:solidFill>
                  <a:schemeClr val="accent2"/>
                </a:solidFill>
              </a:rPr>
              <a:t>2 Creating a Worker</a:t>
            </a:r>
          </a:p>
          <a:p>
            <a:pPr marL="12700" marR="5080"/>
            <a:r>
              <a:rPr lang="en-US" sz="1400" kern="0" spc="-80" dirty="0">
                <a:solidFill>
                  <a:schemeClr val="accent6"/>
                </a:solidFill>
              </a:rPr>
              <a:t>main.js</a:t>
            </a:r>
          </a:p>
          <a:p>
            <a:pPr marL="12700" marR="5080"/>
            <a:r>
              <a:rPr lang="en-US" sz="1400" kern="0" spc="-80" dirty="0">
                <a:solidFill>
                  <a:schemeClr val="accent6"/>
                </a:solidFill>
              </a:rPr>
              <a:t>const worker = new Worker("worker.js");</a:t>
            </a:r>
          </a:p>
          <a:p>
            <a:pPr marL="12700" marR="5080"/>
            <a:r>
              <a:rPr lang="en-US" sz="1400" kern="0" spc="-80" dirty="0" err="1">
                <a:solidFill>
                  <a:schemeClr val="accent6"/>
                </a:solidFill>
              </a:rPr>
              <a:t>worker.postMessage</a:t>
            </a:r>
            <a:r>
              <a:rPr lang="en-US" sz="1400" kern="0" spc="-80" dirty="0">
                <a:solidFill>
                  <a:schemeClr val="accent6"/>
                </a:solidFill>
              </a:rPr>
              <a:t>({ number: 10 });</a:t>
            </a:r>
          </a:p>
          <a:p>
            <a:pPr marL="12700" marR="5080"/>
            <a:r>
              <a:rPr lang="en-US" sz="1400" kern="0" spc="-80" dirty="0" err="1">
                <a:solidFill>
                  <a:schemeClr val="accent6"/>
                </a:solidFill>
              </a:rPr>
              <a:t>worker.onmessage</a:t>
            </a:r>
            <a:r>
              <a:rPr lang="en-US" sz="1400" kern="0" spc="-80" dirty="0">
                <a:solidFill>
                  <a:schemeClr val="accent6"/>
                </a:solidFill>
              </a:rPr>
              <a:t> = (e) =&gt; {</a:t>
            </a:r>
          </a:p>
          <a:p>
            <a:pPr marL="12700" marR="5080"/>
            <a:r>
              <a:rPr lang="en-US" sz="1400" kern="0" spc="-80" dirty="0">
                <a:solidFill>
                  <a:schemeClr val="accent6"/>
                </a:solidFill>
              </a:rPr>
              <a:t>  console.log("Result:", </a:t>
            </a:r>
            <a:r>
              <a:rPr lang="en-US" sz="1400" kern="0" spc="-80" dirty="0" err="1">
                <a:solidFill>
                  <a:schemeClr val="accent6"/>
                </a:solidFill>
              </a:rPr>
              <a:t>e.data</a:t>
            </a:r>
            <a:r>
              <a:rPr lang="en-US" sz="1400" kern="0" spc="-80" dirty="0">
                <a:solidFill>
                  <a:schemeClr val="accent6"/>
                </a:solidFill>
              </a:rPr>
              <a:t>);</a:t>
            </a:r>
          </a:p>
          <a:p>
            <a:pPr marL="12700" marR="5080"/>
            <a:r>
              <a:rPr lang="en-US" sz="1400" kern="0" spc="-80" dirty="0">
                <a:solidFill>
                  <a:schemeClr val="accent6"/>
                </a:solidFill>
              </a:rPr>
              <a:t>};</a:t>
            </a:r>
          </a:p>
          <a:p>
            <a:pPr marL="12700" marR="5080"/>
            <a:r>
              <a:rPr lang="en-US" sz="1400" kern="0" spc="-80" dirty="0">
                <a:solidFill>
                  <a:schemeClr val="accent6"/>
                </a:solidFill>
              </a:rPr>
              <a:t>worker.js</a:t>
            </a:r>
          </a:p>
          <a:p>
            <a:pPr marL="12700" marR="5080"/>
            <a:r>
              <a:rPr lang="en-US" sz="1400" kern="0" spc="-80" dirty="0" err="1">
                <a:solidFill>
                  <a:schemeClr val="accent6"/>
                </a:solidFill>
              </a:rPr>
              <a:t>onmessage</a:t>
            </a:r>
            <a:r>
              <a:rPr lang="en-US" sz="1400" kern="0" spc="-80" dirty="0">
                <a:solidFill>
                  <a:schemeClr val="accent6"/>
                </a:solidFill>
              </a:rPr>
              <a:t> = (e) =&gt; {</a:t>
            </a:r>
          </a:p>
          <a:p>
            <a:pPr marL="12700" marR="5080"/>
            <a:r>
              <a:rPr lang="en-US" sz="1400" kern="0" spc="-80" dirty="0">
                <a:solidFill>
                  <a:schemeClr val="accent6"/>
                </a:solidFill>
              </a:rPr>
              <a:t>  const result = </a:t>
            </a:r>
            <a:r>
              <a:rPr lang="en-US" sz="1400" kern="0" spc="-80" dirty="0" err="1">
                <a:solidFill>
                  <a:schemeClr val="accent6"/>
                </a:solidFill>
              </a:rPr>
              <a:t>e.data.number</a:t>
            </a:r>
            <a:r>
              <a:rPr lang="en-US" sz="1400" kern="0" spc="-80" dirty="0">
                <a:solidFill>
                  <a:schemeClr val="accent6"/>
                </a:solidFill>
              </a:rPr>
              <a:t> * 2;</a:t>
            </a:r>
          </a:p>
          <a:p>
            <a:pPr marL="12700" marR="5080"/>
            <a:r>
              <a:rPr lang="en-US" sz="1400" kern="0" spc="-80" dirty="0">
                <a:solidFill>
                  <a:schemeClr val="accent6"/>
                </a:solidFill>
              </a:rPr>
              <a:t>  </a:t>
            </a:r>
            <a:r>
              <a:rPr lang="en-US" sz="1400" kern="0" spc="-80" dirty="0" err="1">
                <a:solidFill>
                  <a:schemeClr val="accent6"/>
                </a:solidFill>
              </a:rPr>
              <a:t>postMessage</a:t>
            </a:r>
            <a:r>
              <a:rPr lang="en-US" sz="1400" kern="0" spc="-80" dirty="0">
                <a:solidFill>
                  <a:schemeClr val="accent6"/>
                </a:solidFill>
              </a:rPr>
              <a:t>(result);</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219108400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573BAB-4BFE-D0F2-4CEA-5B7F526886F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55DA57D-D7A3-036B-3C1E-156650C7261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C117407-2B40-9B4A-E611-2E2EA91AEDD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E0783CD-CA00-96A7-CF43-00B7937CD2A8}"/>
              </a:ext>
            </a:extLst>
          </p:cNvPr>
          <p:cNvGraphicFramePr/>
          <p:nvPr>
            <p:extLst>
              <p:ext uri="{D42A27DB-BD31-4B8C-83A1-F6EECF244321}">
                <p14:modId xmlns:p14="http://schemas.microsoft.com/office/powerpoint/2010/main" val="411258271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F76D050-53EE-0EFF-E1A5-764BA7B30D8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864F9EA-684B-F315-F486-D50811CD96B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04EE7DA-70AF-4622-AE1C-0DAD0A851AC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CFC5D47-EEC9-07B2-00F4-AE493403F72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4C64D1F-3198-A082-DCE0-F212DB46306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8F6F674-9035-0A32-CFEF-5C3870B2DC0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EE0AB14-120B-781A-0783-2F85C7D51DF2}"/>
              </a:ext>
            </a:extLst>
          </p:cNvPr>
          <p:cNvSpPr txBox="1">
            <a:spLocks/>
          </p:cNvSpPr>
          <p:nvPr/>
        </p:nvSpPr>
        <p:spPr>
          <a:xfrm>
            <a:off x="152400" y="685800"/>
            <a:ext cx="8624937" cy="24622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Web Workers(Multithreading in JS)</a:t>
            </a:r>
          </a:p>
          <a:p>
            <a:pPr marL="12700" marR="5080"/>
            <a:r>
              <a:rPr lang="en-US" sz="1400" kern="0" spc="-80" dirty="0">
                <a:solidFill>
                  <a:schemeClr val="accent2"/>
                </a:solidFill>
              </a:rPr>
              <a:t>3 Shared Workers</a:t>
            </a:r>
          </a:p>
          <a:p>
            <a:pPr marL="12700" marR="5080"/>
            <a:r>
              <a:rPr lang="en-US" sz="1400" kern="0" spc="-80" dirty="0">
                <a:solidFill>
                  <a:schemeClr val="accent6"/>
                </a:solidFill>
              </a:rPr>
              <a:t>Multiple tabs share a worker.</a:t>
            </a:r>
          </a:p>
          <a:p>
            <a:pPr marL="12700" marR="5080"/>
            <a:endParaRPr lang="en-US" sz="1400" kern="0" spc="-80" dirty="0">
              <a:solidFill>
                <a:schemeClr val="accent6"/>
              </a:solidFill>
            </a:endParaRPr>
          </a:p>
          <a:p>
            <a:pPr marL="12700" marR="5080"/>
            <a:r>
              <a:rPr lang="en-US" sz="1400" kern="0" spc="-80" dirty="0">
                <a:solidFill>
                  <a:schemeClr val="accent2"/>
                </a:solidFill>
              </a:rPr>
              <a:t>4 Service Workers</a:t>
            </a:r>
          </a:p>
          <a:p>
            <a:pPr marL="12700" marR="5080"/>
            <a:r>
              <a:rPr lang="en-US" sz="1400" kern="0" spc="-80" dirty="0">
                <a:solidFill>
                  <a:schemeClr val="accent6"/>
                </a:solidFill>
              </a:rPr>
              <a:t>Run in background at browser level.</a:t>
            </a:r>
          </a:p>
          <a:p>
            <a:pPr marL="12700" marR="5080"/>
            <a:r>
              <a:rPr lang="en-US" sz="1400" kern="0" spc="-80" dirty="0">
                <a:solidFill>
                  <a:schemeClr val="accent2"/>
                </a:solidFill>
              </a:rPr>
              <a:t>Use cases:</a:t>
            </a:r>
          </a:p>
          <a:p>
            <a:pPr marL="12700" marR="5080"/>
            <a:r>
              <a:rPr lang="en-US" sz="1400" kern="0" spc="-80" dirty="0">
                <a:solidFill>
                  <a:schemeClr val="accent6"/>
                </a:solidFill>
              </a:rPr>
              <a:t>caching</a:t>
            </a:r>
          </a:p>
          <a:p>
            <a:pPr marL="12700" marR="5080"/>
            <a:r>
              <a:rPr lang="en-US" sz="1400" kern="0" spc="-80" dirty="0">
                <a:solidFill>
                  <a:schemeClr val="accent6"/>
                </a:solidFill>
              </a:rPr>
              <a:t>offline mode</a:t>
            </a:r>
          </a:p>
          <a:p>
            <a:pPr marL="12700" marR="5080"/>
            <a:r>
              <a:rPr lang="en-US" sz="1400" kern="0" spc="-80" dirty="0">
                <a:solidFill>
                  <a:schemeClr val="accent6"/>
                </a:solidFill>
              </a:rPr>
              <a:t>PWA support</a:t>
            </a:r>
          </a:p>
          <a:p>
            <a:pPr marL="12700" marR="5080"/>
            <a:r>
              <a:rPr lang="en-US" sz="1400" kern="0" spc="-80" dirty="0">
                <a:solidFill>
                  <a:schemeClr val="accent6"/>
                </a:solidFill>
              </a:rPr>
              <a:t>push notifications</a:t>
            </a:r>
          </a:p>
        </p:txBody>
      </p:sp>
    </p:spTree>
    <p:extLst>
      <p:ext uri="{BB962C8B-B14F-4D97-AF65-F5344CB8AC3E}">
        <p14:creationId xmlns:p14="http://schemas.microsoft.com/office/powerpoint/2010/main" val="609769409"/>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633C6-0365-4276-25F0-DE32B675CA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5B3028-2D22-8E48-BF70-0C391C1C295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5CF1241-7483-018E-FA0F-A800EDDD58D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F6AE7D2-3771-FDFA-EDF3-F1B714E623D2}"/>
              </a:ext>
            </a:extLst>
          </p:cNvPr>
          <p:cNvGraphicFramePr/>
          <p:nvPr>
            <p:extLst>
              <p:ext uri="{D42A27DB-BD31-4B8C-83A1-F6EECF244321}">
                <p14:modId xmlns:p14="http://schemas.microsoft.com/office/powerpoint/2010/main" val="339039713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FE1A742-0E2A-3831-8384-B87EB71CA95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4F6AF4E-B055-A845-6B31-E8332794BD0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0FF393D-2AE2-2F2E-304E-F289F5434AA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3181E30-4D46-EA97-959B-E3477D8C465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DDF2EAD-B819-125D-8FB3-66BE7F95E81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0393F9F-BEB4-0D72-3C7D-6AD9CF27BFA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6BB9A65-AD24-29ED-C19F-C919A020F096}"/>
              </a:ext>
            </a:extLst>
          </p:cNvPr>
          <p:cNvSpPr txBox="1">
            <a:spLocks/>
          </p:cNvSpPr>
          <p:nvPr/>
        </p:nvSpPr>
        <p:spPr>
          <a:xfrm>
            <a:off x="152400" y="685800"/>
            <a:ext cx="8624937" cy="63401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Module / Revealing Module (Most Basic &amp; Most Important JS [Structural] Pattern)</a:t>
            </a:r>
          </a:p>
          <a:p>
            <a:pPr marL="12700" marR="5080"/>
            <a:r>
              <a:rPr lang="en-US" sz="1400" kern="0" spc="-80" dirty="0">
                <a:solidFill>
                  <a:schemeClr val="accent2"/>
                </a:solidFill>
              </a:rPr>
              <a:t>When to use: </a:t>
            </a:r>
            <a:r>
              <a:rPr lang="en-US" sz="1400" kern="0" spc="-80" dirty="0">
                <a:solidFill>
                  <a:schemeClr val="accent6"/>
                </a:solidFill>
              </a:rPr>
              <a:t>encapsulate private state and expose API (classic JS pattern).</a:t>
            </a:r>
          </a:p>
          <a:p>
            <a:pPr marL="12700" marR="5080"/>
            <a:r>
              <a:rPr lang="en-US" sz="1400" kern="0" spc="-80" dirty="0">
                <a:solidFill>
                  <a:schemeClr val="accent2"/>
                </a:solidFill>
              </a:rPr>
              <a:t>IIFE / Revealing Module</a:t>
            </a:r>
          </a:p>
          <a:p>
            <a:pPr marL="12700" marR="5080"/>
            <a:r>
              <a:rPr lang="en-US" sz="1400" kern="0" spc="-80" dirty="0">
                <a:solidFill>
                  <a:schemeClr val="accent6"/>
                </a:solidFill>
              </a:rPr>
              <a:t>const Counter = (function(){</a:t>
            </a:r>
          </a:p>
          <a:p>
            <a:pPr marL="12700" marR="5080"/>
            <a:r>
              <a:rPr lang="en-US" sz="1400" kern="0" spc="-80" dirty="0">
                <a:solidFill>
                  <a:schemeClr val="accent6"/>
                </a:solidFill>
              </a:rPr>
              <a:t>  let count = 0;</a:t>
            </a:r>
          </a:p>
          <a:p>
            <a:pPr marL="12700" marR="5080"/>
            <a:r>
              <a:rPr lang="en-US" sz="1400" kern="0" spc="-80" dirty="0">
                <a:solidFill>
                  <a:schemeClr val="accent6"/>
                </a:solidFill>
              </a:rPr>
              <a:t>  function </a:t>
            </a:r>
            <a:r>
              <a:rPr lang="en-US" sz="1400" kern="0" spc="-80" dirty="0" err="1">
                <a:solidFill>
                  <a:schemeClr val="accent6"/>
                </a:solidFill>
              </a:rPr>
              <a:t>inc</a:t>
            </a:r>
            <a:r>
              <a:rPr lang="en-US" sz="1400" kern="0" spc="-80" dirty="0">
                <a:solidFill>
                  <a:schemeClr val="accent6"/>
                </a:solidFill>
              </a:rPr>
              <a:t>(){ count++; }</a:t>
            </a:r>
          </a:p>
          <a:p>
            <a:pPr marL="12700" marR="5080"/>
            <a:r>
              <a:rPr lang="en-US" sz="1400" kern="0" spc="-80" dirty="0">
                <a:solidFill>
                  <a:schemeClr val="accent6"/>
                </a:solidFill>
              </a:rPr>
              <a:t>  function get(){ return count; }</a:t>
            </a:r>
          </a:p>
          <a:p>
            <a:pPr marL="12700" marR="5080"/>
            <a:r>
              <a:rPr lang="en-US" sz="1400" kern="0" spc="-80" dirty="0">
                <a:solidFill>
                  <a:schemeClr val="accent6"/>
                </a:solidFill>
              </a:rPr>
              <a:t>  return { </a:t>
            </a:r>
            <a:r>
              <a:rPr lang="en-US" sz="1400" kern="0" spc="-80" dirty="0" err="1">
                <a:solidFill>
                  <a:schemeClr val="accent6"/>
                </a:solidFill>
              </a:rPr>
              <a:t>inc</a:t>
            </a:r>
            <a:r>
              <a:rPr lang="en-US" sz="1400" kern="0" spc="-80" dirty="0">
                <a:solidFill>
                  <a:schemeClr val="accent6"/>
                </a:solidFill>
              </a:rPr>
              <a:t>, get }; // reveal public API</a:t>
            </a:r>
          </a:p>
          <a:p>
            <a:pPr marL="12700" marR="5080"/>
            <a:r>
              <a:rPr lang="en-US" sz="1400" kern="0" spc="-80" dirty="0">
                <a:solidFill>
                  <a:schemeClr val="accent6"/>
                </a:solidFill>
              </a:rPr>
              <a:t>})();</a:t>
            </a:r>
          </a:p>
          <a:p>
            <a:pPr marL="12700" marR="5080"/>
            <a:r>
              <a:rPr lang="en-US" sz="1400" kern="0" spc="-80" dirty="0">
                <a:solidFill>
                  <a:schemeClr val="accent2"/>
                </a:solidFill>
              </a:rPr>
              <a:t>Use ES modules for modern code.</a:t>
            </a:r>
          </a:p>
          <a:p>
            <a:pPr marL="12700" marR="5080"/>
            <a:endParaRPr lang="en-US" sz="1400" kern="0" spc="-80" dirty="0">
              <a:solidFill>
                <a:schemeClr val="accent2"/>
              </a:solidFill>
            </a:endParaRPr>
          </a:p>
          <a:p>
            <a:pPr marL="12700" marR="5080"/>
            <a:r>
              <a:rPr lang="en-US" sz="1400" kern="0" spc="-80" dirty="0">
                <a:solidFill>
                  <a:schemeClr val="accent2"/>
                </a:solidFill>
              </a:rPr>
              <a:t>Singleton</a:t>
            </a:r>
          </a:p>
          <a:p>
            <a:pPr marL="12700" marR="5080"/>
            <a:r>
              <a:rPr lang="en-US" sz="1400" kern="0" spc="-80" dirty="0">
                <a:solidFill>
                  <a:schemeClr val="accent2"/>
                </a:solidFill>
              </a:rPr>
              <a:t>When to use: </a:t>
            </a:r>
            <a:r>
              <a:rPr lang="en-US" sz="1400" kern="0" spc="-80" dirty="0">
                <a:solidFill>
                  <a:schemeClr val="accent6"/>
                </a:solidFill>
              </a:rPr>
              <a:t>single shared instance across app (config, logger, DB connection). Avoid overuse — singletons can become global state.</a:t>
            </a:r>
          </a:p>
          <a:p>
            <a:pPr marL="12700" marR="5080"/>
            <a:r>
              <a:rPr lang="en-US" sz="1400" kern="0" spc="-80" dirty="0">
                <a:solidFill>
                  <a:schemeClr val="accent2"/>
                </a:solidFill>
              </a:rPr>
              <a:t>ES6 module (recommended)</a:t>
            </a:r>
          </a:p>
          <a:p>
            <a:pPr marL="12700" marR="5080"/>
            <a:r>
              <a:rPr lang="en-US" sz="1400" kern="0" spc="-80" dirty="0">
                <a:solidFill>
                  <a:schemeClr val="accent6"/>
                </a:solidFill>
              </a:rPr>
              <a:t>// logger.js (ES module)</a:t>
            </a:r>
          </a:p>
          <a:p>
            <a:pPr marL="12700" marR="5080"/>
            <a:r>
              <a:rPr lang="en-US" sz="1400" kern="0" spc="-80" dirty="0">
                <a:solidFill>
                  <a:schemeClr val="accent6"/>
                </a:solidFill>
              </a:rPr>
              <a:t>let instance = null;</a:t>
            </a:r>
          </a:p>
          <a:p>
            <a:pPr marL="12700" marR="5080"/>
            <a:r>
              <a:rPr lang="en-US" sz="1400" kern="0" spc="-80" dirty="0">
                <a:solidFill>
                  <a:schemeClr val="accent6"/>
                </a:solidFill>
              </a:rPr>
              <a:t>class Logger {</a:t>
            </a:r>
          </a:p>
          <a:p>
            <a:pPr marL="12700" marR="5080"/>
            <a:r>
              <a:rPr lang="en-US" sz="1400" kern="0" spc="-80" dirty="0">
                <a:solidFill>
                  <a:schemeClr val="accent6"/>
                </a:solidFill>
              </a:rPr>
              <a:t>  constructor() {</a:t>
            </a:r>
          </a:p>
          <a:p>
            <a:pPr marL="12700" marR="5080"/>
            <a:r>
              <a:rPr lang="en-US" sz="1400" kern="0" spc="-80" dirty="0">
                <a:solidFill>
                  <a:schemeClr val="accent6"/>
                </a:solidFill>
              </a:rPr>
              <a:t>    if (instance) return instance;</a:t>
            </a:r>
          </a:p>
          <a:p>
            <a:pPr marL="12700" marR="5080"/>
            <a:r>
              <a:rPr lang="en-US" sz="1400" kern="0" spc="-80" dirty="0">
                <a:solidFill>
                  <a:schemeClr val="accent6"/>
                </a:solidFill>
              </a:rPr>
              <a:t>    </a:t>
            </a:r>
            <a:r>
              <a:rPr lang="en-US" sz="1400" kern="0" spc="-80" dirty="0" err="1">
                <a:solidFill>
                  <a:schemeClr val="accent6"/>
                </a:solidFill>
              </a:rPr>
              <a:t>this.level</a:t>
            </a:r>
            <a:r>
              <a:rPr lang="en-US" sz="1400" kern="0" spc="-80" dirty="0">
                <a:solidFill>
                  <a:schemeClr val="accent6"/>
                </a:solidFill>
              </a:rPr>
              <a:t> = 'info';</a:t>
            </a:r>
          </a:p>
          <a:p>
            <a:pPr marL="12700" marR="5080"/>
            <a:r>
              <a:rPr lang="en-US" sz="1400" kern="0" spc="-80" dirty="0">
                <a:solidFill>
                  <a:schemeClr val="accent6"/>
                </a:solidFill>
              </a:rPr>
              <a:t>    instance = this;</a:t>
            </a:r>
          </a:p>
          <a:p>
            <a:pPr marL="12700" marR="5080"/>
            <a:r>
              <a:rPr lang="en-US" sz="1400" kern="0" spc="-80" dirty="0">
                <a:solidFill>
                  <a:schemeClr val="accent6"/>
                </a:solidFill>
              </a:rPr>
              <a:t>  }</a:t>
            </a:r>
          </a:p>
          <a:p>
            <a:pPr marL="12700" marR="5080"/>
            <a:r>
              <a:rPr lang="en-US" sz="1400" kern="0" spc="-80" dirty="0">
                <a:solidFill>
                  <a:schemeClr val="accent6"/>
                </a:solidFill>
              </a:rPr>
              <a:t>  </a:t>
            </a:r>
            <a:endParaRPr lang="en-US" sz="1400" kern="0" spc="-80" dirty="0">
              <a:solidFill>
                <a:schemeClr val="accent2"/>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6"/>
                </a:solidFill>
              </a:rPr>
              <a:t>  </a:t>
            </a:r>
          </a:p>
        </p:txBody>
      </p:sp>
    </p:spTree>
    <p:extLst>
      <p:ext uri="{BB962C8B-B14F-4D97-AF65-F5344CB8AC3E}">
        <p14:creationId xmlns:p14="http://schemas.microsoft.com/office/powerpoint/2010/main" val="1051936203"/>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39654-55B4-A48F-57DC-3FA63DFDE28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B31FE2D-879A-DF22-FF7F-AF9C8324E46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73A3D5-120C-9834-DB64-B936E6D4969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D308A2D-1A74-5F8C-A7D5-B2437055DE05}"/>
              </a:ext>
            </a:extLst>
          </p:cNvPr>
          <p:cNvGraphicFramePr/>
          <p:nvPr>
            <p:extLst>
              <p:ext uri="{D42A27DB-BD31-4B8C-83A1-F6EECF244321}">
                <p14:modId xmlns:p14="http://schemas.microsoft.com/office/powerpoint/2010/main" val="276024682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3FCB95C-4CF0-EAA4-E500-7AB48FDFF14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176467A-7931-5F61-224A-985D68CF349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AF2928C-882E-957C-CCF7-4EA42EF00AA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A2BE332-0A71-3CBA-2E6F-452E36BF96A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9DD6C66-85BC-79A8-314E-408101310E4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32A0D2B-48DC-FB48-FF43-979A60E5A8F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B93CD92-6772-1F18-E0DA-585E58AAFD95}"/>
              </a:ext>
            </a:extLst>
          </p:cNvPr>
          <p:cNvSpPr txBox="1">
            <a:spLocks/>
          </p:cNvSpPr>
          <p:nvPr/>
        </p:nvSpPr>
        <p:spPr>
          <a:xfrm>
            <a:off x="152400" y="685800"/>
            <a:ext cx="8624937"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CREATIONAL PATTERNS</a:t>
            </a:r>
          </a:p>
          <a:p>
            <a:pPr marL="12700" marR="5080"/>
            <a:r>
              <a:rPr lang="en-US" sz="1400" kern="0" spc="-80" dirty="0">
                <a:solidFill>
                  <a:schemeClr val="accent2"/>
                </a:solidFill>
              </a:rPr>
              <a:t>Singleton</a:t>
            </a:r>
          </a:p>
          <a:p>
            <a:pPr marL="12700" marR="5080"/>
            <a:r>
              <a:rPr lang="en-US" sz="1400" kern="0" spc="-80" dirty="0">
                <a:solidFill>
                  <a:schemeClr val="accent6"/>
                </a:solidFill>
              </a:rPr>
              <a:t>log(msg) { console.log(`[${</a:t>
            </a:r>
            <a:r>
              <a:rPr lang="en-US" sz="1400" kern="0" spc="-80" dirty="0" err="1">
                <a:solidFill>
                  <a:schemeClr val="accent6"/>
                </a:solidFill>
              </a:rPr>
              <a:t>this.level</a:t>
            </a:r>
            <a:r>
              <a:rPr lang="en-US" sz="1400" kern="0" spc="-80" dirty="0">
                <a:solidFill>
                  <a:schemeClr val="accent6"/>
                </a:solidFill>
              </a:rPr>
              <a:t>}] ${msg}`); }</a:t>
            </a:r>
          </a:p>
          <a:p>
            <a:pPr marL="12700" marR="5080"/>
            <a:r>
              <a:rPr lang="en-US" sz="1400" kern="0" spc="-80" dirty="0">
                <a:solidFill>
                  <a:schemeClr val="accent6"/>
                </a:solidFill>
              </a:rPr>
              <a:t>}</a:t>
            </a:r>
          </a:p>
          <a:p>
            <a:pPr marL="12700" marR="5080"/>
            <a:r>
              <a:rPr lang="en-US" sz="1400" kern="0" spc="-80" dirty="0">
                <a:solidFill>
                  <a:schemeClr val="accent6"/>
                </a:solidFill>
              </a:rPr>
              <a:t>export default new Logger(); // single instance</a:t>
            </a:r>
          </a:p>
          <a:p>
            <a:pPr marL="12700" marR="5080"/>
            <a:r>
              <a:rPr lang="en-US" sz="1400" kern="0" spc="-80" dirty="0">
                <a:solidFill>
                  <a:schemeClr val="accent2"/>
                </a:solidFill>
              </a:rPr>
              <a:t>Factory function + closure (alternate)</a:t>
            </a:r>
          </a:p>
          <a:p>
            <a:pPr marL="12700" marR="5080"/>
            <a:r>
              <a:rPr lang="en-US" sz="1400" kern="0" spc="-80" dirty="0">
                <a:solidFill>
                  <a:schemeClr val="accent6"/>
                </a:solidFill>
              </a:rPr>
              <a:t>const Logger = (function(){</a:t>
            </a:r>
          </a:p>
          <a:p>
            <a:pPr marL="12700" marR="5080"/>
            <a:r>
              <a:rPr lang="en-US" sz="1400" kern="0" spc="-80" dirty="0">
                <a:solidFill>
                  <a:schemeClr val="accent6"/>
                </a:solidFill>
              </a:rPr>
              <a:t>  let instance;</a:t>
            </a:r>
          </a:p>
          <a:p>
            <a:pPr marL="12700" marR="5080"/>
            <a:r>
              <a:rPr lang="en-US" sz="1400" kern="0" spc="-80" dirty="0">
                <a:solidFill>
                  <a:schemeClr val="accent6"/>
                </a:solidFill>
              </a:rPr>
              <a:t>  function create() {</a:t>
            </a:r>
          </a:p>
          <a:p>
            <a:pPr marL="12700" marR="5080"/>
            <a:r>
              <a:rPr lang="en-US" sz="1400" kern="0" spc="-80" dirty="0">
                <a:solidFill>
                  <a:schemeClr val="accent6"/>
                </a:solidFill>
              </a:rPr>
              <a:t>    return { level: 'info', log(msg){ console.log(`[${</a:t>
            </a:r>
            <a:r>
              <a:rPr lang="en-US" sz="1400" kern="0" spc="-80" dirty="0" err="1">
                <a:solidFill>
                  <a:schemeClr val="accent6"/>
                </a:solidFill>
              </a:rPr>
              <a:t>this.level</a:t>
            </a:r>
            <a:r>
              <a:rPr lang="en-US" sz="1400" kern="0" spc="-80" dirty="0">
                <a:solidFill>
                  <a:schemeClr val="accent6"/>
                </a:solidFill>
              </a:rPr>
              <a:t>}] ${msg}`);} };</a:t>
            </a:r>
          </a:p>
          <a:p>
            <a:pPr marL="12700" marR="5080"/>
            <a:r>
              <a:rPr lang="en-US" sz="1400" kern="0" spc="-80" dirty="0">
                <a:solidFill>
                  <a:schemeClr val="accent6"/>
                </a:solidFill>
              </a:rPr>
              <a:t>  }</a:t>
            </a:r>
          </a:p>
          <a:p>
            <a:pPr marL="12700" marR="5080"/>
            <a:r>
              <a:rPr lang="en-US" sz="1400" kern="0" spc="-80" dirty="0">
                <a:solidFill>
                  <a:schemeClr val="accent6"/>
                </a:solidFill>
              </a:rPr>
              <a:t>return {</a:t>
            </a:r>
          </a:p>
          <a:p>
            <a:pPr marL="12700" marR="5080"/>
            <a:r>
              <a:rPr lang="en-US" sz="1400" kern="0" spc="-80" dirty="0">
                <a:solidFill>
                  <a:schemeClr val="accent6"/>
                </a:solidFill>
              </a:rPr>
              <a:t>    </a:t>
            </a:r>
            <a:r>
              <a:rPr lang="en-US" sz="1400" kern="0" spc="-80" dirty="0" err="1">
                <a:solidFill>
                  <a:schemeClr val="accent6"/>
                </a:solidFill>
              </a:rPr>
              <a:t>getInstance</a:t>
            </a:r>
            <a:r>
              <a:rPr lang="en-US" sz="1400" kern="0" spc="-80" dirty="0">
                <a:solidFill>
                  <a:schemeClr val="accent6"/>
                </a:solidFill>
              </a:rPr>
              <a:t>(){ if(!instance) instance = create(); return instance; }</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Factory Method / Simple Factory</a:t>
            </a:r>
          </a:p>
          <a:p>
            <a:pPr marL="12700" marR="5080"/>
            <a:r>
              <a:rPr lang="en-US" sz="1400" kern="0" spc="-80" dirty="0">
                <a:solidFill>
                  <a:schemeClr val="accent2"/>
                </a:solidFill>
              </a:rPr>
              <a:t>When to use: </a:t>
            </a:r>
            <a:r>
              <a:rPr lang="en-US" sz="1400" kern="0" spc="-80" dirty="0">
                <a:solidFill>
                  <a:schemeClr val="accent6"/>
                </a:solidFill>
              </a:rPr>
              <a:t>create objects when caller should be decoupled from concrete classes.</a:t>
            </a:r>
          </a:p>
          <a:p>
            <a:pPr marL="12700" marR="5080"/>
            <a:r>
              <a:rPr lang="en-US" sz="1400" kern="0" spc="-80" dirty="0">
                <a:solidFill>
                  <a:schemeClr val="accent6"/>
                </a:solidFill>
              </a:rPr>
              <a:t>Example — class hierarchy + factory</a:t>
            </a:r>
          </a:p>
          <a:p>
            <a:pPr marL="12700" marR="5080"/>
            <a:r>
              <a:rPr lang="en-US" sz="1400" kern="0" spc="-80" dirty="0">
                <a:solidFill>
                  <a:schemeClr val="accent6"/>
                </a:solidFill>
              </a:rPr>
              <a:t>class Cat { speak(){ return 'meow'; } }</a:t>
            </a:r>
          </a:p>
          <a:p>
            <a:pPr marL="12700" marR="5080"/>
            <a:r>
              <a:rPr lang="en-US" sz="1400" kern="0" spc="-80" dirty="0">
                <a:solidFill>
                  <a:schemeClr val="accent6"/>
                </a:solidFill>
              </a:rPr>
              <a:t>class Dog { speak(){ return 'woof'; } }</a:t>
            </a:r>
          </a:p>
          <a:p>
            <a:pPr marL="12700" marR="5080"/>
            <a:r>
              <a:rPr lang="en-US" sz="1400" kern="0" spc="-80" dirty="0">
                <a:solidFill>
                  <a:schemeClr val="accent6"/>
                </a:solidFill>
              </a:rPr>
              <a:t>class </a:t>
            </a:r>
            <a:r>
              <a:rPr lang="en-US" sz="1400" kern="0" spc="-80" dirty="0" err="1">
                <a:solidFill>
                  <a:schemeClr val="accent6"/>
                </a:solidFill>
              </a:rPr>
              <a:t>AnimalFactory</a:t>
            </a:r>
            <a:r>
              <a:rPr lang="en-US" sz="1400" kern="0" spc="-80" dirty="0">
                <a:solidFill>
                  <a:schemeClr val="accent6"/>
                </a:solidFill>
              </a:rPr>
              <a:t> {</a:t>
            </a:r>
          </a:p>
          <a:p>
            <a:pPr marL="12700" marR="5080"/>
            <a:r>
              <a:rPr lang="en-US" sz="1400" kern="0" spc="-80" dirty="0">
                <a:solidFill>
                  <a:schemeClr val="accent6"/>
                </a:solidFill>
              </a:rPr>
              <a:t>  static create(type){</a:t>
            </a:r>
          </a:p>
          <a:p>
            <a:pPr marL="12700" marR="5080"/>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400" kern="0" spc="-80" dirty="0">
                <a:solidFill>
                  <a:schemeClr val="accent6"/>
                </a:solidFill>
              </a:rPr>
              <a:t>  </a:t>
            </a:r>
            <a:endParaRPr lang="en-US" sz="1500" kern="0" spc="-80" dirty="0">
              <a:solidFill>
                <a:schemeClr val="accent2"/>
              </a:solidFill>
            </a:endParaRPr>
          </a:p>
        </p:txBody>
      </p:sp>
    </p:spTree>
    <p:extLst>
      <p:ext uri="{BB962C8B-B14F-4D97-AF65-F5344CB8AC3E}">
        <p14:creationId xmlns:p14="http://schemas.microsoft.com/office/powerpoint/2010/main" val="27787880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3C9F8-D11D-965B-2CB9-F48790E6D9E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8EF08DD-EBBB-7FF6-0963-3FCDDA602F0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49CC4D-D3E8-F0A7-AA1C-CF8DB869F82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B4EE07B-63D1-F872-1FBF-E82C8A974B18}"/>
              </a:ext>
            </a:extLst>
          </p:cNvPr>
          <p:cNvGraphicFramePr/>
          <p:nvPr>
            <p:extLst>
              <p:ext uri="{D42A27DB-BD31-4B8C-83A1-F6EECF244321}">
                <p14:modId xmlns:p14="http://schemas.microsoft.com/office/powerpoint/2010/main" val="22577314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9C66D72-F3C4-5FEA-211A-430E99D67A0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D483F86-1347-DAEF-F2D6-0A86139446C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17D43BB-AA98-D1B8-C7D9-E30244FE2C8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241F0FF-A9E2-85E1-A37D-F703EA053BD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42EA2FB-55E3-275C-AE40-2F2B439E859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B36435B-00AA-D7C6-B05E-916A9811515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95AB495-9972-E34A-C10F-FC1B0C30FCD8}"/>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CREATIONAL PATTERNS</a:t>
            </a:r>
          </a:p>
          <a:p>
            <a:pPr marL="12700" marR="5080"/>
            <a:r>
              <a:rPr lang="en-US" sz="1400" kern="0" spc="-80" dirty="0">
                <a:solidFill>
                  <a:schemeClr val="accent2"/>
                </a:solidFill>
              </a:rPr>
              <a:t>Factory Method / Simple Factory</a:t>
            </a:r>
          </a:p>
          <a:p>
            <a:pPr marL="12700" marR="5080"/>
            <a:r>
              <a:rPr lang="en-US" sz="1400" kern="0" spc="-80" dirty="0">
                <a:solidFill>
                  <a:schemeClr val="accent6"/>
                </a:solidFill>
              </a:rPr>
              <a:t>if(type === 'cat') return new Cat();</a:t>
            </a:r>
          </a:p>
          <a:p>
            <a:pPr marL="12700" marR="5080"/>
            <a:r>
              <a:rPr lang="en-US" sz="1400" kern="0" spc="-80" dirty="0">
                <a:solidFill>
                  <a:schemeClr val="accent6"/>
                </a:solidFill>
              </a:rPr>
              <a:t>if(type === 'dog') return new Dog();</a:t>
            </a:r>
          </a:p>
          <a:p>
            <a:pPr marL="12700" marR="5080"/>
            <a:r>
              <a:rPr lang="en-US" sz="1400" kern="0" spc="-80" dirty="0">
                <a:solidFill>
                  <a:schemeClr val="accent6"/>
                </a:solidFill>
              </a:rPr>
              <a:t>    throw new Error('Unknown type');</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 usage</a:t>
            </a:r>
          </a:p>
          <a:p>
            <a:pPr marL="12700" marR="5080"/>
            <a:r>
              <a:rPr lang="en-US" sz="1400" kern="0" spc="-80" dirty="0">
                <a:solidFill>
                  <a:schemeClr val="accent6"/>
                </a:solidFill>
              </a:rPr>
              <a:t>const pet = </a:t>
            </a:r>
            <a:r>
              <a:rPr lang="en-US" sz="1400" kern="0" spc="-80" dirty="0" err="1">
                <a:solidFill>
                  <a:schemeClr val="accent6"/>
                </a:solidFill>
              </a:rPr>
              <a:t>AnimalFactory.create</a:t>
            </a:r>
            <a:r>
              <a:rPr lang="en-US" sz="1400" kern="0" spc="-80" dirty="0">
                <a:solidFill>
                  <a:schemeClr val="accent6"/>
                </a:solidFill>
              </a:rPr>
              <a:t>('dog');</a:t>
            </a:r>
          </a:p>
          <a:p>
            <a:pPr marL="12700" marR="5080"/>
            <a:r>
              <a:rPr lang="en-US" sz="1400" kern="0" spc="-80" dirty="0">
                <a:solidFill>
                  <a:schemeClr val="accent6"/>
                </a:solidFill>
              </a:rPr>
              <a:t>console.log(</a:t>
            </a:r>
            <a:r>
              <a:rPr lang="en-US" sz="1400" kern="0" spc="-80" dirty="0" err="1">
                <a:solidFill>
                  <a:schemeClr val="accent6"/>
                </a:solidFill>
              </a:rPr>
              <a:t>pet.speak</a:t>
            </a:r>
            <a:r>
              <a:rPr lang="en-US" sz="1400" kern="0" spc="-80" dirty="0">
                <a:solidFill>
                  <a:schemeClr val="accent6"/>
                </a:solidFill>
              </a:rPr>
              <a:t>()); // 'woof’</a:t>
            </a:r>
          </a:p>
          <a:p>
            <a:pPr marL="12700" marR="5080"/>
            <a:endParaRPr lang="en-US" sz="1400" kern="0" spc="-80" dirty="0">
              <a:solidFill>
                <a:schemeClr val="accent6"/>
              </a:solidFill>
            </a:endParaRPr>
          </a:p>
          <a:p>
            <a:pPr marL="12700" marR="5080"/>
            <a:r>
              <a:rPr lang="en-US" sz="1400" kern="0" spc="-80" dirty="0">
                <a:solidFill>
                  <a:schemeClr val="accent2"/>
                </a:solidFill>
              </a:rPr>
              <a:t>Abstract Factory</a:t>
            </a:r>
          </a:p>
          <a:p>
            <a:pPr marL="12700" marR="5080"/>
            <a:r>
              <a:rPr lang="en-US" sz="1400" kern="0" spc="-80" dirty="0">
                <a:solidFill>
                  <a:schemeClr val="accent2"/>
                </a:solidFill>
              </a:rPr>
              <a:t>When to use: </a:t>
            </a:r>
            <a:r>
              <a:rPr lang="en-US" sz="1400" kern="0" spc="-80" dirty="0">
                <a:solidFill>
                  <a:schemeClr val="accent6"/>
                </a:solidFill>
              </a:rPr>
              <a:t>produce families of related objects (e.g., UI components for different themes/platforms).</a:t>
            </a:r>
          </a:p>
          <a:p>
            <a:pPr marL="12700" marR="5080"/>
            <a:r>
              <a:rPr lang="en-US" sz="1400" kern="0" spc="-80" dirty="0">
                <a:solidFill>
                  <a:schemeClr val="accent6"/>
                </a:solidFill>
              </a:rPr>
              <a:t>Sketch:</a:t>
            </a:r>
          </a:p>
          <a:p>
            <a:pPr marL="12700" marR="5080"/>
            <a:r>
              <a:rPr lang="en-US" sz="1400" kern="0" spc="-80" dirty="0">
                <a:solidFill>
                  <a:schemeClr val="accent6"/>
                </a:solidFill>
              </a:rPr>
              <a:t>class </a:t>
            </a:r>
            <a:r>
              <a:rPr lang="en-US" sz="1400" kern="0" spc="-80" dirty="0" err="1">
                <a:solidFill>
                  <a:schemeClr val="accent6"/>
                </a:solidFill>
              </a:rPr>
              <a:t>MacButton</a:t>
            </a:r>
            <a:r>
              <a:rPr lang="en-US" sz="1400" kern="0" spc="-80" dirty="0">
                <a:solidFill>
                  <a:schemeClr val="accent6"/>
                </a:solidFill>
              </a:rPr>
              <a:t> { render(){ /*...*/ } }</a:t>
            </a:r>
          </a:p>
          <a:p>
            <a:pPr marL="12700" marR="5080"/>
            <a:r>
              <a:rPr lang="en-US" sz="1400" kern="0" spc="-80" dirty="0">
                <a:solidFill>
                  <a:schemeClr val="accent6"/>
                </a:solidFill>
              </a:rPr>
              <a:t>class </a:t>
            </a:r>
            <a:r>
              <a:rPr lang="en-US" sz="1400" kern="0" spc="-80" dirty="0" err="1">
                <a:solidFill>
                  <a:schemeClr val="accent6"/>
                </a:solidFill>
              </a:rPr>
              <a:t>WinButton</a:t>
            </a:r>
            <a:r>
              <a:rPr lang="en-US" sz="1400" kern="0" spc="-80" dirty="0">
                <a:solidFill>
                  <a:schemeClr val="accent6"/>
                </a:solidFill>
              </a:rPr>
              <a:t> { render(){ /*...*/ } }</a:t>
            </a:r>
          </a:p>
          <a:p>
            <a:pPr marL="12700" marR="5080"/>
            <a:r>
              <a:rPr lang="en-US" sz="1400" kern="0" spc="-80" dirty="0">
                <a:solidFill>
                  <a:schemeClr val="accent6"/>
                </a:solidFill>
              </a:rPr>
              <a:t>class </a:t>
            </a:r>
            <a:r>
              <a:rPr lang="en-US" sz="1400" kern="0" spc="-80" dirty="0" err="1">
                <a:solidFill>
                  <a:schemeClr val="accent6"/>
                </a:solidFill>
              </a:rPr>
              <a:t>MacFactory</a:t>
            </a:r>
            <a:r>
              <a:rPr lang="en-US" sz="1400" kern="0" spc="-80" dirty="0">
                <a:solidFill>
                  <a:schemeClr val="accent6"/>
                </a:solidFill>
              </a:rPr>
              <a:t> {</a:t>
            </a:r>
          </a:p>
          <a:p>
            <a:pPr marL="12700" marR="5080"/>
            <a:r>
              <a:rPr lang="en-US" sz="1400" kern="0" spc="-80" dirty="0">
                <a:solidFill>
                  <a:schemeClr val="accent6"/>
                </a:solidFill>
              </a:rPr>
              <a:t>  </a:t>
            </a:r>
            <a:r>
              <a:rPr lang="en-US" sz="1400" kern="0" spc="-80" dirty="0" err="1">
                <a:solidFill>
                  <a:schemeClr val="accent6"/>
                </a:solidFill>
              </a:rPr>
              <a:t>createButton</a:t>
            </a:r>
            <a:r>
              <a:rPr lang="en-US" sz="1400" kern="0" spc="-80" dirty="0">
                <a:solidFill>
                  <a:schemeClr val="accent6"/>
                </a:solidFill>
              </a:rPr>
              <a:t>(){ return new </a:t>
            </a:r>
            <a:r>
              <a:rPr lang="en-US" sz="1400" kern="0" spc="-80" dirty="0" err="1">
                <a:solidFill>
                  <a:schemeClr val="accent6"/>
                </a:solidFill>
              </a:rPr>
              <a:t>MacButton</a:t>
            </a:r>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class </a:t>
            </a:r>
            <a:r>
              <a:rPr lang="en-US" sz="1400" kern="0" spc="-80" dirty="0" err="1">
                <a:solidFill>
                  <a:schemeClr val="accent6"/>
                </a:solidFill>
              </a:rPr>
              <a:t>WinFactory</a:t>
            </a:r>
            <a:r>
              <a:rPr lang="en-US" sz="1400" kern="0" spc="-80" dirty="0">
                <a:solidFill>
                  <a:schemeClr val="accent6"/>
                </a:solidFill>
              </a:rPr>
              <a:t> {</a:t>
            </a:r>
          </a:p>
          <a:p>
            <a:pPr marL="12700" marR="5080"/>
            <a:r>
              <a:rPr lang="en-US" sz="1400" kern="0" spc="-80" dirty="0">
                <a:solidFill>
                  <a:schemeClr val="accent6"/>
                </a:solidFill>
              </a:rPr>
              <a:t>  </a:t>
            </a:r>
            <a:r>
              <a:rPr lang="en-US" sz="1400" kern="0" spc="-80" dirty="0" err="1">
                <a:solidFill>
                  <a:schemeClr val="accent6"/>
                </a:solidFill>
              </a:rPr>
              <a:t>createButton</a:t>
            </a:r>
            <a:r>
              <a:rPr lang="en-US" sz="1400" kern="0" spc="-80" dirty="0">
                <a:solidFill>
                  <a:schemeClr val="accent6"/>
                </a:solidFill>
              </a:rPr>
              <a:t>(){ return new </a:t>
            </a:r>
            <a:r>
              <a:rPr lang="en-US" sz="1400" kern="0" spc="-80" dirty="0" err="1">
                <a:solidFill>
                  <a:schemeClr val="accent6"/>
                </a:solidFill>
              </a:rPr>
              <a:t>WinButton</a:t>
            </a:r>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function client(factory){ return </a:t>
            </a:r>
            <a:r>
              <a:rPr lang="en-US" sz="1400" kern="0" spc="-80" dirty="0" err="1">
                <a:solidFill>
                  <a:schemeClr val="accent6"/>
                </a:solidFill>
              </a:rPr>
              <a:t>factory.createButton</a:t>
            </a:r>
            <a:r>
              <a:rPr lang="en-US" sz="1400" kern="0" spc="-80" dirty="0">
                <a:solidFill>
                  <a:schemeClr val="accent6"/>
                </a:solidFill>
              </a:rPr>
              <a:t>(); }</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96526838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EF7BC5-759B-4A2C-0EC7-758D1BB30BD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F3D5944-5084-2EF7-9C82-1C93CDECACA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08E22C-84B6-B128-CB7B-426A5A40801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5024754-B344-550D-E4DF-8D2DEE089D7E}"/>
              </a:ext>
            </a:extLst>
          </p:cNvPr>
          <p:cNvGraphicFramePr/>
          <p:nvPr>
            <p:extLst>
              <p:ext uri="{D42A27DB-BD31-4B8C-83A1-F6EECF244321}">
                <p14:modId xmlns:p14="http://schemas.microsoft.com/office/powerpoint/2010/main" val="302783040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73BF1AE-AA67-0D52-872C-47329AAADCC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E339FAE-D5B6-1DED-CC6A-4219FF507B8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2AC136B-C530-2E2A-3C0A-36DE93EC7ED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40DD5DE-771C-B176-CA2D-9EACCEEE5CF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FBB726A-1C55-EA66-FD6B-34C726A5B73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A014F5E-47A6-4E91-5793-25B82CA3919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78F375E-5CBB-C669-49EB-532F3C2CD0E4}"/>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CREATIONAL PATTERNS</a:t>
            </a:r>
          </a:p>
          <a:p>
            <a:pPr marL="12700" marR="5080"/>
            <a:r>
              <a:rPr lang="en-US" sz="1400" kern="0" spc="-80" dirty="0">
                <a:solidFill>
                  <a:schemeClr val="accent2"/>
                </a:solidFill>
              </a:rPr>
              <a:t>Builder</a:t>
            </a:r>
          </a:p>
          <a:p>
            <a:pPr marL="12700" marR="5080"/>
            <a:r>
              <a:rPr lang="en-US" sz="1400" kern="0" spc="-80" dirty="0">
                <a:solidFill>
                  <a:schemeClr val="accent2"/>
                </a:solidFill>
              </a:rPr>
              <a:t>When to use: </a:t>
            </a:r>
            <a:r>
              <a:rPr lang="en-US" sz="1400" kern="0" spc="-80" dirty="0">
                <a:solidFill>
                  <a:schemeClr val="accent6"/>
                </a:solidFill>
              </a:rPr>
              <a:t>constructing complex objects step-by-step (e.g., building a configuration or large DTO).</a:t>
            </a:r>
          </a:p>
          <a:p>
            <a:pPr marL="12700" marR="5080"/>
            <a:r>
              <a:rPr lang="en-US" sz="1400" kern="0" spc="-80" dirty="0">
                <a:solidFill>
                  <a:schemeClr val="accent2"/>
                </a:solidFill>
              </a:rPr>
              <a:t>Fluent builder (ES6 class)</a:t>
            </a:r>
          </a:p>
          <a:p>
            <a:pPr marL="12700" marR="5080"/>
            <a:r>
              <a:rPr lang="en-US" sz="1400" kern="0" spc="-80" dirty="0">
                <a:solidFill>
                  <a:schemeClr val="accent6"/>
                </a:solidFill>
              </a:rPr>
              <a:t>class Pizza {</a:t>
            </a:r>
          </a:p>
          <a:p>
            <a:pPr marL="12700" marR="5080"/>
            <a:r>
              <a:rPr lang="en-US" sz="1400" kern="0" spc="-80" dirty="0">
                <a:solidFill>
                  <a:schemeClr val="accent6"/>
                </a:solidFill>
              </a:rPr>
              <a:t>  constructor() { </a:t>
            </a:r>
            <a:r>
              <a:rPr lang="en-US" sz="1400" kern="0" spc="-80" dirty="0" err="1">
                <a:solidFill>
                  <a:schemeClr val="accent6"/>
                </a:solidFill>
              </a:rPr>
              <a:t>this.toppings</a:t>
            </a:r>
            <a:r>
              <a:rPr lang="en-US" sz="1400" kern="0" spc="-80" dirty="0">
                <a:solidFill>
                  <a:schemeClr val="accent6"/>
                </a:solidFill>
              </a:rPr>
              <a:t> = []; }</a:t>
            </a:r>
          </a:p>
          <a:p>
            <a:pPr marL="12700" marR="5080"/>
            <a:r>
              <a:rPr lang="en-US" sz="1400" kern="0" spc="-80" dirty="0">
                <a:solidFill>
                  <a:schemeClr val="accent6"/>
                </a:solidFill>
              </a:rPr>
              <a:t>}</a:t>
            </a:r>
          </a:p>
          <a:p>
            <a:pPr marL="12700" marR="5080"/>
            <a:r>
              <a:rPr lang="en-US" sz="1400" kern="0" spc="-80" dirty="0">
                <a:solidFill>
                  <a:schemeClr val="accent6"/>
                </a:solidFill>
              </a:rPr>
              <a:t>class </a:t>
            </a:r>
            <a:r>
              <a:rPr lang="en-US" sz="1400" kern="0" spc="-80" dirty="0" err="1">
                <a:solidFill>
                  <a:schemeClr val="accent6"/>
                </a:solidFill>
              </a:rPr>
              <a:t>PizzaBuilder</a:t>
            </a:r>
            <a:r>
              <a:rPr lang="en-US" sz="1400" kern="0" spc="-80" dirty="0">
                <a:solidFill>
                  <a:schemeClr val="accent6"/>
                </a:solidFill>
              </a:rPr>
              <a:t> {</a:t>
            </a:r>
          </a:p>
          <a:p>
            <a:pPr marL="12700" marR="5080"/>
            <a:r>
              <a:rPr lang="en-US" sz="1400" kern="0" spc="-80" dirty="0">
                <a:solidFill>
                  <a:schemeClr val="accent6"/>
                </a:solidFill>
              </a:rPr>
              <a:t>  constructor(){ </a:t>
            </a:r>
            <a:r>
              <a:rPr lang="en-US" sz="1400" kern="0" spc="-80" dirty="0" err="1">
                <a:solidFill>
                  <a:schemeClr val="accent6"/>
                </a:solidFill>
              </a:rPr>
              <a:t>this.pizza</a:t>
            </a:r>
            <a:r>
              <a:rPr lang="en-US" sz="1400" kern="0" spc="-80" dirty="0">
                <a:solidFill>
                  <a:schemeClr val="accent6"/>
                </a:solidFill>
              </a:rPr>
              <a:t> = new Pizza(); }</a:t>
            </a:r>
          </a:p>
          <a:p>
            <a:pPr marL="12700" marR="5080"/>
            <a:r>
              <a:rPr lang="en-US" sz="1400" kern="0" spc="-80" dirty="0">
                <a:solidFill>
                  <a:schemeClr val="accent6"/>
                </a:solidFill>
              </a:rPr>
              <a:t>  </a:t>
            </a:r>
            <a:r>
              <a:rPr lang="en-US" sz="1400" kern="0" spc="-80" dirty="0" err="1">
                <a:solidFill>
                  <a:schemeClr val="accent6"/>
                </a:solidFill>
              </a:rPr>
              <a:t>addTopping</a:t>
            </a:r>
            <a:r>
              <a:rPr lang="en-US" sz="1400" kern="0" spc="-80" dirty="0">
                <a:solidFill>
                  <a:schemeClr val="accent6"/>
                </a:solidFill>
              </a:rPr>
              <a:t>(t){ </a:t>
            </a:r>
            <a:r>
              <a:rPr lang="en-US" sz="1400" kern="0" spc="-80" dirty="0" err="1">
                <a:solidFill>
                  <a:schemeClr val="accent6"/>
                </a:solidFill>
              </a:rPr>
              <a:t>this.pizza.toppings.push</a:t>
            </a:r>
            <a:r>
              <a:rPr lang="en-US" sz="1400" kern="0" spc="-80" dirty="0">
                <a:solidFill>
                  <a:schemeClr val="accent6"/>
                </a:solidFill>
              </a:rPr>
              <a:t>(t); return this; }</a:t>
            </a:r>
          </a:p>
          <a:p>
            <a:pPr marL="12700" marR="5080"/>
            <a:r>
              <a:rPr lang="en-US" sz="1400" kern="0" spc="-80" dirty="0" err="1">
                <a:solidFill>
                  <a:schemeClr val="accent6"/>
                </a:solidFill>
              </a:rPr>
              <a:t>setSize</a:t>
            </a:r>
            <a:r>
              <a:rPr lang="en-US" sz="1400" kern="0" spc="-80" dirty="0">
                <a:solidFill>
                  <a:schemeClr val="accent6"/>
                </a:solidFill>
              </a:rPr>
              <a:t>(s){ </a:t>
            </a:r>
            <a:r>
              <a:rPr lang="en-US" sz="1400" kern="0" spc="-80" dirty="0" err="1">
                <a:solidFill>
                  <a:schemeClr val="accent6"/>
                </a:solidFill>
              </a:rPr>
              <a:t>this.pizza.size</a:t>
            </a:r>
            <a:r>
              <a:rPr lang="en-US" sz="1400" kern="0" spc="-80" dirty="0">
                <a:solidFill>
                  <a:schemeClr val="accent6"/>
                </a:solidFill>
              </a:rPr>
              <a:t> = s; return this; }</a:t>
            </a:r>
          </a:p>
          <a:p>
            <a:pPr marL="12700" marR="5080"/>
            <a:r>
              <a:rPr lang="en-US" sz="1400" kern="0" spc="-80" dirty="0">
                <a:solidFill>
                  <a:schemeClr val="accent6"/>
                </a:solidFill>
              </a:rPr>
              <a:t>  build(){ return </a:t>
            </a:r>
            <a:r>
              <a:rPr lang="en-US" sz="1400" kern="0" spc="-80" dirty="0" err="1">
                <a:solidFill>
                  <a:schemeClr val="accent6"/>
                </a:solidFill>
              </a:rPr>
              <a:t>this.pizza</a:t>
            </a:r>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 usage</a:t>
            </a:r>
          </a:p>
          <a:p>
            <a:pPr marL="12700" marR="5080"/>
            <a:r>
              <a:rPr lang="en-US" sz="1400" kern="0" spc="-80" dirty="0">
                <a:solidFill>
                  <a:schemeClr val="accent6"/>
                </a:solidFill>
              </a:rPr>
              <a:t>const pizza = new </a:t>
            </a:r>
            <a:r>
              <a:rPr lang="en-US" sz="1400" kern="0" spc="-80" dirty="0" err="1">
                <a:solidFill>
                  <a:schemeClr val="accent6"/>
                </a:solidFill>
              </a:rPr>
              <a:t>PizzaBuilder</a:t>
            </a:r>
            <a:r>
              <a:rPr lang="en-US" sz="1400" kern="0" spc="-80" dirty="0">
                <a:solidFill>
                  <a:schemeClr val="accent6"/>
                </a:solidFill>
              </a:rPr>
              <a:t>().</a:t>
            </a:r>
            <a:r>
              <a:rPr lang="en-US" sz="1400" kern="0" spc="-80" dirty="0" err="1">
                <a:solidFill>
                  <a:schemeClr val="accent6"/>
                </a:solidFill>
              </a:rPr>
              <a:t>setSize</a:t>
            </a:r>
            <a:r>
              <a:rPr lang="en-US" sz="1400" kern="0" spc="-80" dirty="0">
                <a:solidFill>
                  <a:schemeClr val="accent6"/>
                </a:solidFill>
              </a:rPr>
              <a:t>('large').</a:t>
            </a:r>
            <a:r>
              <a:rPr lang="en-US" sz="1400" kern="0" spc="-80" dirty="0" err="1">
                <a:solidFill>
                  <a:schemeClr val="accent6"/>
                </a:solidFill>
              </a:rPr>
              <a:t>addTopping</a:t>
            </a:r>
            <a:r>
              <a:rPr lang="en-US" sz="1400" kern="0" spc="-80" dirty="0">
                <a:solidFill>
                  <a:schemeClr val="accent6"/>
                </a:solidFill>
              </a:rPr>
              <a:t>('cheese').build();</a:t>
            </a:r>
          </a:p>
          <a:p>
            <a:pPr marL="12700" marR="5080"/>
            <a:endParaRPr lang="en-US" sz="1400" kern="0" spc="-80" dirty="0">
              <a:solidFill>
                <a:schemeClr val="accent6"/>
              </a:solidFill>
            </a:endParaRPr>
          </a:p>
          <a:p>
            <a:pPr marL="12700" marR="5080"/>
            <a:r>
              <a:rPr lang="en-US" sz="1400" kern="0" spc="-80" dirty="0">
                <a:solidFill>
                  <a:schemeClr val="accent2"/>
                </a:solidFill>
              </a:rPr>
              <a:t>Prototype Pattern</a:t>
            </a:r>
          </a:p>
          <a:p>
            <a:pPr marL="12700" marR="5080"/>
            <a:r>
              <a:rPr lang="en-US" sz="1400" kern="0" spc="-80" dirty="0">
                <a:solidFill>
                  <a:schemeClr val="accent2"/>
                </a:solidFill>
              </a:rPr>
              <a:t>When to use:</a:t>
            </a:r>
            <a:r>
              <a:rPr lang="en-US" sz="1400" kern="0" spc="-80" dirty="0">
                <a:solidFill>
                  <a:schemeClr val="accent6"/>
                </a:solidFill>
              </a:rPr>
              <a:t> clone objects efficiently; object shares behavior on prototype.</a:t>
            </a:r>
          </a:p>
          <a:p>
            <a:pPr marL="12700" marR="5080"/>
            <a:r>
              <a:rPr lang="en-US" sz="1400" kern="0" spc="-80" dirty="0">
                <a:solidFill>
                  <a:schemeClr val="accent6"/>
                </a:solidFill>
              </a:rPr>
              <a:t>Using </a:t>
            </a:r>
            <a:r>
              <a:rPr lang="en-US" sz="1400" kern="0" spc="-80" dirty="0" err="1">
                <a:solidFill>
                  <a:schemeClr val="accent6"/>
                </a:solidFill>
              </a:rPr>
              <a:t>Object.create</a:t>
            </a:r>
            <a:endParaRPr lang="en-US" sz="1400" kern="0" spc="-80" dirty="0">
              <a:solidFill>
                <a:schemeClr val="accent6"/>
              </a:solidFill>
            </a:endParaRPr>
          </a:p>
          <a:p>
            <a:pPr marL="12700" marR="5080"/>
            <a:r>
              <a:rPr lang="en-US" sz="1400" kern="0" spc="-80" dirty="0">
                <a:solidFill>
                  <a:schemeClr val="accent6"/>
                </a:solidFill>
              </a:rPr>
              <a:t>const </a:t>
            </a:r>
            <a:r>
              <a:rPr lang="en-US" sz="1400" kern="0" spc="-80" dirty="0" err="1">
                <a:solidFill>
                  <a:schemeClr val="accent6"/>
                </a:solidFill>
              </a:rPr>
              <a:t>animalProto</a:t>
            </a:r>
            <a:r>
              <a:rPr lang="en-US" sz="1400" kern="0" spc="-80" dirty="0">
                <a:solidFill>
                  <a:schemeClr val="accent6"/>
                </a:solidFill>
              </a:rPr>
              <a:t> = {</a:t>
            </a:r>
          </a:p>
          <a:p>
            <a:pPr marL="12700" marR="5080"/>
            <a:r>
              <a:rPr lang="en-US" sz="1400" kern="0" spc="-80" dirty="0">
                <a:solidFill>
                  <a:schemeClr val="accent6"/>
                </a:solidFill>
              </a:rPr>
              <a:t>  speak(){ console.log(</a:t>
            </a:r>
            <a:r>
              <a:rPr lang="en-US" sz="1400" kern="0" spc="-80" dirty="0" err="1">
                <a:solidFill>
                  <a:schemeClr val="accent6"/>
                </a:solidFill>
              </a:rPr>
              <a:t>this.sound</a:t>
            </a:r>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const dog = </a:t>
            </a:r>
            <a:r>
              <a:rPr lang="en-US" sz="1400" kern="0" spc="-80" dirty="0" err="1">
                <a:solidFill>
                  <a:schemeClr val="accent6"/>
                </a:solidFill>
              </a:rPr>
              <a:t>Object.create</a:t>
            </a:r>
            <a:r>
              <a:rPr lang="en-US" sz="1400" kern="0" spc="-80" dirty="0">
                <a:solidFill>
                  <a:schemeClr val="accent6"/>
                </a:solidFill>
              </a:rPr>
              <a:t>(</a:t>
            </a:r>
            <a:r>
              <a:rPr lang="en-US" sz="1400" kern="0" spc="-80" dirty="0" err="1">
                <a:solidFill>
                  <a:schemeClr val="accent6"/>
                </a:solidFill>
              </a:rPr>
              <a:t>animalProto</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  </a:t>
            </a:r>
            <a:endParaRPr lang="en-US" sz="1500" kern="0" spc="-80" dirty="0">
              <a:solidFill>
                <a:schemeClr val="accent2"/>
              </a:solidFill>
            </a:endParaRPr>
          </a:p>
        </p:txBody>
      </p:sp>
    </p:spTree>
    <p:extLst>
      <p:ext uri="{BB962C8B-B14F-4D97-AF65-F5344CB8AC3E}">
        <p14:creationId xmlns:p14="http://schemas.microsoft.com/office/powerpoint/2010/main" val="1456696957"/>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F8BA-837B-C2E9-AAFB-7C731B51296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90A09B2-5D65-DE69-E067-CDDEA9441B8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85D9127-E8D5-EDF9-3693-99C1CE5CBF5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90CA48A-1F0E-8BF4-1A9E-34A9BF4DFDCE}"/>
              </a:ext>
            </a:extLst>
          </p:cNvPr>
          <p:cNvGraphicFramePr/>
          <p:nvPr>
            <p:extLst>
              <p:ext uri="{D42A27DB-BD31-4B8C-83A1-F6EECF244321}">
                <p14:modId xmlns:p14="http://schemas.microsoft.com/office/powerpoint/2010/main" val="334385645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5D57F07-04FD-001B-EF5F-4B9F3C261F4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D571DAD-0611-8593-FC0B-4F4724225E8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7D12648-DD6E-103D-B46F-0FBDD872D14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3CB40EB-65A3-33BA-16AB-F09B3052324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4BA2C8B-1662-B6A0-31A5-BA669316BD5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C772567-4964-5702-8D6A-AA5526556E7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32C4C51-558B-405C-5072-167B2960C095}"/>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CREATIONAL PATTERNS</a:t>
            </a:r>
          </a:p>
          <a:p>
            <a:pPr marL="12700" marR="5080"/>
            <a:r>
              <a:rPr lang="en-US" sz="1400" kern="0" spc="-80" dirty="0">
                <a:solidFill>
                  <a:schemeClr val="accent2"/>
                </a:solidFill>
              </a:rPr>
              <a:t>Prototype Pattern</a:t>
            </a:r>
          </a:p>
          <a:p>
            <a:pPr marL="12700" marR="5080"/>
            <a:r>
              <a:rPr lang="en-US" sz="1400" kern="0" spc="-80" dirty="0" err="1">
                <a:solidFill>
                  <a:schemeClr val="accent6"/>
                </a:solidFill>
              </a:rPr>
              <a:t>dog.sound</a:t>
            </a:r>
            <a:r>
              <a:rPr lang="en-US" sz="1400" kern="0" spc="-80" dirty="0">
                <a:solidFill>
                  <a:schemeClr val="accent6"/>
                </a:solidFill>
              </a:rPr>
              <a:t> = 'woof';</a:t>
            </a:r>
          </a:p>
          <a:p>
            <a:pPr marL="12700" marR="5080"/>
            <a:r>
              <a:rPr lang="en-US" sz="1400" kern="0" spc="-80" dirty="0" err="1">
                <a:solidFill>
                  <a:schemeClr val="accent6"/>
                </a:solidFill>
              </a:rPr>
              <a:t>dog.speak</a:t>
            </a:r>
            <a:r>
              <a:rPr lang="en-US" sz="1400" kern="0" spc="-80" dirty="0">
                <a:solidFill>
                  <a:schemeClr val="accent6"/>
                </a:solidFill>
              </a:rPr>
              <a:t>(); // woof</a:t>
            </a:r>
          </a:p>
          <a:p>
            <a:pPr marL="12700" marR="5080"/>
            <a:endParaRPr lang="en-US" sz="1400" kern="0" spc="-80" dirty="0">
              <a:solidFill>
                <a:schemeClr val="accent6"/>
              </a:solidFill>
            </a:endParaRPr>
          </a:p>
          <a:p>
            <a:pPr marL="12700" marR="5080"/>
            <a:r>
              <a:rPr lang="en-US" sz="1400" kern="0" spc="-80" dirty="0">
                <a:solidFill>
                  <a:schemeClr val="accent2"/>
                </a:solidFill>
              </a:rPr>
              <a:t>Adapter</a:t>
            </a:r>
          </a:p>
          <a:p>
            <a:pPr marL="12700" marR="5080"/>
            <a:r>
              <a:rPr lang="en-US" sz="1400" kern="0" spc="-80" dirty="0">
                <a:solidFill>
                  <a:schemeClr val="accent2"/>
                </a:solidFill>
              </a:rPr>
              <a:t>When to use: </a:t>
            </a:r>
            <a:r>
              <a:rPr lang="en-US" sz="1400" kern="0" spc="-80" dirty="0">
                <a:solidFill>
                  <a:schemeClr val="accent6"/>
                </a:solidFill>
              </a:rPr>
              <a:t>adapt one interface to another (wrap legacy APIs or 3rd-party libs).</a:t>
            </a:r>
          </a:p>
          <a:p>
            <a:pPr marL="12700" marR="5080"/>
            <a:r>
              <a:rPr lang="en-US" sz="1400" kern="0" spc="-80" dirty="0">
                <a:solidFill>
                  <a:schemeClr val="accent6"/>
                </a:solidFill>
              </a:rPr>
              <a:t>// legacy API</a:t>
            </a:r>
          </a:p>
          <a:p>
            <a:pPr marL="12700" marR="5080"/>
            <a:r>
              <a:rPr lang="en-US" sz="1400" kern="0" spc="-80" dirty="0">
                <a:solidFill>
                  <a:schemeClr val="accent6"/>
                </a:solidFill>
              </a:rPr>
              <a:t>function </a:t>
            </a:r>
            <a:r>
              <a:rPr lang="en-US" sz="1400" kern="0" spc="-80" dirty="0" err="1">
                <a:solidFill>
                  <a:schemeClr val="accent6"/>
                </a:solidFill>
              </a:rPr>
              <a:t>OldAPI</a:t>
            </a:r>
            <a:r>
              <a:rPr lang="en-US" sz="1400" kern="0" spc="-80" dirty="0">
                <a:solidFill>
                  <a:schemeClr val="accent6"/>
                </a:solidFill>
              </a:rPr>
              <a:t>(){ }</a:t>
            </a:r>
          </a:p>
          <a:p>
            <a:pPr marL="12700" marR="5080"/>
            <a:r>
              <a:rPr lang="en-US" sz="1400" kern="0" spc="-80" dirty="0" err="1">
                <a:solidFill>
                  <a:schemeClr val="accent6"/>
                </a:solidFill>
              </a:rPr>
              <a:t>OldAPI.prototype.doThing</a:t>
            </a:r>
            <a:r>
              <a:rPr lang="en-US" sz="1400" kern="0" spc="-80" dirty="0">
                <a:solidFill>
                  <a:schemeClr val="accent6"/>
                </a:solidFill>
              </a:rPr>
              <a:t> = function(x){ return `old${x}`; }</a:t>
            </a:r>
          </a:p>
          <a:p>
            <a:pPr marL="12700" marR="5080"/>
            <a:r>
              <a:rPr lang="en-US" sz="1400" kern="0" spc="-80" dirty="0">
                <a:solidFill>
                  <a:schemeClr val="accent6"/>
                </a:solidFill>
              </a:rPr>
              <a:t>// Adapter</a:t>
            </a:r>
          </a:p>
          <a:p>
            <a:pPr marL="12700" marR="5080"/>
            <a:r>
              <a:rPr lang="en-US" sz="1400" kern="0" spc="-80" dirty="0">
                <a:solidFill>
                  <a:schemeClr val="accent6"/>
                </a:solidFill>
              </a:rPr>
              <a:t>class </a:t>
            </a:r>
            <a:r>
              <a:rPr lang="en-US" sz="1400" kern="0" spc="-80" dirty="0" err="1">
                <a:solidFill>
                  <a:schemeClr val="accent6"/>
                </a:solidFill>
              </a:rPr>
              <a:t>NewInterface</a:t>
            </a:r>
            <a:r>
              <a:rPr lang="en-US" sz="1400" kern="0" spc="-80" dirty="0">
                <a:solidFill>
                  <a:schemeClr val="accent6"/>
                </a:solidFill>
              </a:rPr>
              <a:t> {</a:t>
            </a:r>
          </a:p>
          <a:p>
            <a:pPr marL="12700" marR="5080"/>
            <a:r>
              <a:rPr lang="en-US" sz="1400" kern="0" spc="-80" dirty="0">
                <a:solidFill>
                  <a:schemeClr val="accent6"/>
                </a:solidFill>
              </a:rPr>
              <a:t>  constructor(old){ </a:t>
            </a:r>
            <a:r>
              <a:rPr lang="en-US" sz="1400" kern="0" spc="-80" dirty="0" err="1">
                <a:solidFill>
                  <a:schemeClr val="accent6"/>
                </a:solidFill>
              </a:rPr>
              <a:t>this.old</a:t>
            </a:r>
            <a:r>
              <a:rPr lang="en-US" sz="1400" kern="0" spc="-80" dirty="0">
                <a:solidFill>
                  <a:schemeClr val="accent6"/>
                </a:solidFill>
              </a:rPr>
              <a:t> = old; }</a:t>
            </a:r>
          </a:p>
          <a:p>
            <a:pPr marL="12700" marR="5080"/>
            <a:r>
              <a:rPr lang="en-US" sz="1400" kern="0" spc="-80" dirty="0">
                <a:solidFill>
                  <a:schemeClr val="accent6"/>
                </a:solidFill>
              </a:rPr>
              <a:t>  perform(x){ return </a:t>
            </a:r>
            <a:r>
              <a:rPr lang="en-US" sz="1400" kern="0" spc="-80" dirty="0" err="1">
                <a:solidFill>
                  <a:schemeClr val="accent6"/>
                </a:solidFill>
              </a:rPr>
              <a:t>this.old.doThing</a:t>
            </a:r>
            <a:r>
              <a:rPr lang="en-US" sz="1400" kern="0" spc="-80" dirty="0">
                <a:solidFill>
                  <a:schemeClr val="accent6"/>
                </a:solidFill>
              </a:rPr>
              <a:t>(x).replace('</a:t>
            </a:r>
            <a:r>
              <a:rPr lang="en-US" sz="1400" kern="0" spc="-80" dirty="0" err="1">
                <a:solidFill>
                  <a:schemeClr val="accent6"/>
                </a:solidFill>
              </a:rPr>
              <a:t>old','new</a:t>
            </a:r>
            <a:r>
              <a:rPr lang="en-US" sz="1400" kern="0" spc="-80" dirty="0">
                <a:solidFill>
                  <a:schemeClr val="accent6"/>
                </a:solidFill>
              </a:rPr>
              <a:t>');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Facade</a:t>
            </a:r>
          </a:p>
          <a:p>
            <a:pPr marL="12700" marR="5080"/>
            <a:r>
              <a:rPr lang="en-US" sz="1400" kern="0" spc="-80" dirty="0">
                <a:solidFill>
                  <a:schemeClr val="accent2"/>
                </a:solidFill>
              </a:rPr>
              <a:t>When to use: </a:t>
            </a:r>
            <a:r>
              <a:rPr lang="en-US" sz="1400" kern="0" spc="-80" dirty="0">
                <a:solidFill>
                  <a:schemeClr val="accent6"/>
                </a:solidFill>
              </a:rPr>
              <a:t>provide a simplified interface for a complex subsystem (e.g., simplified DB service).</a:t>
            </a:r>
          </a:p>
          <a:p>
            <a:pPr marL="12700" marR="5080"/>
            <a:r>
              <a:rPr lang="en-US" sz="1400" kern="0" spc="-80" dirty="0">
                <a:solidFill>
                  <a:schemeClr val="accent6"/>
                </a:solidFill>
              </a:rPr>
              <a:t>class </a:t>
            </a:r>
            <a:r>
              <a:rPr lang="en-US" sz="1400" kern="0" spc="-80" dirty="0" err="1">
                <a:solidFill>
                  <a:schemeClr val="accent6"/>
                </a:solidFill>
              </a:rPr>
              <a:t>PaymentGateway</a:t>
            </a:r>
            <a:r>
              <a:rPr lang="en-US" sz="1400" kern="0" spc="-80" dirty="0">
                <a:solidFill>
                  <a:schemeClr val="accent6"/>
                </a:solidFill>
              </a:rPr>
              <a:t> {</a:t>
            </a:r>
          </a:p>
          <a:p>
            <a:pPr marL="12700" marR="5080"/>
            <a:r>
              <a:rPr lang="en-US" sz="1400" kern="0" spc="-80" dirty="0">
                <a:solidFill>
                  <a:schemeClr val="accent6"/>
                </a:solidFill>
              </a:rPr>
              <a:t>  charge(){ /*...*/ }</a:t>
            </a:r>
          </a:p>
          <a:p>
            <a:pPr marL="12700" marR="5080"/>
            <a:r>
              <a:rPr lang="en-US" sz="1400" kern="0" spc="-80" dirty="0">
                <a:solidFill>
                  <a:schemeClr val="accent6"/>
                </a:solidFill>
              </a:rPr>
              <a:t>}</a:t>
            </a:r>
          </a:p>
          <a:p>
            <a:pPr marL="12700" marR="5080"/>
            <a:r>
              <a:rPr lang="en-US" sz="1400" kern="0" spc="-80" dirty="0">
                <a:solidFill>
                  <a:schemeClr val="accent6"/>
                </a:solidFill>
              </a:rPr>
              <a:t>class Notification { send(){ /*...*/ } }</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6"/>
                </a:solidFill>
              </a:rPr>
              <a:t>  </a:t>
            </a:r>
            <a:endParaRPr lang="en-US" sz="1500" kern="0" spc="-80" dirty="0">
              <a:solidFill>
                <a:schemeClr val="accent2"/>
              </a:solidFill>
            </a:endParaRPr>
          </a:p>
        </p:txBody>
      </p:sp>
    </p:spTree>
    <p:extLst>
      <p:ext uri="{BB962C8B-B14F-4D97-AF65-F5344CB8AC3E}">
        <p14:creationId xmlns:p14="http://schemas.microsoft.com/office/powerpoint/2010/main" val="3018418907"/>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FDA9B-9C63-D7C7-B0AF-BA20DEF526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A15F0E0-2C39-7AC5-46EE-795F564AB52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28A4B75-6DB3-22D3-8AF9-2E5A6981B7C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DEA6184-E3DD-A69B-D6B0-B11FBD038A12}"/>
              </a:ext>
            </a:extLst>
          </p:cNvPr>
          <p:cNvGraphicFramePr/>
          <p:nvPr>
            <p:extLst>
              <p:ext uri="{D42A27DB-BD31-4B8C-83A1-F6EECF244321}">
                <p14:modId xmlns:p14="http://schemas.microsoft.com/office/powerpoint/2010/main" val="31734881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4ACFAB7-0CAD-E409-9DF6-D2AD547E5FC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C7388B7-6015-B6F0-7255-1F5E984FDE0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C98883A-1C35-5613-4218-1B69CFA8C46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C7AE23F-5294-25DC-F835-684CFD401F1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D9BC0A9-BE45-E3DA-1382-27787A7F012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5A5B5D7-B976-D4A1-8A63-6C20F9D83E0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BB99089-693A-39EC-ECD7-402234357546}"/>
              </a:ext>
            </a:extLst>
          </p:cNvPr>
          <p:cNvSpPr txBox="1">
            <a:spLocks/>
          </p:cNvSpPr>
          <p:nvPr/>
        </p:nvSpPr>
        <p:spPr>
          <a:xfrm>
            <a:off x="152400" y="68580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STRUCTURAL PATTERNS</a:t>
            </a:r>
          </a:p>
          <a:p>
            <a:pPr marL="12700" marR="5080"/>
            <a:r>
              <a:rPr lang="en-US" sz="1400" kern="0" spc="-80" dirty="0">
                <a:solidFill>
                  <a:schemeClr val="accent2"/>
                </a:solidFill>
              </a:rPr>
              <a:t>Facade</a:t>
            </a:r>
          </a:p>
          <a:p>
            <a:pPr marL="12700" marR="5080"/>
            <a:r>
              <a:rPr lang="en-US" sz="1400" kern="0" spc="-80" dirty="0">
                <a:solidFill>
                  <a:schemeClr val="accent6"/>
                </a:solidFill>
              </a:rPr>
              <a:t>class </a:t>
            </a:r>
            <a:r>
              <a:rPr lang="en-US" sz="1400" kern="0" spc="-80" dirty="0" err="1">
                <a:solidFill>
                  <a:schemeClr val="accent6"/>
                </a:solidFill>
              </a:rPr>
              <a:t>StoreFacade</a:t>
            </a:r>
            <a:r>
              <a:rPr lang="en-US" sz="1400" kern="0" spc="-80" dirty="0">
                <a:solidFill>
                  <a:schemeClr val="accent6"/>
                </a:solidFill>
              </a:rPr>
              <a:t> {</a:t>
            </a:r>
          </a:p>
          <a:p>
            <a:pPr marL="12700" marR="5080"/>
            <a:r>
              <a:rPr lang="en-US" sz="1400" kern="0" spc="-80" dirty="0">
                <a:solidFill>
                  <a:schemeClr val="accent6"/>
                </a:solidFill>
              </a:rPr>
              <a:t>  constructor(){ </a:t>
            </a:r>
            <a:r>
              <a:rPr lang="en-US" sz="1400" kern="0" spc="-80" dirty="0" err="1">
                <a:solidFill>
                  <a:schemeClr val="accent6"/>
                </a:solidFill>
              </a:rPr>
              <a:t>this.payment</a:t>
            </a:r>
            <a:r>
              <a:rPr lang="en-US" sz="1400" kern="0" spc="-80" dirty="0">
                <a:solidFill>
                  <a:schemeClr val="accent6"/>
                </a:solidFill>
              </a:rPr>
              <a:t> = new </a:t>
            </a:r>
            <a:r>
              <a:rPr lang="en-US" sz="1400" kern="0" spc="-80" dirty="0" err="1">
                <a:solidFill>
                  <a:schemeClr val="accent6"/>
                </a:solidFill>
              </a:rPr>
              <a:t>PaymentGateway</a:t>
            </a:r>
            <a:r>
              <a:rPr lang="en-US" sz="1400" kern="0" spc="-80" dirty="0">
                <a:solidFill>
                  <a:schemeClr val="accent6"/>
                </a:solidFill>
              </a:rPr>
              <a:t>(); </a:t>
            </a:r>
            <a:r>
              <a:rPr lang="en-US" sz="1400" kern="0" spc="-80" dirty="0" err="1">
                <a:solidFill>
                  <a:schemeClr val="accent6"/>
                </a:solidFill>
              </a:rPr>
              <a:t>this.notify</a:t>
            </a:r>
            <a:r>
              <a:rPr lang="en-US" sz="1400" kern="0" spc="-80" dirty="0">
                <a:solidFill>
                  <a:schemeClr val="accent6"/>
                </a:solidFill>
              </a:rPr>
              <a:t> = new Notification(); }</a:t>
            </a:r>
          </a:p>
          <a:p>
            <a:pPr marL="12700" marR="5080"/>
            <a:r>
              <a:rPr lang="en-US" sz="1400" kern="0" spc="-80" dirty="0">
                <a:solidFill>
                  <a:schemeClr val="accent6"/>
                </a:solidFill>
              </a:rPr>
              <a:t>  purchase(item, user){</a:t>
            </a:r>
          </a:p>
          <a:p>
            <a:pPr marL="12700" marR="5080"/>
            <a:r>
              <a:rPr lang="en-US" sz="1400" kern="0" spc="-80" dirty="0">
                <a:solidFill>
                  <a:schemeClr val="accent6"/>
                </a:solidFill>
              </a:rPr>
              <a:t>    </a:t>
            </a:r>
            <a:r>
              <a:rPr lang="en-US" sz="1400" kern="0" spc="-80" dirty="0" err="1">
                <a:solidFill>
                  <a:schemeClr val="accent6"/>
                </a:solidFill>
              </a:rPr>
              <a:t>this.payment.charge</a:t>
            </a:r>
            <a:r>
              <a:rPr lang="en-US" sz="1400" kern="0" spc="-80" dirty="0">
                <a:solidFill>
                  <a:schemeClr val="accent6"/>
                </a:solidFill>
              </a:rPr>
              <a:t>(</a:t>
            </a:r>
            <a:r>
              <a:rPr lang="en-US" sz="1400" kern="0" spc="-80" dirty="0" err="1">
                <a:solidFill>
                  <a:schemeClr val="accent6"/>
                </a:solidFill>
              </a:rPr>
              <a:t>item.price</a:t>
            </a:r>
            <a:r>
              <a:rPr lang="en-US" sz="1400" kern="0" spc="-80" dirty="0">
                <a:solidFill>
                  <a:schemeClr val="accent6"/>
                </a:solidFill>
              </a:rPr>
              <a:t>); </a:t>
            </a:r>
          </a:p>
          <a:p>
            <a:pPr marL="12700" marR="5080"/>
            <a:r>
              <a:rPr lang="en-US" sz="1400" kern="0" spc="-80" dirty="0">
                <a:solidFill>
                  <a:schemeClr val="accent6"/>
                </a:solidFill>
              </a:rPr>
              <a:t>    </a:t>
            </a:r>
            <a:r>
              <a:rPr lang="en-US" sz="1400" kern="0" spc="-80" dirty="0" err="1">
                <a:solidFill>
                  <a:schemeClr val="accent6"/>
                </a:solidFill>
              </a:rPr>
              <a:t>this.notify.send</a:t>
            </a:r>
            <a:r>
              <a:rPr lang="en-US" sz="1400" kern="0" spc="-80" dirty="0">
                <a:solidFill>
                  <a:schemeClr val="accent6"/>
                </a:solidFill>
              </a:rPr>
              <a:t>(user, 'purchase complete');</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Proxy</a:t>
            </a:r>
          </a:p>
          <a:p>
            <a:pPr marL="12700" marR="5080"/>
            <a:r>
              <a:rPr lang="en-US" sz="1400" kern="0" spc="-80" dirty="0">
                <a:solidFill>
                  <a:schemeClr val="accent2"/>
                </a:solidFill>
              </a:rPr>
              <a:t>When to use: </a:t>
            </a:r>
            <a:r>
              <a:rPr lang="en-US" sz="1400" kern="0" spc="-80" dirty="0">
                <a:solidFill>
                  <a:schemeClr val="accent6"/>
                </a:solidFill>
              </a:rPr>
              <a:t>control access to an object (lazy loading, access control, logging, caching).</a:t>
            </a:r>
          </a:p>
          <a:p>
            <a:pPr marL="12700" marR="5080"/>
            <a:r>
              <a:rPr lang="en-US" sz="1400" kern="0" spc="-80" dirty="0">
                <a:solidFill>
                  <a:schemeClr val="accent6"/>
                </a:solidFill>
              </a:rPr>
              <a:t>Using ES6 Proxy</a:t>
            </a:r>
          </a:p>
          <a:p>
            <a:pPr marL="12700" marR="5080"/>
            <a:r>
              <a:rPr lang="en-US" sz="1400" kern="0" spc="-80" dirty="0">
                <a:solidFill>
                  <a:schemeClr val="accent6"/>
                </a:solidFill>
              </a:rPr>
              <a:t>const user = { name: 'Sam' };</a:t>
            </a:r>
          </a:p>
          <a:p>
            <a:pPr marL="12700" marR="5080"/>
            <a:r>
              <a:rPr lang="en-US" sz="1400" kern="0" spc="-80" dirty="0">
                <a:solidFill>
                  <a:schemeClr val="accent6"/>
                </a:solidFill>
              </a:rPr>
              <a:t>const logged = new Proxy(user, {</a:t>
            </a:r>
          </a:p>
          <a:p>
            <a:pPr marL="12700" marR="5080"/>
            <a:r>
              <a:rPr lang="en-US" sz="1400" kern="0" spc="-80" dirty="0">
                <a:solidFill>
                  <a:schemeClr val="accent6"/>
                </a:solidFill>
              </a:rPr>
              <a:t>  get(target, prop){ console.log('get', prop); return target[prop]; },</a:t>
            </a:r>
          </a:p>
          <a:p>
            <a:pPr marL="12700" marR="5080"/>
            <a:r>
              <a:rPr lang="en-US" sz="1400" kern="0" spc="-80" dirty="0">
                <a:solidFill>
                  <a:schemeClr val="accent6"/>
                </a:solidFill>
              </a:rPr>
              <a:t>  set(target, prop, </a:t>
            </a:r>
            <a:r>
              <a:rPr lang="en-US" sz="1400" kern="0" spc="-80" dirty="0" err="1">
                <a:solidFill>
                  <a:schemeClr val="accent6"/>
                </a:solidFill>
              </a:rPr>
              <a:t>val</a:t>
            </a:r>
            <a:r>
              <a:rPr lang="en-US" sz="1400" kern="0" spc="-80" dirty="0">
                <a:solidFill>
                  <a:schemeClr val="accent6"/>
                </a:solidFill>
              </a:rPr>
              <a:t>){ console.log('set', prop, </a:t>
            </a:r>
            <a:r>
              <a:rPr lang="en-US" sz="1400" kern="0" spc="-80" dirty="0" err="1">
                <a:solidFill>
                  <a:schemeClr val="accent6"/>
                </a:solidFill>
              </a:rPr>
              <a:t>val</a:t>
            </a:r>
            <a:r>
              <a:rPr lang="en-US" sz="1400" kern="0" spc="-80" dirty="0">
                <a:solidFill>
                  <a:schemeClr val="accent6"/>
                </a:solidFill>
              </a:rPr>
              <a:t>); target[prop] = </a:t>
            </a:r>
            <a:r>
              <a:rPr lang="en-US" sz="1400" kern="0" spc="-80" dirty="0" err="1">
                <a:solidFill>
                  <a:schemeClr val="accent6"/>
                </a:solidFill>
              </a:rPr>
              <a:t>val</a:t>
            </a:r>
            <a:r>
              <a:rPr lang="en-US" sz="1400" kern="0" spc="-80" dirty="0">
                <a:solidFill>
                  <a:schemeClr val="accent6"/>
                </a:solidFill>
              </a:rPr>
              <a:t>; return true; }</a:t>
            </a:r>
          </a:p>
          <a:p>
            <a:pPr marL="12700" marR="5080"/>
            <a:r>
              <a:rPr lang="en-US" sz="1400" kern="0" spc="-80" dirty="0">
                <a:solidFill>
                  <a:schemeClr val="accent6"/>
                </a:solidFill>
              </a:rPr>
              <a:t>});</a:t>
            </a:r>
          </a:p>
          <a:p>
            <a:pPr marL="12700" marR="5080"/>
            <a:r>
              <a:rPr lang="en-US" sz="1400" kern="0" spc="-80" dirty="0">
                <a:solidFill>
                  <a:schemeClr val="accent6"/>
                </a:solidFill>
              </a:rPr>
              <a:t>logged.name; </a:t>
            </a:r>
            <a:r>
              <a:rPr lang="en-US" sz="1400" kern="0" spc="-80" dirty="0" err="1">
                <a:solidFill>
                  <a:schemeClr val="accent6"/>
                </a:solidFill>
              </a:rPr>
              <a:t>logged.age</a:t>
            </a:r>
            <a:r>
              <a:rPr lang="en-US" sz="1400" kern="0" spc="-80" dirty="0">
                <a:solidFill>
                  <a:schemeClr val="accent6"/>
                </a:solidFill>
              </a:rPr>
              <a:t> = 30;</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379384403"/>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D9AB3-5E91-B129-CACF-365CB4ED36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325BD43-D303-F5DB-32EC-1DDA83C58E0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2F63B14-6380-74E9-2603-5ED21A598B6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E196B1A-8547-7F88-5A20-DA8791B9FD3D}"/>
              </a:ext>
            </a:extLst>
          </p:cNvPr>
          <p:cNvGraphicFramePr/>
          <p:nvPr>
            <p:extLst>
              <p:ext uri="{D42A27DB-BD31-4B8C-83A1-F6EECF244321}">
                <p14:modId xmlns:p14="http://schemas.microsoft.com/office/powerpoint/2010/main" val="10636059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9A1B905-89E7-5E1F-E27E-68C9CED85FC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BA06CEC-DAD3-187C-AA7D-7C855D28AF0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0502E24-E968-3E12-FDBF-6FA33453701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2191947-AE00-B925-2E9E-D77AB3502C9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F00E873-945E-AF91-8D18-97AF9FE2DE7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836E145-6C35-9634-14A5-2DC20370121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8D2F4DE-96EE-C314-5543-A695AD0AE072}"/>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STRUCTURAL PATTERNS</a:t>
            </a:r>
          </a:p>
          <a:p>
            <a:pPr marL="12700" marR="5080"/>
            <a:r>
              <a:rPr lang="en-US" sz="1400" kern="0" spc="-80" dirty="0">
                <a:solidFill>
                  <a:schemeClr val="accent2"/>
                </a:solidFill>
              </a:rPr>
              <a:t>Decorator</a:t>
            </a:r>
          </a:p>
          <a:p>
            <a:pPr marL="12700" marR="5080"/>
            <a:r>
              <a:rPr lang="en-US" sz="1400" kern="0" spc="-80" dirty="0">
                <a:solidFill>
                  <a:schemeClr val="accent2"/>
                </a:solidFill>
              </a:rPr>
              <a:t>When to use:</a:t>
            </a:r>
            <a:r>
              <a:rPr lang="en-US" sz="1400" kern="0" spc="-80" dirty="0">
                <a:solidFill>
                  <a:schemeClr val="accent6"/>
                </a:solidFill>
              </a:rPr>
              <a:t> add responsibilities to objects dynamically.</a:t>
            </a:r>
          </a:p>
          <a:p>
            <a:pPr marL="12700" marR="5080"/>
            <a:r>
              <a:rPr lang="en-US" sz="1400" kern="0" spc="-80" dirty="0">
                <a:solidFill>
                  <a:schemeClr val="accent6"/>
                </a:solidFill>
              </a:rPr>
              <a:t>Function decorator (wrapping)</a:t>
            </a:r>
          </a:p>
          <a:p>
            <a:pPr marL="12700" marR="5080"/>
            <a:r>
              <a:rPr lang="en-US" sz="1400" kern="0" spc="-80" dirty="0">
                <a:solidFill>
                  <a:schemeClr val="accent6"/>
                </a:solidFill>
              </a:rPr>
              <a:t>function </a:t>
            </a:r>
            <a:r>
              <a:rPr lang="en-US" sz="1400" kern="0" spc="-80" dirty="0" err="1">
                <a:solidFill>
                  <a:schemeClr val="accent6"/>
                </a:solidFill>
              </a:rPr>
              <a:t>timeit</a:t>
            </a:r>
            <a:r>
              <a:rPr lang="en-US" sz="1400" kern="0" spc="-80" dirty="0">
                <a:solidFill>
                  <a:schemeClr val="accent6"/>
                </a:solidFill>
              </a:rPr>
              <a:t>(</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a:solidFill>
                  <a:schemeClr val="accent6"/>
                </a:solidFill>
              </a:rPr>
              <a:t>  return function(...</a:t>
            </a:r>
            <a:r>
              <a:rPr lang="en-US" sz="1400" kern="0" spc="-80" dirty="0" err="1">
                <a:solidFill>
                  <a:schemeClr val="accent6"/>
                </a:solidFill>
              </a:rPr>
              <a:t>args</a:t>
            </a:r>
            <a:r>
              <a:rPr lang="en-US" sz="1400" kern="0" spc="-80" dirty="0">
                <a:solidFill>
                  <a:schemeClr val="accent6"/>
                </a:solidFill>
              </a:rPr>
              <a:t>){</a:t>
            </a:r>
          </a:p>
          <a:p>
            <a:pPr marL="12700" marR="5080"/>
            <a:r>
              <a:rPr lang="en-US" sz="1400" kern="0" spc="-80" dirty="0">
                <a:solidFill>
                  <a:schemeClr val="accent6"/>
                </a:solidFill>
              </a:rPr>
              <a:t>    </a:t>
            </a:r>
            <a:r>
              <a:rPr lang="en-US" sz="1400" kern="0" spc="-80" dirty="0" err="1">
                <a:solidFill>
                  <a:schemeClr val="accent6"/>
                </a:solidFill>
              </a:rPr>
              <a:t>console.time</a:t>
            </a:r>
            <a:r>
              <a:rPr lang="en-US" sz="1400" kern="0" spc="-80" dirty="0">
                <a:solidFill>
                  <a:schemeClr val="accent6"/>
                </a:solidFill>
              </a:rPr>
              <a:t>('t'); const res = </a:t>
            </a:r>
            <a:r>
              <a:rPr lang="en-US" sz="1400" kern="0" spc="-80" dirty="0" err="1">
                <a:solidFill>
                  <a:schemeClr val="accent6"/>
                </a:solidFill>
              </a:rPr>
              <a:t>fn.apply</a:t>
            </a:r>
            <a:r>
              <a:rPr lang="en-US" sz="1400" kern="0" spc="-80" dirty="0">
                <a:solidFill>
                  <a:schemeClr val="accent6"/>
                </a:solidFill>
              </a:rPr>
              <a:t>(</a:t>
            </a:r>
            <a:r>
              <a:rPr lang="en-US" sz="1400" kern="0" spc="-80" dirty="0" err="1">
                <a:solidFill>
                  <a:schemeClr val="accent6"/>
                </a:solidFill>
              </a:rPr>
              <a:t>this,args</a:t>
            </a:r>
            <a:r>
              <a:rPr lang="en-US" sz="1400" kern="0" spc="-80" dirty="0">
                <a:solidFill>
                  <a:schemeClr val="accent6"/>
                </a:solidFill>
              </a:rPr>
              <a:t>); </a:t>
            </a:r>
            <a:r>
              <a:rPr lang="en-US" sz="1400" kern="0" spc="-80" dirty="0" err="1">
                <a:solidFill>
                  <a:schemeClr val="accent6"/>
                </a:solidFill>
              </a:rPr>
              <a:t>console.timeEnd</a:t>
            </a:r>
            <a:r>
              <a:rPr lang="en-US" sz="1400" kern="0" spc="-80" dirty="0">
                <a:solidFill>
                  <a:schemeClr val="accent6"/>
                </a:solidFill>
              </a:rPr>
              <a:t>('t'); return res;</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const slow = </a:t>
            </a:r>
            <a:r>
              <a:rPr lang="en-US" sz="1400" kern="0" spc="-80" dirty="0" err="1">
                <a:solidFill>
                  <a:schemeClr val="accent6"/>
                </a:solidFill>
              </a:rPr>
              <a:t>timeit</a:t>
            </a:r>
            <a:r>
              <a:rPr lang="en-US" sz="1400" kern="0" spc="-80" dirty="0">
                <a:solidFill>
                  <a:schemeClr val="accent6"/>
                </a:solidFill>
              </a:rPr>
              <a:t>(function(n){ /* heavy compute */ return n; });</a:t>
            </a:r>
          </a:p>
          <a:p>
            <a:pPr marL="12700" marR="5080"/>
            <a:r>
              <a:rPr lang="en-US" sz="1400" kern="0" spc="-80" dirty="0">
                <a:solidFill>
                  <a:schemeClr val="accent6"/>
                </a:solidFill>
              </a:rPr>
              <a:t>For objects, use composition/wrapping.</a:t>
            </a:r>
          </a:p>
          <a:p>
            <a:pPr marL="12700" marR="5080"/>
            <a:endParaRPr lang="en-US" sz="1400" kern="0" spc="-80" dirty="0">
              <a:solidFill>
                <a:schemeClr val="accent6"/>
              </a:solidFill>
            </a:endParaRPr>
          </a:p>
          <a:p>
            <a:pPr marL="12700" marR="5080"/>
            <a:r>
              <a:rPr lang="en-US" sz="1400" kern="0" spc="-80" dirty="0">
                <a:solidFill>
                  <a:schemeClr val="accent2"/>
                </a:solidFill>
              </a:rPr>
              <a:t>Composite</a:t>
            </a:r>
          </a:p>
          <a:p>
            <a:pPr marL="12700" marR="5080"/>
            <a:r>
              <a:rPr lang="en-US" sz="1400" kern="0" spc="-80" dirty="0">
                <a:solidFill>
                  <a:schemeClr val="accent2"/>
                </a:solidFill>
              </a:rPr>
              <a:t>When to use: </a:t>
            </a:r>
            <a:r>
              <a:rPr lang="en-US" sz="1400" kern="0" spc="-80" dirty="0">
                <a:solidFill>
                  <a:schemeClr val="accent6"/>
                </a:solidFill>
              </a:rPr>
              <a:t>tree structures where clients treat leaf and composite uniformly (menus, folders).</a:t>
            </a:r>
          </a:p>
          <a:p>
            <a:pPr marL="12700" marR="5080"/>
            <a:r>
              <a:rPr lang="en-US" sz="1400" kern="0" spc="-80" dirty="0">
                <a:solidFill>
                  <a:schemeClr val="accent6"/>
                </a:solidFill>
              </a:rPr>
              <a:t>class Component {</a:t>
            </a:r>
          </a:p>
          <a:p>
            <a:pPr marL="12700" marR="5080"/>
            <a:r>
              <a:rPr lang="en-US" sz="1400" kern="0" spc="-80" dirty="0">
                <a:solidFill>
                  <a:schemeClr val="accent6"/>
                </a:solidFill>
              </a:rPr>
              <a:t>  constructor(name){ this.name = name; </a:t>
            </a:r>
            <a:r>
              <a:rPr lang="en-US" sz="1400" kern="0" spc="-80" dirty="0" err="1">
                <a:solidFill>
                  <a:schemeClr val="accent6"/>
                </a:solidFill>
              </a:rPr>
              <a:t>this.children</a:t>
            </a:r>
            <a:r>
              <a:rPr lang="en-US" sz="1400" kern="0" spc="-80" dirty="0">
                <a:solidFill>
                  <a:schemeClr val="accent6"/>
                </a:solidFill>
              </a:rPr>
              <a:t> = []; }</a:t>
            </a:r>
          </a:p>
          <a:p>
            <a:pPr marL="12700" marR="5080"/>
            <a:r>
              <a:rPr lang="en-US" sz="1400" kern="0" spc="-80" dirty="0">
                <a:solidFill>
                  <a:schemeClr val="accent6"/>
                </a:solidFill>
              </a:rPr>
              <a:t>  add(c){ </a:t>
            </a:r>
            <a:r>
              <a:rPr lang="en-US" sz="1400" kern="0" spc="-80" dirty="0" err="1">
                <a:solidFill>
                  <a:schemeClr val="accent6"/>
                </a:solidFill>
              </a:rPr>
              <a:t>this.children.push</a:t>
            </a:r>
            <a:r>
              <a:rPr lang="en-US" sz="1400" kern="0" spc="-80" dirty="0">
                <a:solidFill>
                  <a:schemeClr val="accent6"/>
                </a:solidFill>
              </a:rPr>
              <a:t>(c); }</a:t>
            </a:r>
          </a:p>
          <a:p>
            <a:pPr marL="12700" marR="5080"/>
            <a:r>
              <a:rPr lang="en-US" sz="1400" kern="0" spc="-80" dirty="0">
                <a:solidFill>
                  <a:schemeClr val="accent6"/>
                </a:solidFill>
              </a:rPr>
              <a:t>  print(indent=0){</a:t>
            </a:r>
          </a:p>
          <a:p>
            <a:pPr marL="12700" marR="5080"/>
            <a:r>
              <a:rPr lang="en-US" sz="1400" kern="0" spc="-80" dirty="0">
                <a:solidFill>
                  <a:schemeClr val="accent6"/>
                </a:solidFill>
              </a:rPr>
              <a:t>    console.log(' '.repeat(indent) + this.name);</a:t>
            </a:r>
          </a:p>
          <a:p>
            <a:pPr marL="12700" marR="5080"/>
            <a:r>
              <a:rPr lang="en-US" sz="1400" kern="0" spc="-80" dirty="0">
                <a:solidFill>
                  <a:schemeClr val="accent6"/>
                </a:solidFill>
              </a:rPr>
              <a:t>    </a:t>
            </a:r>
            <a:r>
              <a:rPr lang="en-US" sz="1400" kern="0" spc="-80" dirty="0" err="1">
                <a:solidFill>
                  <a:schemeClr val="accent6"/>
                </a:solidFill>
              </a:rPr>
              <a:t>this.children.forEach</a:t>
            </a:r>
            <a:r>
              <a:rPr lang="en-US" sz="1400" kern="0" spc="-80" dirty="0">
                <a:solidFill>
                  <a:schemeClr val="accent6"/>
                </a:solidFill>
              </a:rPr>
              <a:t>(c =&gt; </a:t>
            </a:r>
            <a:r>
              <a:rPr lang="en-US" sz="1400" kern="0" spc="-80" dirty="0" err="1">
                <a:solidFill>
                  <a:schemeClr val="accent6"/>
                </a:solidFill>
              </a:rPr>
              <a:t>c.print</a:t>
            </a:r>
            <a:r>
              <a:rPr lang="en-US" sz="1400" kern="0" spc="-80" dirty="0">
                <a:solidFill>
                  <a:schemeClr val="accent6"/>
                </a:solidFill>
              </a:rPr>
              <a:t>(indent+2));</a:t>
            </a:r>
          </a:p>
          <a:p>
            <a:pPr marL="12700" marR="5080"/>
            <a:r>
              <a:rPr lang="en-US" sz="1400" kern="0" spc="-80" dirty="0">
                <a:solidFill>
                  <a:schemeClr val="accent6"/>
                </a:solidFill>
              </a:rPr>
              <a:t>  }</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2770283243"/>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11696D-F05D-E1FD-3B73-B7F360B2AC0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104CE36-2A55-2B4A-D5BD-D314263B46C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5996B95-2BC5-6A3D-6848-A12BA524118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D3EC202-8FEE-A064-BD0D-AF8050368A81}"/>
              </a:ext>
            </a:extLst>
          </p:cNvPr>
          <p:cNvGraphicFramePr/>
          <p:nvPr>
            <p:extLst>
              <p:ext uri="{D42A27DB-BD31-4B8C-83A1-F6EECF244321}">
                <p14:modId xmlns:p14="http://schemas.microsoft.com/office/powerpoint/2010/main" val="311550863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7F59E51-BFC2-5B40-9C09-E7890F5BF6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1E3E4B5-46D5-F534-EF50-33968323316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AFF9F6C-A3CC-0701-C4D5-2C89C59A31E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7E53988-F1F2-399E-53D5-7D580B66408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1B589F0-88CB-94E9-0ED8-60565ADF668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FADFB77-0875-E80E-DD4E-1AB2C74B6BF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687D4FB-4C10-03A1-D3B9-129CB490B5CE}"/>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STRUCTURAL PATTERNS</a:t>
            </a:r>
          </a:p>
          <a:p>
            <a:pPr marL="12700" marR="5080"/>
            <a:r>
              <a:rPr lang="en-US" sz="1400" kern="0" spc="-80" dirty="0">
                <a:solidFill>
                  <a:schemeClr val="accent2"/>
                </a:solidFill>
              </a:rPr>
              <a:t>Flyweight</a:t>
            </a:r>
          </a:p>
          <a:p>
            <a:pPr marL="12700" marR="5080"/>
            <a:r>
              <a:rPr lang="en-US" sz="1400" kern="0" spc="-80" dirty="0">
                <a:solidFill>
                  <a:schemeClr val="accent2"/>
                </a:solidFill>
              </a:rPr>
              <a:t>When to use:</a:t>
            </a:r>
            <a:r>
              <a:rPr lang="en-US" sz="1400" kern="0" spc="-80" dirty="0">
                <a:solidFill>
                  <a:schemeClr val="accent6"/>
                </a:solidFill>
              </a:rPr>
              <a:t> share common immutable parts across many similar objects to save memory (e.g., character formatting).</a:t>
            </a:r>
          </a:p>
          <a:p>
            <a:pPr marL="12700" marR="5080"/>
            <a:r>
              <a:rPr lang="en-US" sz="1400" kern="0" spc="-80" dirty="0">
                <a:solidFill>
                  <a:schemeClr val="accent6"/>
                </a:solidFill>
              </a:rPr>
              <a:t>Sketch: maintain pool of shared intrinsic state, combine with extrinsic state on use.</a:t>
            </a:r>
          </a:p>
          <a:p>
            <a:pPr marL="12700" marR="5080"/>
            <a:endParaRPr lang="en-US" sz="1400" kern="0" spc="-80" dirty="0">
              <a:solidFill>
                <a:schemeClr val="accent6"/>
              </a:solidFill>
            </a:endParaRPr>
          </a:p>
          <a:p>
            <a:pPr marL="12700" marR="5080"/>
            <a:r>
              <a:rPr lang="en-US" sz="1400" kern="0" spc="-80" dirty="0">
                <a:solidFill>
                  <a:schemeClr val="accent2"/>
                </a:solidFill>
              </a:rPr>
              <a:t>BEHAVIORAL PATTERNS</a:t>
            </a:r>
          </a:p>
          <a:p>
            <a:pPr marL="12700" marR="5080"/>
            <a:r>
              <a:rPr lang="en-US" sz="1400" kern="0" spc="-80" dirty="0">
                <a:solidFill>
                  <a:schemeClr val="accent2"/>
                </a:solidFill>
              </a:rPr>
              <a:t>Observer / Pub-Sub</a:t>
            </a:r>
          </a:p>
          <a:p>
            <a:pPr marL="12700" marR="5080"/>
            <a:r>
              <a:rPr lang="en-US" sz="1400" kern="0" spc="-80" dirty="0">
                <a:solidFill>
                  <a:schemeClr val="accent2"/>
                </a:solidFill>
              </a:rPr>
              <a:t>When to use:</a:t>
            </a:r>
            <a:r>
              <a:rPr lang="en-US" sz="1400" kern="0" spc="-80" dirty="0">
                <a:solidFill>
                  <a:schemeClr val="accent6"/>
                </a:solidFill>
              </a:rPr>
              <a:t> decoupled event distribution (UI updates, reactive flows).</a:t>
            </a:r>
          </a:p>
          <a:p>
            <a:pPr marL="12700" marR="5080"/>
            <a:r>
              <a:rPr lang="en-US" sz="1400" kern="0" spc="-80" dirty="0">
                <a:solidFill>
                  <a:schemeClr val="accent6"/>
                </a:solidFill>
              </a:rPr>
              <a:t>Simple Pub/Sub (factory function)</a:t>
            </a:r>
          </a:p>
          <a:p>
            <a:pPr marL="12700" marR="5080"/>
            <a:r>
              <a:rPr lang="en-US" sz="1400" kern="0" spc="-80" dirty="0">
                <a:solidFill>
                  <a:schemeClr val="accent6"/>
                </a:solidFill>
              </a:rPr>
              <a:t>function </a:t>
            </a:r>
            <a:r>
              <a:rPr lang="en-US" sz="1400" kern="0" spc="-80" dirty="0" err="1">
                <a:solidFill>
                  <a:schemeClr val="accent6"/>
                </a:solidFill>
              </a:rPr>
              <a:t>createEventBus</a:t>
            </a:r>
            <a:r>
              <a:rPr lang="en-US" sz="1400" kern="0" spc="-80" dirty="0">
                <a:solidFill>
                  <a:schemeClr val="accent6"/>
                </a:solidFill>
              </a:rPr>
              <a:t>(){</a:t>
            </a:r>
          </a:p>
          <a:p>
            <a:pPr marL="12700" marR="5080"/>
            <a:r>
              <a:rPr lang="en-US" sz="1400" kern="0" spc="-80" dirty="0">
                <a:solidFill>
                  <a:schemeClr val="accent6"/>
                </a:solidFill>
              </a:rPr>
              <a:t>  const subs = {};</a:t>
            </a:r>
          </a:p>
          <a:p>
            <a:pPr marL="12700" marR="5080"/>
            <a:r>
              <a:rPr lang="en-US" sz="1400" kern="0" spc="-80" dirty="0">
                <a:solidFill>
                  <a:schemeClr val="accent6"/>
                </a:solidFill>
              </a:rPr>
              <a:t>  return {</a:t>
            </a:r>
          </a:p>
          <a:p>
            <a:pPr marL="12700" marR="5080"/>
            <a:r>
              <a:rPr lang="en-US" sz="1400" kern="0" spc="-80" dirty="0">
                <a:solidFill>
                  <a:schemeClr val="accent6"/>
                </a:solidFill>
              </a:rPr>
              <a:t>    on(</a:t>
            </a:r>
            <a:r>
              <a:rPr lang="en-US" sz="1400" kern="0" spc="-80" dirty="0" err="1">
                <a:solidFill>
                  <a:schemeClr val="accent6"/>
                </a:solidFill>
              </a:rPr>
              <a:t>ev</a:t>
            </a:r>
            <a:r>
              <a:rPr lang="en-US" sz="1400" kern="0" spc="-80" dirty="0">
                <a:solidFill>
                  <a:schemeClr val="accent6"/>
                </a:solidFill>
              </a:rPr>
              <a:t>, </a:t>
            </a:r>
            <a:r>
              <a:rPr lang="en-US" sz="1400" kern="0" spc="-80" dirty="0" err="1">
                <a:solidFill>
                  <a:schemeClr val="accent6"/>
                </a:solidFill>
              </a:rPr>
              <a:t>fn</a:t>
            </a:r>
            <a:r>
              <a:rPr lang="en-US" sz="1400" kern="0" spc="-80" dirty="0">
                <a:solidFill>
                  <a:schemeClr val="accent6"/>
                </a:solidFill>
              </a:rPr>
              <a:t>){ (subs[</a:t>
            </a:r>
            <a:r>
              <a:rPr lang="en-US" sz="1400" kern="0" spc="-80" dirty="0" err="1">
                <a:solidFill>
                  <a:schemeClr val="accent6"/>
                </a:solidFill>
              </a:rPr>
              <a:t>ev</a:t>
            </a:r>
            <a:r>
              <a:rPr lang="en-US" sz="1400" kern="0" spc="-80" dirty="0">
                <a:solidFill>
                  <a:schemeClr val="accent6"/>
                </a:solidFill>
              </a:rPr>
              <a:t>] = subs[</a:t>
            </a:r>
            <a:r>
              <a:rPr lang="en-US" sz="1400" kern="0" spc="-80" dirty="0" err="1">
                <a:solidFill>
                  <a:schemeClr val="accent6"/>
                </a:solidFill>
              </a:rPr>
              <a:t>ev</a:t>
            </a:r>
            <a:r>
              <a:rPr lang="en-US" sz="1400" kern="0" spc="-80" dirty="0">
                <a:solidFill>
                  <a:schemeClr val="accent6"/>
                </a:solidFill>
              </a:rPr>
              <a:t>]||[]).push(</a:t>
            </a:r>
            <a:r>
              <a:rPr lang="en-US" sz="1400" kern="0" spc="-80" dirty="0" err="1">
                <a:solidFill>
                  <a:schemeClr val="accent6"/>
                </a:solidFill>
              </a:rPr>
              <a:t>fn</a:t>
            </a:r>
            <a:r>
              <a:rPr lang="en-US" sz="1400" kern="0" spc="-80" dirty="0">
                <a:solidFill>
                  <a:schemeClr val="accent6"/>
                </a:solidFill>
              </a:rPr>
              <a:t>); },</a:t>
            </a:r>
          </a:p>
          <a:p>
            <a:pPr marL="12700" marR="5080"/>
            <a:r>
              <a:rPr lang="en-US" sz="1400" kern="0" spc="-80" dirty="0">
                <a:solidFill>
                  <a:schemeClr val="accent6"/>
                </a:solidFill>
              </a:rPr>
              <a:t>    off(</a:t>
            </a:r>
            <a:r>
              <a:rPr lang="en-US" sz="1400" kern="0" spc="-80" dirty="0" err="1">
                <a:solidFill>
                  <a:schemeClr val="accent6"/>
                </a:solidFill>
              </a:rPr>
              <a:t>ev</a:t>
            </a:r>
            <a:r>
              <a:rPr lang="en-US" sz="1400" kern="0" spc="-80" dirty="0">
                <a:solidFill>
                  <a:schemeClr val="accent6"/>
                </a:solidFill>
              </a:rPr>
              <a:t>, </a:t>
            </a:r>
            <a:r>
              <a:rPr lang="en-US" sz="1400" kern="0" spc="-80" dirty="0" err="1">
                <a:solidFill>
                  <a:schemeClr val="accent6"/>
                </a:solidFill>
              </a:rPr>
              <a:t>fn</a:t>
            </a:r>
            <a:r>
              <a:rPr lang="en-US" sz="1400" kern="0" spc="-80" dirty="0">
                <a:solidFill>
                  <a:schemeClr val="accent6"/>
                </a:solidFill>
              </a:rPr>
              <a:t>){ subs[</a:t>
            </a:r>
            <a:r>
              <a:rPr lang="en-US" sz="1400" kern="0" spc="-80" dirty="0" err="1">
                <a:solidFill>
                  <a:schemeClr val="accent6"/>
                </a:solidFill>
              </a:rPr>
              <a:t>ev</a:t>
            </a:r>
            <a:r>
              <a:rPr lang="en-US" sz="1400" kern="0" spc="-80" dirty="0">
                <a:solidFill>
                  <a:schemeClr val="accent6"/>
                </a:solidFill>
              </a:rPr>
              <a:t>] = (subs[</a:t>
            </a:r>
            <a:r>
              <a:rPr lang="en-US" sz="1400" kern="0" spc="-80" dirty="0" err="1">
                <a:solidFill>
                  <a:schemeClr val="accent6"/>
                </a:solidFill>
              </a:rPr>
              <a:t>ev</a:t>
            </a:r>
            <a:r>
              <a:rPr lang="en-US" sz="1400" kern="0" spc="-80" dirty="0">
                <a:solidFill>
                  <a:schemeClr val="accent6"/>
                </a:solidFill>
              </a:rPr>
              <a:t>]||[]).filter(f=&gt;f!==</a:t>
            </a:r>
            <a:r>
              <a:rPr lang="en-US" sz="1400" kern="0" spc="-80" dirty="0" err="1">
                <a:solidFill>
                  <a:schemeClr val="accent6"/>
                </a:solidFill>
              </a:rPr>
              <a:t>fn</a:t>
            </a:r>
            <a:r>
              <a:rPr lang="en-US" sz="1400" kern="0" spc="-80" dirty="0">
                <a:solidFill>
                  <a:schemeClr val="accent6"/>
                </a:solidFill>
              </a:rPr>
              <a:t>); },</a:t>
            </a:r>
          </a:p>
          <a:p>
            <a:pPr marL="12700" marR="5080"/>
            <a:r>
              <a:rPr lang="en-US" sz="1400" kern="0" spc="-80" dirty="0">
                <a:solidFill>
                  <a:schemeClr val="accent6"/>
                </a:solidFill>
              </a:rPr>
              <a:t>    emit(</a:t>
            </a:r>
            <a:r>
              <a:rPr lang="en-US" sz="1400" kern="0" spc="-80" dirty="0" err="1">
                <a:solidFill>
                  <a:schemeClr val="accent6"/>
                </a:solidFill>
              </a:rPr>
              <a:t>ev</a:t>
            </a:r>
            <a:r>
              <a:rPr lang="en-US" sz="1400" kern="0" spc="-80" dirty="0">
                <a:solidFill>
                  <a:schemeClr val="accent6"/>
                </a:solidFill>
              </a:rPr>
              <a:t>, data){ (subs[</a:t>
            </a:r>
            <a:r>
              <a:rPr lang="en-US" sz="1400" kern="0" spc="-80" dirty="0" err="1">
                <a:solidFill>
                  <a:schemeClr val="accent6"/>
                </a:solidFill>
              </a:rPr>
              <a:t>ev</a:t>
            </a:r>
            <a:r>
              <a:rPr lang="en-US" sz="1400" kern="0" spc="-80" dirty="0">
                <a:solidFill>
                  <a:schemeClr val="accent6"/>
                </a:solidFill>
              </a:rPr>
              <a:t>]||[]).</a:t>
            </a:r>
            <a:r>
              <a:rPr lang="en-US" sz="1400" kern="0" spc="-80" dirty="0" err="1">
                <a:solidFill>
                  <a:schemeClr val="accent6"/>
                </a:solidFill>
              </a:rPr>
              <a:t>forEach</a:t>
            </a:r>
            <a:r>
              <a:rPr lang="en-US" sz="1400" kern="0" spc="-80" dirty="0">
                <a:solidFill>
                  <a:schemeClr val="accent6"/>
                </a:solidFill>
              </a:rPr>
              <a:t>(f=&gt;f(data)); }</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const bus = </a:t>
            </a:r>
            <a:r>
              <a:rPr lang="en-US" sz="1400" kern="0" spc="-80" dirty="0" err="1">
                <a:solidFill>
                  <a:schemeClr val="accent6"/>
                </a:solidFill>
              </a:rPr>
              <a:t>createEventBus</a:t>
            </a:r>
            <a:r>
              <a:rPr lang="en-US" sz="1400" kern="0" spc="-80" dirty="0">
                <a:solidFill>
                  <a:schemeClr val="accent6"/>
                </a:solidFill>
              </a:rPr>
              <a:t>();</a:t>
            </a:r>
          </a:p>
          <a:p>
            <a:pPr marL="12700" marR="5080"/>
            <a:r>
              <a:rPr lang="en-US" sz="1400" kern="0" spc="-80" dirty="0" err="1">
                <a:solidFill>
                  <a:schemeClr val="accent6"/>
                </a:solidFill>
              </a:rPr>
              <a:t>bus.on</a:t>
            </a:r>
            <a:r>
              <a:rPr lang="en-US" sz="1400" kern="0" spc="-80" dirty="0">
                <a:solidFill>
                  <a:schemeClr val="accent6"/>
                </a:solidFill>
              </a:rPr>
              <a:t>('msg', d=&gt;console.log('</a:t>
            </a:r>
            <a:r>
              <a:rPr lang="en-US" sz="1400" kern="0" spc="-80" dirty="0" err="1">
                <a:solidFill>
                  <a:schemeClr val="accent6"/>
                </a:solidFill>
              </a:rPr>
              <a:t>got',d</a:t>
            </a:r>
            <a:r>
              <a:rPr lang="en-US" sz="1400" kern="0" spc="-80" dirty="0">
                <a:solidFill>
                  <a:schemeClr val="accent6"/>
                </a:solidFill>
              </a:rPr>
              <a:t>));</a:t>
            </a:r>
          </a:p>
          <a:p>
            <a:pPr marL="12700" marR="5080"/>
            <a:r>
              <a:rPr lang="en-US" sz="1400" kern="0" spc="-80" dirty="0" err="1">
                <a:solidFill>
                  <a:schemeClr val="accent6"/>
                </a:solidFill>
              </a:rPr>
              <a:t>bus.emit</a:t>
            </a:r>
            <a:r>
              <a:rPr lang="en-US" sz="1400" kern="0" spc="-80" dirty="0">
                <a:solidFill>
                  <a:schemeClr val="accent6"/>
                </a:solidFill>
              </a:rPr>
              <a:t>('</a:t>
            </a:r>
            <a:r>
              <a:rPr lang="en-US" sz="1400" kern="0" spc="-80" dirty="0" err="1">
                <a:solidFill>
                  <a:schemeClr val="accent6"/>
                </a:solidFill>
              </a:rPr>
              <a:t>msg','hello</a:t>
            </a:r>
            <a:r>
              <a:rPr lang="en-US" sz="1400" kern="0" spc="-80" dirty="0">
                <a:solidFill>
                  <a:schemeClr val="accent6"/>
                </a:solidFill>
              </a:rPr>
              <a:t>');</a:t>
            </a:r>
          </a:p>
          <a:p>
            <a:pPr marL="12700" marR="5080"/>
            <a:r>
              <a:rPr lang="en-US" sz="1400" kern="0" spc="-80" dirty="0">
                <a:solidFill>
                  <a:schemeClr val="accent6"/>
                </a:solidFill>
              </a:rPr>
              <a:t>Also implementable with </a:t>
            </a:r>
            <a:r>
              <a:rPr lang="en-US" sz="1400" kern="0" spc="-80" dirty="0" err="1">
                <a:solidFill>
                  <a:schemeClr val="accent6"/>
                </a:solidFill>
              </a:rPr>
              <a:t>EventTarget</a:t>
            </a:r>
            <a:r>
              <a:rPr lang="en-US" sz="1400" kern="0" spc="-80" dirty="0">
                <a:solidFill>
                  <a:schemeClr val="accent6"/>
                </a:solidFill>
              </a:rPr>
              <a:t> in browsers.</a:t>
            </a:r>
          </a:p>
        </p:txBody>
      </p:sp>
    </p:spTree>
    <p:extLst>
      <p:ext uri="{BB962C8B-B14F-4D97-AF65-F5344CB8AC3E}">
        <p14:creationId xmlns:p14="http://schemas.microsoft.com/office/powerpoint/2010/main" val="335336443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E2551-E309-96C8-A649-0ECE70836FD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67B228D-64FC-A21E-D582-B747C1E98FB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2B3C132-06D1-C41B-5D72-A25B0DFA7E6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3929E00-97D9-FA12-9AA1-8BAAAAD2D1B7}"/>
              </a:ext>
            </a:extLst>
          </p:cNvPr>
          <p:cNvGraphicFramePr/>
          <p:nvPr>
            <p:extLst>
              <p:ext uri="{D42A27DB-BD31-4B8C-83A1-F6EECF244321}">
                <p14:modId xmlns:p14="http://schemas.microsoft.com/office/powerpoint/2010/main" val="103201672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F54A293-830F-5B46-EBA1-264ACC4BD42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452CD70-6D3A-6440-D553-9BBB3AAA643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1EBF8F5-7DC0-BA8A-9C4D-F2FF9510C76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6675C91-1139-D7E8-025E-1B6AB081B16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0DEA214-35EE-6354-9A56-483F613BCE2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755A697-7A63-F6CA-6DDB-61B0AE7710C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BF6F35D-CABA-4E56-DC1F-24194B0ABE33}"/>
              </a:ext>
            </a:extLst>
          </p:cNvPr>
          <p:cNvSpPr txBox="1">
            <a:spLocks/>
          </p:cNvSpPr>
          <p:nvPr/>
        </p:nvSpPr>
        <p:spPr>
          <a:xfrm>
            <a:off x="152400" y="6858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BEHAVIORAL PATTERNS</a:t>
            </a:r>
          </a:p>
          <a:p>
            <a:pPr marL="12700" marR="5080"/>
            <a:r>
              <a:rPr lang="en-US" sz="1400" kern="0" spc="-80" dirty="0">
                <a:solidFill>
                  <a:schemeClr val="accent2"/>
                </a:solidFill>
              </a:rPr>
              <a:t>Strategy</a:t>
            </a:r>
          </a:p>
          <a:p>
            <a:pPr marL="12700" marR="5080"/>
            <a:r>
              <a:rPr lang="en-US" sz="1400" kern="0" spc="-80" dirty="0">
                <a:solidFill>
                  <a:schemeClr val="accent2"/>
                </a:solidFill>
              </a:rPr>
              <a:t>When to use:</a:t>
            </a:r>
            <a:r>
              <a:rPr lang="en-US" sz="1400" kern="0" spc="-80" dirty="0">
                <a:solidFill>
                  <a:schemeClr val="accent6"/>
                </a:solidFill>
              </a:rPr>
              <a:t> swap algorithms at runtime.</a:t>
            </a:r>
          </a:p>
          <a:p>
            <a:pPr marL="12700" marR="5080"/>
            <a:r>
              <a:rPr lang="en-US" sz="1400" kern="0" spc="-80" dirty="0">
                <a:solidFill>
                  <a:schemeClr val="accent6"/>
                </a:solidFill>
              </a:rPr>
              <a:t>class Compressor {</a:t>
            </a:r>
          </a:p>
          <a:p>
            <a:pPr marL="12700" marR="5080"/>
            <a:r>
              <a:rPr lang="en-US" sz="1400" kern="0" spc="-80" dirty="0">
                <a:solidFill>
                  <a:schemeClr val="accent6"/>
                </a:solidFill>
              </a:rPr>
              <a:t>  constructor(strategy){ </a:t>
            </a:r>
            <a:r>
              <a:rPr lang="en-US" sz="1400" kern="0" spc="-80" dirty="0" err="1">
                <a:solidFill>
                  <a:schemeClr val="accent6"/>
                </a:solidFill>
              </a:rPr>
              <a:t>this.strategy</a:t>
            </a:r>
            <a:r>
              <a:rPr lang="en-US" sz="1400" kern="0" spc="-80" dirty="0">
                <a:solidFill>
                  <a:schemeClr val="accent6"/>
                </a:solidFill>
              </a:rPr>
              <a:t> = strategy; }</a:t>
            </a:r>
          </a:p>
          <a:p>
            <a:pPr marL="12700" marR="5080"/>
            <a:r>
              <a:rPr lang="en-US" sz="1400" kern="0" spc="-80" dirty="0">
                <a:solidFill>
                  <a:schemeClr val="accent6"/>
                </a:solidFill>
              </a:rPr>
              <a:t>  compress(data){ return </a:t>
            </a:r>
            <a:r>
              <a:rPr lang="en-US" sz="1400" kern="0" spc="-80" dirty="0" err="1">
                <a:solidFill>
                  <a:schemeClr val="accent6"/>
                </a:solidFill>
              </a:rPr>
              <a:t>this.strategy.compress</a:t>
            </a:r>
            <a:r>
              <a:rPr lang="en-US" sz="1400" kern="0" spc="-80" dirty="0">
                <a:solidFill>
                  <a:schemeClr val="accent6"/>
                </a:solidFill>
              </a:rPr>
              <a:t>(data); }</a:t>
            </a:r>
          </a:p>
          <a:p>
            <a:pPr marL="12700" marR="5080"/>
            <a:r>
              <a:rPr lang="en-US" sz="1400" kern="0" spc="-80" dirty="0">
                <a:solidFill>
                  <a:schemeClr val="accent6"/>
                </a:solidFill>
              </a:rPr>
              <a:t>}</a:t>
            </a:r>
          </a:p>
          <a:p>
            <a:pPr marL="12700" marR="5080"/>
            <a:r>
              <a:rPr lang="en-US" sz="1400" kern="0" spc="-80" dirty="0">
                <a:solidFill>
                  <a:schemeClr val="accent6"/>
                </a:solidFill>
              </a:rPr>
              <a:t>const zip = { compress: d =&gt; /*...*/ d };</a:t>
            </a:r>
          </a:p>
          <a:p>
            <a:pPr marL="12700" marR="5080"/>
            <a:r>
              <a:rPr lang="en-US" sz="1400" kern="0" spc="-80" dirty="0">
                <a:solidFill>
                  <a:schemeClr val="accent6"/>
                </a:solidFill>
              </a:rPr>
              <a:t>const </a:t>
            </a:r>
            <a:r>
              <a:rPr lang="en-US" sz="1400" kern="0" spc="-80" dirty="0" err="1">
                <a:solidFill>
                  <a:schemeClr val="accent6"/>
                </a:solidFill>
              </a:rPr>
              <a:t>gzip</a:t>
            </a:r>
            <a:r>
              <a:rPr lang="en-US" sz="1400" kern="0" spc="-80" dirty="0">
                <a:solidFill>
                  <a:schemeClr val="accent6"/>
                </a:solidFill>
              </a:rPr>
              <a:t> = { compress: d =&gt; /*...*/ d };</a:t>
            </a:r>
          </a:p>
          <a:p>
            <a:pPr marL="12700" marR="5080"/>
            <a:r>
              <a:rPr lang="en-US" sz="1400" kern="0" spc="-80" dirty="0">
                <a:solidFill>
                  <a:schemeClr val="accent6"/>
                </a:solidFill>
              </a:rPr>
              <a:t>const c = new Compressor(</a:t>
            </a:r>
            <a:r>
              <a:rPr lang="en-US" sz="1400" kern="0" spc="-80" dirty="0" err="1">
                <a:solidFill>
                  <a:schemeClr val="accent6"/>
                </a:solidFill>
              </a:rPr>
              <a:t>gzip</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Command</a:t>
            </a:r>
          </a:p>
          <a:p>
            <a:pPr marL="12700" marR="5080"/>
            <a:r>
              <a:rPr lang="en-US" sz="1400" kern="0" spc="-80" dirty="0">
                <a:solidFill>
                  <a:schemeClr val="accent2"/>
                </a:solidFill>
              </a:rPr>
              <a:t>When to use: </a:t>
            </a:r>
            <a:r>
              <a:rPr lang="en-US" sz="1400" kern="0" spc="-80" dirty="0">
                <a:solidFill>
                  <a:schemeClr val="accent6"/>
                </a:solidFill>
              </a:rPr>
              <a:t>encapsulate requests as objects (undo/redo, queueing).</a:t>
            </a:r>
          </a:p>
          <a:p>
            <a:pPr marL="12700" marR="5080"/>
            <a:r>
              <a:rPr lang="en-US" sz="1400" kern="0" spc="-80" dirty="0">
                <a:solidFill>
                  <a:schemeClr val="accent6"/>
                </a:solidFill>
              </a:rPr>
              <a:t>class Command {</a:t>
            </a:r>
          </a:p>
          <a:p>
            <a:pPr marL="12700" marR="5080"/>
            <a:r>
              <a:rPr lang="en-US" sz="1400" kern="0" spc="-80" dirty="0">
                <a:solidFill>
                  <a:schemeClr val="accent6"/>
                </a:solidFill>
              </a:rPr>
              <a:t>  constructor(execute, undo){ </a:t>
            </a:r>
            <a:r>
              <a:rPr lang="en-US" sz="1400" kern="0" spc="-80" dirty="0" err="1">
                <a:solidFill>
                  <a:schemeClr val="accent6"/>
                </a:solidFill>
              </a:rPr>
              <a:t>this.execute</a:t>
            </a:r>
            <a:r>
              <a:rPr lang="en-US" sz="1400" kern="0" spc="-80" dirty="0">
                <a:solidFill>
                  <a:schemeClr val="accent6"/>
                </a:solidFill>
              </a:rPr>
              <a:t> = execute; </a:t>
            </a:r>
            <a:r>
              <a:rPr lang="en-US" sz="1400" kern="0" spc="-80" dirty="0" err="1">
                <a:solidFill>
                  <a:schemeClr val="accent6"/>
                </a:solidFill>
              </a:rPr>
              <a:t>this.undo</a:t>
            </a:r>
            <a:r>
              <a:rPr lang="en-US" sz="1400" kern="0" spc="-80" dirty="0">
                <a:solidFill>
                  <a:schemeClr val="accent6"/>
                </a:solidFill>
              </a:rPr>
              <a:t> = undo; }</a:t>
            </a:r>
          </a:p>
          <a:p>
            <a:pPr marL="12700" marR="5080"/>
            <a:r>
              <a:rPr lang="en-US" sz="1400" kern="0" spc="-80" dirty="0">
                <a:solidFill>
                  <a:schemeClr val="accent6"/>
                </a:solidFill>
              </a:rPr>
              <a:t>}</a:t>
            </a:r>
          </a:p>
          <a:p>
            <a:pPr marL="12700" marR="5080"/>
            <a:r>
              <a:rPr lang="en-US" sz="1400" kern="0" spc="-80" dirty="0">
                <a:solidFill>
                  <a:schemeClr val="accent6"/>
                </a:solidFill>
              </a:rPr>
              <a:t>const history = [];</a:t>
            </a:r>
          </a:p>
          <a:p>
            <a:pPr marL="12700" marR="5080"/>
            <a:r>
              <a:rPr lang="en-US" sz="1400" kern="0" spc="-80" dirty="0">
                <a:solidFill>
                  <a:schemeClr val="accent6"/>
                </a:solidFill>
              </a:rPr>
              <a:t>const </a:t>
            </a:r>
            <a:r>
              <a:rPr lang="en-US" sz="1400" kern="0" spc="-80" dirty="0" err="1">
                <a:solidFill>
                  <a:schemeClr val="accent6"/>
                </a:solidFill>
              </a:rPr>
              <a:t>cmd</a:t>
            </a:r>
            <a:r>
              <a:rPr lang="en-US" sz="1400" kern="0" spc="-80" dirty="0">
                <a:solidFill>
                  <a:schemeClr val="accent6"/>
                </a:solidFill>
              </a:rPr>
              <a:t> = new Command(() =&gt; console.log('do'), () =&gt; console.log('undo'));</a:t>
            </a:r>
          </a:p>
          <a:p>
            <a:pPr marL="12700" marR="5080"/>
            <a:r>
              <a:rPr lang="en-US" sz="1400" kern="0" spc="-80" dirty="0" err="1">
                <a:solidFill>
                  <a:schemeClr val="accent6"/>
                </a:solidFill>
              </a:rPr>
              <a:t>cmd.execute</a:t>
            </a:r>
            <a:r>
              <a:rPr lang="en-US" sz="1400" kern="0" spc="-80" dirty="0">
                <a:solidFill>
                  <a:schemeClr val="accent6"/>
                </a:solidFill>
              </a:rPr>
              <a:t>(); </a:t>
            </a:r>
            <a:r>
              <a:rPr lang="en-US" sz="1400" kern="0" spc="-80" dirty="0" err="1">
                <a:solidFill>
                  <a:schemeClr val="accent6"/>
                </a:solidFill>
              </a:rPr>
              <a:t>history.push</a:t>
            </a:r>
            <a:r>
              <a:rPr lang="en-US" sz="1400" kern="0" spc="-80" dirty="0">
                <a:solidFill>
                  <a:schemeClr val="accent6"/>
                </a:solidFill>
              </a:rPr>
              <a:t>(</a:t>
            </a:r>
            <a:r>
              <a:rPr lang="en-US" sz="1400" kern="0" spc="-80" dirty="0" err="1">
                <a:solidFill>
                  <a:schemeClr val="accent6"/>
                </a:solidFill>
              </a:rPr>
              <a:t>cmd</a:t>
            </a:r>
            <a:r>
              <a:rPr lang="en-US" sz="1400" kern="0" spc="-80" dirty="0">
                <a:solidFill>
                  <a:schemeClr val="accent6"/>
                </a:solidFill>
              </a:rPr>
              <a:t>);</a:t>
            </a:r>
          </a:p>
          <a:p>
            <a:pPr marL="12700" marR="5080"/>
            <a:r>
              <a:rPr lang="en-US" sz="1400" kern="0" spc="-80" dirty="0" err="1">
                <a:solidFill>
                  <a:schemeClr val="accent6"/>
                </a:solidFill>
              </a:rPr>
              <a:t>history.pop</a:t>
            </a:r>
            <a:r>
              <a:rPr lang="en-US" sz="1400" kern="0" spc="-80" dirty="0">
                <a:solidFill>
                  <a:schemeClr val="accent6"/>
                </a:solidFill>
              </a:rPr>
              <a:t>().undo();</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109745391"/>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6CDC5-954C-04D9-C202-2AFA751E8D2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4475B94-6A32-7B94-6244-2DDD6B16E8F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539F04F-9099-4CFA-192D-213301809EE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E767CB2-56C4-5932-A52F-9BDEDE68F03D}"/>
              </a:ext>
            </a:extLst>
          </p:cNvPr>
          <p:cNvGraphicFramePr/>
          <p:nvPr>
            <p:extLst>
              <p:ext uri="{D42A27DB-BD31-4B8C-83A1-F6EECF244321}">
                <p14:modId xmlns:p14="http://schemas.microsoft.com/office/powerpoint/2010/main" val="227236593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B626BDB-8FAA-B91E-9E0D-AB21FDD2223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0FD6EFA-48E1-BF92-EA4B-4A6DAFB37F5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D8FA177-DC69-5ED7-393F-4752B0AECDD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3687B55-60F2-0E9C-F0B4-B0440A291C8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0785A31-509D-4949-659E-FB44849AC46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E054F96-38B3-BB56-C334-4B8F4849442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4F90604-9BD8-43B7-A145-740E405CECA5}"/>
              </a:ext>
            </a:extLst>
          </p:cNvPr>
          <p:cNvSpPr txBox="1">
            <a:spLocks/>
          </p:cNvSpPr>
          <p:nvPr/>
        </p:nvSpPr>
        <p:spPr>
          <a:xfrm>
            <a:off x="152400" y="68580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BEHAVIORAL PATTERNS</a:t>
            </a:r>
          </a:p>
          <a:p>
            <a:pPr marL="12700" marR="5080"/>
            <a:r>
              <a:rPr lang="en-US" sz="1400" kern="0" spc="-80" dirty="0">
                <a:solidFill>
                  <a:schemeClr val="accent2"/>
                </a:solidFill>
              </a:rPr>
              <a:t>Chain of Responsibility</a:t>
            </a:r>
          </a:p>
          <a:p>
            <a:pPr marL="12700" marR="5080"/>
            <a:r>
              <a:rPr lang="en-US" sz="1400" kern="0" spc="-80" dirty="0">
                <a:solidFill>
                  <a:schemeClr val="accent2"/>
                </a:solidFill>
              </a:rPr>
              <a:t>When to use: </a:t>
            </a:r>
            <a:r>
              <a:rPr lang="en-US" sz="1400" kern="0" spc="-80" dirty="0">
                <a:solidFill>
                  <a:schemeClr val="accent6"/>
                </a:solidFill>
              </a:rPr>
              <a:t>decouple sender from receiver; chain handlers until one handles the request.</a:t>
            </a:r>
          </a:p>
          <a:p>
            <a:pPr marL="12700" marR="5080"/>
            <a:r>
              <a:rPr lang="en-US" sz="1400" kern="0" spc="-80" dirty="0">
                <a:solidFill>
                  <a:schemeClr val="accent6"/>
                </a:solidFill>
              </a:rPr>
              <a:t>function Handler(</a:t>
            </a:r>
            <a:r>
              <a:rPr lang="en-US" sz="1400" kern="0" spc="-80" dirty="0" err="1">
                <a:solidFill>
                  <a:schemeClr val="accent6"/>
                </a:solidFill>
              </a:rPr>
              <a:t>fn</a:t>
            </a:r>
            <a:r>
              <a:rPr lang="en-US" sz="1400" kern="0" spc="-80" dirty="0">
                <a:solidFill>
                  <a:schemeClr val="accent6"/>
                </a:solidFill>
              </a:rPr>
              <a:t>){ </a:t>
            </a:r>
            <a:r>
              <a:rPr lang="en-US" sz="1400" kern="0" spc="-80" dirty="0" err="1">
                <a:solidFill>
                  <a:schemeClr val="accent6"/>
                </a:solidFill>
              </a:rPr>
              <a:t>this.fn</a:t>
            </a:r>
            <a:r>
              <a:rPr lang="en-US" sz="1400" kern="0" spc="-80" dirty="0">
                <a:solidFill>
                  <a:schemeClr val="accent6"/>
                </a:solidFill>
              </a:rPr>
              <a:t> = </a:t>
            </a:r>
            <a:r>
              <a:rPr lang="en-US" sz="1400" kern="0" spc="-80" dirty="0" err="1">
                <a:solidFill>
                  <a:schemeClr val="accent6"/>
                </a:solidFill>
              </a:rPr>
              <a:t>fn</a:t>
            </a:r>
            <a:r>
              <a:rPr lang="en-US" sz="1400" kern="0" spc="-80" dirty="0">
                <a:solidFill>
                  <a:schemeClr val="accent6"/>
                </a:solidFill>
              </a:rPr>
              <a:t>; </a:t>
            </a:r>
            <a:r>
              <a:rPr lang="en-US" sz="1400" kern="0" spc="-80" dirty="0" err="1">
                <a:solidFill>
                  <a:schemeClr val="accent6"/>
                </a:solidFill>
              </a:rPr>
              <a:t>this.next</a:t>
            </a:r>
            <a:r>
              <a:rPr lang="en-US" sz="1400" kern="0" spc="-80" dirty="0">
                <a:solidFill>
                  <a:schemeClr val="accent6"/>
                </a:solidFill>
              </a:rPr>
              <a:t> = null; }</a:t>
            </a:r>
          </a:p>
          <a:p>
            <a:pPr marL="12700" marR="5080"/>
            <a:r>
              <a:rPr lang="en-US" sz="1400" kern="0" spc="-80" dirty="0" err="1">
                <a:solidFill>
                  <a:schemeClr val="accent6"/>
                </a:solidFill>
              </a:rPr>
              <a:t>Handler.prototype.setNext</a:t>
            </a:r>
            <a:r>
              <a:rPr lang="en-US" sz="1400" kern="0" spc="-80" dirty="0">
                <a:solidFill>
                  <a:schemeClr val="accent6"/>
                </a:solidFill>
              </a:rPr>
              <a:t> = function(h){ </a:t>
            </a:r>
            <a:r>
              <a:rPr lang="en-US" sz="1400" kern="0" spc="-80" dirty="0" err="1">
                <a:solidFill>
                  <a:schemeClr val="accent6"/>
                </a:solidFill>
              </a:rPr>
              <a:t>this.next</a:t>
            </a:r>
            <a:r>
              <a:rPr lang="en-US" sz="1400" kern="0" spc="-80" dirty="0">
                <a:solidFill>
                  <a:schemeClr val="accent6"/>
                </a:solidFill>
              </a:rPr>
              <a:t> = h; return h; }</a:t>
            </a:r>
          </a:p>
          <a:p>
            <a:pPr marL="12700" marR="5080"/>
            <a:r>
              <a:rPr lang="en-US" sz="1400" kern="0" spc="-80" dirty="0" err="1">
                <a:solidFill>
                  <a:schemeClr val="accent6"/>
                </a:solidFill>
              </a:rPr>
              <a:t>Handler.prototype.handle</a:t>
            </a:r>
            <a:r>
              <a:rPr lang="en-US" sz="1400" kern="0" spc="-80" dirty="0">
                <a:solidFill>
                  <a:schemeClr val="accent6"/>
                </a:solidFill>
              </a:rPr>
              <a:t> = function(req){</a:t>
            </a:r>
          </a:p>
          <a:p>
            <a:pPr marL="12700" marR="5080"/>
            <a:r>
              <a:rPr lang="en-US" sz="1400" kern="0" spc="-80" dirty="0">
                <a:solidFill>
                  <a:schemeClr val="accent6"/>
                </a:solidFill>
              </a:rPr>
              <a:t>  if(</a:t>
            </a:r>
            <a:r>
              <a:rPr lang="en-US" sz="1400" kern="0" spc="-80" dirty="0" err="1">
                <a:solidFill>
                  <a:schemeClr val="accent6"/>
                </a:solidFill>
              </a:rPr>
              <a:t>this.fn</a:t>
            </a:r>
            <a:r>
              <a:rPr lang="en-US" sz="1400" kern="0" spc="-80" dirty="0">
                <a:solidFill>
                  <a:schemeClr val="accent6"/>
                </a:solidFill>
              </a:rPr>
              <a:t>(req)) return true;</a:t>
            </a:r>
          </a:p>
          <a:p>
            <a:pPr marL="12700" marR="5080"/>
            <a:r>
              <a:rPr lang="en-US" sz="1400" kern="0" spc="-80" dirty="0">
                <a:solidFill>
                  <a:schemeClr val="accent6"/>
                </a:solidFill>
              </a:rPr>
              <a:t>  if(</a:t>
            </a:r>
            <a:r>
              <a:rPr lang="en-US" sz="1400" kern="0" spc="-80" dirty="0" err="1">
                <a:solidFill>
                  <a:schemeClr val="accent6"/>
                </a:solidFill>
              </a:rPr>
              <a:t>this.next</a:t>
            </a:r>
            <a:r>
              <a:rPr lang="en-US" sz="1400" kern="0" spc="-80" dirty="0">
                <a:solidFill>
                  <a:schemeClr val="accent6"/>
                </a:solidFill>
              </a:rPr>
              <a:t>) return </a:t>
            </a:r>
            <a:r>
              <a:rPr lang="en-US" sz="1400" kern="0" spc="-80" dirty="0" err="1">
                <a:solidFill>
                  <a:schemeClr val="accent6"/>
                </a:solidFill>
              </a:rPr>
              <a:t>this.next.handle</a:t>
            </a:r>
            <a:r>
              <a:rPr lang="en-US" sz="1400" kern="0" spc="-80" dirty="0">
                <a:solidFill>
                  <a:schemeClr val="accent6"/>
                </a:solidFill>
              </a:rPr>
              <a:t>(req);</a:t>
            </a:r>
          </a:p>
          <a:p>
            <a:pPr marL="12700" marR="5080"/>
            <a:r>
              <a:rPr lang="en-US" sz="1400" kern="0" spc="-80" dirty="0">
                <a:solidFill>
                  <a:schemeClr val="accent6"/>
                </a:solidFill>
              </a:rPr>
              <a:t>  return false;</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Mediator</a:t>
            </a:r>
          </a:p>
          <a:p>
            <a:pPr marL="12700" marR="5080"/>
            <a:r>
              <a:rPr lang="en-US" sz="1400" kern="0" spc="-80" dirty="0">
                <a:solidFill>
                  <a:schemeClr val="accent2"/>
                </a:solidFill>
              </a:rPr>
              <a:t>When to use: </a:t>
            </a:r>
            <a:r>
              <a:rPr lang="en-US" sz="1400" kern="0" spc="-80" dirty="0">
                <a:solidFill>
                  <a:schemeClr val="accent6"/>
                </a:solidFill>
              </a:rPr>
              <a:t>centralize complex communications between components to reduce coupling.</a:t>
            </a:r>
          </a:p>
          <a:p>
            <a:pPr marL="12700" marR="5080"/>
            <a:r>
              <a:rPr lang="en-US" sz="1400" kern="0" spc="-80" dirty="0">
                <a:solidFill>
                  <a:schemeClr val="accent6"/>
                </a:solidFill>
              </a:rPr>
              <a:t>class Mediator {</a:t>
            </a:r>
          </a:p>
          <a:p>
            <a:pPr marL="12700" marR="5080"/>
            <a:r>
              <a:rPr lang="en-US" sz="1400" kern="0" spc="-80" dirty="0">
                <a:solidFill>
                  <a:schemeClr val="accent6"/>
                </a:solidFill>
              </a:rPr>
              <a:t>  constructor(){ </a:t>
            </a:r>
            <a:r>
              <a:rPr lang="en-US" sz="1400" kern="0" spc="-80" dirty="0" err="1">
                <a:solidFill>
                  <a:schemeClr val="accent6"/>
                </a:solidFill>
              </a:rPr>
              <a:t>this.channels</a:t>
            </a:r>
            <a:r>
              <a:rPr lang="en-US" sz="1400" kern="0" spc="-80" dirty="0">
                <a:solidFill>
                  <a:schemeClr val="accent6"/>
                </a:solidFill>
              </a:rPr>
              <a:t> = {}; }</a:t>
            </a:r>
          </a:p>
          <a:p>
            <a:pPr marL="12700" marR="5080"/>
            <a:r>
              <a:rPr lang="en-US" sz="1400" kern="0" spc="-80" dirty="0">
                <a:solidFill>
                  <a:schemeClr val="accent6"/>
                </a:solidFill>
              </a:rPr>
              <a:t>  subscribe(</a:t>
            </a:r>
            <a:r>
              <a:rPr lang="en-US" sz="1400" kern="0" spc="-80" dirty="0" err="1">
                <a:solidFill>
                  <a:schemeClr val="accent6"/>
                </a:solidFill>
              </a:rPr>
              <a:t>ch</a:t>
            </a:r>
            <a:r>
              <a:rPr lang="en-US" sz="1400" kern="0" spc="-80" dirty="0">
                <a:solidFill>
                  <a:schemeClr val="accent6"/>
                </a:solidFill>
              </a:rPr>
              <a:t>, </a:t>
            </a:r>
            <a:r>
              <a:rPr lang="en-US" sz="1400" kern="0" spc="-80" dirty="0" err="1">
                <a:solidFill>
                  <a:schemeClr val="accent6"/>
                </a:solidFill>
              </a:rPr>
              <a:t>fn</a:t>
            </a:r>
            <a:r>
              <a:rPr lang="en-US" sz="1400" kern="0" spc="-80" dirty="0">
                <a:solidFill>
                  <a:schemeClr val="accent6"/>
                </a:solidFill>
              </a:rPr>
              <a:t>){ (</a:t>
            </a:r>
            <a:r>
              <a:rPr lang="en-US" sz="1400" kern="0" spc="-80" dirty="0" err="1">
                <a:solidFill>
                  <a:schemeClr val="accent6"/>
                </a:solidFill>
              </a:rPr>
              <a:t>this.channels</a:t>
            </a:r>
            <a:r>
              <a:rPr lang="en-US" sz="1400" kern="0" spc="-80" dirty="0">
                <a:solidFill>
                  <a:schemeClr val="accent6"/>
                </a:solidFill>
              </a:rPr>
              <a:t>[</a:t>
            </a:r>
            <a:r>
              <a:rPr lang="en-US" sz="1400" kern="0" spc="-80" dirty="0" err="1">
                <a:solidFill>
                  <a:schemeClr val="accent6"/>
                </a:solidFill>
              </a:rPr>
              <a:t>ch</a:t>
            </a:r>
            <a:r>
              <a:rPr lang="en-US" sz="1400" kern="0" spc="-80" dirty="0">
                <a:solidFill>
                  <a:schemeClr val="accent6"/>
                </a:solidFill>
              </a:rPr>
              <a:t>]=</a:t>
            </a:r>
            <a:r>
              <a:rPr lang="en-US" sz="1400" kern="0" spc="-80" dirty="0" err="1">
                <a:solidFill>
                  <a:schemeClr val="accent6"/>
                </a:solidFill>
              </a:rPr>
              <a:t>this.channels</a:t>
            </a:r>
            <a:r>
              <a:rPr lang="en-US" sz="1400" kern="0" spc="-80" dirty="0">
                <a:solidFill>
                  <a:schemeClr val="accent6"/>
                </a:solidFill>
              </a:rPr>
              <a:t>[</a:t>
            </a:r>
            <a:r>
              <a:rPr lang="en-US" sz="1400" kern="0" spc="-80" dirty="0" err="1">
                <a:solidFill>
                  <a:schemeClr val="accent6"/>
                </a:solidFill>
              </a:rPr>
              <a:t>ch</a:t>
            </a:r>
            <a:r>
              <a:rPr lang="en-US" sz="1400" kern="0" spc="-80" dirty="0">
                <a:solidFill>
                  <a:schemeClr val="accent6"/>
                </a:solidFill>
              </a:rPr>
              <a:t>]||[]).push(</a:t>
            </a:r>
            <a:r>
              <a:rPr lang="en-US" sz="1400" kern="0" spc="-80" dirty="0" err="1">
                <a:solidFill>
                  <a:schemeClr val="accent6"/>
                </a:solidFill>
              </a:rPr>
              <a:t>fn</a:t>
            </a:r>
            <a:r>
              <a:rPr lang="en-US" sz="1400" kern="0" spc="-80" dirty="0">
                <a:solidFill>
                  <a:schemeClr val="accent6"/>
                </a:solidFill>
              </a:rPr>
              <a:t>); }</a:t>
            </a:r>
          </a:p>
          <a:p>
            <a:pPr marL="12700" marR="5080"/>
            <a:r>
              <a:rPr lang="en-US" sz="1400" kern="0" spc="-80" dirty="0">
                <a:solidFill>
                  <a:schemeClr val="accent6"/>
                </a:solidFill>
              </a:rPr>
              <a:t>  publish(</a:t>
            </a:r>
            <a:r>
              <a:rPr lang="en-US" sz="1400" kern="0" spc="-80" dirty="0" err="1">
                <a:solidFill>
                  <a:schemeClr val="accent6"/>
                </a:solidFill>
              </a:rPr>
              <a:t>ch</a:t>
            </a:r>
            <a:r>
              <a:rPr lang="en-US" sz="1400" kern="0" spc="-80" dirty="0">
                <a:solidFill>
                  <a:schemeClr val="accent6"/>
                </a:solidFill>
              </a:rPr>
              <a:t>, data){ (</a:t>
            </a:r>
            <a:r>
              <a:rPr lang="en-US" sz="1400" kern="0" spc="-80" dirty="0" err="1">
                <a:solidFill>
                  <a:schemeClr val="accent6"/>
                </a:solidFill>
              </a:rPr>
              <a:t>this.channels</a:t>
            </a:r>
            <a:r>
              <a:rPr lang="en-US" sz="1400" kern="0" spc="-80" dirty="0">
                <a:solidFill>
                  <a:schemeClr val="accent6"/>
                </a:solidFill>
              </a:rPr>
              <a:t>[</a:t>
            </a:r>
            <a:r>
              <a:rPr lang="en-US" sz="1400" kern="0" spc="-80" dirty="0" err="1">
                <a:solidFill>
                  <a:schemeClr val="accent6"/>
                </a:solidFill>
              </a:rPr>
              <a:t>ch</a:t>
            </a:r>
            <a:r>
              <a:rPr lang="en-US" sz="1400" kern="0" spc="-80" dirty="0">
                <a:solidFill>
                  <a:schemeClr val="accent6"/>
                </a:solidFill>
              </a:rPr>
              <a:t>]||[]).</a:t>
            </a:r>
            <a:r>
              <a:rPr lang="en-US" sz="1400" kern="0" spc="-80" dirty="0" err="1">
                <a:solidFill>
                  <a:schemeClr val="accent6"/>
                </a:solidFill>
              </a:rPr>
              <a:t>forEach</a:t>
            </a:r>
            <a:r>
              <a:rPr lang="en-US" sz="1400" kern="0" spc="-80" dirty="0">
                <a:solidFill>
                  <a:schemeClr val="accent6"/>
                </a:solidFill>
              </a:rPr>
              <a:t>(</a:t>
            </a:r>
            <a:r>
              <a:rPr lang="en-US" sz="1400" kern="0" spc="-80" dirty="0" err="1">
                <a:solidFill>
                  <a:schemeClr val="accent6"/>
                </a:solidFill>
              </a:rPr>
              <a:t>fn</a:t>
            </a:r>
            <a:r>
              <a:rPr lang="en-US" sz="1400" kern="0" spc="-80" dirty="0">
                <a:solidFill>
                  <a:schemeClr val="accent6"/>
                </a:solidFill>
              </a:rPr>
              <a:t>=&gt;</a:t>
            </a:r>
            <a:r>
              <a:rPr lang="en-US" sz="1400" kern="0" spc="-80" dirty="0" err="1">
                <a:solidFill>
                  <a:schemeClr val="accent6"/>
                </a:solidFill>
              </a:rPr>
              <a:t>fn</a:t>
            </a:r>
            <a:r>
              <a:rPr lang="en-US" sz="1400" kern="0" spc="-80" dirty="0">
                <a:solidFill>
                  <a:schemeClr val="accent6"/>
                </a:solidFill>
              </a:rPr>
              <a:t>(data)); }</a:t>
            </a:r>
          </a:p>
          <a:p>
            <a:pPr marL="12700" marR="5080"/>
            <a:r>
              <a:rPr lang="en-US" sz="1400" kern="0" spc="-80" dirty="0">
                <a:solidFill>
                  <a:schemeClr val="accent6"/>
                </a:solidFill>
              </a:rPr>
              <a:t>}</a:t>
            </a:r>
          </a:p>
          <a:p>
            <a:pPr marL="12700" marR="5080"/>
            <a:r>
              <a:rPr lang="en-US" sz="1400" kern="0" spc="-80" dirty="0">
                <a:solidFill>
                  <a:schemeClr val="accent6"/>
                </a:solidFill>
              </a:rPr>
              <a:t>Similar to Pub/Sub but often domain-specific mediator coordinates many parts.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22981916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0F072-AA9E-90FA-9B3D-88CE9FF516C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0B20B9B-94EF-EBDC-F7FF-042A37ECE36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930AC09-AD43-4597-CC7B-6CA56A7F789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6FA4DD7-EFEE-169B-75BF-F564D6F47E47}"/>
              </a:ext>
            </a:extLst>
          </p:cNvPr>
          <p:cNvGraphicFramePr/>
          <p:nvPr>
            <p:extLst>
              <p:ext uri="{D42A27DB-BD31-4B8C-83A1-F6EECF244321}">
                <p14:modId xmlns:p14="http://schemas.microsoft.com/office/powerpoint/2010/main" val="262934341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40659AF-7CBE-5790-B898-8FDE4DC658A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60CC72E-6E00-FD99-FD47-A3EC9F8D096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2F225B9-05CE-7384-950E-5CBADF92585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09DF411-924B-78E2-ADBE-44BC9FFC7DE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D19790D-3652-6565-7AFC-31586EDF124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2AD4447-0D36-D2AA-6321-A556D266FBD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D5EA464-C4C0-E2AC-97A9-11414DBC310E}"/>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BEHAVIORAL PATTERNS</a:t>
            </a:r>
          </a:p>
          <a:p>
            <a:pPr marL="12700" marR="5080"/>
            <a:r>
              <a:rPr lang="en-US" sz="1400" kern="0" spc="-80" dirty="0">
                <a:solidFill>
                  <a:schemeClr val="accent2"/>
                </a:solidFill>
              </a:rPr>
              <a:t>Iterator</a:t>
            </a:r>
          </a:p>
          <a:p>
            <a:pPr marL="12700" marR="5080"/>
            <a:r>
              <a:rPr lang="en-US" sz="1400" kern="0" spc="-80" dirty="0">
                <a:solidFill>
                  <a:schemeClr val="accent2"/>
                </a:solidFill>
              </a:rPr>
              <a:t>When to use: </a:t>
            </a:r>
            <a:r>
              <a:rPr lang="en-US" sz="1400" kern="0" spc="-80" dirty="0">
                <a:solidFill>
                  <a:schemeClr val="accent6"/>
                </a:solidFill>
              </a:rPr>
              <a:t>sequential access to elements without exposing internals.</a:t>
            </a:r>
          </a:p>
          <a:p>
            <a:pPr marL="12700" marR="5080"/>
            <a:r>
              <a:rPr lang="en-US" sz="1400" kern="0" spc="-80" dirty="0">
                <a:solidFill>
                  <a:schemeClr val="accent6"/>
                </a:solidFill>
              </a:rPr>
              <a:t>Use JS iterators/generators:</a:t>
            </a:r>
          </a:p>
          <a:p>
            <a:pPr marL="12700" marR="5080"/>
            <a:r>
              <a:rPr lang="en-US" sz="1400" kern="0" spc="-80" dirty="0">
                <a:solidFill>
                  <a:schemeClr val="accent6"/>
                </a:solidFill>
              </a:rPr>
              <a:t>function* range(n){ for(let </a:t>
            </a:r>
            <a:r>
              <a:rPr lang="en-US" sz="1400" kern="0" spc="-80" dirty="0" err="1">
                <a:solidFill>
                  <a:schemeClr val="accent6"/>
                </a:solidFill>
              </a:rPr>
              <a:t>i</a:t>
            </a:r>
            <a:r>
              <a:rPr lang="en-US" sz="1400" kern="0" spc="-80" dirty="0">
                <a:solidFill>
                  <a:schemeClr val="accent6"/>
                </a:solidFill>
              </a:rPr>
              <a:t>=0;i&lt;</a:t>
            </a:r>
            <a:r>
              <a:rPr lang="en-US" sz="1400" kern="0" spc="-80" dirty="0" err="1">
                <a:solidFill>
                  <a:schemeClr val="accent6"/>
                </a:solidFill>
              </a:rPr>
              <a:t>n;i</a:t>
            </a:r>
            <a:r>
              <a:rPr lang="en-US" sz="1400" kern="0" spc="-80" dirty="0">
                <a:solidFill>
                  <a:schemeClr val="accent6"/>
                </a:solidFill>
              </a:rPr>
              <a:t>++) yield </a:t>
            </a:r>
            <a:r>
              <a:rPr lang="en-US" sz="1400" kern="0" spc="-80" dirty="0" err="1">
                <a:solidFill>
                  <a:schemeClr val="accent6"/>
                </a:solidFill>
              </a:rPr>
              <a:t>i</a:t>
            </a:r>
            <a:r>
              <a:rPr lang="en-US" sz="1400" kern="0" spc="-80" dirty="0">
                <a:solidFill>
                  <a:schemeClr val="accent6"/>
                </a:solidFill>
              </a:rPr>
              <a:t>; }</a:t>
            </a:r>
          </a:p>
          <a:p>
            <a:pPr marL="12700" marR="5080"/>
            <a:r>
              <a:rPr lang="en-US" sz="1400" kern="0" spc="-80" dirty="0">
                <a:solidFill>
                  <a:schemeClr val="accent6"/>
                </a:solidFill>
              </a:rPr>
              <a:t>for(const x of range(3)) console.log(x); // 0,1,2</a:t>
            </a:r>
          </a:p>
          <a:p>
            <a:pPr marL="12700" marR="5080"/>
            <a:endParaRPr lang="en-US" sz="1400" kern="0" spc="-80" dirty="0">
              <a:solidFill>
                <a:schemeClr val="accent6"/>
              </a:solidFill>
            </a:endParaRPr>
          </a:p>
          <a:p>
            <a:pPr marL="12700" marR="5080"/>
            <a:r>
              <a:rPr lang="en-US" sz="1400" kern="0" spc="-80" dirty="0">
                <a:solidFill>
                  <a:schemeClr val="accent2"/>
                </a:solidFill>
              </a:rPr>
              <a:t>State</a:t>
            </a:r>
          </a:p>
          <a:p>
            <a:pPr marL="12700" marR="5080"/>
            <a:r>
              <a:rPr lang="en-US" sz="1400" kern="0" spc="-80" dirty="0">
                <a:solidFill>
                  <a:schemeClr val="accent2"/>
                </a:solidFill>
              </a:rPr>
              <a:t>When to use: </a:t>
            </a:r>
            <a:r>
              <a:rPr lang="en-US" sz="1400" kern="0" spc="-80" dirty="0">
                <a:solidFill>
                  <a:schemeClr val="accent6"/>
                </a:solidFill>
              </a:rPr>
              <a:t>object behavior changes based on internal state; replace large switch/cases.</a:t>
            </a:r>
          </a:p>
          <a:p>
            <a:pPr marL="12700" marR="5080"/>
            <a:r>
              <a:rPr lang="en-US" sz="1400" kern="0" spc="-80" dirty="0">
                <a:solidFill>
                  <a:schemeClr val="accent6"/>
                </a:solidFill>
              </a:rPr>
              <a:t>class Light {</a:t>
            </a:r>
          </a:p>
          <a:p>
            <a:pPr marL="12700" marR="5080"/>
            <a:r>
              <a:rPr lang="en-US" sz="1400" kern="0" spc="-80" dirty="0">
                <a:solidFill>
                  <a:schemeClr val="accent6"/>
                </a:solidFill>
              </a:rPr>
              <a:t>  constructor(){ </a:t>
            </a:r>
            <a:r>
              <a:rPr lang="en-US" sz="1400" kern="0" spc="-80" dirty="0" err="1">
                <a:solidFill>
                  <a:schemeClr val="accent6"/>
                </a:solidFill>
              </a:rPr>
              <a:t>this.state</a:t>
            </a:r>
            <a:r>
              <a:rPr lang="en-US" sz="1400" kern="0" spc="-80" dirty="0">
                <a:solidFill>
                  <a:schemeClr val="accent6"/>
                </a:solidFill>
              </a:rPr>
              <a:t> = new </a:t>
            </a:r>
            <a:r>
              <a:rPr lang="en-US" sz="1400" kern="0" spc="-80" dirty="0" err="1">
                <a:solidFill>
                  <a:schemeClr val="accent6"/>
                </a:solidFill>
              </a:rPr>
              <a:t>OffState</a:t>
            </a:r>
            <a:r>
              <a:rPr lang="en-US" sz="1400" kern="0" spc="-80" dirty="0">
                <a:solidFill>
                  <a:schemeClr val="accent6"/>
                </a:solidFill>
              </a:rPr>
              <a:t>(this); }</a:t>
            </a:r>
          </a:p>
          <a:p>
            <a:pPr marL="12700" marR="5080"/>
            <a:r>
              <a:rPr lang="en-US" sz="1400" kern="0" spc="-80" dirty="0">
                <a:solidFill>
                  <a:schemeClr val="accent6"/>
                </a:solidFill>
              </a:rPr>
              <a:t>  </a:t>
            </a:r>
            <a:r>
              <a:rPr lang="en-US" sz="1400" kern="0" spc="-80" dirty="0" err="1">
                <a:solidFill>
                  <a:schemeClr val="accent6"/>
                </a:solidFill>
              </a:rPr>
              <a:t>setState</a:t>
            </a:r>
            <a:r>
              <a:rPr lang="en-US" sz="1400" kern="0" spc="-80" dirty="0">
                <a:solidFill>
                  <a:schemeClr val="accent6"/>
                </a:solidFill>
              </a:rPr>
              <a:t>(s){ </a:t>
            </a:r>
            <a:r>
              <a:rPr lang="en-US" sz="1400" kern="0" spc="-80" dirty="0" err="1">
                <a:solidFill>
                  <a:schemeClr val="accent6"/>
                </a:solidFill>
              </a:rPr>
              <a:t>this.state</a:t>
            </a:r>
            <a:r>
              <a:rPr lang="en-US" sz="1400" kern="0" spc="-80" dirty="0">
                <a:solidFill>
                  <a:schemeClr val="accent6"/>
                </a:solidFill>
              </a:rPr>
              <a:t> = s; }</a:t>
            </a:r>
          </a:p>
          <a:p>
            <a:pPr marL="12700" marR="5080"/>
            <a:r>
              <a:rPr lang="en-US" sz="1400" kern="0" spc="-80" dirty="0">
                <a:solidFill>
                  <a:schemeClr val="accent6"/>
                </a:solidFill>
              </a:rPr>
              <a:t>  press(){ </a:t>
            </a:r>
            <a:r>
              <a:rPr lang="en-US" sz="1400" kern="0" spc="-80" dirty="0" err="1">
                <a:solidFill>
                  <a:schemeClr val="accent6"/>
                </a:solidFill>
              </a:rPr>
              <a:t>this.state.press</a:t>
            </a:r>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class </a:t>
            </a:r>
            <a:r>
              <a:rPr lang="en-US" sz="1400" kern="0" spc="-80" dirty="0" err="1">
                <a:solidFill>
                  <a:schemeClr val="accent6"/>
                </a:solidFill>
              </a:rPr>
              <a:t>OffState</a:t>
            </a:r>
            <a:r>
              <a:rPr lang="en-US" sz="1400" kern="0" spc="-80" dirty="0">
                <a:solidFill>
                  <a:schemeClr val="accent6"/>
                </a:solidFill>
              </a:rPr>
              <a:t> {</a:t>
            </a:r>
          </a:p>
          <a:p>
            <a:pPr marL="12700" marR="5080"/>
            <a:r>
              <a:rPr lang="en-US" sz="1400" kern="0" spc="-80" dirty="0">
                <a:solidFill>
                  <a:schemeClr val="accent6"/>
                </a:solidFill>
              </a:rPr>
              <a:t>  constructor(light){ </a:t>
            </a:r>
            <a:r>
              <a:rPr lang="en-US" sz="1400" kern="0" spc="-80" dirty="0" err="1">
                <a:solidFill>
                  <a:schemeClr val="accent6"/>
                </a:solidFill>
              </a:rPr>
              <a:t>this.light</a:t>
            </a:r>
            <a:r>
              <a:rPr lang="en-US" sz="1400" kern="0" spc="-80" dirty="0">
                <a:solidFill>
                  <a:schemeClr val="accent6"/>
                </a:solidFill>
              </a:rPr>
              <a:t> = light; }</a:t>
            </a:r>
          </a:p>
          <a:p>
            <a:pPr marL="12700" marR="5080"/>
            <a:r>
              <a:rPr lang="en-US" sz="1400" kern="0" spc="-80" dirty="0">
                <a:solidFill>
                  <a:schemeClr val="accent6"/>
                </a:solidFill>
              </a:rPr>
              <a:t>  press(){ console.log('turning on'); </a:t>
            </a:r>
            <a:r>
              <a:rPr lang="en-US" sz="1400" kern="0" spc="-80" dirty="0" err="1">
                <a:solidFill>
                  <a:schemeClr val="accent6"/>
                </a:solidFill>
              </a:rPr>
              <a:t>this.light.setState</a:t>
            </a:r>
            <a:r>
              <a:rPr lang="en-US" sz="1400" kern="0" spc="-80" dirty="0">
                <a:solidFill>
                  <a:schemeClr val="accent6"/>
                </a:solidFill>
              </a:rPr>
              <a:t>(new </a:t>
            </a:r>
            <a:r>
              <a:rPr lang="en-US" sz="1400" kern="0" spc="-80" dirty="0" err="1">
                <a:solidFill>
                  <a:schemeClr val="accent6"/>
                </a:solidFill>
              </a:rPr>
              <a:t>OnState</a:t>
            </a:r>
            <a:r>
              <a:rPr lang="en-US" sz="1400" kern="0" spc="-80" dirty="0">
                <a:solidFill>
                  <a:schemeClr val="accent6"/>
                </a:solidFill>
              </a:rPr>
              <a:t>(</a:t>
            </a:r>
            <a:r>
              <a:rPr lang="en-US" sz="1400" kern="0" spc="-80" dirty="0" err="1">
                <a:solidFill>
                  <a:schemeClr val="accent6"/>
                </a:solidFill>
              </a:rPr>
              <a:t>this.light</a:t>
            </a:r>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class </a:t>
            </a:r>
            <a:r>
              <a:rPr lang="en-US" sz="1400" kern="0" spc="-80" dirty="0" err="1">
                <a:solidFill>
                  <a:schemeClr val="accent6"/>
                </a:solidFill>
              </a:rPr>
              <a:t>OnState</a:t>
            </a:r>
            <a:r>
              <a:rPr lang="en-US" sz="1400" kern="0" spc="-80" dirty="0">
                <a:solidFill>
                  <a:schemeClr val="accent6"/>
                </a:solidFill>
              </a:rPr>
              <a:t> {</a:t>
            </a:r>
          </a:p>
          <a:p>
            <a:pPr marL="12700" marR="5080"/>
            <a:r>
              <a:rPr lang="en-US" sz="1400" kern="0" spc="-80" dirty="0">
                <a:solidFill>
                  <a:schemeClr val="accent6"/>
                </a:solidFill>
              </a:rPr>
              <a:t>  constructor(light){ </a:t>
            </a:r>
            <a:r>
              <a:rPr lang="en-US" sz="1400" kern="0" spc="-80" dirty="0" err="1">
                <a:solidFill>
                  <a:schemeClr val="accent6"/>
                </a:solidFill>
              </a:rPr>
              <a:t>this.light</a:t>
            </a:r>
            <a:r>
              <a:rPr lang="en-US" sz="1400" kern="0" spc="-80" dirty="0">
                <a:solidFill>
                  <a:schemeClr val="accent6"/>
                </a:solidFill>
              </a:rPr>
              <a:t> = light; }</a:t>
            </a:r>
          </a:p>
          <a:p>
            <a:pPr marL="12700" marR="5080"/>
            <a:r>
              <a:rPr lang="en-US" sz="1400" kern="0" spc="-80" dirty="0">
                <a:solidFill>
                  <a:schemeClr val="accent6"/>
                </a:solidFill>
              </a:rPr>
              <a:t>  press(){ console.log('turning off'); </a:t>
            </a:r>
            <a:r>
              <a:rPr lang="en-US" sz="1400" kern="0" spc="-80" dirty="0" err="1">
                <a:solidFill>
                  <a:schemeClr val="accent6"/>
                </a:solidFill>
              </a:rPr>
              <a:t>this.light.setState</a:t>
            </a:r>
            <a:r>
              <a:rPr lang="en-US" sz="1400" kern="0" spc="-80" dirty="0">
                <a:solidFill>
                  <a:schemeClr val="accent6"/>
                </a:solidFill>
              </a:rPr>
              <a:t>(new </a:t>
            </a:r>
            <a:r>
              <a:rPr lang="en-US" sz="1400" kern="0" spc="-80" dirty="0" err="1">
                <a:solidFill>
                  <a:schemeClr val="accent6"/>
                </a:solidFill>
              </a:rPr>
              <a:t>OffState</a:t>
            </a:r>
            <a:r>
              <a:rPr lang="en-US" sz="1400" kern="0" spc="-80" dirty="0">
                <a:solidFill>
                  <a:schemeClr val="accent6"/>
                </a:solidFill>
              </a:rPr>
              <a:t>(</a:t>
            </a:r>
            <a:r>
              <a:rPr lang="en-US" sz="1400" kern="0" spc="-80" dirty="0" err="1">
                <a:solidFill>
                  <a:schemeClr val="accent6"/>
                </a:solidFill>
              </a:rPr>
              <a:t>this.light</a:t>
            </a:r>
            <a:r>
              <a:rPr lang="en-US" sz="1400" kern="0" spc="-80" dirty="0">
                <a:solidFill>
                  <a:schemeClr val="accent6"/>
                </a:solidFill>
              </a:rPr>
              <a:t>)); }</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144460845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A498B8-8CA9-E45C-7E69-9849352F5CA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58D7B7F-6D45-267D-8228-0E42BB6595C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9887B22-ED90-769B-450F-134D48D562A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E53540A-48B6-B518-CCE9-A5CFB1434B26}"/>
              </a:ext>
            </a:extLst>
          </p:cNvPr>
          <p:cNvGraphicFramePr/>
          <p:nvPr>
            <p:extLst>
              <p:ext uri="{D42A27DB-BD31-4B8C-83A1-F6EECF244321}">
                <p14:modId xmlns:p14="http://schemas.microsoft.com/office/powerpoint/2010/main" val="392955220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5F5EDA8-0BBE-E73E-78E6-6E0CAE55F27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87A70B3-2A45-EE7D-90F4-674BA7419FF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82638BA-8ABF-2786-EF69-4E8DC8D4D5A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BAB694B-928D-946C-DADA-E77DA0E09BA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3E77D1F-4C06-8EFB-5F99-E262BD0421D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1F40CE1-513F-4C6E-3304-3DE8A602044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0A909CF-D44D-E3F2-B67D-8AFEC04F4FAC}"/>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BEHAVIORAL PATTERNS</a:t>
            </a:r>
          </a:p>
          <a:p>
            <a:pPr marL="12700" marR="5080"/>
            <a:r>
              <a:rPr lang="en-US" sz="1400" kern="0" spc="-80" dirty="0">
                <a:solidFill>
                  <a:schemeClr val="accent2"/>
                </a:solidFill>
              </a:rPr>
              <a:t>Template Method</a:t>
            </a:r>
          </a:p>
          <a:p>
            <a:pPr marL="12700" marR="5080"/>
            <a:r>
              <a:rPr lang="en-US" sz="1400" kern="0" spc="-80" dirty="0">
                <a:solidFill>
                  <a:schemeClr val="accent2"/>
                </a:solidFill>
              </a:rPr>
              <a:t>When to use: </a:t>
            </a:r>
            <a:r>
              <a:rPr lang="en-US" sz="1400" kern="0" spc="-80" dirty="0">
                <a:solidFill>
                  <a:schemeClr val="accent6"/>
                </a:solidFill>
              </a:rPr>
              <a:t>define skeleton algorithm in superclass; subclasses override steps.</a:t>
            </a:r>
          </a:p>
          <a:p>
            <a:pPr marL="12700" marR="5080"/>
            <a:r>
              <a:rPr lang="en-US" sz="1400" kern="0" spc="-80" dirty="0">
                <a:solidFill>
                  <a:schemeClr val="accent6"/>
                </a:solidFill>
              </a:rPr>
              <a:t>class Game {</a:t>
            </a:r>
          </a:p>
          <a:p>
            <a:pPr marL="12700" marR="5080"/>
            <a:r>
              <a:rPr lang="en-US" sz="1400" kern="0" spc="-80" dirty="0">
                <a:solidFill>
                  <a:schemeClr val="accent6"/>
                </a:solidFill>
              </a:rPr>
              <a:t>  play() {</a:t>
            </a:r>
          </a:p>
          <a:p>
            <a:pPr marL="12700" marR="5080"/>
            <a:r>
              <a:rPr lang="en-US" sz="1400" kern="0" spc="-80" dirty="0">
                <a:solidFill>
                  <a:schemeClr val="accent6"/>
                </a:solidFill>
              </a:rPr>
              <a:t>    </a:t>
            </a:r>
            <a:r>
              <a:rPr lang="en-US" sz="1400" kern="0" spc="-80" dirty="0" err="1">
                <a:solidFill>
                  <a:schemeClr val="accent6"/>
                </a:solidFill>
              </a:rPr>
              <a:t>this.start</a:t>
            </a:r>
            <a:r>
              <a:rPr lang="en-US" sz="1400" kern="0" spc="-80" dirty="0">
                <a:solidFill>
                  <a:schemeClr val="accent6"/>
                </a:solidFill>
              </a:rPr>
              <a:t>(); </a:t>
            </a:r>
            <a:r>
              <a:rPr lang="en-US" sz="1400" kern="0" spc="-80" dirty="0" err="1">
                <a:solidFill>
                  <a:schemeClr val="accent6"/>
                </a:solidFill>
              </a:rPr>
              <a:t>this.doPlay</a:t>
            </a:r>
            <a:r>
              <a:rPr lang="en-US" sz="1400" kern="0" spc="-80" dirty="0">
                <a:solidFill>
                  <a:schemeClr val="accent6"/>
                </a:solidFill>
              </a:rPr>
              <a:t>(); </a:t>
            </a:r>
            <a:r>
              <a:rPr lang="en-US" sz="1400" kern="0" spc="-80" dirty="0" err="1">
                <a:solidFill>
                  <a:schemeClr val="accent6"/>
                </a:solidFill>
              </a:rPr>
              <a:t>this.end</a:t>
            </a:r>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  start(){ }</a:t>
            </a:r>
          </a:p>
          <a:p>
            <a:pPr marL="12700" marR="5080"/>
            <a:r>
              <a:rPr lang="en-US" sz="1400" kern="0" spc="-80" dirty="0">
                <a:solidFill>
                  <a:schemeClr val="accent6"/>
                </a:solidFill>
              </a:rPr>
              <a:t>  </a:t>
            </a:r>
            <a:r>
              <a:rPr lang="en-US" sz="1400" kern="0" spc="-80" dirty="0" err="1">
                <a:solidFill>
                  <a:schemeClr val="accent6"/>
                </a:solidFill>
              </a:rPr>
              <a:t>doPlay</a:t>
            </a:r>
            <a:r>
              <a:rPr lang="en-US" sz="1400" kern="0" spc="-80" dirty="0">
                <a:solidFill>
                  <a:schemeClr val="accent6"/>
                </a:solidFill>
              </a:rPr>
              <a:t>(){ throw 'must implement'; }</a:t>
            </a:r>
          </a:p>
          <a:p>
            <a:pPr marL="12700" marR="5080"/>
            <a:r>
              <a:rPr lang="en-US" sz="1400" kern="0" spc="-80" dirty="0">
                <a:solidFill>
                  <a:schemeClr val="accent6"/>
                </a:solidFill>
              </a:rPr>
              <a:t>  end(){ }</a:t>
            </a:r>
          </a:p>
          <a:p>
            <a:pPr marL="12700" marR="5080"/>
            <a:r>
              <a:rPr lang="en-US" sz="1400" kern="0" spc="-80" dirty="0">
                <a:solidFill>
                  <a:schemeClr val="accent6"/>
                </a:solidFill>
              </a:rPr>
              <a:t>}</a:t>
            </a:r>
          </a:p>
          <a:p>
            <a:pPr marL="12700" marR="5080"/>
            <a:r>
              <a:rPr lang="en-US" sz="1400" kern="0" spc="-80" dirty="0">
                <a:solidFill>
                  <a:schemeClr val="accent6"/>
                </a:solidFill>
              </a:rPr>
              <a:t>class Chess extends Game {</a:t>
            </a:r>
          </a:p>
          <a:p>
            <a:pPr marL="12700" marR="5080"/>
            <a:r>
              <a:rPr lang="en-US" sz="1400" kern="0" spc="-80" dirty="0">
                <a:solidFill>
                  <a:schemeClr val="accent6"/>
                </a:solidFill>
              </a:rPr>
              <a:t>  </a:t>
            </a:r>
            <a:r>
              <a:rPr lang="en-US" sz="1400" kern="0" spc="-80" dirty="0" err="1">
                <a:solidFill>
                  <a:schemeClr val="accent6"/>
                </a:solidFill>
              </a:rPr>
              <a:t>doPlay</a:t>
            </a:r>
            <a:r>
              <a:rPr lang="en-US" sz="1400" kern="0" spc="-80" dirty="0">
                <a:solidFill>
                  <a:schemeClr val="accent6"/>
                </a:solidFill>
              </a:rPr>
              <a:t>(){ console.log('play chess'); }</a:t>
            </a:r>
          </a:p>
          <a:p>
            <a:pPr marL="12700" marR="5080"/>
            <a:r>
              <a:rPr lang="en-US" sz="1400" kern="0" spc="-80" dirty="0">
                <a:solidFill>
                  <a:schemeClr val="accent6"/>
                </a:solidFill>
              </a:rPr>
              <a:t>}</a:t>
            </a:r>
          </a:p>
          <a:p>
            <a:pPr marL="12700" marR="5080"/>
            <a:r>
              <a:rPr lang="en-US" sz="1400" kern="0" spc="-80" dirty="0">
                <a:solidFill>
                  <a:schemeClr val="accent2"/>
                </a:solidFill>
              </a:rPr>
              <a:t>Memento</a:t>
            </a:r>
          </a:p>
          <a:p>
            <a:pPr marL="12700" marR="5080"/>
            <a:r>
              <a:rPr lang="en-US" sz="1400" kern="0" spc="-80" dirty="0">
                <a:solidFill>
                  <a:schemeClr val="accent2"/>
                </a:solidFill>
              </a:rPr>
              <a:t>When to use: </a:t>
            </a:r>
            <a:r>
              <a:rPr lang="en-US" sz="1400" kern="0" spc="-80" dirty="0">
                <a:solidFill>
                  <a:schemeClr val="accent6"/>
                </a:solidFill>
              </a:rPr>
              <a:t>capture and restore object state (undo).</a:t>
            </a:r>
          </a:p>
          <a:p>
            <a:pPr marL="12700" marR="5080"/>
            <a:r>
              <a:rPr lang="en-US" sz="1400" kern="0" spc="-80" dirty="0">
                <a:solidFill>
                  <a:schemeClr val="accent6"/>
                </a:solidFill>
              </a:rPr>
              <a:t>class Editor {</a:t>
            </a:r>
          </a:p>
          <a:p>
            <a:pPr marL="12700" marR="5080"/>
            <a:r>
              <a:rPr lang="en-US" sz="1400" kern="0" spc="-80" dirty="0">
                <a:solidFill>
                  <a:schemeClr val="accent6"/>
                </a:solidFill>
              </a:rPr>
              <a:t>  constructor(){ </a:t>
            </a:r>
            <a:r>
              <a:rPr lang="en-US" sz="1400" kern="0" spc="-80" dirty="0" err="1">
                <a:solidFill>
                  <a:schemeClr val="accent6"/>
                </a:solidFill>
              </a:rPr>
              <a:t>this.state</a:t>
            </a:r>
            <a:r>
              <a:rPr lang="en-US" sz="1400" kern="0" spc="-80" dirty="0">
                <a:solidFill>
                  <a:schemeClr val="accent6"/>
                </a:solidFill>
              </a:rPr>
              <a:t>=''; }</a:t>
            </a:r>
          </a:p>
          <a:p>
            <a:pPr marL="12700" marR="5080"/>
            <a:r>
              <a:rPr lang="en-US" sz="1400" kern="0" spc="-80" dirty="0">
                <a:solidFill>
                  <a:schemeClr val="accent6"/>
                </a:solidFill>
              </a:rPr>
              <a:t>  write(text){ </a:t>
            </a:r>
            <a:r>
              <a:rPr lang="en-US" sz="1400" kern="0" spc="-80" dirty="0" err="1">
                <a:solidFill>
                  <a:schemeClr val="accent6"/>
                </a:solidFill>
              </a:rPr>
              <a:t>this.state</a:t>
            </a:r>
            <a:r>
              <a:rPr lang="en-US" sz="1400" kern="0" spc="-80" dirty="0">
                <a:solidFill>
                  <a:schemeClr val="accent6"/>
                </a:solidFill>
              </a:rPr>
              <a:t> += text; }</a:t>
            </a:r>
          </a:p>
          <a:p>
            <a:pPr marL="12700" marR="5080"/>
            <a:r>
              <a:rPr lang="en-US" sz="1400" kern="0" spc="-80" dirty="0">
                <a:solidFill>
                  <a:schemeClr val="accent6"/>
                </a:solidFill>
              </a:rPr>
              <a:t>  save(){ return new Memento(</a:t>
            </a:r>
            <a:r>
              <a:rPr lang="en-US" sz="1400" kern="0" spc="-80" dirty="0" err="1">
                <a:solidFill>
                  <a:schemeClr val="accent6"/>
                </a:solidFill>
              </a:rPr>
              <a:t>this.state</a:t>
            </a:r>
            <a:r>
              <a:rPr lang="en-US" sz="1400" kern="0" spc="-80" dirty="0">
                <a:solidFill>
                  <a:schemeClr val="accent6"/>
                </a:solidFill>
              </a:rPr>
              <a:t>); }</a:t>
            </a:r>
          </a:p>
          <a:p>
            <a:pPr marL="12700" marR="5080"/>
            <a:r>
              <a:rPr lang="en-US" sz="1400" kern="0" spc="-80" dirty="0">
                <a:solidFill>
                  <a:schemeClr val="accent6"/>
                </a:solidFill>
              </a:rPr>
              <a:t>  restore(m){ </a:t>
            </a:r>
            <a:r>
              <a:rPr lang="en-US" sz="1400" kern="0" spc="-80" dirty="0" err="1">
                <a:solidFill>
                  <a:schemeClr val="accent6"/>
                </a:solidFill>
              </a:rPr>
              <a:t>this.state</a:t>
            </a:r>
            <a:r>
              <a:rPr lang="en-US" sz="1400" kern="0" spc="-80" dirty="0">
                <a:solidFill>
                  <a:schemeClr val="accent6"/>
                </a:solidFill>
              </a:rPr>
              <a:t> = </a:t>
            </a:r>
            <a:r>
              <a:rPr lang="en-US" sz="1400" kern="0" spc="-80" dirty="0" err="1">
                <a:solidFill>
                  <a:schemeClr val="accent6"/>
                </a:solidFill>
              </a:rPr>
              <a:t>m.getState</a:t>
            </a:r>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class Memento { constructor(s){ </a:t>
            </a:r>
            <a:r>
              <a:rPr lang="en-US" sz="1400" kern="0" spc="-80" dirty="0" err="1">
                <a:solidFill>
                  <a:schemeClr val="accent6"/>
                </a:solidFill>
              </a:rPr>
              <a:t>this._s</a:t>
            </a:r>
            <a:r>
              <a:rPr lang="en-US" sz="1400" kern="0" spc="-80" dirty="0">
                <a:solidFill>
                  <a:schemeClr val="accent6"/>
                </a:solidFill>
              </a:rPr>
              <a:t> = s; } </a:t>
            </a:r>
            <a:r>
              <a:rPr lang="en-US" sz="1400" kern="0" spc="-80" dirty="0" err="1">
                <a:solidFill>
                  <a:schemeClr val="accent6"/>
                </a:solidFill>
              </a:rPr>
              <a:t>getState</a:t>
            </a:r>
            <a:r>
              <a:rPr lang="en-US" sz="1400" kern="0" spc="-80" dirty="0">
                <a:solidFill>
                  <a:schemeClr val="accent6"/>
                </a:solidFill>
              </a:rPr>
              <a:t>(){ return </a:t>
            </a:r>
            <a:r>
              <a:rPr lang="en-US" sz="1400" kern="0" spc="-80" dirty="0" err="1">
                <a:solidFill>
                  <a:schemeClr val="accent6"/>
                </a:solidFill>
              </a:rPr>
              <a:t>this._s</a:t>
            </a:r>
            <a:r>
              <a:rPr lang="en-US" sz="1400" kern="0" spc="-80" dirty="0">
                <a:solidFill>
                  <a:schemeClr val="accent6"/>
                </a:solidFill>
              </a:rPr>
              <a:t>; } }</a:t>
            </a:r>
          </a:p>
        </p:txBody>
      </p:sp>
    </p:spTree>
    <p:extLst>
      <p:ext uri="{BB962C8B-B14F-4D97-AF65-F5344CB8AC3E}">
        <p14:creationId xmlns:p14="http://schemas.microsoft.com/office/powerpoint/2010/main" val="2287952823"/>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89F26D-A991-0C85-205C-9BA146FFF96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9DD0DBA-AC3E-872E-6478-9721E6AFA1A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103E3A9-4EC2-067C-2D89-A0F720BB8AF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53AB3C0-D64D-2764-F6BB-384ED9C0ECD4}"/>
              </a:ext>
            </a:extLst>
          </p:cNvPr>
          <p:cNvGraphicFramePr/>
          <p:nvPr>
            <p:extLst>
              <p:ext uri="{D42A27DB-BD31-4B8C-83A1-F6EECF244321}">
                <p14:modId xmlns:p14="http://schemas.microsoft.com/office/powerpoint/2010/main" val="185812200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F9B3FB6-134D-2CD6-15C5-69AF8035CB4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3245B39-D528-82F9-2723-D13D091CFFC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E82A927-CED0-9D19-D1AB-4CC3C93CFBD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B6DAE8B-0610-0F50-49BD-BCCE0AC4AC9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900853A-4680-6E5B-3339-93D3A1A3D61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82E6D56-F160-CFD3-8CD5-56D3D443F63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5ED28B1-6D28-5A3F-2D5D-0736C5978E38}"/>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ARCHITECTURE-LEVEL PATTERNS</a:t>
            </a:r>
          </a:p>
          <a:p>
            <a:pPr marL="12700" marR="5080"/>
            <a:r>
              <a:rPr lang="en-US" sz="1400" kern="0" spc="-80" dirty="0">
                <a:solidFill>
                  <a:schemeClr val="accent6"/>
                </a:solidFill>
              </a:rPr>
              <a:t>MVC / MVVM</a:t>
            </a:r>
          </a:p>
          <a:p>
            <a:pPr marL="12700" marR="5080"/>
            <a:r>
              <a:rPr lang="en-US" sz="1400" kern="0" spc="-80" dirty="0">
                <a:solidFill>
                  <a:schemeClr val="accent2"/>
                </a:solidFill>
              </a:rPr>
              <a:t>When to use: </a:t>
            </a:r>
            <a:r>
              <a:rPr lang="en-US" sz="1400" kern="0" spc="-80" dirty="0">
                <a:solidFill>
                  <a:schemeClr val="accent6"/>
                </a:solidFill>
              </a:rPr>
              <a:t>structure UI apps: Model (data), View (UI), Controller/</a:t>
            </a:r>
            <a:r>
              <a:rPr lang="en-US" sz="1400" kern="0" spc="-80" dirty="0" err="1">
                <a:solidFill>
                  <a:schemeClr val="accent6"/>
                </a:solidFill>
              </a:rPr>
              <a:t>ViewModel</a:t>
            </a:r>
            <a:r>
              <a:rPr lang="en-US" sz="1400" kern="0" spc="-80" dirty="0">
                <a:solidFill>
                  <a:schemeClr val="accent6"/>
                </a:solidFill>
              </a:rPr>
              <a:t> (logic). Modern JS often uses frameworks (React → component + hooks; Vue → MVVM-</a:t>
            </a:r>
            <a:r>
              <a:rPr lang="en-US" sz="1400" kern="0" spc="-80" dirty="0" err="1">
                <a:solidFill>
                  <a:schemeClr val="accent6"/>
                </a:solidFill>
              </a:rPr>
              <a:t>ish</a:t>
            </a:r>
            <a:r>
              <a:rPr lang="en-US" sz="1400" kern="0" spc="-80" dirty="0">
                <a:solidFill>
                  <a:schemeClr val="accent6"/>
                </a:solidFill>
              </a:rPr>
              <a:t>).</a:t>
            </a:r>
          </a:p>
          <a:p>
            <a:pPr marL="12700" marR="5080"/>
            <a:r>
              <a:rPr lang="en-US" sz="1400" kern="0" spc="-80" dirty="0">
                <a:solidFill>
                  <a:schemeClr val="accent6"/>
                </a:solidFill>
              </a:rPr>
              <a:t>Simple MVC sketch</a:t>
            </a:r>
          </a:p>
          <a:p>
            <a:pPr marL="12700" marR="5080"/>
            <a:r>
              <a:rPr lang="en-US" sz="1400" kern="0" spc="-80" dirty="0">
                <a:solidFill>
                  <a:schemeClr val="accent6"/>
                </a:solidFill>
              </a:rPr>
              <a:t>Model: holds data + emits events (Observer)</a:t>
            </a:r>
          </a:p>
          <a:p>
            <a:pPr marL="12700" marR="5080"/>
            <a:r>
              <a:rPr lang="en-US" sz="1400" kern="0" spc="-80" dirty="0">
                <a:solidFill>
                  <a:schemeClr val="accent6"/>
                </a:solidFill>
              </a:rPr>
              <a:t>View: renders DOM + listens to DOM events</a:t>
            </a:r>
          </a:p>
          <a:p>
            <a:pPr marL="12700" marR="5080"/>
            <a:r>
              <a:rPr lang="en-US" sz="1400" kern="0" spc="-80" dirty="0">
                <a:solidFill>
                  <a:schemeClr val="accent6"/>
                </a:solidFill>
              </a:rPr>
              <a:t>Controller: coordinates view &amp; model</a:t>
            </a:r>
          </a:p>
          <a:p>
            <a:pPr marL="12700" marR="5080"/>
            <a:endParaRPr lang="en-US" sz="1400" kern="0" spc="-80" dirty="0">
              <a:solidFill>
                <a:schemeClr val="accent6"/>
              </a:solidFill>
            </a:endParaRPr>
          </a:p>
          <a:p>
            <a:pPr marL="12700" marR="5080"/>
            <a:r>
              <a:rPr lang="en-US" sz="1400" kern="0" spc="-80" dirty="0">
                <a:solidFill>
                  <a:schemeClr val="accent2"/>
                </a:solidFill>
              </a:rPr>
              <a:t>Dependency Injection</a:t>
            </a:r>
          </a:p>
          <a:p>
            <a:pPr marL="12700" marR="5080"/>
            <a:r>
              <a:rPr lang="en-US" sz="1400" kern="0" spc="-80" dirty="0">
                <a:solidFill>
                  <a:schemeClr val="accent2"/>
                </a:solidFill>
              </a:rPr>
              <a:t>When to use:</a:t>
            </a:r>
            <a:r>
              <a:rPr lang="en-US" sz="1400" kern="0" spc="-80" dirty="0">
                <a:solidFill>
                  <a:schemeClr val="accent6"/>
                </a:solidFill>
              </a:rPr>
              <a:t> make dependencies explicit, easier to test and swap implementations.</a:t>
            </a:r>
          </a:p>
          <a:p>
            <a:pPr marL="12700" marR="5080"/>
            <a:r>
              <a:rPr lang="en-US" sz="1400" kern="0" spc="-80" dirty="0">
                <a:solidFill>
                  <a:schemeClr val="accent6"/>
                </a:solidFill>
              </a:rPr>
              <a:t>class Service { constructor(repo){ </a:t>
            </a:r>
            <a:r>
              <a:rPr lang="en-US" sz="1400" kern="0" spc="-80" dirty="0" err="1">
                <a:solidFill>
                  <a:schemeClr val="accent6"/>
                </a:solidFill>
              </a:rPr>
              <a:t>this.repo</a:t>
            </a:r>
            <a:r>
              <a:rPr lang="en-US" sz="1400" kern="0" spc="-80" dirty="0">
                <a:solidFill>
                  <a:schemeClr val="accent6"/>
                </a:solidFill>
              </a:rPr>
              <a:t> = repo; } }</a:t>
            </a:r>
          </a:p>
          <a:p>
            <a:pPr marL="12700" marR="5080"/>
            <a:r>
              <a:rPr lang="en-US" sz="1400" kern="0" spc="-80" dirty="0">
                <a:solidFill>
                  <a:schemeClr val="accent6"/>
                </a:solidFill>
              </a:rPr>
              <a:t>const repo = new </a:t>
            </a:r>
            <a:r>
              <a:rPr lang="en-US" sz="1400" kern="0" spc="-80" dirty="0" err="1">
                <a:solidFill>
                  <a:schemeClr val="accent6"/>
                </a:solidFill>
              </a:rPr>
              <a:t>RealRepo</a:t>
            </a:r>
            <a:r>
              <a:rPr lang="en-US" sz="1400" kern="0" spc="-80" dirty="0">
                <a:solidFill>
                  <a:schemeClr val="accent6"/>
                </a:solidFill>
              </a:rPr>
              <a:t>();</a:t>
            </a:r>
          </a:p>
          <a:p>
            <a:pPr marL="12700" marR="5080"/>
            <a:r>
              <a:rPr lang="en-US" sz="1400" kern="0" spc="-80" dirty="0">
                <a:solidFill>
                  <a:schemeClr val="accent6"/>
                </a:solidFill>
              </a:rPr>
              <a:t>const svc = new Service(repo); // inject dependency</a:t>
            </a:r>
          </a:p>
          <a:p>
            <a:pPr marL="12700" marR="5080"/>
            <a:r>
              <a:rPr lang="en-US" sz="1400" kern="0" spc="-80" dirty="0">
                <a:solidFill>
                  <a:schemeClr val="accent6"/>
                </a:solidFill>
              </a:rPr>
              <a:t>Use DI containers for large apps.</a:t>
            </a:r>
          </a:p>
          <a:p>
            <a:pPr marL="12700" marR="5080"/>
            <a:endParaRPr lang="en-US" sz="1400" kern="0" spc="-80" dirty="0">
              <a:solidFill>
                <a:schemeClr val="accent6"/>
              </a:solidFill>
            </a:endParaRPr>
          </a:p>
          <a:p>
            <a:pPr marL="12700" marR="5080"/>
            <a:r>
              <a:rPr lang="en-US" sz="1400" kern="0" spc="-80" dirty="0">
                <a:solidFill>
                  <a:schemeClr val="accent2"/>
                </a:solidFill>
              </a:rPr>
              <a:t>JS-SPECIFIC OBJECT-ORIENTED TECHNIQUES (summary + when to choose)</a:t>
            </a:r>
          </a:p>
          <a:p>
            <a:pPr marL="12700" marR="5080"/>
            <a:r>
              <a:rPr lang="en-US" sz="1400" kern="0" spc="-80" dirty="0">
                <a:solidFill>
                  <a:schemeClr val="accent2"/>
                </a:solidFill>
              </a:rPr>
              <a:t>ES6 classes —</a:t>
            </a:r>
            <a:r>
              <a:rPr lang="en-US" sz="1400" kern="0" spc="-80" dirty="0">
                <a:solidFill>
                  <a:schemeClr val="accent6"/>
                </a:solidFill>
              </a:rPr>
              <a:t> syntactic sugar over prototypes; clearer for many developers. Good default for OO-style patterns (Strategy, State, Command).</a:t>
            </a:r>
          </a:p>
          <a:p>
            <a:pPr marL="12700" marR="5080"/>
            <a:r>
              <a:rPr lang="en-US" sz="1400" kern="0" spc="-80" dirty="0">
                <a:solidFill>
                  <a:schemeClr val="accent2"/>
                </a:solidFill>
              </a:rPr>
              <a:t>Constructor + prototype —</a:t>
            </a:r>
            <a:r>
              <a:rPr lang="en-US" sz="1400" kern="0" spc="-80" dirty="0">
                <a:solidFill>
                  <a:schemeClr val="accent6"/>
                </a:solidFill>
              </a:rPr>
              <a:t> legacy but explicit and useful when you want prototype control (older environments).</a:t>
            </a:r>
          </a:p>
          <a:p>
            <a:pPr marL="12700" marR="5080"/>
            <a:r>
              <a:rPr lang="en-US" sz="1400" kern="0" spc="-80" dirty="0">
                <a:solidFill>
                  <a:schemeClr val="accent2"/>
                </a:solidFill>
              </a:rPr>
              <a:t>Factory functions + closures —</a:t>
            </a:r>
            <a:r>
              <a:rPr lang="en-US" sz="1400" kern="0" spc="-80" dirty="0">
                <a:solidFill>
                  <a:schemeClr val="accent6"/>
                </a:solidFill>
              </a:rPr>
              <a:t> prefer for encapsulation and private state (module/factory, functional style). Great for small objects and where private variables matter.</a:t>
            </a:r>
          </a:p>
        </p:txBody>
      </p:sp>
    </p:spTree>
    <p:extLst>
      <p:ext uri="{BB962C8B-B14F-4D97-AF65-F5344CB8AC3E}">
        <p14:creationId xmlns:p14="http://schemas.microsoft.com/office/powerpoint/2010/main" val="3395418881"/>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4A7B68-4F3D-CE78-9912-85C2EF41E7E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7AA2CEF-5A70-4CC0-C5AF-851E81556DF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49C6DC0-55E6-F900-2137-66180E79D7A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532D534-5929-C52C-BF84-90E332E125F9}"/>
              </a:ext>
            </a:extLst>
          </p:cNvPr>
          <p:cNvGraphicFramePr/>
          <p:nvPr>
            <p:extLst>
              <p:ext uri="{D42A27DB-BD31-4B8C-83A1-F6EECF244321}">
                <p14:modId xmlns:p14="http://schemas.microsoft.com/office/powerpoint/2010/main" val="2449515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3B3AD1A-5C4F-F5AF-49D0-0F01349A195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48B8809-5327-FD42-FB20-4CB97742881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253D7D1-2198-5BEB-B010-EE50EA675C2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322CBD3-B18A-A3C3-7735-E2604DD55C5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CD1D7A3-CED1-D3AB-9FEE-F31FE141C7F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EA797B6-F479-8C52-E12F-F6837B3F8B1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301DE81-DB5D-443E-D08F-031998F0E719}"/>
              </a:ext>
            </a:extLst>
          </p:cNvPr>
          <p:cNvSpPr txBox="1">
            <a:spLocks/>
          </p:cNvSpPr>
          <p:nvPr/>
        </p:nvSpPr>
        <p:spPr>
          <a:xfrm>
            <a:off x="152400" y="6858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JS-SPECIFIC OBJECT-ORIENTED TECHNIQUES (summary + when to choose)</a:t>
            </a:r>
          </a:p>
          <a:p>
            <a:pPr marL="12700" marR="5080"/>
            <a:r>
              <a:rPr lang="en-US" sz="1400" kern="0" spc="-80" dirty="0">
                <a:solidFill>
                  <a:schemeClr val="accent2"/>
                </a:solidFill>
              </a:rPr>
              <a:t>Modules (ES modules / IIFE) — </a:t>
            </a:r>
            <a:r>
              <a:rPr lang="en-US" sz="1400" kern="0" spc="-80" dirty="0">
                <a:solidFill>
                  <a:schemeClr val="accent6"/>
                </a:solidFill>
              </a:rPr>
              <a:t>use for singletons, modules, and private API; modern apps should use ES modules.</a:t>
            </a:r>
          </a:p>
          <a:p>
            <a:pPr marL="12700" marR="5080"/>
            <a:r>
              <a:rPr lang="en-US" sz="1400" kern="0" spc="-80" dirty="0" err="1">
                <a:solidFill>
                  <a:schemeClr val="accent2"/>
                </a:solidFill>
              </a:rPr>
              <a:t>Object.create</a:t>
            </a:r>
            <a:r>
              <a:rPr lang="en-US" sz="1400" kern="0" spc="-80" dirty="0">
                <a:solidFill>
                  <a:schemeClr val="accent2"/>
                </a:solidFill>
              </a:rPr>
              <a:t> / prototype delegation — </a:t>
            </a:r>
            <a:r>
              <a:rPr lang="en-US" sz="1400" kern="0" spc="-80" dirty="0">
                <a:solidFill>
                  <a:schemeClr val="accent6"/>
                </a:solidFill>
              </a:rPr>
              <a:t>when you want fine-grained prototype chains and object composition.</a:t>
            </a:r>
          </a:p>
          <a:p>
            <a:pPr marL="12700" marR="5080"/>
            <a:r>
              <a:rPr lang="en-US" sz="1400" kern="0" spc="-80" dirty="0">
                <a:solidFill>
                  <a:schemeClr val="accent2"/>
                </a:solidFill>
              </a:rPr>
              <a:t>Composition / </a:t>
            </a:r>
            <a:r>
              <a:rPr lang="en-US" sz="1400" kern="0" spc="-80" dirty="0" err="1">
                <a:solidFill>
                  <a:schemeClr val="accent2"/>
                </a:solidFill>
              </a:rPr>
              <a:t>mixins</a:t>
            </a:r>
            <a:r>
              <a:rPr lang="en-US" sz="1400" kern="0" spc="-80" dirty="0">
                <a:solidFill>
                  <a:schemeClr val="accent2"/>
                </a:solidFill>
              </a:rPr>
              <a:t> — </a:t>
            </a:r>
            <a:r>
              <a:rPr lang="en-US" sz="1400" kern="0" spc="-80" dirty="0">
                <a:solidFill>
                  <a:schemeClr val="accent6"/>
                </a:solidFill>
              </a:rPr>
              <a:t>prefer composition over inheritance; use when you want to combine behaviors without deep inheritance hierarchies.</a:t>
            </a:r>
          </a:p>
          <a:p>
            <a:pPr marL="12700" marR="5080"/>
            <a:r>
              <a:rPr lang="en-US" sz="1400" kern="0" spc="-80" dirty="0">
                <a:solidFill>
                  <a:schemeClr val="accent2"/>
                </a:solidFill>
              </a:rPr>
              <a:t>Guideline: </a:t>
            </a:r>
            <a:r>
              <a:rPr lang="en-US" sz="1400" kern="0" spc="-80" dirty="0">
                <a:solidFill>
                  <a:schemeClr val="accent6"/>
                </a:solidFill>
              </a:rPr>
              <a:t>prefer composition over inheritance in JS. Use prototypes/classes for shared behavior, use closures for private state, use modules for encapsulation.</a:t>
            </a:r>
          </a:p>
          <a:p>
            <a:pPr marL="12700" marR="5080"/>
            <a:endParaRPr lang="en-US" sz="1400" kern="0" spc="-80" dirty="0">
              <a:solidFill>
                <a:schemeClr val="accent6"/>
              </a:solidFill>
            </a:endParaRPr>
          </a:p>
          <a:p>
            <a:pPr marL="12700" marR="5080"/>
            <a:r>
              <a:rPr lang="en-US" sz="1400" kern="0" spc="-80" dirty="0">
                <a:solidFill>
                  <a:schemeClr val="accent2"/>
                </a:solidFill>
              </a:rPr>
              <a:t>Best Practices &amp; When to Prefer Which Pattern</a:t>
            </a:r>
          </a:p>
          <a:p>
            <a:pPr marL="12700" marR="5080"/>
            <a:r>
              <a:rPr lang="en-US" sz="1400" kern="0" spc="-80" dirty="0">
                <a:solidFill>
                  <a:schemeClr val="accent6"/>
                </a:solidFill>
              </a:rPr>
              <a:t>If you need shared single instance → Singleton (use module exports).</a:t>
            </a:r>
          </a:p>
          <a:p>
            <a:pPr marL="12700" marR="5080"/>
            <a:r>
              <a:rPr lang="en-US" sz="1400" kern="0" spc="-80" dirty="0">
                <a:solidFill>
                  <a:schemeClr val="accent6"/>
                </a:solidFill>
              </a:rPr>
              <a:t>If you need to create families or swap implementations → Factory / Abstract Factory / Strategy.</a:t>
            </a:r>
          </a:p>
          <a:p>
            <a:pPr marL="12700" marR="5080"/>
            <a:r>
              <a:rPr lang="en-US" sz="1400" kern="0" spc="-80" dirty="0">
                <a:solidFill>
                  <a:schemeClr val="accent6"/>
                </a:solidFill>
              </a:rPr>
              <a:t>If you need separation of concerns for UI → MVC/MVVM patterns or component-based frameworks.</a:t>
            </a:r>
          </a:p>
          <a:p>
            <a:pPr marL="12700" marR="5080"/>
            <a:r>
              <a:rPr lang="en-US" sz="1400" kern="0" spc="-80" dirty="0">
                <a:solidFill>
                  <a:schemeClr val="accent6"/>
                </a:solidFill>
              </a:rPr>
              <a:t>If you need undo/redo → Command + Memento.</a:t>
            </a:r>
          </a:p>
          <a:p>
            <a:pPr marL="12700" marR="5080"/>
            <a:r>
              <a:rPr lang="en-US" sz="1400" kern="0" spc="-80" dirty="0">
                <a:solidFill>
                  <a:schemeClr val="accent6"/>
                </a:solidFill>
              </a:rPr>
              <a:t>If you need runtime behavior switching → Strategy or State.</a:t>
            </a:r>
          </a:p>
          <a:p>
            <a:pPr marL="12700" marR="5080"/>
            <a:r>
              <a:rPr lang="en-US" sz="1400" kern="0" spc="-80" dirty="0">
                <a:solidFill>
                  <a:schemeClr val="accent6"/>
                </a:solidFill>
              </a:rPr>
              <a:t>If you need thin layers over complex subsystem → Facade.</a:t>
            </a:r>
          </a:p>
          <a:p>
            <a:pPr marL="12700" marR="5080"/>
            <a:r>
              <a:rPr lang="en-US" sz="1400" kern="0" spc="-80" dirty="0">
                <a:solidFill>
                  <a:schemeClr val="accent6"/>
                </a:solidFill>
              </a:rPr>
              <a:t>If you need lazy/protected access or intercept operations → Proxy.</a:t>
            </a:r>
          </a:p>
          <a:p>
            <a:pPr marL="12700" marR="5080"/>
            <a:r>
              <a:rPr lang="en-US" sz="1400" kern="0" spc="-80" dirty="0">
                <a:solidFill>
                  <a:schemeClr val="accent6"/>
                </a:solidFill>
              </a:rPr>
              <a:t>If many objects share immutable state → Flyweight.</a:t>
            </a:r>
          </a:p>
          <a:p>
            <a:pPr marL="12700" marR="5080"/>
            <a:r>
              <a:rPr lang="en-US" sz="1400" kern="0" spc="-80" dirty="0">
                <a:solidFill>
                  <a:schemeClr val="accent6"/>
                </a:solidFill>
              </a:rPr>
              <a:t>If you need event-driven decoupling → Observer / Pub-Sub / </a:t>
            </a:r>
            <a:r>
              <a:rPr lang="en-US" sz="1400" kern="0" spc="-80" dirty="0" err="1">
                <a:solidFill>
                  <a:schemeClr val="accent6"/>
                </a:solidFill>
              </a:rPr>
              <a:t>EventBus</a:t>
            </a:r>
            <a:r>
              <a:rPr lang="en-US" sz="1400" kern="0" spc="-80" dirty="0">
                <a:solidFill>
                  <a:schemeClr val="accent6"/>
                </a:solidFill>
              </a:rPr>
              <a:t> / Mediator.</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166078223"/>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CC727-B473-31C5-5A65-556DFDA6565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DD9CE31-B5E9-7D99-3518-044EF61EC6E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E181AFD-02F1-FC0B-4B8A-879BE470EE4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1DD8692-D086-73C1-0123-0E53630DC29B}"/>
              </a:ext>
            </a:extLst>
          </p:cNvPr>
          <p:cNvGraphicFramePr/>
          <p:nvPr>
            <p:extLst>
              <p:ext uri="{D42A27DB-BD31-4B8C-83A1-F6EECF244321}">
                <p14:modId xmlns:p14="http://schemas.microsoft.com/office/powerpoint/2010/main" val="30681217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0FB286D-0AF7-A570-D04A-623537B3331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F894D9F-D14D-564E-B2FE-3C2379AA00E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4C48FF6-9B03-1019-79E7-17C8B501019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2396F55-ADF4-6C2E-1CC5-F0D54AE3AE2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C37E8BE-1513-B722-DC85-F9CA43231F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80794DE-07D9-5DEF-FBD0-17CD849A2D7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E044D6A-F817-D733-141F-81294FCF8FE2}"/>
              </a:ext>
            </a:extLst>
          </p:cNvPr>
          <p:cNvSpPr txBox="1">
            <a:spLocks/>
          </p:cNvSpPr>
          <p:nvPr/>
        </p:nvSpPr>
        <p:spPr>
          <a:xfrm>
            <a:off x="152400" y="6858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Short checklist for choosing a pattern</a:t>
            </a:r>
          </a:p>
          <a:p>
            <a:pPr marL="12700" marR="5080"/>
            <a:r>
              <a:rPr lang="en-US" sz="1400" kern="0" spc="-80" dirty="0">
                <a:solidFill>
                  <a:schemeClr val="accent6"/>
                </a:solidFill>
              </a:rPr>
              <a:t>Is the pattern solving object creation complexity? → Creational (Factory, Builder, Prototype).</a:t>
            </a:r>
          </a:p>
          <a:p>
            <a:pPr marL="12700" marR="5080"/>
            <a:r>
              <a:rPr lang="en-US" sz="1400" kern="0" spc="-80" dirty="0">
                <a:solidFill>
                  <a:schemeClr val="accent6"/>
                </a:solidFill>
              </a:rPr>
              <a:t>Is it about organization/relationships between objects? → Structural (Adapter, Facade, Proxy, Decorator).</a:t>
            </a:r>
          </a:p>
          <a:p>
            <a:pPr marL="12700" marR="5080"/>
            <a:r>
              <a:rPr lang="en-US" sz="1400" kern="0" spc="-80" dirty="0">
                <a:solidFill>
                  <a:schemeClr val="accent6"/>
                </a:solidFill>
              </a:rPr>
              <a:t>Is it about communication/behavior? → Behavioral (Observer, Strategy, Command, State).</a:t>
            </a:r>
          </a:p>
          <a:p>
            <a:pPr marL="12700" marR="5080"/>
            <a:r>
              <a:rPr lang="en-US" sz="1400" kern="0" spc="-80" dirty="0">
                <a:solidFill>
                  <a:schemeClr val="accent6"/>
                </a:solidFill>
              </a:rPr>
              <a:t>Is it a cross-cutting concern? → Consider Decorator, Proxy, AOP-like wrappers.</a:t>
            </a:r>
          </a:p>
          <a:p>
            <a:pPr marL="12700" marR="5080"/>
            <a:r>
              <a:rPr lang="en-US" sz="1400" kern="0" spc="-80" dirty="0">
                <a:solidFill>
                  <a:schemeClr val="accent2"/>
                </a:solidFill>
              </a:rPr>
              <a:t>Quick Reference — one-line code idioms</a:t>
            </a:r>
          </a:p>
          <a:p>
            <a:pPr marL="12700" marR="5080"/>
            <a:r>
              <a:rPr lang="en-US" sz="1400" kern="0" spc="-80" dirty="0">
                <a:solidFill>
                  <a:schemeClr val="accent2"/>
                </a:solidFill>
              </a:rPr>
              <a:t>Module (ESM): </a:t>
            </a:r>
            <a:r>
              <a:rPr lang="en-US" sz="1400" kern="0" spc="-80" dirty="0">
                <a:solidFill>
                  <a:schemeClr val="accent6"/>
                </a:solidFill>
              </a:rPr>
              <a:t>export default { /* </a:t>
            </a:r>
            <a:r>
              <a:rPr lang="en-US" sz="1400" kern="0" spc="-80" dirty="0" err="1">
                <a:solidFill>
                  <a:schemeClr val="accent6"/>
                </a:solidFill>
              </a:rPr>
              <a:t>api</a:t>
            </a:r>
            <a:r>
              <a:rPr lang="en-US" sz="1400" kern="0" spc="-80" dirty="0">
                <a:solidFill>
                  <a:schemeClr val="accent6"/>
                </a:solidFill>
              </a:rPr>
              <a:t> */ }</a:t>
            </a:r>
          </a:p>
          <a:p>
            <a:pPr marL="12700" marR="5080"/>
            <a:r>
              <a:rPr lang="en-US" sz="1400" kern="0" spc="-80" dirty="0">
                <a:solidFill>
                  <a:schemeClr val="accent2"/>
                </a:solidFill>
              </a:rPr>
              <a:t>Factory:</a:t>
            </a:r>
            <a:r>
              <a:rPr lang="en-US" sz="1400" kern="0" spc="-80" dirty="0">
                <a:solidFill>
                  <a:schemeClr val="accent6"/>
                </a:solidFill>
              </a:rPr>
              <a:t> function </a:t>
            </a:r>
            <a:r>
              <a:rPr lang="en-US" sz="1400" kern="0" spc="-80" dirty="0" err="1">
                <a:solidFill>
                  <a:schemeClr val="accent6"/>
                </a:solidFill>
              </a:rPr>
              <a:t>createThing</a:t>
            </a:r>
            <a:r>
              <a:rPr lang="en-US" sz="1400" kern="0" spc="-80" dirty="0">
                <a:solidFill>
                  <a:schemeClr val="accent6"/>
                </a:solidFill>
              </a:rPr>
              <a:t>(opts){ return { ...opts } }</a:t>
            </a:r>
          </a:p>
          <a:p>
            <a:pPr marL="12700" marR="5080"/>
            <a:r>
              <a:rPr lang="en-US" sz="1400" kern="0" spc="-80" dirty="0">
                <a:solidFill>
                  <a:schemeClr val="accent2"/>
                </a:solidFill>
              </a:rPr>
              <a:t>Singleton:</a:t>
            </a:r>
            <a:r>
              <a:rPr lang="en-US" sz="1400" kern="0" spc="-80" dirty="0">
                <a:solidFill>
                  <a:schemeClr val="accent6"/>
                </a:solidFill>
              </a:rPr>
              <a:t> export default new Class()</a:t>
            </a:r>
          </a:p>
          <a:p>
            <a:pPr marL="12700" marR="5080"/>
            <a:r>
              <a:rPr lang="en-US" sz="1400" kern="0" spc="-80" dirty="0" err="1">
                <a:solidFill>
                  <a:schemeClr val="accent2"/>
                </a:solidFill>
              </a:rPr>
              <a:t>Mixin</a:t>
            </a:r>
            <a:r>
              <a:rPr lang="en-US" sz="1400" kern="0" spc="-80" dirty="0">
                <a:solidFill>
                  <a:schemeClr val="accent2"/>
                </a:solidFill>
              </a:rPr>
              <a:t>: </a:t>
            </a:r>
            <a:r>
              <a:rPr lang="en-US" sz="1400" kern="0" spc="-80" dirty="0">
                <a:solidFill>
                  <a:schemeClr val="accent6"/>
                </a:solidFill>
              </a:rPr>
              <a:t>const </a:t>
            </a:r>
            <a:r>
              <a:rPr lang="en-US" sz="1400" kern="0" spc="-80" dirty="0" err="1">
                <a:solidFill>
                  <a:schemeClr val="accent6"/>
                </a:solidFill>
              </a:rPr>
              <a:t>withEvents</a:t>
            </a:r>
            <a:r>
              <a:rPr lang="en-US" sz="1400" kern="0" spc="-80" dirty="0">
                <a:solidFill>
                  <a:schemeClr val="accent6"/>
                </a:solidFill>
              </a:rPr>
              <a:t> = Base =&gt; class extends Base { /*...*/ }</a:t>
            </a:r>
          </a:p>
          <a:p>
            <a:pPr marL="12700" marR="5080"/>
            <a:r>
              <a:rPr lang="en-US" sz="1400" kern="0" spc="-80" dirty="0">
                <a:solidFill>
                  <a:schemeClr val="accent2"/>
                </a:solidFill>
              </a:rPr>
              <a:t>Proxy (for validation): </a:t>
            </a:r>
            <a:r>
              <a:rPr lang="en-US" sz="1400" kern="0" spc="-80" dirty="0">
                <a:solidFill>
                  <a:schemeClr val="accent6"/>
                </a:solidFill>
              </a:rPr>
              <a:t>new Proxy(obj, handler)</a:t>
            </a:r>
          </a:p>
          <a:p>
            <a:pPr marL="12700" marR="5080"/>
            <a:r>
              <a:rPr lang="en-US" sz="1400" kern="0" spc="-80" dirty="0">
                <a:solidFill>
                  <a:schemeClr val="accent2"/>
                </a:solidFill>
              </a:rPr>
              <a:t>Pub/Sub: </a:t>
            </a:r>
            <a:r>
              <a:rPr lang="en-US" sz="1400" kern="0" spc="-80" dirty="0">
                <a:solidFill>
                  <a:schemeClr val="accent6"/>
                </a:solidFill>
              </a:rPr>
              <a:t>simple object with on, off, emit</a:t>
            </a:r>
          </a:p>
          <a:p>
            <a:pPr marL="12700" marR="5080"/>
            <a:r>
              <a:rPr lang="en-US" sz="1400" kern="0" spc="-80" dirty="0">
                <a:solidFill>
                  <a:schemeClr val="accent2"/>
                </a:solidFill>
              </a:rPr>
              <a:t>Generator-based iterator: </a:t>
            </a:r>
            <a:r>
              <a:rPr lang="en-US" sz="1400" kern="0" spc="-80" dirty="0">
                <a:solidFill>
                  <a:schemeClr val="accent6"/>
                </a:solidFill>
              </a:rPr>
              <a:t>function *gen(){ yield 1; }</a:t>
            </a:r>
          </a:p>
          <a:p>
            <a:pPr marL="12700" marR="5080"/>
            <a:endParaRPr lang="en-US" sz="1400" kern="0" spc="-80" dirty="0">
              <a:solidFill>
                <a:schemeClr val="accent6"/>
              </a:solidFill>
            </a:endParaRPr>
          </a:p>
          <a:p>
            <a:pPr marL="12700" marR="5080"/>
            <a:r>
              <a:rPr lang="en-US" sz="1400" kern="0" spc="-80" dirty="0">
                <a:solidFill>
                  <a:schemeClr val="accent2"/>
                </a:solidFill>
              </a:rPr>
              <a:t>Example: Implementing Observer, Strategy, and Decorator together</a:t>
            </a:r>
          </a:p>
          <a:p>
            <a:pPr marL="12700" marR="5080"/>
            <a:r>
              <a:rPr lang="en-US" sz="1400" kern="0" spc="-80" dirty="0">
                <a:solidFill>
                  <a:schemeClr val="accent6"/>
                </a:solidFill>
              </a:rPr>
              <a:t>// </a:t>
            </a:r>
            <a:r>
              <a:rPr lang="en-US" sz="1400" kern="0" spc="-80" dirty="0" err="1">
                <a:solidFill>
                  <a:schemeClr val="accent6"/>
                </a:solidFill>
              </a:rPr>
              <a:t>EventBus</a:t>
            </a:r>
            <a:endParaRPr lang="en-US" sz="1400" kern="0" spc="-80" dirty="0">
              <a:solidFill>
                <a:schemeClr val="accent6"/>
              </a:solidFill>
            </a:endParaRPr>
          </a:p>
          <a:p>
            <a:pPr marL="12700" marR="5080"/>
            <a:r>
              <a:rPr lang="en-US" sz="1400" kern="0" spc="-80" dirty="0">
                <a:solidFill>
                  <a:schemeClr val="accent6"/>
                </a:solidFill>
              </a:rPr>
              <a:t>const bus = (function(){</a:t>
            </a:r>
          </a:p>
          <a:p>
            <a:pPr marL="12700" marR="5080"/>
            <a:r>
              <a:rPr lang="en-US" sz="1400" kern="0" spc="-80" dirty="0">
                <a:solidFill>
                  <a:schemeClr val="accent6"/>
                </a:solidFill>
              </a:rPr>
              <a:t>  const subs = {};</a:t>
            </a:r>
          </a:p>
          <a:p>
            <a:pPr marL="12700" marR="5080"/>
            <a:r>
              <a:rPr lang="en-US" sz="1400" kern="0" spc="-80" dirty="0">
                <a:solidFill>
                  <a:schemeClr val="accent6"/>
                </a:solidFill>
              </a:rPr>
              <a:t>  return {</a:t>
            </a:r>
          </a:p>
          <a:p>
            <a:pPr marL="12700" marR="5080"/>
            <a:r>
              <a:rPr lang="en-US" sz="1400" kern="0" spc="-80" dirty="0">
                <a:solidFill>
                  <a:schemeClr val="accent6"/>
                </a:solidFill>
              </a:rPr>
              <a:t>    on(e, </a:t>
            </a:r>
            <a:r>
              <a:rPr lang="en-US" sz="1400" kern="0" spc="-80" dirty="0" err="1">
                <a:solidFill>
                  <a:schemeClr val="accent6"/>
                </a:solidFill>
              </a:rPr>
              <a:t>fn</a:t>
            </a:r>
            <a:r>
              <a:rPr lang="en-US" sz="1400" kern="0" spc="-80" dirty="0">
                <a:solidFill>
                  <a:schemeClr val="accent6"/>
                </a:solidFill>
              </a:rPr>
              <a:t>){ (subs[e] = subs[e]||[]).push(</a:t>
            </a:r>
            <a:r>
              <a:rPr lang="en-US" sz="1400" kern="0" spc="-80" dirty="0" err="1">
                <a:solidFill>
                  <a:schemeClr val="accent6"/>
                </a:solidFill>
              </a:rPr>
              <a:t>fn</a:t>
            </a:r>
            <a:r>
              <a:rPr lang="en-US" sz="1400" kern="0" spc="-80" dirty="0">
                <a:solidFill>
                  <a:schemeClr val="accent6"/>
                </a:solidFill>
              </a:rPr>
              <a:t>); },</a:t>
            </a:r>
          </a:p>
          <a:p>
            <a:pPr marL="12700" marR="5080"/>
            <a:r>
              <a:rPr lang="en-US" sz="1400" kern="0" spc="-80" dirty="0">
                <a:solidFill>
                  <a:schemeClr val="accent6"/>
                </a:solidFill>
              </a:rPr>
              <a:t>    emit(e, data){ (subs[e]||[]).</a:t>
            </a:r>
            <a:r>
              <a:rPr lang="en-US" sz="1400" kern="0" spc="-80" dirty="0" err="1">
                <a:solidFill>
                  <a:schemeClr val="accent6"/>
                </a:solidFill>
              </a:rPr>
              <a:t>forEach</a:t>
            </a:r>
            <a:r>
              <a:rPr lang="en-US" sz="1400" kern="0" spc="-80" dirty="0">
                <a:solidFill>
                  <a:schemeClr val="accent6"/>
                </a:solidFill>
              </a:rPr>
              <a:t>(f=&gt;f(data)); }</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069189950"/>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3C2A0-F9F2-3492-9764-DB995345A2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6816354-FE2A-AF2A-D945-43AEB429BDC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CA7D3B8-BAA4-F8F8-1A1B-A27060F3319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DEE7FE0-7318-E27B-0D74-5D6AFB67822D}"/>
              </a:ext>
            </a:extLst>
          </p:cNvPr>
          <p:cNvGraphicFramePr/>
          <p:nvPr>
            <p:extLst>
              <p:ext uri="{D42A27DB-BD31-4B8C-83A1-F6EECF244321}">
                <p14:modId xmlns:p14="http://schemas.microsoft.com/office/powerpoint/2010/main" val="21299201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5636042-1313-D0CB-1294-373A38922AC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FCD7BD6-F896-39E4-13D9-D1FC52E3931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C032EE4-6301-DC2B-D480-D2C127F387F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514D5BB-1BE3-21A7-49FF-D98996DC5D4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5874C84-200C-E601-471E-6BF374D9CB1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ED71779-6CA3-BB7F-AAD7-912505859D1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32FDBDB-87EA-D9D5-E89B-08F88D006CBE}"/>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Example: Implementing Observer, Strategy, and Decorator together</a:t>
            </a:r>
          </a:p>
          <a:p>
            <a:pPr marL="12700" marR="5080"/>
            <a:r>
              <a:rPr lang="en-US" sz="1400" kern="0" spc="-80" dirty="0">
                <a:solidFill>
                  <a:schemeClr val="accent6"/>
                </a:solidFill>
              </a:rPr>
              <a:t>// Strategy</a:t>
            </a:r>
          </a:p>
          <a:p>
            <a:pPr marL="12700" marR="5080"/>
            <a:r>
              <a:rPr lang="en-US" sz="1400" kern="0" spc="-80" dirty="0">
                <a:solidFill>
                  <a:schemeClr val="accent6"/>
                </a:solidFill>
              </a:rPr>
              <a:t>const strategies = {</a:t>
            </a:r>
          </a:p>
          <a:p>
            <a:pPr marL="12700" marR="5080"/>
            <a:r>
              <a:rPr lang="en-US" sz="1400" kern="0" spc="-80" dirty="0">
                <a:solidFill>
                  <a:schemeClr val="accent6"/>
                </a:solidFill>
              </a:rPr>
              <a:t>  fast: data =&gt; </a:t>
            </a:r>
            <a:r>
              <a:rPr lang="en-US" sz="1400" kern="0" spc="-80" dirty="0" err="1">
                <a:solidFill>
                  <a:schemeClr val="accent6"/>
                </a:solidFill>
              </a:rPr>
              <a:t>data.sort</a:t>
            </a:r>
            <a:r>
              <a:rPr lang="en-US" sz="1400" kern="0" spc="-80" dirty="0">
                <a:solidFill>
                  <a:schemeClr val="accent6"/>
                </a:solidFill>
              </a:rPr>
              <a:t>(),</a:t>
            </a:r>
          </a:p>
          <a:p>
            <a:pPr marL="12700" marR="5080"/>
            <a:r>
              <a:rPr lang="en-US" sz="1400" kern="0" spc="-80" dirty="0">
                <a:solidFill>
                  <a:schemeClr val="accent6"/>
                </a:solidFill>
              </a:rPr>
              <a:t>  slow: data =&gt; { /* different algorithm */ return data; }</a:t>
            </a:r>
          </a:p>
          <a:p>
            <a:pPr marL="12700" marR="5080"/>
            <a:r>
              <a:rPr lang="en-US" sz="1400" kern="0" spc="-80" dirty="0">
                <a:solidFill>
                  <a:schemeClr val="accent6"/>
                </a:solidFill>
              </a:rPr>
              <a:t>};</a:t>
            </a:r>
          </a:p>
          <a:p>
            <a:pPr marL="12700" marR="5080"/>
            <a:r>
              <a:rPr lang="en-US" sz="1400" kern="0" spc="-80" dirty="0">
                <a:solidFill>
                  <a:schemeClr val="accent6"/>
                </a:solidFill>
              </a:rPr>
              <a:t>// Decorator</a:t>
            </a:r>
          </a:p>
          <a:p>
            <a:pPr marL="12700" marR="5080"/>
            <a:r>
              <a:rPr lang="en-US" sz="1400" kern="0" spc="-80" dirty="0">
                <a:solidFill>
                  <a:schemeClr val="accent6"/>
                </a:solidFill>
              </a:rPr>
              <a:t>const timed = </a:t>
            </a:r>
            <a:r>
              <a:rPr lang="en-US" sz="1400" kern="0" spc="-80" dirty="0" err="1">
                <a:solidFill>
                  <a:schemeClr val="accent6"/>
                </a:solidFill>
              </a:rPr>
              <a:t>fn</a:t>
            </a:r>
            <a:r>
              <a:rPr lang="en-US" sz="1400" kern="0" spc="-80" dirty="0">
                <a:solidFill>
                  <a:schemeClr val="accent6"/>
                </a:solidFill>
              </a:rPr>
              <a:t> =&gt; (...a) =&gt; { </a:t>
            </a:r>
            <a:r>
              <a:rPr lang="en-US" sz="1400" kern="0" spc="-80" dirty="0" err="1">
                <a:solidFill>
                  <a:schemeClr val="accent6"/>
                </a:solidFill>
              </a:rPr>
              <a:t>console.time</a:t>
            </a:r>
            <a:r>
              <a:rPr lang="en-US" sz="1400" kern="0" spc="-80" dirty="0">
                <a:solidFill>
                  <a:schemeClr val="accent6"/>
                </a:solidFill>
              </a:rPr>
              <a:t>('t'); const r=</a:t>
            </a:r>
            <a:r>
              <a:rPr lang="en-US" sz="1400" kern="0" spc="-80" dirty="0" err="1">
                <a:solidFill>
                  <a:schemeClr val="accent6"/>
                </a:solidFill>
              </a:rPr>
              <a:t>fn</a:t>
            </a:r>
            <a:r>
              <a:rPr lang="en-US" sz="1400" kern="0" spc="-80" dirty="0">
                <a:solidFill>
                  <a:schemeClr val="accent6"/>
                </a:solidFill>
              </a:rPr>
              <a:t>(...a); </a:t>
            </a:r>
            <a:r>
              <a:rPr lang="en-US" sz="1400" kern="0" spc="-80" dirty="0" err="1">
                <a:solidFill>
                  <a:schemeClr val="accent6"/>
                </a:solidFill>
              </a:rPr>
              <a:t>console.timeEnd</a:t>
            </a:r>
            <a:r>
              <a:rPr lang="en-US" sz="1400" kern="0" spc="-80" dirty="0">
                <a:solidFill>
                  <a:schemeClr val="accent6"/>
                </a:solidFill>
              </a:rPr>
              <a:t>('t'); return r; };</a:t>
            </a:r>
          </a:p>
          <a:p>
            <a:pPr marL="12700" marR="5080"/>
            <a:r>
              <a:rPr lang="en-US" sz="1400" kern="0" spc="-80" dirty="0">
                <a:solidFill>
                  <a:schemeClr val="accent6"/>
                </a:solidFill>
              </a:rPr>
              <a:t>// usage</a:t>
            </a:r>
          </a:p>
          <a:p>
            <a:pPr marL="12700" marR="5080"/>
            <a:r>
              <a:rPr lang="en-US" sz="1400" kern="0" spc="-80" dirty="0" err="1">
                <a:solidFill>
                  <a:schemeClr val="accent6"/>
                </a:solidFill>
              </a:rPr>
              <a:t>bus.on</a:t>
            </a:r>
            <a:r>
              <a:rPr lang="en-US" sz="1400" kern="0" spc="-80" dirty="0">
                <a:solidFill>
                  <a:schemeClr val="accent6"/>
                </a:solidFill>
              </a:rPr>
              <a:t>('process', data =&gt; {</a:t>
            </a:r>
          </a:p>
          <a:p>
            <a:pPr marL="12700" marR="5080"/>
            <a:r>
              <a:rPr lang="en-US" sz="1400" kern="0" spc="-80" dirty="0">
                <a:solidFill>
                  <a:schemeClr val="accent6"/>
                </a:solidFill>
              </a:rPr>
              <a:t>  const res = timed(</a:t>
            </a:r>
            <a:r>
              <a:rPr lang="en-US" sz="1400" kern="0" spc="-80" dirty="0" err="1">
                <a:solidFill>
                  <a:schemeClr val="accent6"/>
                </a:solidFill>
              </a:rPr>
              <a:t>strategies.fast</a:t>
            </a:r>
            <a:r>
              <a:rPr lang="en-US" sz="1400" kern="0" spc="-80" dirty="0">
                <a:solidFill>
                  <a:schemeClr val="accent6"/>
                </a:solidFill>
              </a:rPr>
              <a:t>)([3,1,2]);</a:t>
            </a:r>
          </a:p>
          <a:p>
            <a:pPr marL="12700" marR="5080"/>
            <a:r>
              <a:rPr lang="en-US" sz="1400" kern="0" spc="-80" dirty="0">
                <a:solidFill>
                  <a:schemeClr val="accent6"/>
                </a:solidFill>
              </a:rPr>
              <a:t>  console.log(res);</a:t>
            </a:r>
          </a:p>
          <a:p>
            <a:pPr marL="12700" marR="5080"/>
            <a:r>
              <a:rPr lang="en-US" sz="1400" kern="0" spc="-80" dirty="0">
                <a:solidFill>
                  <a:schemeClr val="accent6"/>
                </a:solidFill>
              </a:rPr>
              <a:t>});</a:t>
            </a:r>
          </a:p>
          <a:p>
            <a:pPr marL="12700" marR="5080"/>
            <a:r>
              <a:rPr lang="en-US" sz="1400" kern="0" spc="-80" dirty="0" err="1">
                <a:solidFill>
                  <a:schemeClr val="accent6"/>
                </a:solidFill>
              </a:rPr>
              <a:t>bus.emit</a:t>
            </a:r>
            <a:r>
              <a:rPr lang="en-US" sz="1400" kern="0" spc="-80" dirty="0">
                <a:solidFill>
                  <a:schemeClr val="accent6"/>
                </a:solidFill>
              </a:rPr>
              <a:t>('process', null);</a:t>
            </a:r>
          </a:p>
          <a:p>
            <a:pPr marL="12700" marR="5080"/>
            <a:endParaRPr lang="en-US" sz="1400" kern="0" spc="-80" dirty="0">
              <a:solidFill>
                <a:schemeClr val="accent6"/>
              </a:solidFill>
            </a:endParaRPr>
          </a:p>
          <a:p>
            <a:pPr marL="12700" marR="5080"/>
            <a:r>
              <a:rPr lang="en-US" sz="1400" kern="0" spc="-80" dirty="0">
                <a:solidFill>
                  <a:schemeClr val="accent2"/>
                </a:solidFill>
              </a:rPr>
              <a:t>Final notes (practical tips)</a:t>
            </a:r>
          </a:p>
          <a:p>
            <a:pPr marL="12700" marR="5080"/>
            <a:r>
              <a:rPr lang="en-US" sz="1400" kern="0" spc="-80" dirty="0">
                <a:solidFill>
                  <a:schemeClr val="accent6"/>
                </a:solidFill>
              </a:rPr>
              <a:t>Don’t force a pattern — choose the simplest readable solution first.</a:t>
            </a:r>
          </a:p>
          <a:p>
            <a:pPr marL="12700" marR="5080"/>
            <a:r>
              <a:rPr lang="en-US" sz="1400" kern="0" spc="-80" dirty="0">
                <a:solidFill>
                  <a:schemeClr val="accent6"/>
                </a:solidFill>
              </a:rPr>
              <a:t>Favor composition and small, testable functions.</a:t>
            </a:r>
          </a:p>
          <a:p>
            <a:pPr marL="12700" marR="5080"/>
            <a:r>
              <a:rPr lang="en-US" sz="1400" kern="0" spc="-80" dirty="0">
                <a:solidFill>
                  <a:schemeClr val="accent6"/>
                </a:solidFill>
              </a:rPr>
              <a:t>Use ES modules and class in modern codebases for clarity, but use closures for privacy.</a:t>
            </a:r>
          </a:p>
          <a:p>
            <a:pPr marL="12700" marR="5080"/>
            <a:r>
              <a:rPr lang="en-US" sz="1400" kern="0" spc="-80" dirty="0">
                <a:solidFill>
                  <a:schemeClr val="accent6"/>
                </a:solidFill>
              </a:rPr>
              <a:t>Patterns are tools: understand trade-offs (testability, coupling, complexity).</a:t>
            </a:r>
          </a:p>
          <a:p>
            <a:pPr marL="12700" marR="5080"/>
            <a:r>
              <a:rPr lang="en-US" sz="1400" kern="0" spc="-80" dirty="0">
                <a:solidFill>
                  <a:schemeClr val="accent6"/>
                </a:solidFill>
              </a:rPr>
              <a:t>Keep code examples small; real-world implementations include error handling, async, types (TypeScript), and tests.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27075290"/>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24223D-33B1-985A-FBB4-C4741CE54CA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ABA5DD1-50EC-746A-D151-9960C8A023B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F9CD4F7-D3E0-E347-61B7-AD08025DD7C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70AC8E-3E6F-33C2-16E7-D6CD226A27D4}"/>
              </a:ext>
            </a:extLst>
          </p:cNvPr>
          <p:cNvGraphicFramePr/>
          <p:nvPr>
            <p:extLst>
              <p:ext uri="{D42A27DB-BD31-4B8C-83A1-F6EECF244321}">
                <p14:modId xmlns:p14="http://schemas.microsoft.com/office/powerpoint/2010/main" val="67620352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C505B35-573A-FC2B-6848-43A4E7B4033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0DDCA7D-51E1-E2CF-9062-C45CB93F9E2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CB97E65-C5DC-994D-F49B-0466BF52DE0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2D11A01-873A-A944-260B-AE7B50BE0AC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0395DE7-92C5-7762-527D-770EE575BA1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31EF57D-4DB5-949F-86C1-FF69ADC32DA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C0C049E-7E98-3B16-D0DB-59C012C9044E}"/>
              </a:ext>
            </a:extLst>
          </p:cNvPr>
          <p:cNvSpPr txBox="1">
            <a:spLocks/>
          </p:cNvSpPr>
          <p:nvPr/>
        </p:nvSpPr>
        <p:spPr>
          <a:xfrm>
            <a:off x="152400" y="685800"/>
            <a:ext cx="8624937" cy="28931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For Further Exploration(JS) – </a:t>
            </a:r>
          </a:p>
          <a:p>
            <a:pPr marL="12700" marR="5080"/>
            <a:r>
              <a:rPr lang="en-IN" sz="1400" dirty="0">
                <a:hlinkClick r:id="rId8"/>
              </a:rPr>
              <a:t>Free JavaScript Programming Book</a:t>
            </a:r>
            <a:endParaRPr lang="en-US" sz="1400" kern="0" spc="-80" dirty="0">
              <a:solidFill>
                <a:schemeClr val="accent2"/>
              </a:solidFill>
            </a:endParaRPr>
          </a:p>
          <a:p>
            <a:pPr marL="12700" marR="5080"/>
            <a:r>
              <a:rPr lang="en-US" sz="1400" dirty="0">
                <a:hlinkClick r:id="rId9"/>
              </a:rPr>
              <a:t>You-</a:t>
            </a:r>
            <a:r>
              <a:rPr lang="en-US" sz="1400" dirty="0" err="1">
                <a:hlinkClick r:id="rId9"/>
              </a:rPr>
              <a:t>Dont</a:t>
            </a:r>
            <a:r>
              <a:rPr lang="en-US" sz="1400" dirty="0">
                <a:hlinkClick r:id="rId9"/>
              </a:rPr>
              <a:t>-Know-JS(Yet)</a:t>
            </a:r>
            <a:r>
              <a:rPr lang="en-US" sz="1400" dirty="0"/>
              <a:t> </a:t>
            </a:r>
          </a:p>
          <a:p>
            <a:pPr marL="12700" marR="5080"/>
            <a:r>
              <a:rPr lang="en-IN" sz="1400" dirty="0">
                <a:hlinkClick r:id="rId10"/>
              </a:rPr>
              <a:t>JavaScript Cookbook</a:t>
            </a:r>
            <a:endParaRPr lang="en-IN" sz="1400" dirty="0"/>
          </a:p>
          <a:p>
            <a:pPr marL="12700" marR="5080"/>
            <a:r>
              <a:rPr lang="en-US" sz="1400" dirty="0">
                <a:hlinkClick r:id="rId11"/>
              </a:rPr>
              <a:t>Learning JavaScript Design Patterns</a:t>
            </a:r>
            <a:endParaRPr lang="en-US" sz="1400" dirty="0"/>
          </a:p>
          <a:p>
            <a:pPr marL="12700" marR="5080"/>
            <a:r>
              <a:rPr lang="en-IN" sz="1400" dirty="0" err="1">
                <a:hlinkClick r:id="rId12"/>
              </a:rPr>
              <a:t>Javascript</a:t>
            </a:r>
            <a:r>
              <a:rPr lang="en-IN" sz="1400" dirty="0">
                <a:hlinkClick r:id="rId12"/>
              </a:rPr>
              <a:t>-Design-Patterns</a:t>
            </a:r>
            <a:endParaRPr lang="en-IN" sz="1400" dirty="0"/>
          </a:p>
          <a:p>
            <a:pPr marL="12700" marR="5080"/>
            <a:r>
              <a:rPr lang="en-US" sz="1400" dirty="0">
                <a:hlinkClick r:id="rId13"/>
              </a:rPr>
              <a:t>Node.js-Design-Patterns-Third-Edition: Node.js Design Patterns</a:t>
            </a:r>
            <a:endParaRPr lang="en-US" sz="1400" dirty="0"/>
          </a:p>
          <a:p>
            <a:pPr marL="12700" marR="5080"/>
            <a:r>
              <a:rPr lang="en-IN" sz="1400" dirty="0">
                <a:hlinkClick r:id="rId14"/>
              </a:rPr>
              <a:t>TypeScript-5-Design-Patterns-and-Best-Practices</a:t>
            </a:r>
            <a:endParaRPr lang="en-IN" sz="1400" dirty="0"/>
          </a:p>
          <a:p>
            <a:pPr marL="12700" marR="5080"/>
            <a:r>
              <a:rPr lang="en-US" sz="1400" dirty="0">
                <a:hlinkClick r:id="rId15"/>
              </a:rPr>
              <a:t>JavaScript Developer Roadmap</a:t>
            </a:r>
            <a:endParaRPr lang="en-US" sz="1400" dirty="0"/>
          </a:p>
          <a:p>
            <a:pPr marL="12700" marR="5080"/>
            <a:r>
              <a:rPr lang="en-IN" sz="1400" dirty="0">
                <a:hlinkClick r:id="rId16"/>
              </a:rPr>
              <a:t>Free TypeScript Book</a:t>
            </a:r>
            <a:endParaRPr lang="en-US" sz="1400" dirty="0"/>
          </a:p>
          <a:p>
            <a:pPr marL="12700" marR="5080"/>
            <a:r>
              <a:rPr lang="en-US" sz="1400" dirty="0">
                <a:hlinkClick r:id="rId17"/>
              </a:rPr>
              <a:t>TypeScript Roadmap: Learn to become a TypeScript developer</a:t>
            </a:r>
            <a:endParaRPr lang="en-US" sz="1400" dirty="0"/>
          </a:p>
          <a:p>
            <a:pPr marL="12700" marR="5080"/>
            <a:endParaRPr lang="en-US" sz="1400" dirty="0"/>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114784019"/>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F2490-E36C-F73F-0A62-1D21DE565C8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F00E554-AE2E-4081-BD9D-2E405F508A2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7ADC223-A5BE-0F99-81D0-EAF6B150512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7F01969-63B1-2361-2DE1-8277730FF57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CD837DD-5710-2A6A-9630-FA201E79135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CE2FDA1-DF72-1EF8-B7BE-F7856EDCC65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2994E79-2D00-B558-A965-975F78E8A46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7C24362-4526-0718-6F13-F7A61E543F4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2D1A26D-5B38-1959-2D88-55B5ACAB06A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E705F68-A421-C894-D1D8-0ED1506FA5F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7C8329D-396E-0618-B151-D17AE747BEE4}"/>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JS Framework)</a:t>
            </a:r>
          </a:p>
          <a:p>
            <a:pPr marL="12700" marR="5080"/>
            <a:r>
              <a:rPr lang="en-US" sz="1400" kern="0" spc="-80" dirty="0">
                <a:solidFill>
                  <a:schemeClr val="accent6"/>
                </a:solidFill>
              </a:rPr>
              <a:t>jQuery = DOM manipulation + Events + Ajax + Effects + Utilities, wrapped in a small, chainable API.</a:t>
            </a:r>
          </a:p>
          <a:p>
            <a:pPr marL="12700" marR="5080"/>
            <a:r>
              <a:rPr lang="en-US" sz="1400" kern="0" spc="-80" dirty="0">
                <a:solidFill>
                  <a:schemeClr val="accent6"/>
                </a:solidFill>
              </a:rPr>
              <a:t>Although modern JS reduces its necessity, jQuery is still widely used in legacy enterprise apps.</a:t>
            </a:r>
          </a:p>
          <a:p>
            <a:pPr marL="12700" marR="5080"/>
            <a:r>
              <a:rPr lang="en-US" sz="1400" kern="0" spc="-80" dirty="0">
                <a:solidFill>
                  <a:schemeClr val="accent2"/>
                </a:solidFill>
              </a:rPr>
              <a:t>📌 1. jQuery Basics</a:t>
            </a:r>
          </a:p>
          <a:p>
            <a:pPr marL="12700" marR="5080"/>
            <a:r>
              <a:rPr lang="en-US" sz="1400" kern="0" spc="-80" dirty="0">
                <a:solidFill>
                  <a:schemeClr val="accent2"/>
                </a:solidFill>
              </a:rPr>
              <a:t>1.1 What is jQuery?</a:t>
            </a:r>
          </a:p>
          <a:p>
            <a:pPr marL="12700" marR="5080"/>
            <a:r>
              <a:rPr lang="en-US" sz="1400" kern="0" spc="-80" dirty="0">
                <a:solidFill>
                  <a:schemeClr val="accent6"/>
                </a:solidFill>
              </a:rPr>
              <a:t>A fast, small JavaScript library.</a:t>
            </a:r>
          </a:p>
          <a:p>
            <a:pPr marL="12700" marR="5080"/>
            <a:r>
              <a:rPr lang="en-US" sz="1400" kern="0" spc="-80" dirty="0">
                <a:solidFill>
                  <a:schemeClr val="accent6"/>
                </a:solidFill>
              </a:rPr>
              <a:t>Simplifies DOM manipulation, event handling, animations, and Ajax.</a:t>
            </a:r>
          </a:p>
          <a:p>
            <a:pPr marL="12700" marR="5080"/>
            <a:r>
              <a:rPr lang="en-US" sz="1400" kern="0" spc="-80" dirty="0">
                <a:solidFill>
                  <a:schemeClr val="accent6"/>
                </a:solidFill>
              </a:rPr>
              <a:t>Provides cross-browser compatibility.</a:t>
            </a:r>
          </a:p>
          <a:p>
            <a:pPr marL="12700" marR="5080"/>
            <a:endParaRPr lang="en-US" sz="1400" kern="0" spc="-80" dirty="0">
              <a:solidFill>
                <a:schemeClr val="accent6"/>
              </a:solidFill>
            </a:endParaRPr>
          </a:p>
          <a:p>
            <a:pPr marL="12700" marR="5080"/>
            <a:r>
              <a:rPr lang="en-US" sz="1400" kern="0" spc="-80" dirty="0">
                <a:solidFill>
                  <a:schemeClr val="accent2"/>
                </a:solidFill>
              </a:rPr>
              <a:t>1.2 jQuery Syntax</a:t>
            </a:r>
          </a:p>
          <a:p>
            <a:pPr marL="12700" marR="5080"/>
            <a:r>
              <a:rPr lang="en-US" sz="1400" kern="0" spc="-80" dirty="0">
                <a:solidFill>
                  <a:schemeClr val="accent6"/>
                </a:solidFill>
              </a:rPr>
              <a:t>$(selector).action()</a:t>
            </a:r>
          </a:p>
          <a:p>
            <a:pPr marL="12700" marR="5080"/>
            <a:r>
              <a:rPr lang="en-US" sz="1400" kern="0" spc="-80" dirty="0">
                <a:solidFill>
                  <a:schemeClr val="accent2"/>
                </a:solidFill>
              </a:rPr>
              <a:t>Examples:</a:t>
            </a:r>
          </a:p>
          <a:p>
            <a:pPr marL="12700" marR="5080"/>
            <a:r>
              <a:rPr lang="en-US" sz="1400" kern="0" spc="-80" dirty="0">
                <a:solidFill>
                  <a:schemeClr val="accent6"/>
                </a:solidFill>
              </a:rPr>
              <a:t>$("#id")</a:t>
            </a:r>
          </a:p>
          <a:p>
            <a:pPr marL="12700" marR="5080"/>
            <a:r>
              <a:rPr lang="en-US" sz="1400" kern="0" spc="-80" dirty="0">
                <a:solidFill>
                  <a:schemeClr val="accent6"/>
                </a:solidFill>
              </a:rPr>
              <a:t>$(".class")</a:t>
            </a:r>
          </a:p>
          <a:p>
            <a:pPr marL="12700" marR="5080"/>
            <a:r>
              <a:rPr lang="en-US" sz="1400" kern="0" spc="-80" dirty="0">
                <a:solidFill>
                  <a:schemeClr val="accent6"/>
                </a:solidFill>
              </a:rPr>
              <a:t>$("p")</a:t>
            </a:r>
          </a:p>
          <a:p>
            <a:pPr marL="12700" marR="5080"/>
            <a:r>
              <a:rPr lang="en-US" sz="1400" kern="0" spc="-80" dirty="0">
                <a:solidFill>
                  <a:schemeClr val="accent6"/>
                </a:solidFill>
              </a:rPr>
              <a:t>$("div &gt; span")</a:t>
            </a:r>
          </a:p>
          <a:p>
            <a:pPr marL="12700" marR="5080"/>
            <a:endParaRPr lang="en-US" sz="1400" kern="0" spc="-80" dirty="0">
              <a:solidFill>
                <a:schemeClr val="accent6"/>
              </a:solidFill>
            </a:endParaRPr>
          </a:p>
          <a:p>
            <a:pPr marL="12700" marR="5080"/>
            <a:r>
              <a:rPr lang="en-US" sz="1400" kern="0" spc="-80" dirty="0">
                <a:solidFill>
                  <a:schemeClr val="accent2"/>
                </a:solidFill>
              </a:rPr>
              <a:t>1.3 Document Ready</a:t>
            </a:r>
          </a:p>
          <a:p>
            <a:pPr marL="12700" marR="5080"/>
            <a:r>
              <a:rPr lang="en-US" sz="1400" kern="0" spc="-80" dirty="0">
                <a:solidFill>
                  <a:schemeClr val="accent6"/>
                </a:solidFill>
              </a:rPr>
              <a:t>Ensures DOM is loaded before running code:</a:t>
            </a:r>
          </a:p>
          <a:p>
            <a:pPr marL="12700" marR="5080"/>
            <a:r>
              <a:rPr lang="en-US" sz="1400" kern="0" spc="-80" dirty="0">
                <a:solidFill>
                  <a:schemeClr val="accent6"/>
                </a:solidFill>
              </a:rPr>
              <a:t>$(document).ready(function() {</a:t>
            </a:r>
          </a:p>
          <a:p>
            <a:pPr marL="12700" marR="5080"/>
            <a:r>
              <a:rPr lang="en-US" sz="1400" kern="0" spc="-80" dirty="0">
                <a:solidFill>
                  <a:schemeClr val="accent6"/>
                </a:solidFill>
              </a:rPr>
              <a:t>  // code</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32476775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E0A9D-10F7-B3E1-61B6-07F35A77627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7A4AA1-5F3A-F4EA-0392-85EAB10600E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991AFE7-D06D-20CE-A599-7F2DFC67B40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95C6717-B5E7-CE52-2125-DFA394A08BD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5ED8409-91E3-68DE-4BE3-9C612602673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D859FE0-CE76-6A84-1ECB-62EDD90BAAE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02B8088-2FCB-B48E-F739-7B6D0040F1D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9AAA52C-C7CC-5853-F4FB-0BD767348BE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8DE4BF7-D45D-75DA-41E7-D700AD37E8F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8B91EDC-C17A-827F-8FA2-27F78AABBE8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C2CC2F4-A109-9F9F-0072-7FC255F8C824}"/>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JS Framework)</a:t>
            </a:r>
          </a:p>
          <a:p>
            <a:pPr marL="12700" marR="5080"/>
            <a:r>
              <a:rPr lang="en-US" sz="1400" kern="0" spc="-80" dirty="0">
                <a:solidFill>
                  <a:schemeClr val="accent2"/>
                </a:solidFill>
              </a:rPr>
              <a:t>Shortcut:</a:t>
            </a:r>
          </a:p>
          <a:p>
            <a:pPr marL="12700" marR="5080"/>
            <a:r>
              <a:rPr lang="en-US" sz="1400" kern="0" spc="-80" dirty="0">
                <a:solidFill>
                  <a:schemeClr val="accent6"/>
                </a:solidFill>
              </a:rPr>
              <a:t>$(function(){});</a:t>
            </a:r>
          </a:p>
          <a:p>
            <a:pPr marL="12700" marR="5080"/>
            <a:endParaRPr lang="en-US" sz="1400" kern="0" spc="-80" dirty="0">
              <a:solidFill>
                <a:schemeClr val="accent6"/>
              </a:solidFill>
            </a:endParaRPr>
          </a:p>
          <a:p>
            <a:pPr marL="12700" marR="5080"/>
            <a:r>
              <a:rPr lang="en-US" sz="1400" kern="0" spc="-80" dirty="0">
                <a:solidFill>
                  <a:schemeClr val="accent2"/>
                </a:solidFill>
              </a:rPr>
              <a:t>📌 2. Selectors</a:t>
            </a:r>
          </a:p>
          <a:p>
            <a:pPr marL="12700" marR="5080"/>
            <a:r>
              <a:rPr lang="en-US" sz="1400" kern="0" spc="-80" dirty="0">
                <a:solidFill>
                  <a:schemeClr val="accent2"/>
                </a:solidFill>
              </a:rPr>
              <a:t>2.1 CSS-Based Selectors</a:t>
            </a:r>
          </a:p>
          <a:p>
            <a:pPr marL="12700" marR="5080"/>
            <a:r>
              <a:rPr lang="en-US" sz="1400" kern="0" spc="-80" dirty="0">
                <a:solidFill>
                  <a:schemeClr val="accent6"/>
                </a:solidFill>
              </a:rPr>
              <a:t>$("#id")</a:t>
            </a:r>
          </a:p>
          <a:p>
            <a:pPr marL="12700" marR="5080"/>
            <a:r>
              <a:rPr lang="en-US" sz="1400" kern="0" spc="-80" dirty="0">
                <a:solidFill>
                  <a:schemeClr val="accent6"/>
                </a:solidFill>
              </a:rPr>
              <a:t>$(".class")</a:t>
            </a:r>
          </a:p>
          <a:p>
            <a:pPr marL="12700" marR="5080"/>
            <a:r>
              <a:rPr lang="en-US" sz="1400" kern="0" spc="-80" dirty="0">
                <a:solidFill>
                  <a:schemeClr val="accent6"/>
                </a:solidFill>
              </a:rPr>
              <a:t>$("tag")</a:t>
            </a:r>
          </a:p>
          <a:p>
            <a:pPr marL="12700" marR="5080"/>
            <a:r>
              <a:rPr lang="en-US" sz="1400" kern="0" spc="-80" dirty="0">
                <a:solidFill>
                  <a:schemeClr val="accent6"/>
                </a:solidFill>
              </a:rPr>
              <a:t>$("</a:t>
            </a:r>
            <a:r>
              <a:rPr lang="en-US" sz="1400" kern="0" spc="-80" dirty="0" err="1">
                <a:solidFill>
                  <a:schemeClr val="accent6"/>
                </a:solidFill>
              </a:rPr>
              <a:t>p.myClass</a:t>
            </a:r>
            <a:r>
              <a:rPr lang="en-US" sz="1400" kern="0" spc="-80" dirty="0">
                <a:solidFill>
                  <a:schemeClr val="accent6"/>
                </a:solidFill>
              </a:rPr>
              <a:t>")</a:t>
            </a:r>
          </a:p>
          <a:p>
            <a:pPr marL="12700" marR="5080"/>
            <a:r>
              <a:rPr lang="en-US" sz="1400" kern="0" spc="-80" dirty="0">
                <a:solidFill>
                  <a:schemeClr val="accent6"/>
                </a:solidFill>
              </a:rPr>
              <a:t>$("ul </a:t>
            </a:r>
            <a:r>
              <a:rPr lang="en-US" sz="1400" kern="0" spc="-80" dirty="0" err="1">
                <a:solidFill>
                  <a:schemeClr val="accent6"/>
                </a:solidFill>
              </a:rPr>
              <a:t>li:first</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2.2 Attribute Selectors</a:t>
            </a:r>
          </a:p>
          <a:p>
            <a:pPr marL="12700" marR="5080"/>
            <a:r>
              <a:rPr lang="en-US" sz="1400" kern="0" spc="-80" dirty="0">
                <a:solidFill>
                  <a:schemeClr val="accent6"/>
                </a:solidFill>
              </a:rPr>
              <a:t>$("input[type='text']")</a:t>
            </a:r>
          </a:p>
          <a:p>
            <a:pPr marL="12700" marR="5080"/>
            <a:r>
              <a:rPr lang="en-US" sz="1400" kern="0" spc="-80" dirty="0">
                <a:solidFill>
                  <a:schemeClr val="accent6"/>
                </a:solidFill>
              </a:rPr>
              <a:t>$("a[</a:t>
            </a:r>
            <a:r>
              <a:rPr lang="en-US" sz="1400" kern="0" spc="-80" dirty="0" err="1">
                <a:solidFill>
                  <a:schemeClr val="accent6"/>
                </a:solidFill>
              </a:rPr>
              <a:t>href</a:t>
            </a:r>
            <a:r>
              <a:rPr lang="en-US" sz="1400" kern="0" spc="-80" dirty="0">
                <a:solidFill>
                  <a:schemeClr val="accent6"/>
                </a:solidFill>
              </a:rPr>
              <a:t>^='</a:t>
            </a:r>
            <a:r>
              <a:rPr lang="en-US" sz="1400" kern="0" spc="-80" dirty="0" err="1">
                <a:solidFill>
                  <a:schemeClr val="accent6"/>
                </a:solidFill>
              </a:rPr>
              <a:t>https'</a:t>
            </a:r>
            <a:r>
              <a:rPr lang="en-US" sz="1400" kern="0" spc="-80" dirty="0">
                <a:solidFill>
                  <a:schemeClr val="accent6"/>
                </a:solidFill>
              </a:rPr>
              <a:t>]")</a:t>
            </a:r>
          </a:p>
          <a:p>
            <a:pPr marL="12700" marR="5080"/>
            <a:r>
              <a:rPr lang="en-US" sz="1400" kern="0" spc="-80" dirty="0">
                <a:solidFill>
                  <a:schemeClr val="accent6"/>
                </a:solidFill>
              </a:rPr>
              <a:t>$("</a:t>
            </a:r>
            <a:r>
              <a:rPr lang="en-US" sz="1400" kern="0" spc="-80" dirty="0" err="1">
                <a:solidFill>
                  <a:schemeClr val="accent6"/>
                </a:solidFill>
              </a:rPr>
              <a:t>img</a:t>
            </a:r>
            <a:r>
              <a:rPr lang="en-US" sz="1400" kern="0" spc="-80" dirty="0">
                <a:solidFill>
                  <a:schemeClr val="accent6"/>
                </a:solidFill>
              </a:rPr>
              <a:t>[</a:t>
            </a:r>
            <a:r>
              <a:rPr lang="en-US" sz="1400" kern="0" spc="-80" dirty="0" err="1">
                <a:solidFill>
                  <a:schemeClr val="accent6"/>
                </a:solidFill>
              </a:rPr>
              <a:t>src</a:t>
            </a:r>
            <a:r>
              <a:rPr lang="en-US" sz="1400" kern="0" spc="-80" dirty="0">
                <a:solidFill>
                  <a:schemeClr val="accent6"/>
                </a:solidFill>
              </a:rPr>
              <a:t>$='.</a:t>
            </a:r>
            <a:r>
              <a:rPr lang="en-US" sz="1400" kern="0" spc="-80" dirty="0" err="1">
                <a:solidFill>
                  <a:schemeClr val="accent6"/>
                </a:solidFill>
              </a:rPr>
              <a:t>png</a:t>
            </a:r>
            <a:r>
              <a:rPr lang="en-US" sz="1400" kern="0" spc="-80" dirty="0">
                <a:solidFill>
                  <a:schemeClr val="accent6"/>
                </a:solidFill>
              </a:rPr>
              <a:t>']")</a:t>
            </a:r>
          </a:p>
          <a:p>
            <a:pPr marL="12700" marR="5080"/>
            <a:r>
              <a:rPr lang="en-US" sz="1400" kern="0" spc="-80" dirty="0">
                <a:solidFill>
                  <a:schemeClr val="accent6"/>
                </a:solidFill>
              </a:rPr>
              <a:t>$("div[data-id]")</a:t>
            </a:r>
          </a:p>
          <a:p>
            <a:pPr marL="12700" marR="5080"/>
            <a:endParaRPr lang="en-US" sz="1400" kern="0" spc="-80" dirty="0">
              <a:solidFill>
                <a:schemeClr val="accent6"/>
              </a:solidFill>
            </a:endParaRPr>
          </a:p>
          <a:p>
            <a:pPr marL="12700" marR="5080"/>
            <a:r>
              <a:rPr lang="en-US" sz="1400" kern="0" spc="-80" dirty="0">
                <a:solidFill>
                  <a:schemeClr val="accent2"/>
                </a:solidFill>
              </a:rPr>
              <a:t>2.3 Hierarchy Selectors</a:t>
            </a:r>
          </a:p>
          <a:p>
            <a:pPr marL="12700" marR="5080"/>
            <a:r>
              <a:rPr lang="en-US" sz="1400" kern="0" spc="-80" dirty="0">
                <a:solidFill>
                  <a:schemeClr val="accent6"/>
                </a:solidFill>
              </a:rPr>
              <a:t>Child: $("ul &gt; li")</a:t>
            </a:r>
          </a:p>
          <a:p>
            <a:pPr marL="12700" marR="5080"/>
            <a:r>
              <a:rPr lang="en-US" sz="1400" kern="0" spc="-80" dirty="0">
                <a:solidFill>
                  <a:schemeClr val="accent6"/>
                </a:solidFill>
              </a:rPr>
              <a:t>Descendant: $("ul li")</a:t>
            </a:r>
          </a:p>
          <a:p>
            <a:pPr marL="12700" marR="5080"/>
            <a:r>
              <a:rPr lang="en-US" sz="1400" kern="0" spc="-80" dirty="0">
                <a:solidFill>
                  <a:schemeClr val="accent6"/>
                </a:solidFill>
              </a:rPr>
              <a:t>Next: $("#id + p")</a:t>
            </a:r>
          </a:p>
          <a:p>
            <a:pPr marL="12700" marR="5080"/>
            <a:r>
              <a:rPr lang="en-US" sz="1400" kern="0" spc="-80" dirty="0">
                <a:solidFill>
                  <a:schemeClr val="accent6"/>
                </a:solidFill>
              </a:rPr>
              <a:t>Sibling: $("#id ~ p")</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63357759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726E6-3FBB-BB45-A692-4673C7918F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0EDB40-BC65-18A2-8F1B-71275CDEB23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4A4064D-81F1-ECE2-D8B1-4AE99946C3A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1FA79B2-AC41-5CB9-79EB-E42DAE0D27E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F131D42-1D01-FDA9-9BA9-89205F8400F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36AC639-0AF6-BFAD-007A-ECB7EE25D1F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2937CD0-A92A-D681-A919-99A72C099D6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9D72F0A-DCC5-F073-7537-B41007BCCF9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FFB4ACB-34F2-10EA-77E2-3A9D0126D34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C2F5453-B913-6FA5-91D7-5F4B741E508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0437B69-A485-CC8B-F07F-8D8D0D4A621F}"/>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JS Framework)</a:t>
            </a:r>
          </a:p>
          <a:p>
            <a:pPr marL="12700" marR="5080"/>
            <a:r>
              <a:rPr lang="en-US" sz="1400" kern="0" spc="-80" dirty="0">
                <a:solidFill>
                  <a:schemeClr val="accent2"/>
                </a:solidFill>
              </a:rPr>
              <a:t>2.4 Filter Selectors</a:t>
            </a:r>
          </a:p>
          <a:p>
            <a:pPr marL="12700" marR="5080"/>
            <a:r>
              <a:rPr lang="en-US" sz="1400" kern="0" spc="-80" dirty="0">
                <a:solidFill>
                  <a:schemeClr val="accent6"/>
                </a:solidFill>
              </a:rPr>
              <a:t>$("p:first")</a:t>
            </a:r>
          </a:p>
          <a:p>
            <a:pPr marL="12700" marR="5080"/>
            <a:r>
              <a:rPr lang="en-US" sz="1400" kern="0" spc="-80" dirty="0">
                <a:solidFill>
                  <a:schemeClr val="accent6"/>
                </a:solidFill>
              </a:rPr>
              <a:t>$("p:last")</a:t>
            </a:r>
          </a:p>
          <a:p>
            <a:pPr marL="12700" marR="5080"/>
            <a:r>
              <a:rPr lang="en-US" sz="1400" kern="0" spc="-80" dirty="0">
                <a:solidFill>
                  <a:schemeClr val="accent6"/>
                </a:solidFill>
              </a:rPr>
              <a:t>$("p:even")</a:t>
            </a:r>
          </a:p>
          <a:p>
            <a:pPr marL="12700" marR="5080"/>
            <a:r>
              <a:rPr lang="en-US" sz="1400" kern="0" spc="-80" dirty="0">
                <a:solidFill>
                  <a:schemeClr val="accent6"/>
                </a:solidFill>
              </a:rPr>
              <a:t>$("p:odd")</a:t>
            </a:r>
          </a:p>
          <a:p>
            <a:pPr marL="12700" marR="5080"/>
            <a:r>
              <a:rPr lang="en-US" sz="1400" kern="0" spc="-80" dirty="0">
                <a:solidFill>
                  <a:schemeClr val="accent6"/>
                </a:solidFill>
              </a:rPr>
              <a:t>$("p:eq(2)")</a:t>
            </a:r>
          </a:p>
          <a:p>
            <a:pPr marL="12700" marR="5080"/>
            <a:r>
              <a:rPr lang="en-US" sz="1400" kern="0" spc="-80" dirty="0">
                <a:solidFill>
                  <a:schemeClr val="accent6"/>
                </a:solidFill>
              </a:rPr>
              <a:t>$("p:contains('hello’)”)</a:t>
            </a:r>
          </a:p>
          <a:p>
            <a:pPr marL="12700" marR="5080"/>
            <a:endParaRPr lang="en-US" sz="1400" kern="0" spc="-80" dirty="0">
              <a:solidFill>
                <a:schemeClr val="accent6"/>
              </a:solidFill>
            </a:endParaRPr>
          </a:p>
          <a:p>
            <a:pPr marL="12700" marR="5080"/>
            <a:r>
              <a:rPr lang="en-US" sz="1400" kern="0" spc="-80" dirty="0">
                <a:solidFill>
                  <a:schemeClr val="accent2"/>
                </a:solidFill>
              </a:rPr>
              <a:t>📌 3. DOM Manipulation</a:t>
            </a:r>
          </a:p>
          <a:p>
            <a:pPr marL="12700" marR="5080"/>
            <a:r>
              <a:rPr lang="en-US" sz="1400" kern="0" spc="-80" dirty="0">
                <a:solidFill>
                  <a:schemeClr val="accent2"/>
                </a:solidFill>
              </a:rPr>
              <a:t>3.1 Get/Set Text &amp; HTML</a:t>
            </a:r>
          </a:p>
          <a:p>
            <a:pPr marL="12700" marR="5080"/>
            <a:r>
              <a:rPr lang="en-US" sz="1400" kern="0" spc="-80" dirty="0">
                <a:solidFill>
                  <a:schemeClr val="accent6"/>
                </a:solidFill>
              </a:rPr>
              <a:t>$("#id").text();</a:t>
            </a:r>
          </a:p>
          <a:p>
            <a:pPr marL="12700" marR="5080"/>
            <a:r>
              <a:rPr lang="en-US" sz="1400" kern="0" spc="-80" dirty="0">
                <a:solidFill>
                  <a:schemeClr val="accent6"/>
                </a:solidFill>
              </a:rPr>
              <a:t>$("#id").html();</a:t>
            </a:r>
          </a:p>
          <a:p>
            <a:pPr marL="12700" marR="5080"/>
            <a:r>
              <a:rPr lang="en-US" sz="1400" kern="0" spc="-80" dirty="0">
                <a:solidFill>
                  <a:schemeClr val="accent6"/>
                </a:solidFill>
              </a:rPr>
              <a:t>$("#id").text("Hello");</a:t>
            </a:r>
          </a:p>
          <a:p>
            <a:pPr marL="12700" marR="5080"/>
            <a:r>
              <a:rPr lang="en-US" sz="1400" kern="0" spc="-80" dirty="0">
                <a:solidFill>
                  <a:schemeClr val="accent6"/>
                </a:solidFill>
              </a:rPr>
              <a:t>$("#id").html("&lt;b&gt;Hello&lt;/b&gt;");</a:t>
            </a:r>
          </a:p>
          <a:p>
            <a:pPr marL="12700" marR="5080"/>
            <a:endParaRPr lang="en-US" sz="1400" kern="0" spc="-80" dirty="0">
              <a:solidFill>
                <a:schemeClr val="accent6"/>
              </a:solidFill>
            </a:endParaRPr>
          </a:p>
          <a:p>
            <a:pPr marL="12700" marR="5080"/>
            <a:r>
              <a:rPr lang="en-US" sz="1400" kern="0" spc="-80" dirty="0">
                <a:solidFill>
                  <a:schemeClr val="accent2"/>
                </a:solidFill>
              </a:rPr>
              <a:t>3.2 Get/Set Attributes</a:t>
            </a:r>
          </a:p>
          <a:p>
            <a:pPr marL="12700" marR="5080"/>
            <a:r>
              <a:rPr lang="en-US" sz="1400" kern="0" spc="-80" dirty="0">
                <a:solidFill>
                  <a:schemeClr val="accent6"/>
                </a:solidFill>
              </a:rPr>
              <a:t>$("#</a:t>
            </a:r>
            <a:r>
              <a:rPr lang="en-US" sz="1400" kern="0" spc="-80" dirty="0" err="1">
                <a:solidFill>
                  <a:schemeClr val="accent6"/>
                </a:solidFill>
              </a:rPr>
              <a:t>img</a:t>
            </a:r>
            <a:r>
              <a:rPr lang="en-US" sz="1400" kern="0" spc="-80" dirty="0">
                <a:solidFill>
                  <a:schemeClr val="accent6"/>
                </a:solidFill>
              </a:rPr>
              <a:t>").</a:t>
            </a:r>
            <a:r>
              <a:rPr lang="en-US" sz="1400" kern="0" spc="-80" dirty="0" err="1">
                <a:solidFill>
                  <a:schemeClr val="accent6"/>
                </a:solidFill>
              </a:rPr>
              <a:t>attr</a:t>
            </a:r>
            <a:r>
              <a:rPr lang="en-US" sz="1400" kern="0" spc="-80" dirty="0">
                <a:solidFill>
                  <a:schemeClr val="accent6"/>
                </a:solidFill>
              </a:rPr>
              <a:t>("</a:t>
            </a:r>
            <a:r>
              <a:rPr lang="en-US" sz="1400" kern="0" spc="-80" dirty="0" err="1">
                <a:solidFill>
                  <a:schemeClr val="accent6"/>
                </a:solidFill>
              </a:rPr>
              <a:t>src</a:t>
            </a:r>
            <a:r>
              <a:rPr lang="en-US" sz="1400" kern="0" spc="-80" dirty="0">
                <a:solidFill>
                  <a:schemeClr val="accent6"/>
                </a:solidFill>
              </a:rPr>
              <a:t>");</a:t>
            </a:r>
          </a:p>
          <a:p>
            <a:pPr marL="12700" marR="5080"/>
            <a:r>
              <a:rPr lang="en-US" sz="1400" kern="0" spc="-80" dirty="0">
                <a:solidFill>
                  <a:schemeClr val="accent6"/>
                </a:solidFill>
              </a:rPr>
              <a:t>$("#</a:t>
            </a:r>
            <a:r>
              <a:rPr lang="en-US" sz="1400" kern="0" spc="-80" dirty="0" err="1">
                <a:solidFill>
                  <a:schemeClr val="accent6"/>
                </a:solidFill>
              </a:rPr>
              <a:t>img</a:t>
            </a:r>
            <a:r>
              <a:rPr lang="en-US" sz="1400" kern="0" spc="-80" dirty="0">
                <a:solidFill>
                  <a:schemeClr val="accent6"/>
                </a:solidFill>
              </a:rPr>
              <a:t>").</a:t>
            </a:r>
            <a:r>
              <a:rPr lang="en-US" sz="1400" kern="0" spc="-80" dirty="0" err="1">
                <a:solidFill>
                  <a:schemeClr val="accent6"/>
                </a:solidFill>
              </a:rPr>
              <a:t>attr</a:t>
            </a:r>
            <a:r>
              <a:rPr lang="en-US" sz="1400" kern="0" spc="-80" dirty="0">
                <a:solidFill>
                  <a:schemeClr val="accent6"/>
                </a:solidFill>
              </a:rPr>
              <a:t>("</a:t>
            </a:r>
            <a:r>
              <a:rPr lang="en-US" sz="1400" kern="0" spc="-80" dirty="0" err="1">
                <a:solidFill>
                  <a:schemeClr val="accent6"/>
                </a:solidFill>
              </a:rPr>
              <a:t>src</a:t>
            </a:r>
            <a:r>
              <a:rPr lang="en-US" sz="1400" kern="0" spc="-80" dirty="0">
                <a:solidFill>
                  <a:schemeClr val="accent6"/>
                </a:solidFill>
              </a:rPr>
              <a:t>", "new.png");</a:t>
            </a:r>
          </a:p>
          <a:p>
            <a:pPr marL="12700" marR="5080"/>
            <a:endParaRPr lang="en-US" sz="1400" kern="0" spc="-80" dirty="0">
              <a:solidFill>
                <a:schemeClr val="accent6"/>
              </a:solidFill>
            </a:endParaRPr>
          </a:p>
          <a:p>
            <a:pPr marL="12700" marR="5080"/>
            <a:r>
              <a:rPr lang="en-US" sz="1400" kern="0" spc="-80" dirty="0">
                <a:solidFill>
                  <a:schemeClr val="accent2"/>
                </a:solidFill>
              </a:rPr>
              <a:t>3.3 Add/Remove Classes</a:t>
            </a:r>
          </a:p>
          <a:p>
            <a:pPr marL="12700" marR="5080"/>
            <a:r>
              <a:rPr lang="en-US" sz="1400" kern="0" spc="-80" dirty="0">
                <a:solidFill>
                  <a:schemeClr val="accent6"/>
                </a:solidFill>
              </a:rPr>
              <a:t>$("p").</a:t>
            </a:r>
            <a:r>
              <a:rPr lang="en-US" sz="1400" kern="0" spc="-80" dirty="0" err="1">
                <a:solidFill>
                  <a:schemeClr val="accent6"/>
                </a:solidFill>
              </a:rPr>
              <a:t>addClass</a:t>
            </a:r>
            <a:r>
              <a:rPr lang="en-US" sz="1400" kern="0" spc="-80" dirty="0">
                <a:solidFill>
                  <a:schemeClr val="accent6"/>
                </a:solidFill>
              </a:rPr>
              <a:t>("highlight");</a:t>
            </a:r>
          </a:p>
          <a:p>
            <a:pPr marL="12700" marR="5080"/>
            <a:r>
              <a:rPr lang="en-US" sz="1400" kern="0" spc="-80" dirty="0">
                <a:solidFill>
                  <a:schemeClr val="accent6"/>
                </a:solidFill>
              </a:rPr>
              <a:t>$("p").</a:t>
            </a:r>
            <a:r>
              <a:rPr lang="en-US" sz="1400" kern="0" spc="-80" dirty="0" err="1">
                <a:solidFill>
                  <a:schemeClr val="accent6"/>
                </a:solidFill>
              </a:rPr>
              <a:t>removeClass</a:t>
            </a:r>
            <a:r>
              <a:rPr lang="en-US" sz="1400" kern="0" spc="-80" dirty="0">
                <a:solidFill>
                  <a:schemeClr val="accent6"/>
                </a:solidFill>
              </a:rPr>
              <a:t>("highlight");</a:t>
            </a:r>
          </a:p>
        </p:txBody>
      </p:sp>
    </p:spTree>
    <p:extLst>
      <p:ext uri="{BB962C8B-B14F-4D97-AF65-F5344CB8AC3E}">
        <p14:creationId xmlns:p14="http://schemas.microsoft.com/office/powerpoint/2010/main" val="202817767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1039B-241B-5BEB-B7E7-4E10A058293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47AA2B6-A165-C100-91BC-F829F5D3777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3A9746-7DCF-1199-D173-E4670C2C3B7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D17D6E-FE96-00FA-FB82-F3FEF8B644E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E629FE0-FF4D-F08F-69A7-438F6512B2C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A6EC8F7-DEA3-6EA3-4744-CB47777E481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3C98925-D664-1DF5-9333-BC0DBD8DDF1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6D5F55D-227E-79C9-D606-5EC0489ECEC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9ED0AC6-FB50-814D-7A59-BD9E5CDBC44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3F2F763-4A40-E3E9-5D73-8A8A6443E82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F5A30A9-E1D8-8940-CC55-79422946C57B}"/>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JS Framework)</a:t>
            </a:r>
          </a:p>
          <a:p>
            <a:pPr marL="12700" marR="5080"/>
            <a:r>
              <a:rPr lang="en-US" sz="1400" kern="0" spc="-80" dirty="0">
                <a:solidFill>
                  <a:schemeClr val="accent6"/>
                </a:solidFill>
              </a:rPr>
              <a:t>$("p").</a:t>
            </a:r>
            <a:r>
              <a:rPr lang="en-US" sz="1400" kern="0" spc="-80" dirty="0" err="1">
                <a:solidFill>
                  <a:schemeClr val="accent6"/>
                </a:solidFill>
              </a:rPr>
              <a:t>toggleClass</a:t>
            </a:r>
            <a:r>
              <a:rPr lang="en-US" sz="1400" kern="0" spc="-80" dirty="0">
                <a:solidFill>
                  <a:schemeClr val="accent6"/>
                </a:solidFill>
              </a:rPr>
              <a:t>("active");</a:t>
            </a:r>
          </a:p>
          <a:p>
            <a:pPr marL="12700" marR="5080"/>
            <a:r>
              <a:rPr lang="en-US" sz="1400" kern="0" spc="-80" dirty="0">
                <a:solidFill>
                  <a:schemeClr val="accent2"/>
                </a:solidFill>
              </a:rPr>
              <a:t>3.4 Manipulating Styles</a:t>
            </a:r>
          </a:p>
          <a:p>
            <a:pPr marL="12700" marR="5080"/>
            <a:r>
              <a:rPr lang="en-US" sz="1400" kern="0" spc="-80" dirty="0">
                <a:solidFill>
                  <a:schemeClr val="accent6"/>
                </a:solidFill>
              </a:rPr>
              <a:t>$("p").</a:t>
            </a:r>
            <a:r>
              <a:rPr lang="en-US" sz="1400" kern="0" spc="-80" dirty="0" err="1">
                <a:solidFill>
                  <a:schemeClr val="accent6"/>
                </a:solidFill>
              </a:rPr>
              <a:t>css</a:t>
            </a:r>
            <a:r>
              <a:rPr lang="en-US" sz="1400" kern="0" spc="-80" dirty="0">
                <a:solidFill>
                  <a:schemeClr val="accent6"/>
                </a:solidFill>
              </a:rPr>
              <a:t>("color", "red");</a:t>
            </a:r>
          </a:p>
          <a:p>
            <a:pPr marL="12700" marR="5080"/>
            <a:r>
              <a:rPr lang="en-US" sz="1400" kern="0" spc="-80" dirty="0">
                <a:solidFill>
                  <a:schemeClr val="accent6"/>
                </a:solidFill>
              </a:rPr>
              <a:t>$("p").</a:t>
            </a:r>
            <a:r>
              <a:rPr lang="en-US" sz="1400" kern="0" spc="-80" dirty="0" err="1">
                <a:solidFill>
                  <a:schemeClr val="accent6"/>
                </a:solidFill>
              </a:rPr>
              <a:t>css</a:t>
            </a:r>
            <a:r>
              <a:rPr lang="en-US" sz="1400" kern="0" spc="-80" dirty="0">
                <a:solidFill>
                  <a:schemeClr val="accent6"/>
                </a:solidFill>
              </a:rPr>
              <a:t>({</a:t>
            </a:r>
          </a:p>
          <a:p>
            <a:pPr marL="12700" marR="5080"/>
            <a:r>
              <a:rPr lang="en-US" sz="1400" kern="0" spc="-80" dirty="0">
                <a:solidFill>
                  <a:schemeClr val="accent6"/>
                </a:solidFill>
              </a:rPr>
              <a:t>  color: "blue",</a:t>
            </a:r>
          </a:p>
          <a:p>
            <a:pPr marL="12700" marR="5080"/>
            <a:r>
              <a:rPr lang="en-US" sz="1400" kern="0" spc="-80" dirty="0">
                <a:solidFill>
                  <a:schemeClr val="accent6"/>
                </a:solidFill>
              </a:rPr>
              <a:t>  </a:t>
            </a:r>
            <a:r>
              <a:rPr lang="en-US" sz="1400" kern="0" spc="-80" dirty="0" err="1">
                <a:solidFill>
                  <a:schemeClr val="accent6"/>
                </a:solidFill>
              </a:rPr>
              <a:t>fontSize</a:t>
            </a:r>
            <a:r>
              <a:rPr lang="en-US" sz="1400" kern="0" spc="-80" dirty="0">
                <a:solidFill>
                  <a:schemeClr val="accent6"/>
                </a:solidFill>
              </a:rPr>
              <a:t>: "18px"</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3.5 Insert Elements</a:t>
            </a:r>
          </a:p>
          <a:p>
            <a:pPr marL="12700" marR="5080"/>
            <a:r>
              <a:rPr lang="en-US" sz="1400" kern="0" spc="-80" dirty="0">
                <a:solidFill>
                  <a:schemeClr val="accent6"/>
                </a:solidFill>
              </a:rPr>
              <a:t>$("p").append(" end");</a:t>
            </a:r>
          </a:p>
          <a:p>
            <a:pPr marL="12700" marR="5080"/>
            <a:r>
              <a:rPr lang="en-US" sz="1400" kern="0" spc="-80" dirty="0">
                <a:solidFill>
                  <a:schemeClr val="accent6"/>
                </a:solidFill>
              </a:rPr>
              <a:t>$("p").prepend("start ");</a:t>
            </a:r>
          </a:p>
          <a:p>
            <a:pPr marL="12700" marR="5080"/>
            <a:r>
              <a:rPr lang="en-US" sz="1400" kern="0" spc="-80" dirty="0">
                <a:solidFill>
                  <a:schemeClr val="accent6"/>
                </a:solidFill>
              </a:rPr>
              <a:t>$("&lt;div&gt;New&lt;/div&gt;").</a:t>
            </a:r>
            <a:r>
              <a:rPr lang="en-US" sz="1400" kern="0" spc="-80" dirty="0" err="1">
                <a:solidFill>
                  <a:schemeClr val="accent6"/>
                </a:solidFill>
              </a:rPr>
              <a:t>appendTo</a:t>
            </a:r>
            <a:r>
              <a:rPr lang="en-US" sz="1400" kern="0" spc="-80" dirty="0">
                <a:solidFill>
                  <a:schemeClr val="accent6"/>
                </a:solidFill>
              </a:rPr>
              <a:t>("body");</a:t>
            </a:r>
          </a:p>
          <a:p>
            <a:pPr marL="12700" marR="5080"/>
            <a:r>
              <a:rPr lang="en-US" sz="1400" kern="0" spc="-80" dirty="0">
                <a:solidFill>
                  <a:schemeClr val="accent6"/>
                </a:solidFill>
              </a:rPr>
              <a:t>$("&lt;li&gt;").text("Item").</a:t>
            </a:r>
            <a:r>
              <a:rPr lang="en-US" sz="1400" kern="0" spc="-80" dirty="0" err="1">
                <a:solidFill>
                  <a:schemeClr val="accent6"/>
                </a:solidFill>
              </a:rPr>
              <a:t>appendTo</a:t>
            </a:r>
            <a:r>
              <a:rPr lang="en-US" sz="1400" kern="0" spc="-80" dirty="0">
                <a:solidFill>
                  <a:schemeClr val="accent6"/>
                </a:solidFill>
              </a:rPr>
              <a:t>("ul");</a:t>
            </a:r>
          </a:p>
          <a:p>
            <a:pPr marL="12700" marR="5080"/>
            <a:endParaRPr lang="en-US" sz="1400" kern="0" spc="-80" dirty="0">
              <a:solidFill>
                <a:schemeClr val="accent6"/>
              </a:solidFill>
            </a:endParaRPr>
          </a:p>
          <a:p>
            <a:pPr marL="12700" marR="5080"/>
            <a:r>
              <a:rPr lang="en-US" sz="1400" kern="0" spc="-80" dirty="0">
                <a:solidFill>
                  <a:schemeClr val="accent2"/>
                </a:solidFill>
              </a:rPr>
              <a:t>3.6 Remove</a:t>
            </a:r>
          </a:p>
          <a:p>
            <a:pPr marL="12700" marR="5080"/>
            <a:r>
              <a:rPr lang="en-US" sz="1400" kern="0" spc="-80" dirty="0">
                <a:solidFill>
                  <a:schemeClr val="accent6"/>
                </a:solidFill>
              </a:rPr>
              <a:t>$("#id").remove();     // Removes element with handlers</a:t>
            </a:r>
          </a:p>
          <a:p>
            <a:pPr marL="12700" marR="5080"/>
            <a:r>
              <a:rPr lang="en-US" sz="1400" kern="0" spc="-80" dirty="0">
                <a:solidFill>
                  <a:schemeClr val="accent6"/>
                </a:solidFill>
              </a:rPr>
              <a:t>$("#id").empty();      // Removes inner HTML only</a:t>
            </a:r>
          </a:p>
          <a:p>
            <a:pPr marL="12700" marR="5080"/>
            <a:endParaRPr lang="en-US" sz="1400" kern="0" spc="-80" dirty="0">
              <a:solidFill>
                <a:schemeClr val="accent6"/>
              </a:solidFill>
            </a:endParaRPr>
          </a:p>
          <a:p>
            <a:pPr marL="12700" marR="5080"/>
            <a:r>
              <a:rPr lang="en-US" sz="1400" kern="0" spc="-80" dirty="0">
                <a:solidFill>
                  <a:schemeClr val="accent2"/>
                </a:solidFill>
              </a:rPr>
              <a:t>3.7 Cloning</a:t>
            </a:r>
          </a:p>
          <a:p>
            <a:pPr marL="12700" marR="5080"/>
            <a:r>
              <a:rPr lang="en-US" sz="1400" kern="0" spc="-80" dirty="0">
                <a:solidFill>
                  <a:schemeClr val="accent6"/>
                </a:solidFill>
              </a:rPr>
              <a:t>$("#item").clone().</a:t>
            </a:r>
            <a:r>
              <a:rPr lang="en-US" sz="1400" kern="0" spc="-80" dirty="0" err="1">
                <a:solidFill>
                  <a:schemeClr val="accent6"/>
                </a:solidFill>
              </a:rPr>
              <a:t>appendTo</a:t>
            </a:r>
            <a:r>
              <a:rPr lang="en-US" sz="1400" kern="0" spc="-80" dirty="0">
                <a:solidFill>
                  <a:schemeClr val="accent6"/>
                </a:solidFill>
              </a:rPr>
              <a:t>("#list");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622398502"/>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ACBFAC-93B5-D543-181B-B612BDCED5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D0FF672-759F-53F6-D794-F1BA23F981A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5545568-7D1B-6F9D-7841-E0F945980C4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D5F5552-894B-D09E-C7F9-3E49A309A9F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21748B9-1894-52D8-E70E-832E1F2205F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544184D-9B65-F268-799D-1EABF565239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F1249C9-1DCD-457C-14A7-EED757201C7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48DAAB2-AC64-15F1-5733-A5BCFC931E0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DAEB425-B314-597F-4D66-A4784FA9EF0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0E95B50-4A51-8233-97CB-C06CB26E80B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88C422E-E9D6-F310-8764-DE32256FC85E}"/>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JS Framework)</a:t>
            </a:r>
          </a:p>
          <a:p>
            <a:pPr marL="12700" marR="5080"/>
            <a:r>
              <a:rPr lang="en-US" sz="1400" kern="0" spc="-80" dirty="0">
                <a:solidFill>
                  <a:schemeClr val="accent2"/>
                </a:solidFill>
              </a:rPr>
              <a:t>📌 4. Traversing the DOM</a:t>
            </a:r>
          </a:p>
          <a:p>
            <a:pPr marL="12700" marR="5080"/>
            <a:r>
              <a:rPr lang="en-US" sz="1400" kern="0" spc="-80" dirty="0">
                <a:solidFill>
                  <a:schemeClr val="accent2"/>
                </a:solidFill>
              </a:rPr>
              <a:t>4.1 Parent/Children</a:t>
            </a:r>
          </a:p>
          <a:p>
            <a:pPr marL="12700" marR="5080"/>
            <a:r>
              <a:rPr lang="en-US" sz="1400" kern="0" spc="-80" dirty="0">
                <a:solidFill>
                  <a:schemeClr val="accent6"/>
                </a:solidFill>
              </a:rPr>
              <a:t>$("#id").parent();</a:t>
            </a:r>
          </a:p>
          <a:p>
            <a:pPr marL="12700" marR="5080"/>
            <a:r>
              <a:rPr lang="en-US" sz="1400" kern="0" spc="-80" dirty="0">
                <a:solidFill>
                  <a:schemeClr val="accent6"/>
                </a:solidFill>
              </a:rPr>
              <a:t>$("#id").parents();</a:t>
            </a:r>
          </a:p>
          <a:p>
            <a:pPr marL="12700" marR="5080"/>
            <a:r>
              <a:rPr lang="en-US" sz="1400" kern="0" spc="-80" dirty="0">
                <a:solidFill>
                  <a:schemeClr val="accent6"/>
                </a:solidFill>
              </a:rPr>
              <a:t>$("#id").</a:t>
            </a:r>
            <a:r>
              <a:rPr lang="en-US" sz="1400" kern="0" spc="-80" dirty="0" err="1">
                <a:solidFill>
                  <a:schemeClr val="accent6"/>
                </a:solidFill>
              </a:rPr>
              <a:t>parentsUntil</a:t>
            </a:r>
            <a:r>
              <a:rPr lang="en-US" sz="1400" kern="0" spc="-80" dirty="0">
                <a:solidFill>
                  <a:schemeClr val="accent6"/>
                </a:solidFill>
              </a:rPr>
              <a:t>(".wrapper");</a:t>
            </a:r>
          </a:p>
          <a:p>
            <a:pPr marL="12700" marR="5080"/>
            <a:r>
              <a:rPr lang="en-US" sz="1400" kern="0" spc="-80" dirty="0">
                <a:solidFill>
                  <a:schemeClr val="accent6"/>
                </a:solidFill>
              </a:rPr>
              <a:t>$("#id").children();</a:t>
            </a:r>
          </a:p>
          <a:p>
            <a:pPr marL="12700" marR="5080"/>
            <a:r>
              <a:rPr lang="en-US" sz="1400" kern="0" spc="-80" dirty="0">
                <a:solidFill>
                  <a:schemeClr val="accent6"/>
                </a:solidFill>
              </a:rPr>
              <a:t>$("#id").find("span");        </a:t>
            </a:r>
          </a:p>
          <a:p>
            <a:pPr marL="12700" marR="5080"/>
            <a:endParaRPr lang="en-US" sz="1400" kern="0" spc="-80" dirty="0">
              <a:solidFill>
                <a:schemeClr val="accent6"/>
              </a:solidFill>
            </a:endParaRPr>
          </a:p>
          <a:p>
            <a:pPr marL="12700" marR="5080"/>
            <a:r>
              <a:rPr lang="en-US" sz="1400" kern="0" spc="-80" dirty="0">
                <a:solidFill>
                  <a:schemeClr val="accent2"/>
                </a:solidFill>
              </a:rPr>
              <a:t>4.2 Siblings</a:t>
            </a:r>
          </a:p>
          <a:p>
            <a:pPr marL="12700" marR="5080"/>
            <a:r>
              <a:rPr lang="en-US" sz="1400" kern="0" spc="-80" dirty="0">
                <a:solidFill>
                  <a:schemeClr val="accent6"/>
                </a:solidFill>
              </a:rPr>
              <a:t>$("#id").siblings();</a:t>
            </a:r>
          </a:p>
          <a:p>
            <a:pPr marL="12700" marR="5080"/>
            <a:r>
              <a:rPr lang="en-US" sz="1400" kern="0" spc="-80" dirty="0">
                <a:solidFill>
                  <a:schemeClr val="accent6"/>
                </a:solidFill>
              </a:rPr>
              <a:t>$("#id").next();</a:t>
            </a:r>
          </a:p>
          <a:p>
            <a:pPr marL="12700" marR="5080"/>
            <a:r>
              <a:rPr lang="en-US" sz="1400" kern="0" spc="-80" dirty="0">
                <a:solidFill>
                  <a:schemeClr val="accent6"/>
                </a:solidFill>
              </a:rPr>
              <a:t>$("#id").</a:t>
            </a:r>
            <a:r>
              <a:rPr lang="en-US" sz="1400" kern="0" spc="-80" dirty="0" err="1">
                <a:solidFill>
                  <a:schemeClr val="accent6"/>
                </a:solidFill>
              </a:rPr>
              <a:t>nextAll</a:t>
            </a:r>
            <a:r>
              <a:rPr lang="en-US" sz="1400" kern="0" spc="-80" dirty="0">
                <a:solidFill>
                  <a:schemeClr val="accent6"/>
                </a:solidFill>
              </a:rPr>
              <a:t>();</a:t>
            </a:r>
          </a:p>
          <a:p>
            <a:pPr marL="12700" marR="5080"/>
            <a:r>
              <a:rPr lang="en-US" sz="1400" kern="0" spc="-80" dirty="0">
                <a:solidFill>
                  <a:schemeClr val="accent6"/>
                </a:solidFill>
              </a:rPr>
              <a:t>$("#id").</a:t>
            </a:r>
            <a:r>
              <a:rPr lang="en-US" sz="1400" kern="0" spc="-80" dirty="0" err="1">
                <a:solidFill>
                  <a:schemeClr val="accent6"/>
                </a:solidFill>
              </a:rPr>
              <a:t>prev</a:t>
            </a:r>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400" kern="0" spc="-80" dirty="0">
                <a:solidFill>
                  <a:schemeClr val="accent2"/>
                </a:solidFill>
              </a:rPr>
              <a:t>4.3 Filtering</a:t>
            </a:r>
          </a:p>
          <a:p>
            <a:pPr marL="12700" marR="5080"/>
            <a:r>
              <a:rPr lang="en-US" sz="1400" kern="0" spc="-80" dirty="0">
                <a:solidFill>
                  <a:schemeClr val="accent6"/>
                </a:solidFill>
              </a:rPr>
              <a:t>$("li").first();</a:t>
            </a:r>
          </a:p>
          <a:p>
            <a:pPr marL="12700" marR="5080"/>
            <a:r>
              <a:rPr lang="en-US" sz="1400" kern="0" spc="-80" dirty="0">
                <a:solidFill>
                  <a:schemeClr val="accent6"/>
                </a:solidFill>
              </a:rPr>
              <a:t>$("li").last();</a:t>
            </a:r>
          </a:p>
          <a:p>
            <a:pPr marL="12700" marR="5080"/>
            <a:r>
              <a:rPr lang="en-US" sz="1400" kern="0" spc="-80" dirty="0">
                <a:solidFill>
                  <a:schemeClr val="accent6"/>
                </a:solidFill>
              </a:rPr>
              <a:t>$("li").eq(3);</a:t>
            </a:r>
          </a:p>
          <a:p>
            <a:pPr marL="12700" marR="5080"/>
            <a:r>
              <a:rPr lang="en-US" sz="1400" kern="0" spc="-80" dirty="0">
                <a:solidFill>
                  <a:schemeClr val="accent6"/>
                </a:solidFill>
              </a:rPr>
              <a:t>$("li").filter(".active");</a:t>
            </a:r>
          </a:p>
          <a:p>
            <a:pPr marL="12700" marR="5080"/>
            <a:r>
              <a:rPr lang="en-US" sz="1400" kern="0" spc="-80" dirty="0">
                <a:solidFill>
                  <a:schemeClr val="accent6"/>
                </a:solidFill>
              </a:rPr>
              <a:t>$("li").not(".disabled");</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027592933"/>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94B43C-D83D-821D-935D-36CE4D32E15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E33DF08-47A1-8972-DBBD-7DDD08AA10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75E7FF9-119A-C3FD-7F38-F0733C67A11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09505E6-0BE4-BD92-0082-727A6F597FC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4630852-BAA0-8373-F8C6-DB848FFBC55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6BF5029-0461-21FB-EFEE-F842C787BF1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A2DDA49-E64C-6890-30F2-F286ED7631E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C4BF353-974D-8430-2DAD-E1D3CF5BBA8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6055D1C-9F7C-64A6-8D2D-52433327C4B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ADD0974-BBDB-3E5B-19DC-382F82A4B07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46080F1-33E8-4127-6041-3AFE987D08E1}"/>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JS Framework)</a:t>
            </a:r>
          </a:p>
          <a:p>
            <a:pPr marL="12700" marR="5080"/>
            <a:r>
              <a:rPr lang="en-US" sz="1400" kern="0" spc="-80" dirty="0">
                <a:solidFill>
                  <a:schemeClr val="accent2"/>
                </a:solidFill>
              </a:rPr>
              <a:t>📌 5. Events</a:t>
            </a:r>
          </a:p>
          <a:p>
            <a:pPr marL="12700" marR="5080"/>
            <a:r>
              <a:rPr lang="en-US" sz="1400" kern="0" spc="-80" dirty="0">
                <a:solidFill>
                  <a:schemeClr val="accent2"/>
                </a:solidFill>
              </a:rPr>
              <a:t>5.1 Event Binding</a:t>
            </a:r>
          </a:p>
          <a:p>
            <a:pPr marL="12700" marR="5080"/>
            <a:r>
              <a:rPr lang="en-US" sz="1400" kern="0" spc="-80" dirty="0">
                <a:solidFill>
                  <a:schemeClr val="accent6"/>
                </a:solidFill>
              </a:rPr>
              <a:t>$("button").click(function(){});</a:t>
            </a:r>
          </a:p>
          <a:p>
            <a:pPr marL="12700" marR="5080"/>
            <a:r>
              <a:rPr lang="en-US" sz="1400" kern="0" spc="-80" dirty="0">
                <a:solidFill>
                  <a:schemeClr val="accent6"/>
                </a:solidFill>
              </a:rPr>
              <a:t>$("input").change(function(){});</a:t>
            </a:r>
          </a:p>
          <a:p>
            <a:pPr marL="12700" marR="5080"/>
            <a:r>
              <a:rPr lang="en-US" sz="1400" kern="0" spc="-80" dirty="0">
                <a:solidFill>
                  <a:schemeClr val="accent6"/>
                </a:solidFill>
              </a:rPr>
              <a:t>$("form").submit(function(){});</a:t>
            </a:r>
          </a:p>
          <a:p>
            <a:pPr marL="12700" marR="5080"/>
            <a:endParaRPr lang="en-US" sz="1400" kern="0" spc="-80" dirty="0">
              <a:solidFill>
                <a:schemeClr val="accent6"/>
              </a:solidFill>
            </a:endParaRPr>
          </a:p>
          <a:p>
            <a:pPr marL="12700" marR="5080"/>
            <a:r>
              <a:rPr lang="en-US" sz="1400" kern="0" spc="-80" dirty="0">
                <a:solidFill>
                  <a:schemeClr val="accent2"/>
                </a:solidFill>
              </a:rPr>
              <a:t>5.2 .on() – Best Practice</a:t>
            </a:r>
          </a:p>
          <a:p>
            <a:pPr marL="12700" marR="5080"/>
            <a:r>
              <a:rPr lang="en-US" sz="1400" kern="0" spc="-80" dirty="0">
                <a:solidFill>
                  <a:schemeClr val="accent6"/>
                </a:solidFill>
              </a:rPr>
              <a:t>$(document).on("click", "</a:t>
            </a:r>
            <a:r>
              <a:rPr lang="en-US" sz="1400" kern="0" spc="-80" dirty="0" err="1">
                <a:solidFill>
                  <a:schemeClr val="accent6"/>
                </a:solidFill>
              </a:rPr>
              <a:t>button.save</a:t>
            </a:r>
            <a:r>
              <a:rPr lang="en-US" sz="1400" kern="0" spc="-80" dirty="0">
                <a:solidFill>
                  <a:schemeClr val="accent6"/>
                </a:solidFill>
              </a:rPr>
              <a:t>", function(){});</a:t>
            </a:r>
          </a:p>
          <a:p>
            <a:pPr marL="12700" marR="5080"/>
            <a:r>
              <a:rPr lang="en-US" sz="1400" kern="0" spc="-80" dirty="0">
                <a:solidFill>
                  <a:schemeClr val="accent6"/>
                </a:solidFill>
              </a:rPr>
              <a:t>5.3 Event Object</a:t>
            </a:r>
          </a:p>
          <a:p>
            <a:pPr marL="12700" marR="5080"/>
            <a:r>
              <a:rPr lang="en-US" sz="1400" kern="0" spc="-80" dirty="0">
                <a:solidFill>
                  <a:schemeClr val="accent6"/>
                </a:solidFill>
              </a:rPr>
              <a:t>$("button").click(function(e){</a:t>
            </a:r>
          </a:p>
          <a:p>
            <a:pPr marL="12700" marR="5080"/>
            <a:r>
              <a:rPr lang="en-US" sz="1400" kern="0" spc="-80" dirty="0">
                <a:solidFill>
                  <a:schemeClr val="accent6"/>
                </a:solidFill>
              </a:rPr>
              <a:t>  </a:t>
            </a:r>
            <a:r>
              <a:rPr lang="en-US" sz="1400" kern="0" spc="-80" dirty="0" err="1">
                <a:solidFill>
                  <a:schemeClr val="accent6"/>
                </a:solidFill>
              </a:rPr>
              <a:t>e.preventDefault</a:t>
            </a:r>
            <a:r>
              <a:rPr lang="en-US" sz="1400" kern="0" spc="-80" dirty="0">
                <a:solidFill>
                  <a:schemeClr val="accent6"/>
                </a:solidFill>
              </a:rPr>
              <a:t>();</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5.4 Event Delegation</a:t>
            </a:r>
          </a:p>
          <a:p>
            <a:pPr marL="12700" marR="5080"/>
            <a:r>
              <a:rPr lang="en-US" sz="1400" kern="0" spc="-80" dirty="0">
                <a:solidFill>
                  <a:schemeClr val="accent6"/>
                </a:solidFill>
              </a:rPr>
              <a:t>Used for dynamic content:</a:t>
            </a:r>
          </a:p>
          <a:p>
            <a:pPr marL="12700" marR="5080"/>
            <a:r>
              <a:rPr lang="en-US" sz="1400" kern="0" spc="-80" dirty="0">
                <a:solidFill>
                  <a:schemeClr val="accent6"/>
                </a:solidFill>
              </a:rPr>
              <a:t>$(document).on("click", ".item", function(){});</a:t>
            </a:r>
          </a:p>
          <a:p>
            <a:pPr marL="12700" marR="5080"/>
            <a:endParaRPr lang="en-US" sz="1400" kern="0" spc="-80" dirty="0">
              <a:solidFill>
                <a:schemeClr val="accent6"/>
              </a:solidFill>
            </a:endParaRPr>
          </a:p>
          <a:p>
            <a:pPr marL="12700" marR="5080"/>
            <a:r>
              <a:rPr lang="en-US" sz="1400" kern="0" spc="-80" dirty="0">
                <a:solidFill>
                  <a:schemeClr val="accent2"/>
                </a:solidFill>
              </a:rPr>
              <a:t>5.5 Custom Events</a:t>
            </a:r>
          </a:p>
          <a:p>
            <a:pPr marL="12700" marR="5080"/>
            <a:r>
              <a:rPr lang="en-US" sz="1400" kern="0" spc="-80" dirty="0">
                <a:solidFill>
                  <a:schemeClr val="accent6"/>
                </a:solidFill>
              </a:rPr>
              <a:t>$(document).trigger("</a:t>
            </a:r>
            <a:r>
              <a:rPr lang="en-US" sz="1400" kern="0" spc="-80" dirty="0" err="1">
                <a:solidFill>
                  <a:schemeClr val="accent6"/>
                </a:solidFill>
              </a:rPr>
              <a:t>myEvent</a:t>
            </a:r>
            <a:r>
              <a:rPr lang="en-US" sz="1400" kern="0" spc="-80" dirty="0">
                <a:solidFill>
                  <a:schemeClr val="accent6"/>
                </a:solidFill>
              </a:rPr>
              <a:t>");</a:t>
            </a:r>
          </a:p>
          <a:p>
            <a:pPr marL="12700" marR="5080"/>
            <a:r>
              <a:rPr lang="en-US" sz="1400" kern="0" spc="-80" dirty="0">
                <a:solidFill>
                  <a:schemeClr val="accent6"/>
                </a:solidFill>
              </a:rPr>
              <a:t>$(document).on("</a:t>
            </a:r>
            <a:r>
              <a:rPr lang="en-US" sz="1400" kern="0" spc="-80" dirty="0" err="1">
                <a:solidFill>
                  <a:schemeClr val="accent6"/>
                </a:solidFill>
              </a:rPr>
              <a:t>myEvent</a:t>
            </a:r>
            <a:r>
              <a:rPr lang="en-US" sz="1400" kern="0" spc="-80" dirty="0">
                <a:solidFill>
                  <a:schemeClr val="accent6"/>
                </a:solidFill>
              </a:rPr>
              <a:t>", function(){ console.log("Fired");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879898468"/>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51201-3DAC-8FD8-A16C-3B7639586BA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BBECE3A-278F-AED6-3C63-9D340DCE8FA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7506CF0-A986-9DDB-A2B6-14C98061EF4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B3712C7-0ADE-9096-1492-674C7295701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D02BE56-2F10-22BB-1A47-F4694E9CDE5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554CF4B-368D-946B-AC94-8A26FCAD629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6B8B1E1-FB8E-C397-15A9-45C3FF60FA3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2A9F139-5B8D-FF66-2580-72970084033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591972E-1EF6-3037-7066-3199E522150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A3AE1AC-F7BD-9874-B726-4A0C7B811BE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96EE447-F57F-6A0C-F4BA-3E0ABB48E089}"/>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JS Framework)</a:t>
            </a:r>
          </a:p>
          <a:p>
            <a:pPr marL="12700" marR="5080"/>
            <a:r>
              <a:rPr lang="en-US" sz="1400" kern="0" spc="-80" dirty="0">
                <a:solidFill>
                  <a:schemeClr val="accent2"/>
                </a:solidFill>
              </a:rPr>
              <a:t>📌 6. Effects &amp; Animations</a:t>
            </a:r>
          </a:p>
          <a:p>
            <a:pPr marL="12700" marR="5080"/>
            <a:r>
              <a:rPr lang="en-US" sz="1400" kern="0" spc="-80" dirty="0">
                <a:solidFill>
                  <a:schemeClr val="accent2"/>
                </a:solidFill>
              </a:rPr>
              <a:t>6.1 Built-in Effects</a:t>
            </a:r>
          </a:p>
          <a:p>
            <a:pPr marL="12700" marR="5080"/>
            <a:r>
              <a:rPr lang="en-US" sz="1400" kern="0" spc="-80" dirty="0">
                <a:solidFill>
                  <a:schemeClr val="accent6"/>
                </a:solidFill>
              </a:rPr>
              <a:t>$("div").hide();</a:t>
            </a:r>
          </a:p>
          <a:p>
            <a:pPr marL="12700" marR="5080"/>
            <a:r>
              <a:rPr lang="en-US" sz="1400" kern="0" spc="-80" dirty="0">
                <a:solidFill>
                  <a:schemeClr val="accent6"/>
                </a:solidFill>
              </a:rPr>
              <a:t>$("div").show();</a:t>
            </a:r>
          </a:p>
          <a:p>
            <a:pPr marL="12700" marR="5080"/>
            <a:r>
              <a:rPr lang="en-US" sz="1400" kern="0" spc="-80" dirty="0">
                <a:solidFill>
                  <a:schemeClr val="accent6"/>
                </a:solidFill>
              </a:rPr>
              <a:t>$("div").toggle();</a:t>
            </a:r>
          </a:p>
          <a:p>
            <a:pPr marL="12700" marR="5080"/>
            <a:r>
              <a:rPr lang="en-US" sz="1400" kern="0" spc="-80" dirty="0">
                <a:solidFill>
                  <a:schemeClr val="accent6"/>
                </a:solidFill>
              </a:rPr>
              <a:t>$("div").</a:t>
            </a:r>
            <a:r>
              <a:rPr lang="en-US" sz="1400" kern="0" spc="-80" dirty="0" err="1">
                <a:solidFill>
                  <a:schemeClr val="accent6"/>
                </a:solidFill>
              </a:rPr>
              <a:t>fadeIn</a:t>
            </a:r>
            <a:r>
              <a:rPr lang="en-US" sz="1400" kern="0" spc="-80" dirty="0">
                <a:solidFill>
                  <a:schemeClr val="accent6"/>
                </a:solidFill>
              </a:rPr>
              <a:t>();</a:t>
            </a:r>
          </a:p>
          <a:p>
            <a:pPr marL="12700" marR="5080"/>
            <a:r>
              <a:rPr lang="en-US" sz="1400" kern="0" spc="-80" dirty="0">
                <a:solidFill>
                  <a:schemeClr val="accent6"/>
                </a:solidFill>
              </a:rPr>
              <a:t>$("div").</a:t>
            </a:r>
            <a:r>
              <a:rPr lang="en-US" sz="1400" kern="0" spc="-80" dirty="0" err="1">
                <a:solidFill>
                  <a:schemeClr val="accent6"/>
                </a:solidFill>
              </a:rPr>
              <a:t>fadeOut</a:t>
            </a:r>
            <a:r>
              <a:rPr lang="en-US" sz="1400" kern="0" spc="-80" dirty="0">
                <a:solidFill>
                  <a:schemeClr val="accent6"/>
                </a:solidFill>
              </a:rPr>
              <a:t>();</a:t>
            </a:r>
          </a:p>
          <a:p>
            <a:pPr marL="12700" marR="5080"/>
            <a:r>
              <a:rPr lang="en-US" sz="1400" kern="0" spc="-80" dirty="0">
                <a:solidFill>
                  <a:schemeClr val="accent6"/>
                </a:solidFill>
              </a:rPr>
              <a:t>$("div").</a:t>
            </a:r>
            <a:r>
              <a:rPr lang="en-US" sz="1400" kern="0" spc="-80" dirty="0" err="1">
                <a:solidFill>
                  <a:schemeClr val="accent6"/>
                </a:solidFill>
              </a:rPr>
              <a:t>slideDown</a:t>
            </a:r>
            <a:r>
              <a:rPr lang="en-US" sz="1400" kern="0" spc="-80" dirty="0">
                <a:solidFill>
                  <a:schemeClr val="accent6"/>
                </a:solidFill>
              </a:rPr>
              <a:t>();</a:t>
            </a:r>
          </a:p>
          <a:p>
            <a:pPr marL="12700" marR="5080"/>
            <a:r>
              <a:rPr lang="en-US" sz="1400" kern="0" spc="-80" dirty="0">
                <a:solidFill>
                  <a:schemeClr val="accent6"/>
                </a:solidFill>
              </a:rPr>
              <a:t>$("div").</a:t>
            </a:r>
            <a:r>
              <a:rPr lang="en-US" sz="1400" kern="0" spc="-80" dirty="0" err="1">
                <a:solidFill>
                  <a:schemeClr val="accent6"/>
                </a:solidFill>
              </a:rPr>
              <a:t>slideUp</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6.2 Custom Animation</a:t>
            </a:r>
          </a:p>
          <a:p>
            <a:pPr marL="12700" marR="5080"/>
            <a:r>
              <a:rPr lang="en-US" sz="1400" kern="0" spc="-80" dirty="0">
                <a:solidFill>
                  <a:schemeClr val="accent6"/>
                </a:solidFill>
              </a:rPr>
              <a:t>$("#box").animate({</a:t>
            </a:r>
          </a:p>
          <a:p>
            <a:pPr marL="12700" marR="5080"/>
            <a:r>
              <a:rPr lang="en-US" sz="1400" kern="0" spc="-80" dirty="0">
                <a:solidFill>
                  <a:schemeClr val="accent6"/>
                </a:solidFill>
              </a:rPr>
              <a:t>  width: "200px",</a:t>
            </a:r>
          </a:p>
          <a:p>
            <a:pPr marL="12700" marR="5080"/>
            <a:r>
              <a:rPr lang="en-US" sz="1400" kern="0" spc="-80" dirty="0">
                <a:solidFill>
                  <a:schemeClr val="accent6"/>
                </a:solidFill>
              </a:rPr>
              <a:t>  opacity: 0.5</a:t>
            </a:r>
          </a:p>
          <a:p>
            <a:pPr marL="12700" marR="5080"/>
            <a:r>
              <a:rPr lang="en-US" sz="1400" kern="0" spc="-80" dirty="0">
                <a:solidFill>
                  <a:schemeClr val="accent6"/>
                </a:solidFill>
              </a:rPr>
              <a:t>}, 1000);</a:t>
            </a:r>
          </a:p>
          <a:p>
            <a:pPr marL="12700" marR="5080"/>
            <a:endParaRPr lang="en-US" sz="1400" kern="0" spc="-80" dirty="0">
              <a:solidFill>
                <a:schemeClr val="accent6"/>
              </a:solidFill>
            </a:endParaRPr>
          </a:p>
          <a:p>
            <a:pPr marL="12700" marR="5080"/>
            <a:r>
              <a:rPr lang="en-US" sz="1400" kern="0" spc="-80" dirty="0">
                <a:solidFill>
                  <a:schemeClr val="accent2"/>
                </a:solidFill>
              </a:rPr>
              <a:t>6.3 Stop Animations</a:t>
            </a:r>
          </a:p>
          <a:p>
            <a:pPr marL="12700" marR="5080"/>
            <a:r>
              <a:rPr lang="en-US" sz="1400" kern="0" spc="-80" dirty="0">
                <a:solidFill>
                  <a:schemeClr val="accent6"/>
                </a:solidFill>
              </a:rPr>
              <a:t>$("#box").stop(true, true);</a:t>
            </a:r>
          </a:p>
          <a:p>
            <a:pPr marL="12700" marR="5080"/>
            <a:endParaRPr lang="en-US" sz="1400" kern="0" spc="-80" dirty="0">
              <a:solidFill>
                <a:schemeClr val="accent6"/>
              </a:solidFill>
            </a:endParaRPr>
          </a:p>
          <a:p>
            <a:pPr marL="12700" marR="5080"/>
            <a:r>
              <a:rPr lang="en-US" sz="1400" kern="0" spc="-80" dirty="0">
                <a:solidFill>
                  <a:schemeClr val="accent2"/>
                </a:solidFill>
              </a:rPr>
              <a:t>📌 7. Ajax in jQuery</a:t>
            </a:r>
          </a:p>
          <a:p>
            <a:pPr marL="12700" marR="5080"/>
            <a:r>
              <a:rPr lang="en-US" sz="1400" kern="0" spc="-80" dirty="0">
                <a:solidFill>
                  <a:schemeClr val="accent2"/>
                </a:solidFill>
              </a:rPr>
              <a:t>7.1 Load data</a:t>
            </a:r>
          </a:p>
          <a:p>
            <a:pPr marL="12700" marR="5080"/>
            <a:r>
              <a:rPr lang="en-US" sz="1400" kern="0" spc="-80" dirty="0">
                <a:solidFill>
                  <a:schemeClr val="accent6"/>
                </a:solidFill>
              </a:rPr>
              <a:t>$("#result").load("data.html");</a:t>
            </a:r>
          </a:p>
        </p:txBody>
      </p:sp>
    </p:spTree>
    <p:extLst>
      <p:ext uri="{BB962C8B-B14F-4D97-AF65-F5344CB8AC3E}">
        <p14:creationId xmlns:p14="http://schemas.microsoft.com/office/powerpoint/2010/main" val="2673129076"/>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19169-010D-EF88-5510-D87E222B80D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AA1C81D-5358-C477-D872-66BF6E1C289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A3C5468-5086-8D89-8242-8A837396A1C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F67016-A6FE-8845-A270-F7DCD0DFCE1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5FEC670-DEEC-A5E5-1EF3-E6D2EBC20C9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6255BF7-D336-33B4-2907-9964DE9FCE0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CDB4FC8-EFD9-2DA0-3FA9-9582BDF6311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D0A7400-2291-69AA-6CEB-75FBD323CAA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C50BD95-761E-72CE-501B-09A149536F6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98E5173-42DD-A7CC-3580-5D9911F4C3B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294E576-AB14-A511-FCA1-0B40753E0A70}"/>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JS Framework)</a:t>
            </a:r>
          </a:p>
          <a:p>
            <a:pPr marL="12700" marR="5080"/>
            <a:r>
              <a:rPr lang="en-US" sz="1400" kern="0" spc="-80" dirty="0">
                <a:solidFill>
                  <a:schemeClr val="accent2"/>
                </a:solidFill>
              </a:rPr>
              <a:t>📌 7. Ajax in jQuery</a:t>
            </a:r>
          </a:p>
          <a:p>
            <a:pPr marL="12700" marR="5080"/>
            <a:r>
              <a:rPr lang="en-US" sz="1400" kern="0" spc="-80" dirty="0">
                <a:solidFill>
                  <a:schemeClr val="accent2"/>
                </a:solidFill>
              </a:rPr>
              <a:t>7.2 GET</a:t>
            </a:r>
          </a:p>
          <a:p>
            <a:pPr marL="12700" marR="5080"/>
            <a:r>
              <a:rPr lang="en-US" sz="1400" kern="0" spc="-80" dirty="0">
                <a:solidFill>
                  <a:schemeClr val="accent6"/>
                </a:solidFill>
              </a:rPr>
              <a:t>$.get("/</a:t>
            </a:r>
            <a:r>
              <a:rPr lang="en-US" sz="1400" kern="0" spc="-80" dirty="0" err="1">
                <a:solidFill>
                  <a:schemeClr val="accent6"/>
                </a:solidFill>
              </a:rPr>
              <a:t>api</a:t>
            </a:r>
            <a:r>
              <a:rPr lang="en-US" sz="1400" kern="0" spc="-80" dirty="0">
                <a:solidFill>
                  <a:schemeClr val="accent6"/>
                </a:solidFill>
              </a:rPr>
              <a:t>/user", function(data){});</a:t>
            </a:r>
          </a:p>
          <a:p>
            <a:pPr marL="12700" marR="5080"/>
            <a:endParaRPr lang="en-US" sz="1400" kern="0" spc="-80" dirty="0">
              <a:solidFill>
                <a:schemeClr val="accent6"/>
              </a:solidFill>
            </a:endParaRPr>
          </a:p>
          <a:p>
            <a:pPr marL="12700" marR="5080"/>
            <a:r>
              <a:rPr lang="en-US" sz="1400" kern="0" spc="-80" dirty="0">
                <a:solidFill>
                  <a:schemeClr val="accent2"/>
                </a:solidFill>
              </a:rPr>
              <a:t>7.3 POST</a:t>
            </a:r>
          </a:p>
          <a:p>
            <a:pPr marL="12700" marR="5080"/>
            <a:r>
              <a:rPr lang="en-US" sz="1400" kern="0" spc="-80" dirty="0">
                <a:solidFill>
                  <a:schemeClr val="accent6"/>
                </a:solidFill>
              </a:rPr>
              <a:t>$.post("/</a:t>
            </a:r>
            <a:r>
              <a:rPr lang="en-US" sz="1400" kern="0" spc="-80" dirty="0" err="1">
                <a:solidFill>
                  <a:schemeClr val="accent6"/>
                </a:solidFill>
              </a:rPr>
              <a:t>api</a:t>
            </a:r>
            <a:r>
              <a:rPr lang="en-US" sz="1400" kern="0" spc="-80" dirty="0">
                <a:solidFill>
                  <a:schemeClr val="accent6"/>
                </a:solidFill>
              </a:rPr>
              <a:t>/auth", { user: "a", pass: "b" }, function(res){});</a:t>
            </a:r>
          </a:p>
          <a:p>
            <a:pPr marL="12700" marR="5080"/>
            <a:endParaRPr lang="en-US" sz="1400" kern="0" spc="-80" dirty="0">
              <a:solidFill>
                <a:schemeClr val="accent6"/>
              </a:solidFill>
            </a:endParaRPr>
          </a:p>
          <a:p>
            <a:pPr marL="12700" marR="5080"/>
            <a:r>
              <a:rPr lang="en-US" sz="1400" kern="0" spc="-80" dirty="0">
                <a:solidFill>
                  <a:schemeClr val="accent2"/>
                </a:solidFill>
              </a:rPr>
              <a:t>7.4 $.ajax() (Advanced)</a:t>
            </a:r>
          </a:p>
          <a:p>
            <a:pPr marL="12700" marR="5080"/>
            <a:r>
              <a:rPr lang="en-US" sz="1400" kern="0" spc="-80" dirty="0">
                <a:solidFill>
                  <a:schemeClr val="accent6"/>
                </a:solidFill>
              </a:rPr>
              <a:t>$.ajax({</a:t>
            </a:r>
          </a:p>
          <a:p>
            <a:pPr marL="12700" marR="5080"/>
            <a:r>
              <a:rPr lang="en-US" sz="1400" kern="0" spc="-80" dirty="0">
                <a:solidFill>
                  <a:schemeClr val="accent6"/>
                </a:solidFill>
              </a:rPr>
              <a:t>  url: "/</a:t>
            </a:r>
            <a:r>
              <a:rPr lang="en-US" sz="1400" kern="0" spc="-80" dirty="0" err="1">
                <a:solidFill>
                  <a:schemeClr val="accent6"/>
                </a:solidFill>
              </a:rPr>
              <a:t>api</a:t>
            </a:r>
            <a:r>
              <a:rPr lang="en-US" sz="1400" kern="0" spc="-80" dirty="0">
                <a:solidFill>
                  <a:schemeClr val="accent6"/>
                </a:solidFill>
              </a:rPr>
              <a:t>/data",</a:t>
            </a:r>
          </a:p>
          <a:p>
            <a:pPr marL="12700" marR="5080"/>
            <a:r>
              <a:rPr lang="en-US" sz="1400" kern="0" spc="-80" dirty="0">
                <a:solidFill>
                  <a:schemeClr val="accent6"/>
                </a:solidFill>
              </a:rPr>
              <a:t>  method: "GET",</a:t>
            </a:r>
          </a:p>
          <a:p>
            <a:pPr marL="12700" marR="5080"/>
            <a:r>
              <a:rPr lang="en-US" sz="1400" kern="0" spc="-80" dirty="0">
                <a:solidFill>
                  <a:schemeClr val="accent6"/>
                </a:solidFill>
              </a:rPr>
              <a:t>  </a:t>
            </a:r>
            <a:r>
              <a:rPr lang="en-US" sz="1400" kern="0" spc="-80" dirty="0" err="1">
                <a:solidFill>
                  <a:schemeClr val="accent6"/>
                </a:solidFill>
              </a:rPr>
              <a:t>dataType</a:t>
            </a:r>
            <a:r>
              <a:rPr lang="en-US" sz="1400" kern="0" spc="-80" dirty="0">
                <a:solidFill>
                  <a:schemeClr val="accent6"/>
                </a:solidFill>
              </a:rPr>
              <a:t>: "</a:t>
            </a:r>
            <a:r>
              <a:rPr lang="en-US" sz="1400" kern="0" spc="-80" dirty="0" err="1">
                <a:solidFill>
                  <a:schemeClr val="accent6"/>
                </a:solidFill>
              </a:rPr>
              <a:t>json</a:t>
            </a:r>
            <a:r>
              <a:rPr lang="en-US" sz="1400" kern="0" spc="-80" dirty="0">
                <a:solidFill>
                  <a:schemeClr val="accent6"/>
                </a:solidFill>
              </a:rPr>
              <a:t>",</a:t>
            </a:r>
          </a:p>
          <a:p>
            <a:pPr marL="12700" marR="5080"/>
            <a:r>
              <a:rPr lang="en-US" sz="1400" kern="0" spc="-80" dirty="0">
                <a:solidFill>
                  <a:schemeClr val="accent6"/>
                </a:solidFill>
              </a:rPr>
              <a:t>  success: function(res){},</a:t>
            </a:r>
          </a:p>
          <a:p>
            <a:pPr marL="12700" marR="5080"/>
            <a:r>
              <a:rPr lang="en-US" sz="1400" kern="0" spc="-80" dirty="0">
                <a:solidFill>
                  <a:schemeClr val="accent6"/>
                </a:solidFill>
              </a:rPr>
              <a:t>  error: function(err){}</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7.5 JSONP</a:t>
            </a:r>
          </a:p>
          <a:p>
            <a:pPr marL="12700" marR="5080"/>
            <a:r>
              <a:rPr lang="en-US" sz="1400" kern="0" spc="-80" dirty="0">
                <a:solidFill>
                  <a:schemeClr val="accent6"/>
                </a:solidFill>
              </a:rPr>
              <a:t>$.ajax({</a:t>
            </a:r>
          </a:p>
          <a:p>
            <a:pPr marL="12700" marR="5080"/>
            <a:r>
              <a:rPr lang="en-US" sz="1400" kern="0" spc="-80" dirty="0">
                <a:solidFill>
                  <a:schemeClr val="accent6"/>
                </a:solidFill>
              </a:rPr>
              <a:t>  url: "http://example.com/</a:t>
            </a:r>
            <a:r>
              <a:rPr lang="en-US" sz="1400" kern="0" spc="-80" dirty="0" err="1">
                <a:solidFill>
                  <a:schemeClr val="accent6"/>
                </a:solidFill>
              </a:rPr>
              <a:t>data?callback</a:t>
            </a:r>
            <a:r>
              <a:rPr lang="en-US" sz="1400" kern="0" spc="-80" dirty="0">
                <a:solidFill>
                  <a:schemeClr val="accent6"/>
                </a:solidFill>
              </a:rPr>
              <a:t>=?",</a:t>
            </a:r>
          </a:p>
          <a:p>
            <a:pPr marL="12700" marR="5080"/>
            <a:r>
              <a:rPr lang="en-US" sz="1400" kern="0" spc="-80" dirty="0">
                <a:solidFill>
                  <a:schemeClr val="accent6"/>
                </a:solidFill>
              </a:rPr>
              <a:t>  </a:t>
            </a:r>
            <a:r>
              <a:rPr lang="en-US" sz="1400" kern="0" spc="-80" dirty="0" err="1">
                <a:solidFill>
                  <a:schemeClr val="accent6"/>
                </a:solidFill>
              </a:rPr>
              <a:t>dataType</a:t>
            </a:r>
            <a:r>
              <a:rPr lang="en-US" sz="1400" kern="0" spc="-80" dirty="0">
                <a:solidFill>
                  <a:schemeClr val="accent6"/>
                </a:solidFill>
              </a:rPr>
              <a:t>: "</a:t>
            </a:r>
            <a:r>
              <a:rPr lang="en-US" sz="1400" kern="0" spc="-80" dirty="0" err="1">
                <a:solidFill>
                  <a:schemeClr val="accent6"/>
                </a:solidFill>
              </a:rPr>
              <a:t>jsonp</a:t>
            </a:r>
            <a:r>
              <a:rPr lang="en-US" sz="1400" kern="0" spc="-80" dirty="0">
                <a:solidFill>
                  <a:schemeClr val="accent6"/>
                </a:solidFill>
              </a:rPr>
              <a:t>"</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421119783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5FACEC-3295-A4CE-27AC-5D1F8BA5DBC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A241DF7-2729-5AD5-3572-BA1F987C22C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8BBC487-1FEB-53D9-8868-DCD52BFE14C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B5BE4E3-E958-7979-F8C5-E332270B696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64C3488-41C3-37AD-6BA9-8FD81C16743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9607000-1545-925C-6CBC-8F860415162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6EF32AB-AA9C-9149-26DA-928259D3D63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17E4FDD-E96D-7487-742F-CDA64704873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93E43D3-BF08-9434-7D1A-7A74F6CFE6A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798011E-3862-B71C-9D37-8425946E410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9B157ED-64A9-0176-400D-A9090F5D7F6F}"/>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JS Framework)</a:t>
            </a:r>
          </a:p>
          <a:p>
            <a:pPr marL="12700" marR="5080"/>
            <a:r>
              <a:rPr lang="en-US" sz="1400" kern="0" spc="-80" dirty="0">
                <a:solidFill>
                  <a:schemeClr val="accent2"/>
                </a:solidFill>
              </a:rPr>
              <a:t>📌 8. jQuery Utilities</a:t>
            </a:r>
          </a:p>
          <a:p>
            <a:pPr marL="12700" marR="5080"/>
            <a:r>
              <a:rPr lang="en-US" sz="1400" kern="0" spc="-80" dirty="0">
                <a:solidFill>
                  <a:schemeClr val="accent2"/>
                </a:solidFill>
              </a:rPr>
              <a:t>8.1 $.each()</a:t>
            </a:r>
          </a:p>
          <a:p>
            <a:pPr marL="12700" marR="5080"/>
            <a:r>
              <a:rPr lang="en-US" sz="1400" kern="0" spc="-80" dirty="0">
                <a:solidFill>
                  <a:schemeClr val="accent6"/>
                </a:solidFill>
              </a:rPr>
              <a:t>$.each([1,2,3], function(</a:t>
            </a:r>
            <a:r>
              <a:rPr lang="en-US" sz="1400" kern="0" spc="-80" dirty="0" err="1">
                <a:solidFill>
                  <a:schemeClr val="accent6"/>
                </a:solidFill>
              </a:rPr>
              <a:t>i</a:t>
            </a:r>
            <a:r>
              <a:rPr lang="en-US" sz="1400" kern="0" spc="-80" dirty="0">
                <a:solidFill>
                  <a:schemeClr val="accent6"/>
                </a:solidFill>
              </a:rPr>
              <a:t>, </a:t>
            </a:r>
            <a:r>
              <a:rPr lang="en-US" sz="1400" kern="0" spc="-80" dirty="0" err="1">
                <a:solidFill>
                  <a:schemeClr val="accent6"/>
                </a:solidFill>
              </a:rPr>
              <a:t>val</a:t>
            </a:r>
            <a:r>
              <a:rPr lang="en-US" sz="1400" kern="0" spc="-80" dirty="0">
                <a:solidFill>
                  <a:schemeClr val="accent6"/>
                </a:solidFill>
              </a:rPr>
              <a:t>){});</a:t>
            </a:r>
          </a:p>
          <a:p>
            <a:pPr marL="12700" marR="5080"/>
            <a:r>
              <a:rPr lang="en-US" sz="1400" kern="0" spc="-80" dirty="0">
                <a:solidFill>
                  <a:schemeClr val="accent2"/>
                </a:solidFill>
              </a:rPr>
              <a:t>8.2 $.map()</a:t>
            </a:r>
          </a:p>
          <a:p>
            <a:pPr marL="12700" marR="5080"/>
            <a:r>
              <a:rPr lang="en-US" sz="1400" kern="0" spc="-80" dirty="0">
                <a:solidFill>
                  <a:schemeClr val="accent6"/>
                </a:solidFill>
              </a:rPr>
              <a:t>var result = $.map([1,2,3], function(v){ return v*2 });</a:t>
            </a:r>
          </a:p>
          <a:p>
            <a:pPr marL="12700" marR="5080"/>
            <a:r>
              <a:rPr lang="en-US" sz="1400" kern="0" spc="-80" dirty="0">
                <a:solidFill>
                  <a:schemeClr val="accent2"/>
                </a:solidFill>
              </a:rPr>
              <a:t>8.3 $.trim()</a:t>
            </a:r>
          </a:p>
          <a:p>
            <a:pPr marL="12700" marR="5080"/>
            <a:r>
              <a:rPr lang="en-US" sz="1400" kern="0" spc="-80" dirty="0">
                <a:solidFill>
                  <a:schemeClr val="accent6"/>
                </a:solidFill>
              </a:rPr>
              <a:t>$.trim(" hello ");</a:t>
            </a:r>
          </a:p>
          <a:p>
            <a:pPr marL="12700" marR="5080"/>
            <a:r>
              <a:rPr lang="en-US" sz="1400" kern="0" spc="-80" dirty="0">
                <a:solidFill>
                  <a:schemeClr val="accent2"/>
                </a:solidFill>
              </a:rPr>
              <a:t>8.4 $.extend()</a:t>
            </a:r>
          </a:p>
          <a:p>
            <a:pPr marL="12700" marR="5080"/>
            <a:r>
              <a:rPr lang="en-US" sz="1400" kern="0" spc="-80" dirty="0">
                <a:solidFill>
                  <a:schemeClr val="accent6"/>
                </a:solidFill>
              </a:rPr>
              <a:t>Used for merging objects:</a:t>
            </a:r>
          </a:p>
          <a:p>
            <a:pPr marL="12700" marR="5080"/>
            <a:r>
              <a:rPr lang="en-US" sz="1400" kern="0" spc="-80" dirty="0">
                <a:solidFill>
                  <a:schemeClr val="accent6"/>
                </a:solidFill>
              </a:rPr>
              <a:t>var merged = $.extend({}, obj1, obj2);</a:t>
            </a:r>
          </a:p>
          <a:p>
            <a:pPr marL="12700" marR="5080"/>
            <a:r>
              <a:rPr lang="en-US" sz="1400" kern="0" spc="-80" dirty="0">
                <a:solidFill>
                  <a:schemeClr val="accent2"/>
                </a:solidFill>
              </a:rPr>
              <a:t>8.5 $.type()</a:t>
            </a:r>
          </a:p>
          <a:p>
            <a:pPr marL="12700" marR="5080"/>
            <a:r>
              <a:rPr lang="en-US" sz="1400" kern="0" spc="-80" dirty="0">
                <a:solidFill>
                  <a:schemeClr val="accent6"/>
                </a:solidFill>
              </a:rPr>
              <a:t>$.type([])          // "array“</a:t>
            </a:r>
          </a:p>
          <a:p>
            <a:pPr marL="12700" marR="5080"/>
            <a:endParaRPr lang="en-US" sz="1400" kern="0" spc="-80" dirty="0">
              <a:solidFill>
                <a:schemeClr val="accent6"/>
              </a:solidFill>
            </a:endParaRPr>
          </a:p>
          <a:p>
            <a:pPr marL="12700" marR="5080"/>
            <a:r>
              <a:rPr lang="en-US" sz="1400" kern="0" spc="-80" dirty="0">
                <a:solidFill>
                  <a:schemeClr val="accent2"/>
                </a:solidFill>
              </a:rPr>
              <a:t>📌 9. jQuery Plugins</a:t>
            </a:r>
          </a:p>
          <a:p>
            <a:pPr marL="12700" marR="5080"/>
            <a:r>
              <a:rPr lang="en-US" sz="1400" kern="0" spc="-80" dirty="0">
                <a:solidFill>
                  <a:schemeClr val="accent2"/>
                </a:solidFill>
              </a:rPr>
              <a:t>9.1 Creating a Plugin</a:t>
            </a:r>
          </a:p>
          <a:p>
            <a:pPr marL="12700" marR="5080"/>
            <a:r>
              <a:rPr lang="en-US" sz="1400" kern="0" spc="-80" dirty="0">
                <a:solidFill>
                  <a:schemeClr val="accent6"/>
                </a:solidFill>
              </a:rPr>
              <a:t>$.</a:t>
            </a:r>
            <a:r>
              <a:rPr lang="en-US" sz="1400" kern="0" spc="-80" dirty="0" err="1">
                <a:solidFill>
                  <a:schemeClr val="accent6"/>
                </a:solidFill>
              </a:rPr>
              <a:t>fn.highlight</a:t>
            </a:r>
            <a:r>
              <a:rPr lang="en-US" sz="1400" kern="0" spc="-80" dirty="0">
                <a:solidFill>
                  <a:schemeClr val="accent6"/>
                </a:solidFill>
              </a:rPr>
              <a:t> = function(){</a:t>
            </a:r>
          </a:p>
          <a:p>
            <a:pPr marL="12700" marR="5080"/>
            <a:r>
              <a:rPr lang="en-US" sz="1400" kern="0" spc="-80" dirty="0">
                <a:solidFill>
                  <a:schemeClr val="accent6"/>
                </a:solidFill>
              </a:rPr>
              <a:t>  this.css("</a:t>
            </a:r>
            <a:r>
              <a:rPr lang="en-US" sz="1400" kern="0" spc="-80" dirty="0" err="1">
                <a:solidFill>
                  <a:schemeClr val="accent6"/>
                </a:solidFill>
              </a:rPr>
              <a:t>background","yellow</a:t>
            </a:r>
            <a:r>
              <a:rPr lang="en-US" sz="1400" kern="0" spc="-80" dirty="0">
                <a:solidFill>
                  <a:schemeClr val="accent6"/>
                </a:solidFill>
              </a:rPr>
              <a:t>");</a:t>
            </a:r>
          </a:p>
          <a:p>
            <a:pPr marL="12700" marR="5080"/>
            <a:r>
              <a:rPr lang="en-US" sz="1400" kern="0" spc="-80" dirty="0">
                <a:solidFill>
                  <a:schemeClr val="accent6"/>
                </a:solidFill>
              </a:rPr>
              <a:t>  return this; // chaining</a:t>
            </a:r>
          </a:p>
          <a:p>
            <a:pPr marL="12700" marR="5080"/>
            <a:r>
              <a:rPr lang="en-US" sz="1400" kern="0" spc="-80" dirty="0">
                <a:solidFill>
                  <a:schemeClr val="accent6"/>
                </a:solidFill>
              </a:rPr>
              <a:t>};</a:t>
            </a:r>
          </a:p>
          <a:p>
            <a:pPr marL="12700" marR="5080"/>
            <a:r>
              <a:rPr lang="en-US" sz="1400" kern="0" spc="-80" dirty="0">
                <a:solidFill>
                  <a:schemeClr val="accent6"/>
                </a:solidFill>
              </a:rPr>
              <a:t>Usage:</a:t>
            </a:r>
          </a:p>
          <a:p>
            <a:pPr marL="12700" marR="5080"/>
            <a:r>
              <a:rPr lang="en-US" sz="1400" kern="0" spc="-80" dirty="0">
                <a:solidFill>
                  <a:schemeClr val="accent6"/>
                </a:solidFill>
              </a:rPr>
              <a:t>$("p").highlight();</a:t>
            </a:r>
          </a:p>
        </p:txBody>
      </p:sp>
    </p:spTree>
    <p:extLst>
      <p:ext uri="{BB962C8B-B14F-4D97-AF65-F5344CB8AC3E}">
        <p14:creationId xmlns:p14="http://schemas.microsoft.com/office/powerpoint/2010/main" val="293994602"/>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739550-70EA-70A0-2508-A7004109F8B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EB6C981-8C01-33AF-734D-7AEE19147C7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4CFBF9D-F787-0E3A-689A-A6739331EBB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A573F67-F650-5243-BEC7-61846D2E75E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728846C-8905-5DBE-A72A-90B9C1EF186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A23E403-C097-6D24-2FFC-302FB55C6CE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B5E6C35-1B57-085F-A542-84F034D4580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E2A6118-7DDA-57E2-6C77-C8CE5905E4E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19E7057-04EE-58BE-474C-DFCE13D3BD7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5E01291-938D-0ED8-72FE-14D9BE8D205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475093D-5A48-2D46-7E6D-FC11D5E31A1B}"/>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JS Framework)</a:t>
            </a:r>
          </a:p>
          <a:p>
            <a:pPr marL="12700" marR="5080"/>
            <a:r>
              <a:rPr lang="en-US" sz="1400" kern="0" spc="-80" dirty="0">
                <a:solidFill>
                  <a:schemeClr val="accent2"/>
                </a:solidFill>
              </a:rPr>
              <a:t>9.2 Popular Plugins</a:t>
            </a:r>
          </a:p>
          <a:p>
            <a:pPr marL="12700" marR="5080"/>
            <a:r>
              <a:rPr lang="en-US" sz="1400" kern="0" spc="-80" dirty="0">
                <a:solidFill>
                  <a:schemeClr val="accent6"/>
                </a:solidFill>
              </a:rPr>
              <a:t>jQuery UI</a:t>
            </a:r>
          </a:p>
          <a:p>
            <a:pPr marL="12700" marR="5080"/>
            <a:r>
              <a:rPr lang="en-US" sz="1400" kern="0" spc="-80" dirty="0">
                <a:solidFill>
                  <a:schemeClr val="accent6"/>
                </a:solidFill>
              </a:rPr>
              <a:t>jQuery Validation</a:t>
            </a:r>
          </a:p>
          <a:p>
            <a:pPr marL="12700" marR="5080"/>
            <a:r>
              <a:rPr lang="en-US" sz="1400" kern="0" spc="-80" dirty="0">
                <a:solidFill>
                  <a:schemeClr val="accent6"/>
                </a:solidFill>
              </a:rPr>
              <a:t>Select2</a:t>
            </a:r>
          </a:p>
          <a:p>
            <a:pPr marL="12700" marR="5080"/>
            <a:r>
              <a:rPr lang="en-US" sz="1400" kern="0" spc="-80" dirty="0" err="1">
                <a:solidFill>
                  <a:schemeClr val="accent6"/>
                </a:solidFill>
              </a:rPr>
              <a:t>DataTables</a:t>
            </a:r>
            <a:endParaRPr lang="en-US" sz="1400" kern="0" spc="-80" dirty="0">
              <a:solidFill>
                <a:schemeClr val="accent6"/>
              </a:solidFill>
            </a:endParaRPr>
          </a:p>
          <a:p>
            <a:pPr marL="12700" marR="5080"/>
            <a:r>
              <a:rPr lang="en-US" sz="1400" kern="0" spc="-80" dirty="0">
                <a:solidFill>
                  <a:schemeClr val="accent6"/>
                </a:solidFill>
              </a:rPr>
              <a:t>Slick Slider</a:t>
            </a:r>
          </a:p>
          <a:p>
            <a:pPr marL="12700" marR="5080"/>
            <a:r>
              <a:rPr lang="en-US" sz="1400" kern="0" spc="-80" dirty="0" err="1">
                <a:solidFill>
                  <a:schemeClr val="accent6"/>
                </a:solidFill>
              </a:rPr>
              <a:t>FullCalendar</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 10. Performance Optimization</a:t>
            </a:r>
          </a:p>
          <a:p>
            <a:pPr marL="12700" marR="5080"/>
            <a:r>
              <a:rPr lang="en-US" sz="1400" kern="0" spc="-80" dirty="0">
                <a:solidFill>
                  <a:schemeClr val="accent2"/>
                </a:solidFill>
              </a:rPr>
              <a:t>10.1 Cache Selectors</a:t>
            </a:r>
          </a:p>
          <a:p>
            <a:pPr marL="12700" marR="5080"/>
            <a:r>
              <a:rPr lang="en-US" sz="1400" kern="0" spc="-80" dirty="0">
                <a:solidFill>
                  <a:schemeClr val="accent6"/>
                </a:solidFill>
              </a:rPr>
              <a:t>Bad:</a:t>
            </a:r>
          </a:p>
          <a:p>
            <a:pPr marL="12700" marR="5080"/>
            <a:r>
              <a:rPr lang="en-US" sz="1400" kern="0" spc="-80" dirty="0">
                <a:solidFill>
                  <a:schemeClr val="accent6"/>
                </a:solidFill>
              </a:rPr>
              <a:t>$("p").hide();</a:t>
            </a:r>
          </a:p>
          <a:p>
            <a:pPr marL="12700" marR="5080"/>
            <a:r>
              <a:rPr lang="en-US" sz="1400" kern="0" spc="-80" dirty="0">
                <a:solidFill>
                  <a:schemeClr val="accent6"/>
                </a:solidFill>
              </a:rPr>
              <a:t>$("p").show();</a:t>
            </a:r>
          </a:p>
          <a:p>
            <a:pPr marL="12700" marR="5080"/>
            <a:r>
              <a:rPr lang="en-US" sz="1400" kern="0" spc="-80" dirty="0">
                <a:solidFill>
                  <a:schemeClr val="accent6"/>
                </a:solidFill>
              </a:rPr>
              <a:t>Good:</a:t>
            </a:r>
          </a:p>
          <a:p>
            <a:pPr marL="12700" marR="5080"/>
            <a:r>
              <a:rPr lang="en-US" sz="1400" kern="0" spc="-80" dirty="0">
                <a:solidFill>
                  <a:schemeClr val="accent6"/>
                </a:solidFill>
              </a:rPr>
              <a:t>var $p = $("p");</a:t>
            </a:r>
          </a:p>
          <a:p>
            <a:pPr marL="12700" marR="5080"/>
            <a:r>
              <a:rPr lang="en-US" sz="1400" kern="0" spc="-80" dirty="0">
                <a:solidFill>
                  <a:schemeClr val="accent6"/>
                </a:solidFill>
              </a:rPr>
              <a:t>$</a:t>
            </a:r>
            <a:r>
              <a:rPr lang="en-US" sz="1400" kern="0" spc="-80" dirty="0" err="1">
                <a:solidFill>
                  <a:schemeClr val="accent6"/>
                </a:solidFill>
              </a:rPr>
              <a:t>p.hide</a:t>
            </a:r>
            <a:r>
              <a:rPr lang="en-US" sz="1400" kern="0" spc="-80" dirty="0">
                <a:solidFill>
                  <a:schemeClr val="accent6"/>
                </a:solidFill>
              </a:rPr>
              <a:t>();</a:t>
            </a:r>
          </a:p>
          <a:p>
            <a:pPr marL="12700" marR="5080"/>
            <a:r>
              <a:rPr lang="en-US" sz="1400" kern="0" spc="-80" dirty="0">
                <a:solidFill>
                  <a:schemeClr val="accent6"/>
                </a:solidFill>
              </a:rPr>
              <a:t>$</a:t>
            </a:r>
            <a:r>
              <a:rPr lang="en-US" sz="1400" kern="0" spc="-80" dirty="0" err="1">
                <a:solidFill>
                  <a:schemeClr val="accent6"/>
                </a:solidFill>
              </a:rPr>
              <a:t>p.show</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10.2 Minimize DOM Access</a:t>
            </a:r>
          </a:p>
          <a:p>
            <a:pPr marL="12700" marR="5080"/>
            <a:r>
              <a:rPr lang="en-US" sz="1400" kern="0" spc="-80" dirty="0">
                <a:solidFill>
                  <a:schemeClr val="accent6"/>
                </a:solidFill>
              </a:rPr>
              <a:t>var html = "";</a:t>
            </a:r>
          </a:p>
          <a:p>
            <a:pPr marL="12700" marR="5080"/>
            <a:r>
              <a:rPr lang="en-US" sz="1400" kern="0" spc="-80" dirty="0">
                <a:solidFill>
                  <a:schemeClr val="accent6"/>
                </a:solidFill>
              </a:rPr>
              <a:t>for(...){ html += "&lt;li&gt;"+</a:t>
            </a:r>
            <a:r>
              <a:rPr lang="en-US" sz="1400" kern="0" spc="-80" dirty="0" err="1">
                <a:solidFill>
                  <a:schemeClr val="accent6"/>
                </a:solidFill>
              </a:rPr>
              <a:t>i</a:t>
            </a:r>
            <a:r>
              <a:rPr lang="en-US" sz="1400" kern="0" spc="-80" dirty="0">
                <a:solidFill>
                  <a:schemeClr val="accent6"/>
                </a:solidFill>
              </a:rPr>
              <a:t>+"&lt;/li&gt;"; }</a:t>
            </a:r>
          </a:p>
          <a:p>
            <a:pPr marL="12700" marR="5080"/>
            <a:r>
              <a:rPr lang="en-US" sz="1400" kern="0" spc="-80" dirty="0">
                <a:solidFill>
                  <a:schemeClr val="accent6"/>
                </a:solidFill>
              </a:rPr>
              <a:t>$("ul").html(html);</a:t>
            </a:r>
          </a:p>
        </p:txBody>
      </p:sp>
    </p:spTree>
    <p:extLst>
      <p:ext uri="{BB962C8B-B14F-4D97-AF65-F5344CB8AC3E}">
        <p14:creationId xmlns:p14="http://schemas.microsoft.com/office/powerpoint/2010/main" val="1894925397"/>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0631E-4A46-3D08-FE5B-D5D4220224F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55F4F4-C9F9-B204-4E8A-579689F2CAD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823BFCF-C03E-5D75-83D9-7A5063E0B5D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4D0B51D-2790-F6FF-3110-05802F40D63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A96E338-07BB-0D52-DA1D-2A20968FFA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32EF442-4016-7BC6-DD07-014AAE1A087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37AEF86-D003-6FB4-7707-B691329F7AA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1DF4C75-D332-9D27-7D5C-6B6A27F07E3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CAD23C0-E836-5899-74ED-0A5B2199588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F676C5F-0C2E-54DB-F40B-8E98888FFB6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3FB3345-3DEF-7941-6EC1-15153B0ADE62}"/>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JS Framework)</a:t>
            </a:r>
          </a:p>
          <a:p>
            <a:pPr marL="12700" marR="5080"/>
            <a:r>
              <a:rPr lang="en-US" sz="1400" kern="0" spc="-80" dirty="0">
                <a:solidFill>
                  <a:schemeClr val="accent2"/>
                </a:solidFill>
              </a:rPr>
              <a:t>10.3 Use Event Delegation</a:t>
            </a:r>
          </a:p>
          <a:p>
            <a:pPr marL="12700" marR="5080"/>
            <a:r>
              <a:rPr lang="en-US" sz="1400" kern="0" spc="-80" dirty="0">
                <a:solidFill>
                  <a:schemeClr val="accent6"/>
                </a:solidFill>
              </a:rPr>
              <a:t>$(document).on("click", ".</a:t>
            </a:r>
            <a:r>
              <a:rPr lang="en-US" sz="1400" kern="0" spc="-80" dirty="0" err="1">
                <a:solidFill>
                  <a:schemeClr val="accent6"/>
                </a:solidFill>
              </a:rPr>
              <a:t>btn</a:t>
            </a:r>
            <a:r>
              <a:rPr lang="en-US" sz="1400" kern="0" spc="-80" dirty="0">
                <a:solidFill>
                  <a:schemeClr val="accent6"/>
                </a:solidFill>
              </a:rPr>
              <a:t>", handler);</a:t>
            </a:r>
          </a:p>
          <a:p>
            <a:pPr marL="12700" marR="5080"/>
            <a:r>
              <a:rPr lang="en-US" sz="1400" kern="0" spc="-80" dirty="0">
                <a:solidFill>
                  <a:schemeClr val="accent6"/>
                </a:solidFill>
              </a:rPr>
              <a:t>10.4 Avoid .</a:t>
            </a:r>
            <a:r>
              <a:rPr lang="en-US" sz="1400" kern="0" spc="-80" dirty="0" err="1">
                <a:solidFill>
                  <a:schemeClr val="accent6"/>
                </a:solidFill>
              </a:rPr>
              <a:t>css</a:t>
            </a:r>
            <a:r>
              <a:rPr lang="en-US" sz="1400" kern="0" spc="-80" dirty="0">
                <a:solidFill>
                  <a:schemeClr val="accent6"/>
                </a:solidFill>
              </a:rPr>
              <a:t>() in loops</a:t>
            </a:r>
          </a:p>
          <a:p>
            <a:pPr marL="12700" marR="5080"/>
            <a:r>
              <a:rPr lang="en-US" sz="1400" kern="0" spc="-80" dirty="0">
                <a:solidFill>
                  <a:schemeClr val="accent6"/>
                </a:solidFill>
              </a:rPr>
              <a:t>Use classes instead.</a:t>
            </a:r>
          </a:p>
          <a:p>
            <a:pPr marL="12700" marR="5080"/>
            <a:endParaRPr lang="en-US" sz="1400" kern="0" spc="-80" dirty="0">
              <a:solidFill>
                <a:schemeClr val="accent6"/>
              </a:solidFill>
            </a:endParaRPr>
          </a:p>
          <a:p>
            <a:pPr marL="12700" marR="5080"/>
            <a:r>
              <a:rPr lang="en-US" sz="1400" kern="0" spc="-80" dirty="0">
                <a:solidFill>
                  <a:schemeClr val="accent2"/>
                </a:solidFill>
              </a:rPr>
              <a:t>📌 11. jQuery vs Vanilla JS</a:t>
            </a:r>
          </a:p>
          <a:p>
            <a:pPr marL="12700" marR="5080"/>
            <a:r>
              <a:rPr lang="en-US" sz="1400" kern="0" spc="-80" dirty="0">
                <a:solidFill>
                  <a:schemeClr val="accent2"/>
                </a:solidFill>
              </a:rPr>
              <a:t>Task	                    jQuery	                Modern JS</a:t>
            </a:r>
          </a:p>
          <a:p>
            <a:pPr marL="12700" marR="5080"/>
            <a:r>
              <a:rPr lang="en-US" sz="1400" kern="0" spc="-80" dirty="0">
                <a:solidFill>
                  <a:schemeClr val="accent6"/>
                </a:solidFill>
              </a:rPr>
              <a:t>Select element	$(".class")	                </a:t>
            </a:r>
            <a:r>
              <a:rPr lang="en-US" sz="1400" kern="0" spc="-80" dirty="0" err="1">
                <a:solidFill>
                  <a:schemeClr val="accent6"/>
                </a:solidFill>
              </a:rPr>
              <a:t>document.querySelectorAll</a:t>
            </a:r>
            <a:r>
              <a:rPr lang="en-US" sz="1400" kern="0" spc="-80" dirty="0">
                <a:solidFill>
                  <a:schemeClr val="accent6"/>
                </a:solidFill>
              </a:rPr>
              <a:t>(".class")</a:t>
            </a:r>
          </a:p>
          <a:p>
            <a:pPr marL="12700" marR="5080"/>
            <a:r>
              <a:rPr lang="en-US" sz="1400" kern="0" spc="-80" dirty="0">
                <a:solidFill>
                  <a:schemeClr val="accent6"/>
                </a:solidFill>
              </a:rPr>
              <a:t>Ajax	                   $.ajax()	                fetch()</a:t>
            </a:r>
          </a:p>
          <a:p>
            <a:pPr marL="12700" marR="5080"/>
            <a:r>
              <a:rPr lang="en-US" sz="1400" kern="0" spc="-80" dirty="0">
                <a:solidFill>
                  <a:schemeClr val="accent6"/>
                </a:solidFill>
              </a:rPr>
              <a:t>Ready	                   $(</a:t>
            </a:r>
            <a:r>
              <a:rPr lang="en-US" sz="1400" kern="0" spc="-80" dirty="0" err="1">
                <a:solidFill>
                  <a:schemeClr val="accent6"/>
                </a:solidFill>
              </a:rPr>
              <a:t>fn</a:t>
            </a:r>
            <a:r>
              <a:rPr lang="en-US" sz="1400" kern="0" spc="-80" dirty="0">
                <a:solidFill>
                  <a:schemeClr val="accent6"/>
                </a:solidFill>
              </a:rPr>
              <a:t>)	                </a:t>
            </a:r>
            <a:r>
              <a:rPr lang="en-US" sz="1400" kern="0" spc="-80" dirty="0" err="1">
                <a:solidFill>
                  <a:schemeClr val="accent6"/>
                </a:solidFill>
              </a:rPr>
              <a:t>document.addEventListener</a:t>
            </a:r>
            <a:r>
              <a:rPr lang="en-US" sz="1400" kern="0" spc="-80" dirty="0">
                <a:solidFill>
                  <a:schemeClr val="accent6"/>
                </a:solidFill>
              </a:rPr>
              <a:t>("</a:t>
            </a:r>
            <a:r>
              <a:rPr lang="en-US" sz="1400" kern="0" spc="-80" dirty="0" err="1">
                <a:solidFill>
                  <a:schemeClr val="accent6"/>
                </a:solidFill>
              </a:rPr>
              <a:t>DOMContentLoaded</a:t>
            </a:r>
            <a:r>
              <a:rPr lang="en-US" sz="1400" kern="0" spc="-80" dirty="0">
                <a:solidFill>
                  <a:schemeClr val="accent6"/>
                </a:solidFill>
              </a:rPr>
              <a:t>", </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a:solidFill>
                  <a:schemeClr val="accent6"/>
                </a:solidFill>
              </a:rPr>
              <a:t>Animations	.animate()	                CSS animations / Web Animations API</a:t>
            </a:r>
          </a:p>
          <a:p>
            <a:pPr marL="12700" marR="5080"/>
            <a:endParaRPr lang="en-US" sz="1400" kern="0" spc="-80" dirty="0">
              <a:solidFill>
                <a:schemeClr val="accent6"/>
              </a:solidFill>
            </a:endParaRPr>
          </a:p>
          <a:p>
            <a:pPr marL="12700" marR="5080"/>
            <a:r>
              <a:rPr lang="en-US" sz="1400" kern="0" spc="-80" dirty="0">
                <a:solidFill>
                  <a:schemeClr val="accent2"/>
                </a:solidFill>
              </a:rPr>
              <a:t>📌 12. Advanced Concepts</a:t>
            </a:r>
          </a:p>
          <a:p>
            <a:pPr marL="12700" marR="5080"/>
            <a:r>
              <a:rPr lang="en-US" sz="1400" kern="0" spc="-80" dirty="0">
                <a:solidFill>
                  <a:schemeClr val="accent2"/>
                </a:solidFill>
              </a:rPr>
              <a:t>12.1 Deferred &amp; Promises</a:t>
            </a:r>
          </a:p>
          <a:p>
            <a:pPr marL="12700" marR="5080"/>
            <a:r>
              <a:rPr lang="en-US" sz="1400" kern="0" spc="-80" dirty="0">
                <a:solidFill>
                  <a:schemeClr val="accent6"/>
                </a:solidFill>
              </a:rPr>
              <a:t>$.ajax("/</a:t>
            </a:r>
            <a:r>
              <a:rPr lang="en-US" sz="1400" kern="0" spc="-80" dirty="0" err="1">
                <a:solidFill>
                  <a:schemeClr val="accent6"/>
                </a:solidFill>
              </a:rPr>
              <a:t>api</a:t>
            </a:r>
            <a:r>
              <a:rPr lang="en-US" sz="1400" kern="0" spc="-80" dirty="0">
                <a:solidFill>
                  <a:schemeClr val="accent6"/>
                </a:solidFill>
              </a:rPr>
              <a:t>").done(function(){});</a:t>
            </a:r>
          </a:p>
          <a:p>
            <a:pPr marL="12700" marR="5080"/>
            <a:r>
              <a:rPr lang="en-US" sz="1400" kern="0" spc="-80" dirty="0">
                <a:solidFill>
                  <a:schemeClr val="accent2"/>
                </a:solidFill>
              </a:rPr>
              <a:t>12.2 Callback Queue</a:t>
            </a:r>
          </a:p>
          <a:p>
            <a:pPr marL="12700" marR="5080"/>
            <a:r>
              <a:rPr lang="en-US" sz="1400" kern="0" spc="-80" dirty="0">
                <a:solidFill>
                  <a:schemeClr val="accent6"/>
                </a:solidFill>
              </a:rPr>
              <a:t>Animations run sequentially in a queue.</a:t>
            </a:r>
          </a:p>
          <a:p>
            <a:pPr marL="12700" marR="5080"/>
            <a:r>
              <a:rPr lang="en-US" sz="1400" kern="0" spc="-80" dirty="0">
                <a:solidFill>
                  <a:schemeClr val="accent2"/>
                </a:solidFill>
              </a:rPr>
              <a:t>12.3 Chaining</a:t>
            </a:r>
          </a:p>
          <a:p>
            <a:pPr marL="12700" marR="5080"/>
            <a:r>
              <a:rPr lang="en-US" sz="1400" kern="0" spc="-80" dirty="0">
                <a:solidFill>
                  <a:schemeClr val="accent6"/>
                </a:solidFill>
              </a:rPr>
              <a:t>jQuery supports chainable API:</a:t>
            </a:r>
          </a:p>
          <a:p>
            <a:pPr marL="12700" marR="5080"/>
            <a:r>
              <a:rPr lang="en-US" sz="1400" kern="0" spc="-80" dirty="0">
                <a:solidFill>
                  <a:schemeClr val="accent6"/>
                </a:solidFill>
              </a:rPr>
              <a:t>$("p").</a:t>
            </a:r>
            <a:r>
              <a:rPr lang="en-US" sz="1400" kern="0" spc="-80" dirty="0" err="1">
                <a:solidFill>
                  <a:schemeClr val="accent6"/>
                </a:solidFill>
              </a:rPr>
              <a:t>addClass</a:t>
            </a:r>
            <a:r>
              <a:rPr lang="en-US" sz="1400" kern="0" spc="-80" dirty="0">
                <a:solidFill>
                  <a:schemeClr val="accent6"/>
                </a:solidFill>
              </a:rPr>
              <a:t>("x").</a:t>
            </a:r>
            <a:r>
              <a:rPr lang="en-US" sz="1400" kern="0" spc="-80" dirty="0" err="1">
                <a:solidFill>
                  <a:schemeClr val="accent6"/>
                </a:solidFill>
              </a:rPr>
              <a:t>fadeIn</a:t>
            </a:r>
            <a:r>
              <a:rPr lang="en-US" sz="1400" kern="0" spc="-80" dirty="0">
                <a:solidFill>
                  <a:schemeClr val="accent6"/>
                </a:solidFill>
              </a:rPr>
              <a:t>().text("Done");</a:t>
            </a:r>
          </a:p>
          <a:p>
            <a:pPr marL="12700" marR="5080"/>
            <a:r>
              <a:rPr lang="en-US" sz="1400" kern="0" spc="-80" dirty="0">
                <a:solidFill>
                  <a:schemeClr val="accent2"/>
                </a:solidFill>
              </a:rPr>
              <a:t>12.4 Prototype Extension</a:t>
            </a:r>
          </a:p>
          <a:p>
            <a:pPr marL="12700" marR="5080"/>
            <a:r>
              <a:rPr lang="en-US" sz="1400" kern="0" spc="-80" dirty="0">
                <a:solidFill>
                  <a:schemeClr val="accent6"/>
                </a:solidFill>
              </a:rPr>
              <a:t>All jQuery instance methods are in $.fn.</a:t>
            </a:r>
          </a:p>
        </p:txBody>
      </p:sp>
    </p:spTree>
    <p:extLst>
      <p:ext uri="{BB962C8B-B14F-4D97-AF65-F5344CB8AC3E}">
        <p14:creationId xmlns:p14="http://schemas.microsoft.com/office/powerpoint/2010/main" val="710051696"/>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ACB01-80DB-026F-8818-33F94379F4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BF1944-95DF-049F-E588-1333B880890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7E8EC16-415D-696A-674F-9352B332029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76781C7-A8BB-D107-ADFC-ADDCA5CD6AD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E20F16D-2AFD-222A-C85A-B749B5B35E1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55351B6-C5D4-70C4-301C-9CB377B1BA1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07B1334-CE7A-7C0A-E6F7-74B09D7CEFD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B86E816-D208-87E3-7591-57557D8E302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A224CC4-2BE7-8D93-0DCD-5B993023553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32F13BF-9DC6-2D89-8312-A2BADF607B4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C7D3E04-F337-B9D0-CFD1-18A227AA7C44}"/>
              </a:ext>
            </a:extLst>
          </p:cNvPr>
          <p:cNvSpPr txBox="1">
            <a:spLocks/>
          </p:cNvSpPr>
          <p:nvPr/>
        </p:nvSpPr>
        <p:spPr>
          <a:xfrm>
            <a:off x="152400" y="68580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JS Framework)</a:t>
            </a:r>
          </a:p>
          <a:p>
            <a:pPr marL="12700" marR="5080"/>
            <a:r>
              <a:rPr lang="en-US" sz="1400" kern="0" spc="-80" dirty="0">
                <a:solidFill>
                  <a:schemeClr val="accent2"/>
                </a:solidFill>
              </a:rPr>
              <a:t>📌 13. jQuery UI &amp; jQuery Mobile</a:t>
            </a:r>
          </a:p>
          <a:p>
            <a:pPr marL="12700" marR="5080"/>
            <a:r>
              <a:rPr lang="en-US" sz="1400" kern="0" spc="-80" dirty="0">
                <a:solidFill>
                  <a:schemeClr val="accent6"/>
                </a:solidFill>
              </a:rPr>
              <a:t>Widgets (</a:t>
            </a:r>
            <a:r>
              <a:rPr lang="en-US" sz="1400" kern="0" spc="-80" dirty="0" err="1">
                <a:solidFill>
                  <a:schemeClr val="accent6"/>
                </a:solidFill>
              </a:rPr>
              <a:t>Datepicker</a:t>
            </a:r>
            <a:r>
              <a:rPr lang="en-US" sz="1400" kern="0" spc="-80" dirty="0">
                <a:solidFill>
                  <a:schemeClr val="accent6"/>
                </a:solidFill>
              </a:rPr>
              <a:t>, Dialog, Tooltip)</a:t>
            </a:r>
          </a:p>
          <a:p>
            <a:pPr marL="12700" marR="5080"/>
            <a:r>
              <a:rPr lang="en-US" sz="1400" kern="0" spc="-80" dirty="0">
                <a:solidFill>
                  <a:schemeClr val="accent6"/>
                </a:solidFill>
              </a:rPr>
              <a:t>Interactions (Drag, Drop, Resize)</a:t>
            </a:r>
          </a:p>
          <a:p>
            <a:pPr marL="12700" marR="5080"/>
            <a:r>
              <a:rPr lang="en-US" sz="1400" kern="0" spc="-80" dirty="0">
                <a:solidFill>
                  <a:schemeClr val="accent6"/>
                </a:solidFill>
              </a:rPr>
              <a:t>Effects (Bounce, Explode)</a:t>
            </a:r>
          </a:p>
          <a:p>
            <a:pPr marL="12700" marR="5080"/>
            <a:r>
              <a:rPr lang="en-US" sz="1400" kern="0" spc="-80" dirty="0">
                <a:solidFill>
                  <a:schemeClr val="accent6"/>
                </a:solidFill>
              </a:rPr>
              <a:t>Mobile-optimized touch widgets</a:t>
            </a:r>
          </a:p>
          <a:p>
            <a:pPr marL="12700" marR="5080"/>
            <a:endParaRPr lang="en-US" sz="1400" kern="0" spc="-80" dirty="0">
              <a:solidFill>
                <a:schemeClr val="accent6"/>
              </a:solidFill>
            </a:endParaRPr>
          </a:p>
          <a:p>
            <a:pPr marL="12700" marR="5080"/>
            <a:r>
              <a:rPr lang="en-US" sz="1400" kern="0" spc="-80" dirty="0">
                <a:solidFill>
                  <a:schemeClr val="accent2"/>
                </a:solidFill>
              </a:rPr>
              <a:t>📌 14. jQuery Best Practices</a:t>
            </a:r>
          </a:p>
          <a:p>
            <a:pPr marL="12700" marR="5080"/>
            <a:r>
              <a:rPr lang="en-US" sz="1400" kern="0" spc="-80" dirty="0">
                <a:solidFill>
                  <a:schemeClr val="accent6"/>
                </a:solidFill>
              </a:rPr>
              <a:t>✔ Use on() instead of older .click()</a:t>
            </a:r>
          </a:p>
          <a:p>
            <a:pPr marL="12700" marR="5080"/>
            <a:r>
              <a:rPr lang="en-US" sz="1400" kern="0" spc="-80" dirty="0">
                <a:solidFill>
                  <a:schemeClr val="accent6"/>
                </a:solidFill>
              </a:rPr>
              <a:t>✔ Cache selectors</a:t>
            </a:r>
          </a:p>
          <a:p>
            <a:pPr marL="12700" marR="5080"/>
            <a:r>
              <a:rPr lang="en-US" sz="1400" kern="0" spc="-80" dirty="0">
                <a:solidFill>
                  <a:schemeClr val="accent6"/>
                </a:solidFill>
              </a:rPr>
              <a:t>✔ Use classes, not inline styles</a:t>
            </a:r>
          </a:p>
          <a:p>
            <a:pPr marL="12700" marR="5080"/>
            <a:r>
              <a:rPr lang="en-US" sz="1400" kern="0" spc="-80" dirty="0">
                <a:solidFill>
                  <a:schemeClr val="accent6"/>
                </a:solidFill>
              </a:rPr>
              <a:t>✔ Use vanilla JS when simple</a:t>
            </a:r>
          </a:p>
          <a:p>
            <a:pPr marL="12700" marR="5080"/>
            <a:r>
              <a:rPr lang="en-US" sz="1400" kern="0" spc="-80" dirty="0">
                <a:solidFill>
                  <a:schemeClr val="accent6"/>
                </a:solidFill>
              </a:rPr>
              <a:t>✔ Use delegation for dynamic DOM</a:t>
            </a:r>
          </a:p>
          <a:p>
            <a:pPr marL="12700" marR="5080"/>
            <a:endParaRPr lang="en-US" sz="1400" kern="0" spc="-80" dirty="0">
              <a:solidFill>
                <a:schemeClr val="accent6"/>
              </a:solidFill>
            </a:endParaRPr>
          </a:p>
          <a:p>
            <a:pPr marL="12700" marR="5080"/>
            <a:r>
              <a:rPr lang="en-US" sz="1400" kern="0" spc="-80" dirty="0">
                <a:solidFill>
                  <a:schemeClr val="accent2"/>
                </a:solidFill>
              </a:rPr>
              <a:t>📌 15. When to Use jQuery Today</a:t>
            </a:r>
          </a:p>
          <a:p>
            <a:pPr marL="12700" marR="5080"/>
            <a:r>
              <a:rPr lang="en-US" sz="1400" kern="0" spc="-80" dirty="0">
                <a:solidFill>
                  <a:schemeClr val="accent6"/>
                </a:solidFill>
              </a:rPr>
              <a:t>Legacy enterprise apps</a:t>
            </a:r>
          </a:p>
          <a:p>
            <a:pPr marL="12700" marR="5080"/>
            <a:r>
              <a:rPr lang="en-US" sz="1400" kern="0" spc="-80" dirty="0">
                <a:solidFill>
                  <a:schemeClr val="accent6"/>
                </a:solidFill>
              </a:rPr>
              <a:t>Apps requiring IE9+ support</a:t>
            </a:r>
          </a:p>
          <a:p>
            <a:pPr marL="12700" marR="5080"/>
            <a:r>
              <a:rPr lang="en-US" sz="1400" kern="0" spc="-80" dirty="0">
                <a:solidFill>
                  <a:schemeClr val="accent6"/>
                </a:solidFill>
              </a:rPr>
              <a:t>Quick prototypes</a:t>
            </a:r>
          </a:p>
          <a:p>
            <a:pPr marL="12700" marR="5080"/>
            <a:r>
              <a:rPr lang="en-US" sz="1400" kern="0" spc="-80" dirty="0">
                <a:solidFill>
                  <a:schemeClr val="accent6"/>
                </a:solidFill>
              </a:rPr>
              <a:t>When using jQuery-dependent plugins (Select2, </a:t>
            </a:r>
            <a:r>
              <a:rPr lang="en-US" sz="1400" kern="0" spc="-80" dirty="0" err="1">
                <a:solidFill>
                  <a:schemeClr val="accent6"/>
                </a:solidFill>
              </a:rPr>
              <a:t>DataTables</a:t>
            </a:r>
            <a:r>
              <a:rPr lang="en-US" sz="1400" kern="0" spc="-80" dirty="0">
                <a:solidFill>
                  <a:schemeClr val="accent6"/>
                </a:solidFill>
              </a:rPr>
              <a:t>, etc.).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836383859"/>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CBE6AE-6088-2D2B-CA08-2ABB79DFA0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FD822F1-2E6F-3D6D-E44A-2DABF79AFB3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44EB497-C01E-785E-F371-65C8A76185F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772D18E-BB6B-81B3-706D-E80F0E469C8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F81BC24-F756-ADF3-14DE-AEC30504530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EC86F75-7415-584F-A7A6-A14C832CAC0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F736042-87DC-05DC-84A7-9E26021E9A4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FF634A6-27E4-345F-FEF4-C6AE67E0595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AD95461-22DE-CD21-C53B-E4DF0472318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BB99B85-3A46-FFA3-C9ED-A058FA976DD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D055BC0-E630-82E6-D2D4-B2094C4C6CDB}"/>
              </a:ext>
            </a:extLst>
          </p:cNvPr>
          <p:cNvSpPr txBox="1">
            <a:spLocks/>
          </p:cNvSpPr>
          <p:nvPr/>
        </p:nvSpPr>
        <p:spPr>
          <a:xfrm>
            <a:off x="152400" y="685800"/>
            <a:ext cx="8624937" cy="20313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JS Framework)</a:t>
            </a:r>
          </a:p>
          <a:p>
            <a:pPr marL="12700" marR="5080"/>
            <a:r>
              <a:rPr lang="en-US" sz="1400" kern="0" spc="-80" dirty="0">
                <a:solidFill>
                  <a:schemeClr val="accent2"/>
                </a:solidFill>
              </a:rPr>
              <a:t>For Further Exploration</a:t>
            </a:r>
          </a:p>
          <a:p>
            <a:pPr marL="12700" marR="5080"/>
            <a:r>
              <a:rPr lang="en-IN" sz="1400" dirty="0">
                <a:hlinkClick r:id="rId8"/>
              </a:rPr>
              <a:t>Free jQuery Book</a:t>
            </a:r>
            <a:endParaRPr lang="en-US" sz="1400" kern="0" spc="-80" dirty="0">
              <a:solidFill>
                <a:schemeClr val="accent2"/>
              </a:solidFill>
            </a:endParaRPr>
          </a:p>
          <a:p>
            <a:pPr marL="12700" marR="5080"/>
            <a:r>
              <a:rPr lang="en-US" sz="1400" dirty="0">
                <a:hlinkClick r:id="rId9"/>
              </a:rPr>
              <a:t>The Complete jQuery Course: From Beginner To Advanced! | Udemy</a:t>
            </a:r>
            <a:endParaRPr lang="en-US" sz="1400" kern="0" spc="-80" dirty="0">
              <a:solidFill>
                <a:schemeClr val="accent2"/>
              </a:solidFill>
            </a:endParaRPr>
          </a:p>
          <a:p>
            <a:pPr marL="12700" marR="5080"/>
            <a:r>
              <a:rPr lang="en-US" sz="1400" dirty="0">
                <a:hlinkClick r:id="rId10"/>
              </a:rPr>
              <a:t>Learn JavaScript &amp; jQuery - a book about interactive front-end web development</a:t>
            </a:r>
            <a:endParaRPr lang="en-US" sz="1400" dirty="0"/>
          </a:p>
          <a:p>
            <a:pPr marL="12700" marR="5080"/>
            <a:r>
              <a:rPr lang="en-US" sz="1400" dirty="0" err="1">
                <a:hlinkClick r:id="rId11"/>
              </a:rPr>
              <a:t>Jquery</a:t>
            </a:r>
            <a:r>
              <a:rPr lang="en-US" sz="1400" dirty="0">
                <a:hlinkClick r:id="rId11"/>
              </a:rPr>
              <a:t> Learning Center by </a:t>
            </a:r>
            <a:r>
              <a:rPr lang="en-US" sz="1400" dirty="0" err="1">
                <a:hlinkClick r:id="rId11"/>
              </a:rPr>
              <a:t>offDocs</a:t>
            </a:r>
            <a:r>
              <a:rPr lang="en-US" sz="1400" dirty="0">
                <a:hlinkClick r:id="rId11"/>
              </a:rPr>
              <a:t> [</a:t>
            </a:r>
            <a:r>
              <a:rPr lang="en-US" sz="1400" dirty="0" err="1">
                <a:hlinkClick r:id="rId11"/>
              </a:rPr>
              <a:t>Leanpub</a:t>
            </a:r>
            <a:r>
              <a:rPr lang="en-US" sz="1400" dirty="0">
                <a:hlinkClick r:id="rId11"/>
              </a:rPr>
              <a:t> PDF/iPad/Kindle]</a:t>
            </a:r>
            <a:endParaRPr lang="en-US" sz="1400" dirty="0"/>
          </a:p>
          <a:p>
            <a:pPr marL="12700" marR="5080"/>
            <a:r>
              <a:rPr lang="en-US" sz="1400" dirty="0" err="1">
                <a:hlinkClick r:id="rId12"/>
              </a:rPr>
              <a:t>Jquery</a:t>
            </a:r>
            <a:r>
              <a:rPr lang="en-US" sz="1400" dirty="0">
                <a:hlinkClick r:id="rId12"/>
              </a:rPr>
              <a:t>-In-Action</a:t>
            </a:r>
            <a:endParaRPr lang="en-US" sz="1400" dirty="0"/>
          </a:p>
          <a:p>
            <a:pPr marL="12700" marR="5080"/>
            <a:r>
              <a:rPr lang="en-IN" sz="1400" dirty="0">
                <a:hlinkClick r:id="rId13"/>
              </a:rPr>
              <a:t>Learning-jQuery-Fourth-Edition</a:t>
            </a:r>
            <a:endParaRPr lang="en-US" sz="1400" kern="0" spc="-80" dirty="0">
              <a:solidFill>
                <a:schemeClr val="accent6"/>
              </a:solidFill>
            </a:endParaRPr>
          </a:p>
        </p:txBody>
      </p:sp>
    </p:spTree>
    <p:extLst>
      <p:ext uri="{BB962C8B-B14F-4D97-AF65-F5344CB8AC3E}">
        <p14:creationId xmlns:p14="http://schemas.microsoft.com/office/powerpoint/2010/main" val="4229881933"/>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5600B-F538-C4DC-BBC9-0A604AEE286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66A2473-B321-D291-D282-EC1E1BC258F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A9A6339-E08E-9963-1323-D67046A0ECA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09C12F8-6FA3-2B60-DAF9-089E958FAE1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92315B6-9EB8-1790-81D9-819EC155F58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F04478E-1387-6E52-E623-C92621261EE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35DB010-7CDC-33EB-7087-7EA4472DFDE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422C303-1B99-2480-022F-F529DB56F9E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CF50792-5C68-F450-9317-7A4ECB703BE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1DC8CEC-BF29-8233-2DEA-701B0CECC7E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AD6E067-8B11-4432-EC25-E2DF2C7FC0D9}"/>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DOM vs VDOM(Virtual DOM)</a:t>
            </a:r>
          </a:p>
          <a:p>
            <a:pPr marL="12700" marR="5080"/>
            <a:r>
              <a:rPr lang="en-US" sz="1400" kern="0" spc="-80" dirty="0">
                <a:solidFill>
                  <a:schemeClr val="accent2"/>
                </a:solidFill>
              </a:rPr>
              <a:t>What is the DOM?</a:t>
            </a:r>
          </a:p>
          <a:p>
            <a:pPr marL="12700" marR="5080"/>
            <a:r>
              <a:rPr lang="en-US" sz="1400" kern="0" spc="-80" dirty="0">
                <a:solidFill>
                  <a:schemeClr val="accent6"/>
                </a:solidFill>
              </a:rPr>
              <a:t>DOM (Document Object Model) is an in-memory tree structure representing your HTML page.</a:t>
            </a:r>
          </a:p>
          <a:p>
            <a:pPr marL="12700" marR="5080"/>
            <a:r>
              <a:rPr lang="en-US" sz="1400" kern="0" spc="-80" dirty="0">
                <a:solidFill>
                  <a:schemeClr val="accent6"/>
                </a:solidFill>
              </a:rPr>
              <a:t>Every HTML element becomes a node in this tree.</a:t>
            </a:r>
          </a:p>
          <a:p>
            <a:pPr marL="12700" marR="5080"/>
            <a:r>
              <a:rPr lang="en-US" sz="1400" kern="0" spc="-80" dirty="0">
                <a:solidFill>
                  <a:schemeClr val="accent6"/>
                </a:solidFill>
              </a:rPr>
              <a:t>For example:</a:t>
            </a:r>
          </a:p>
          <a:p>
            <a:pPr marL="12700" marR="5080"/>
            <a:r>
              <a:rPr lang="en-US" sz="1400" kern="0" spc="-80" dirty="0">
                <a:solidFill>
                  <a:schemeClr val="accent6"/>
                </a:solidFill>
              </a:rPr>
              <a:t>&lt;body&gt;</a:t>
            </a:r>
          </a:p>
          <a:p>
            <a:pPr marL="12700" marR="5080"/>
            <a:r>
              <a:rPr lang="en-US" sz="1400" kern="0" spc="-80" dirty="0">
                <a:solidFill>
                  <a:schemeClr val="accent6"/>
                </a:solidFill>
              </a:rPr>
              <a:t>  &lt;div id="counter"&gt;0&lt;/div&gt;</a:t>
            </a:r>
          </a:p>
          <a:p>
            <a:pPr marL="12700" marR="5080"/>
            <a:r>
              <a:rPr lang="en-US" sz="1400" kern="0" spc="-80" dirty="0">
                <a:solidFill>
                  <a:schemeClr val="accent6"/>
                </a:solidFill>
              </a:rPr>
              <a:t>  &lt;button&gt;Increment&lt;/button&gt;</a:t>
            </a:r>
          </a:p>
          <a:p>
            <a:pPr marL="12700" marR="5080"/>
            <a:r>
              <a:rPr lang="en-US" sz="1400" kern="0" spc="-80" dirty="0">
                <a:solidFill>
                  <a:schemeClr val="accent6"/>
                </a:solidFill>
              </a:rPr>
              <a:t>&lt;/body&gt;</a:t>
            </a:r>
          </a:p>
          <a:p>
            <a:pPr marL="12700" marR="5080"/>
            <a:r>
              <a:rPr lang="en-US" sz="1400" kern="0" spc="-80" dirty="0">
                <a:solidFill>
                  <a:schemeClr val="accent6"/>
                </a:solidFill>
              </a:rPr>
              <a:t>Becomes a tree like:</a:t>
            </a:r>
          </a:p>
          <a:p>
            <a:pPr marL="12700" marR="5080"/>
            <a:r>
              <a:rPr lang="en-US" sz="1400" kern="0" spc="-80" dirty="0">
                <a:solidFill>
                  <a:schemeClr val="accent6"/>
                </a:solidFill>
              </a:rPr>
              <a:t>Document</a:t>
            </a:r>
          </a:p>
          <a:p>
            <a:pPr marL="12700" marR="5080"/>
            <a:r>
              <a:rPr lang="en-US" sz="1400" kern="0" spc="-80" dirty="0">
                <a:solidFill>
                  <a:schemeClr val="accent6"/>
                </a:solidFill>
              </a:rPr>
              <a:t> └── html</a:t>
            </a:r>
          </a:p>
          <a:p>
            <a:pPr marL="12700" marR="5080"/>
            <a:r>
              <a:rPr lang="en-US" sz="1400" kern="0" spc="-80" dirty="0">
                <a:solidFill>
                  <a:schemeClr val="accent6"/>
                </a:solidFill>
              </a:rPr>
              <a:t>     └── body</a:t>
            </a:r>
          </a:p>
          <a:p>
            <a:pPr marL="12700" marR="5080"/>
            <a:r>
              <a:rPr lang="en-US" sz="1400" kern="0" spc="-80" dirty="0">
                <a:solidFill>
                  <a:schemeClr val="accent6"/>
                </a:solidFill>
              </a:rPr>
              <a:t>         ├── </a:t>
            </a:r>
            <a:r>
              <a:rPr lang="en-US" sz="1400" kern="0" spc="-80" dirty="0" err="1">
                <a:solidFill>
                  <a:schemeClr val="accent6"/>
                </a:solidFill>
              </a:rPr>
              <a:t>div#counter</a:t>
            </a:r>
            <a:endParaRPr lang="en-US" sz="1400" kern="0" spc="-80" dirty="0">
              <a:solidFill>
                <a:schemeClr val="accent6"/>
              </a:solidFill>
            </a:endParaRPr>
          </a:p>
          <a:p>
            <a:pPr marL="12700" marR="5080"/>
            <a:r>
              <a:rPr lang="en-US" sz="1400" kern="0" spc="-80" dirty="0">
                <a:solidFill>
                  <a:schemeClr val="accent6"/>
                </a:solidFill>
              </a:rPr>
              <a:t>         └── button</a:t>
            </a:r>
          </a:p>
          <a:p>
            <a:pPr marL="12700" marR="5080"/>
            <a:endParaRPr lang="en-US" sz="1400" kern="0" spc="-80" dirty="0">
              <a:solidFill>
                <a:schemeClr val="accent6"/>
              </a:solidFill>
            </a:endParaRPr>
          </a:p>
          <a:p>
            <a:pPr marL="12700" marR="5080"/>
            <a:r>
              <a:rPr lang="en-US" sz="1400" kern="0" spc="-80" dirty="0">
                <a:solidFill>
                  <a:schemeClr val="accent2"/>
                </a:solidFill>
              </a:rPr>
              <a:t>Why the DOM is slow to update?</a:t>
            </a:r>
          </a:p>
          <a:p>
            <a:pPr marL="12700" marR="5080"/>
            <a:r>
              <a:rPr lang="en-US" sz="1400" kern="0" spc="-80" dirty="0">
                <a:solidFill>
                  <a:schemeClr val="accent6"/>
                </a:solidFill>
              </a:rPr>
              <a:t>Because when you update one node, the browser may need to:</a:t>
            </a:r>
          </a:p>
          <a:p>
            <a:pPr marL="12700" marR="5080"/>
            <a:r>
              <a:rPr lang="en-US" sz="1400" kern="0" spc="-80" dirty="0">
                <a:solidFill>
                  <a:schemeClr val="accent6"/>
                </a:solidFill>
              </a:rPr>
              <a:t>Recalculate styles (CSS recalculation)</a:t>
            </a:r>
          </a:p>
          <a:p>
            <a:pPr marL="12700" marR="5080"/>
            <a:r>
              <a:rPr lang="en-US" sz="1400" kern="0" spc="-80" dirty="0">
                <a:solidFill>
                  <a:schemeClr val="accent6"/>
                </a:solidFill>
              </a:rPr>
              <a:t>Recalculate layout (reflow)</a:t>
            </a:r>
          </a:p>
          <a:p>
            <a:pPr marL="12700" marR="5080"/>
            <a:r>
              <a:rPr lang="en-US" sz="1400" kern="0" spc="-80" dirty="0">
                <a:solidFill>
                  <a:schemeClr val="accent6"/>
                </a:solidFill>
              </a:rPr>
              <a:t>Repaint pixels on screen</a:t>
            </a:r>
          </a:p>
          <a:p>
            <a:pPr marL="12700" marR="5080"/>
            <a:r>
              <a:rPr lang="en-US" sz="1400" kern="0" spc="-80" dirty="0">
                <a:solidFill>
                  <a:schemeClr val="accent6"/>
                </a:solidFill>
              </a:rPr>
              <a:t>Possibly re-render subtrees</a:t>
            </a:r>
          </a:p>
          <a:p>
            <a:pPr marL="12700" marR="5080"/>
            <a:r>
              <a:rPr lang="en-US" sz="1400" kern="0" spc="-80" dirty="0">
                <a:solidFill>
                  <a:schemeClr val="accent6"/>
                </a:solidFill>
              </a:rPr>
              <a:t>This is expensive.</a:t>
            </a:r>
          </a:p>
        </p:txBody>
      </p:sp>
    </p:spTree>
    <p:extLst>
      <p:ext uri="{BB962C8B-B14F-4D97-AF65-F5344CB8AC3E}">
        <p14:creationId xmlns:p14="http://schemas.microsoft.com/office/powerpoint/2010/main" val="282913326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9636A-1C49-C811-4894-B9C0D7D0F41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FFC0C4A-0462-A037-5BA6-5AF18ED6B5B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67C3FED-776E-2D20-3B71-C4A299EEDD1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4026B25-831D-6560-188C-4815F3425F6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B33D82A-35FC-AAE4-231D-74F3339734D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2F46E9C-D0F5-0685-0F08-F6122F71EB6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44A46A5-2ECE-A560-479D-2BD4D61040C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807D86D-2776-167C-E43C-BF17040EE39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7B90B7F-DB15-E1DD-8CFF-1BCBAAA73C8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57B263B-EF2E-BA35-CA40-6D9062D5ABC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1CDD26D-B6ED-3809-F7FB-E63A7974846F}"/>
              </a:ext>
            </a:extLst>
          </p:cNvPr>
          <p:cNvSpPr txBox="1">
            <a:spLocks/>
          </p:cNvSpPr>
          <p:nvPr/>
        </p:nvSpPr>
        <p:spPr>
          <a:xfrm>
            <a:off x="152400" y="6858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DOM vs VDOM(Virtual DOM)</a:t>
            </a:r>
          </a:p>
          <a:p>
            <a:pPr marL="12700" marR="5080"/>
            <a:r>
              <a:rPr lang="en-US" sz="1400" kern="0" spc="-80" dirty="0">
                <a:solidFill>
                  <a:schemeClr val="accent6"/>
                </a:solidFill>
              </a:rPr>
              <a:t>Example:</a:t>
            </a:r>
          </a:p>
          <a:p>
            <a:pPr marL="12700" marR="5080"/>
            <a:r>
              <a:rPr lang="en-US" sz="1400" kern="0" spc="-80" dirty="0" err="1">
                <a:solidFill>
                  <a:schemeClr val="accent6"/>
                </a:solidFill>
              </a:rPr>
              <a:t>document.getElementById</a:t>
            </a:r>
            <a:r>
              <a:rPr lang="en-US" sz="1400" kern="0" spc="-80" dirty="0">
                <a:solidFill>
                  <a:schemeClr val="accent6"/>
                </a:solidFill>
              </a:rPr>
              <a:t>("counter").</a:t>
            </a:r>
            <a:r>
              <a:rPr lang="en-US" sz="1400" kern="0" spc="-80" dirty="0" err="1">
                <a:solidFill>
                  <a:schemeClr val="accent6"/>
                </a:solidFill>
              </a:rPr>
              <a:t>innerText</a:t>
            </a:r>
            <a:r>
              <a:rPr lang="en-US" sz="1400" kern="0" spc="-80" dirty="0">
                <a:solidFill>
                  <a:schemeClr val="accent6"/>
                </a:solidFill>
              </a:rPr>
              <a:t> = </a:t>
            </a:r>
            <a:r>
              <a:rPr lang="en-US" sz="1400" kern="0" spc="-80" dirty="0" err="1">
                <a:solidFill>
                  <a:schemeClr val="accent6"/>
                </a:solidFill>
              </a:rPr>
              <a:t>i</a:t>
            </a:r>
            <a:r>
              <a:rPr lang="en-US" sz="1400" kern="0" spc="-80" dirty="0">
                <a:solidFill>
                  <a:schemeClr val="accent6"/>
                </a:solidFill>
              </a:rPr>
              <a:t>;</a:t>
            </a:r>
          </a:p>
          <a:p>
            <a:pPr marL="12700" marR="5080"/>
            <a:r>
              <a:rPr lang="en-US" sz="1400" kern="0" spc="-80" dirty="0">
                <a:solidFill>
                  <a:schemeClr val="accent6"/>
                </a:solidFill>
              </a:rPr>
              <a:t>If the page is large, many operations inside the browser get triggered.</a:t>
            </a:r>
          </a:p>
          <a:p>
            <a:pPr marL="12700" marR="5080"/>
            <a:endParaRPr lang="en-US" sz="1400" kern="0" spc="-80" dirty="0">
              <a:solidFill>
                <a:schemeClr val="accent6"/>
              </a:solidFill>
            </a:endParaRPr>
          </a:p>
          <a:p>
            <a:pPr marL="12700" marR="5080"/>
            <a:r>
              <a:rPr lang="en-US" sz="1400" kern="0" spc="-80" dirty="0">
                <a:solidFill>
                  <a:schemeClr val="accent2"/>
                </a:solidFill>
              </a:rPr>
              <a:t>✅ 2. What is the Virtual DOM?</a:t>
            </a:r>
          </a:p>
          <a:p>
            <a:pPr marL="12700" marR="5080"/>
            <a:r>
              <a:rPr lang="en-US" sz="1400" kern="0" spc="-80" dirty="0">
                <a:solidFill>
                  <a:schemeClr val="accent6"/>
                </a:solidFill>
              </a:rPr>
              <a:t>The Virtual DOM (VDOM) is a lightweight JavaScript object representation of the actual DOM.</a:t>
            </a:r>
          </a:p>
          <a:p>
            <a:pPr marL="12700" marR="5080"/>
            <a:r>
              <a:rPr lang="en-US" sz="1400" kern="0" spc="-80" dirty="0">
                <a:solidFill>
                  <a:schemeClr val="accent6"/>
                </a:solidFill>
              </a:rPr>
              <a:t>Instead of changing the real DOM directly, frameworks like React:</a:t>
            </a:r>
          </a:p>
          <a:p>
            <a:pPr marL="12700" marR="5080"/>
            <a:r>
              <a:rPr lang="en-US" sz="1400" kern="0" spc="-80" dirty="0">
                <a:solidFill>
                  <a:schemeClr val="accent6"/>
                </a:solidFill>
              </a:rPr>
              <a:t>Keep a virtual copy of the UI as a JS tree (lightweight).</a:t>
            </a:r>
          </a:p>
          <a:p>
            <a:pPr marL="12700" marR="5080"/>
            <a:r>
              <a:rPr lang="en-US" sz="1400" kern="0" spc="-80" dirty="0">
                <a:solidFill>
                  <a:schemeClr val="accent6"/>
                </a:solidFill>
              </a:rPr>
              <a:t>When state changes, they rebuild a new VDOM.</a:t>
            </a:r>
          </a:p>
          <a:p>
            <a:pPr marL="12700" marR="5080"/>
            <a:r>
              <a:rPr lang="en-US" sz="1400" kern="0" spc="-80" dirty="0">
                <a:solidFill>
                  <a:schemeClr val="accent6"/>
                </a:solidFill>
              </a:rPr>
              <a:t>Compare the new VDOM with the previous one (diffing).</a:t>
            </a:r>
          </a:p>
          <a:p>
            <a:pPr marL="12700" marR="5080"/>
            <a:r>
              <a:rPr lang="en-US" sz="1400" kern="0" spc="-80" dirty="0">
                <a:solidFill>
                  <a:schemeClr val="accent6"/>
                </a:solidFill>
              </a:rPr>
              <a:t>Find minimum necessary changes.</a:t>
            </a:r>
          </a:p>
          <a:p>
            <a:pPr marL="12700" marR="5080"/>
            <a:r>
              <a:rPr lang="en-US" sz="1400" kern="0" spc="-80" dirty="0">
                <a:solidFill>
                  <a:schemeClr val="accent6"/>
                </a:solidFill>
              </a:rPr>
              <a:t>Apply only those changes to the real DOM.</a:t>
            </a:r>
          </a:p>
          <a:p>
            <a:pPr marL="12700" marR="5080"/>
            <a:r>
              <a:rPr lang="en-US" sz="1400" kern="0" spc="-80" dirty="0">
                <a:solidFill>
                  <a:schemeClr val="accent6"/>
                </a:solidFill>
              </a:rPr>
              <a:t>This optimization is key.</a:t>
            </a:r>
          </a:p>
          <a:p>
            <a:pPr marL="12700" marR="5080"/>
            <a:endParaRPr lang="en-US" sz="1400" kern="0" spc="-80" dirty="0">
              <a:solidFill>
                <a:schemeClr val="accent6"/>
              </a:solidFill>
            </a:endParaRPr>
          </a:p>
          <a:p>
            <a:pPr marL="12700" marR="5080"/>
            <a:r>
              <a:rPr lang="en-US" sz="1400" kern="0" spc="-80" dirty="0">
                <a:solidFill>
                  <a:schemeClr val="accent2"/>
                </a:solidFill>
              </a:rPr>
              <a:t>✅ 3. How the Virtual DOM diffing works (intuitively)</a:t>
            </a:r>
          </a:p>
          <a:p>
            <a:pPr marL="12700" marR="5080"/>
            <a:r>
              <a:rPr lang="en-US" sz="1400" kern="0" spc="-80" dirty="0">
                <a:solidFill>
                  <a:schemeClr val="accent6"/>
                </a:solidFill>
              </a:rPr>
              <a:t>Imagine old UI:</a:t>
            </a:r>
          </a:p>
          <a:p>
            <a:pPr marL="12700" marR="5080"/>
            <a:r>
              <a:rPr lang="en-US" sz="1400" kern="0" spc="-80" dirty="0">
                <a:solidFill>
                  <a:schemeClr val="accent6"/>
                </a:solidFill>
              </a:rPr>
              <a:t>&lt;div&gt;</a:t>
            </a:r>
          </a:p>
          <a:p>
            <a:pPr marL="12700" marR="5080"/>
            <a:r>
              <a:rPr lang="en-US" sz="1400" kern="0" spc="-80" dirty="0">
                <a:solidFill>
                  <a:schemeClr val="accent6"/>
                </a:solidFill>
              </a:rPr>
              <a:t>  &lt;p&gt;Hello&lt;/p&gt;</a:t>
            </a:r>
          </a:p>
          <a:p>
            <a:pPr marL="12700" marR="5080"/>
            <a:r>
              <a:rPr lang="en-US" sz="1400" kern="0" spc="-80" dirty="0">
                <a:solidFill>
                  <a:schemeClr val="accent6"/>
                </a:solidFill>
              </a:rPr>
              <a:t>  &lt;button&gt;Click&lt;/button&gt;</a:t>
            </a:r>
          </a:p>
          <a:p>
            <a:pPr marL="12700" marR="5080"/>
            <a:r>
              <a:rPr lang="en-US" sz="1400" kern="0" spc="-80" dirty="0">
                <a:solidFill>
                  <a:schemeClr val="accent6"/>
                </a:solidFill>
              </a:rPr>
              <a:t>&lt;/div&gt;</a:t>
            </a:r>
          </a:p>
          <a:p>
            <a:pPr marL="12700" marR="5080"/>
            <a:r>
              <a:rPr lang="en-US" sz="1400" kern="0" spc="-80" dirty="0">
                <a:solidFill>
                  <a:schemeClr val="accent6"/>
                </a:solidFill>
              </a:rPr>
              <a:t>New UI after state change:</a:t>
            </a:r>
          </a:p>
          <a:p>
            <a:pPr marL="12700" marR="5080"/>
            <a:r>
              <a:rPr lang="en-US" sz="1400" kern="0" spc="-80" dirty="0">
                <a:solidFill>
                  <a:schemeClr val="accent6"/>
                </a:solidFill>
              </a:rPr>
              <a:t>&lt;div&gt;</a:t>
            </a:r>
          </a:p>
          <a:p>
            <a:pPr marL="12700" marR="5080"/>
            <a:r>
              <a:rPr lang="en-US" sz="1400" kern="0" spc="-80" dirty="0">
                <a:solidFill>
                  <a:schemeClr val="accent6"/>
                </a:solidFill>
              </a:rPr>
              <a:t>  </a:t>
            </a:r>
            <a:endParaRPr lang="en-US" sz="1400" b="0" kern="0" spc="-80" dirty="0">
              <a:solidFill>
                <a:schemeClr val="accent2"/>
              </a:solidFill>
            </a:endParaRPr>
          </a:p>
        </p:txBody>
      </p:sp>
    </p:spTree>
    <p:extLst>
      <p:ext uri="{BB962C8B-B14F-4D97-AF65-F5344CB8AC3E}">
        <p14:creationId xmlns:p14="http://schemas.microsoft.com/office/powerpoint/2010/main" val="3774520429"/>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D632BE-1B58-3D00-D686-8E35EC71132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161F8D5-7EB9-763B-BAF6-0D7B21F7C90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0B19A6C-133B-C7C7-5157-D7D87941A47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DD3D66F-3BEB-4F45-608C-374FE024F5D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A8830A2-EC56-6CCD-990F-F63A10A7E21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CC532C9-3BC2-0D73-C156-E5450E0E45F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062A595-6314-3EC3-048F-098C02C47A4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785594C-A8EB-177A-40E3-F6D36F24AB6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31A9293-4692-D5E8-039E-9AA9FAD1C3C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DE8A4CE-FD50-303A-B9E6-35FCD789552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0EA57B1-6E7D-1B6E-A177-B6602B8481AA}"/>
              </a:ext>
            </a:extLst>
          </p:cNvPr>
          <p:cNvSpPr txBox="1">
            <a:spLocks/>
          </p:cNvSpPr>
          <p:nvPr/>
        </p:nvSpPr>
        <p:spPr>
          <a:xfrm>
            <a:off x="152400" y="6858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DOM vs VDOM(Virtual DOM)</a:t>
            </a:r>
          </a:p>
          <a:p>
            <a:pPr marL="12700" marR="5080"/>
            <a:r>
              <a:rPr lang="en-US" sz="1400" kern="0" spc="-80" dirty="0">
                <a:solidFill>
                  <a:schemeClr val="accent6"/>
                </a:solidFill>
              </a:rPr>
              <a:t>&lt;p&gt;Hello World&lt;/p&gt;</a:t>
            </a:r>
          </a:p>
          <a:p>
            <a:pPr marL="12700" marR="5080"/>
            <a:r>
              <a:rPr lang="en-US" sz="1400" kern="0" spc="-80" dirty="0">
                <a:solidFill>
                  <a:schemeClr val="accent6"/>
                </a:solidFill>
              </a:rPr>
              <a:t>  &lt;button&gt;Click&lt;/button&gt;</a:t>
            </a:r>
          </a:p>
          <a:p>
            <a:pPr marL="12700" marR="5080"/>
            <a:r>
              <a:rPr lang="en-US" sz="1400" kern="0" spc="-80" dirty="0">
                <a:solidFill>
                  <a:schemeClr val="accent6"/>
                </a:solidFill>
              </a:rPr>
              <a:t>&lt;/div&gt;</a:t>
            </a:r>
          </a:p>
          <a:p>
            <a:pPr marL="12700" marR="5080"/>
            <a:r>
              <a:rPr lang="en-US" sz="1400" kern="0" spc="-80" dirty="0">
                <a:solidFill>
                  <a:schemeClr val="accent2"/>
                </a:solidFill>
              </a:rPr>
              <a:t>Virtual DOM compares node by node:</a:t>
            </a:r>
          </a:p>
          <a:p>
            <a:pPr marL="12700" marR="5080"/>
            <a:r>
              <a:rPr lang="en-US" sz="1400" kern="0" spc="-80" dirty="0">
                <a:solidFill>
                  <a:schemeClr val="accent2"/>
                </a:solidFill>
              </a:rPr>
              <a:t>Node	         Old	                    New	                              Action</a:t>
            </a:r>
          </a:p>
          <a:p>
            <a:pPr marL="12700" marR="5080"/>
            <a:r>
              <a:rPr lang="en-US" sz="1400" kern="0" spc="-80" dirty="0">
                <a:solidFill>
                  <a:schemeClr val="accent6"/>
                </a:solidFill>
              </a:rPr>
              <a:t>&lt;p&gt; text	         “Hello"	"Hello World"	           Update text only</a:t>
            </a:r>
          </a:p>
          <a:p>
            <a:pPr marL="12700" marR="5080"/>
            <a:r>
              <a:rPr lang="en-US" sz="1400" kern="0" spc="-80" dirty="0">
                <a:solidFill>
                  <a:schemeClr val="accent6"/>
                </a:solidFill>
              </a:rPr>
              <a:t>&lt;button&gt;	         same	                    same	                              Do nothing</a:t>
            </a:r>
          </a:p>
          <a:p>
            <a:pPr marL="12700" marR="5080"/>
            <a:r>
              <a:rPr lang="en-US" sz="1400" kern="0" spc="-80" dirty="0">
                <a:solidFill>
                  <a:schemeClr val="accent6"/>
                </a:solidFill>
              </a:rPr>
              <a:t>So the browser only updates the text — not the whole structure.</a:t>
            </a:r>
          </a:p>
          <a:p>
            <a:pPr marL="12700" marR="5080"/>
            <a:r>
              <a:rPr lang="en-US" sz="1400" kern="0" spc="-80" dirty="0">
                <a:solidFill>
                  <a:schemeClr val="accent6"/>
                </a:solidFill>
              </a:rPr>
              <a:t>This is more efficient than re-rendering everything.</a:t>
            </a:r>
          </a:p>
          <a:p>
            <a:pPr marL="12700" marR="5080"/>
            <a:endParaRPr lang="en-US" sz="1400" kern="0" spc="-80" dirty="0">
              <a:solidFill>
                <a:schemeClr val="accent6"/>
              </a:solidFill>
            </a:endParaRPr>
          </a:p>
          <a:p>
            <a:pPr marL="12700" marR="5080"/>
            <a:r>
              <a:rPr lang="en-US" sz="1400" kern="0" spc="-80" dirty="0">
                <a:solidFill>
                  <a:schemeClr val="accent2"/>
                </a:solidFill>
              </a:rPr>
              <a:t>✅ 4. Why Virtual DOM is faster than direct DOM manipulation</a:t>
            </a:r>
          </a:p>
          <a:p>
            <a:pPr marL="12700" marR="5080"/>
            <a:r>
              <a:rPr lang="en-US" sz="1400" kern="0" spc="-80" dirty="0">
                <a:solidFill>
                  <a:schemeClr val="accent6"/>
                </a:solidFill>
              </a:rPr>
              <a:t>Operation	Cost</a:t>
            </a:r>
          </a:p>
          <a:p>
            <a:pPr marL="12700" marR="5080"/>
            <a:r>
              <a:rPr lang="en-US" sz="1400" kern="0" spc="-80" dirty="0">
                <a:solidFill>
                  <a:schemeClr val="accent6"/>
                </a:solidFill>
              </a:rPr>
              <a:t>Updating Real DOM frequently	                                   Expensive (causes reflows &amp; repaints)</a:t>
            </a:r>
          </a:p>
          <a:p>
            <a:pPr marL="12700" marR="5080"/>
            <a:r>
              <a:rPr lang="en-US" sz="1400" kern="0" spc="-80" dirty="0">
                <a:solidFill>
                  <a:schemeClr val="accent6"/>
                </a:solidFill>
              </a:rPr>
              <a:t>Updating Virtual DOM (JavaScript object)	                Very cheap</a:t>
            </a:r>
          </a:p>
          <a:p>
            <a:pPr marL="12700" marR="5080"/>
            <a:r>
              <a:rPr lang="en-US" sz="1400" kern="0" spc="-80" dirty="0">
                <a:solidFill>
                  <a:schemeClr val="accent6"/>
                </a:solidFill>
              </a:rPr>
              <a:t>Applying only minimal final changes	                Efficient</a:t>
            </a:r>
          </a:p>
          <a:p>
            <a:pPr marL="12700" marR="5080"/>
            <a:r>
              <a:rPr lang="en-US" sz="1400" kern="0" spc="-80" dirty="0">
                <a:solidFill>
                  <a:schemeClr val="accent2"/>
                </a:solidFill>
              </a:rPr>
              <a:t>Thus:</a:t>
            </a:r>
          </a:p>
          <a:p>
            <a:pPr marL="12700" marR="5080"/>
            <a:r>
              <a:rPr lang="en-US" sz="1400" kern="0" spc="-80" dirty="0">
                <a:solidFill>
                  <a:schemeClr val="accent6"/>
                </a:solidFill>
              </a:rPr>
              <a:t>Virtual DOM reduces unnecessary DOM work.</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75993360"/>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ABBB5-3D47-508F-1A97-A8A21E0BDA9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9D0BC1-3A76-F8A1-4126-BF2F001AD78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10E92B1-7B6F-D727-070A-6CF077D12DF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6133F79-4C3E-7291-8AA4-38921646BCB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B269C09-879E-67F3-E716-E10A5B080FD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839F7B2-A773-B64B-F21A-8B837A89CB5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B89B6DD-C663-09E7-124C-719F0C01B4D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49DA4F2-C79A-320A-168F-0845A6D3542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A129F03-0E92-514B-98F4-95D94F6FF07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C99ABAB-5F87-38FA-23A9-FA85B38747A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0F36A01-34B1-E60A-7C51-DD4A4E608886}"/>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DOM vs VDOM(Virtual DOM)</a:t>
            </a:r>
          </a:p>
          <a:p>
            <a:pPr marL="12700" marR="5080"/>
            <a:r>
              <a:rPr lang="en-US" sz="1400" kern="0" spc="-80" dirty="0">
                <a:solidFill>
                  <a:schemeClr val="accent2"/>
                </a:solidFill>
              </a:rPr>
              <a:t>✅ 5. DOM vs Virtual DOM — Side-by-Side</a:t>
            </a:r>
          </a:p>
          <a:p>
            <a:pPr marL="12700" marR="5080"/>
            <a:r>
              <a:rPr lang="en-US" sz="1400" kern="0" spc="-80" dirty="0">
                <a:solidFill>
                  <a:schemeClr val="accent2"/>
                </a:solidFill>
              </a:rPr>
              <a:t>Feature	                   DOM	                                         Virtual DOM</a:t>
            </a:r>
          </a:p>
          <a:p>
            <a:pPr marL="12700" marR="5080"/>
            <a:r>
              <a:rPr lang="en-US" sz="1400" kern="0" spc="-80" dirty="0">
                <a:solidFill>
                  <a:schemeClr val="accent6"/>
                </a:solidFill>
              </a:rPr>
              <a:t>Representation	Browser tree structure	  Lightweight JS object tree</a:t>
            </a:r>
          </a:p>
          <a:p>
            <a:pPr marL="12700" marR="5080"/>
            <a:r>
              <a:rPr lang="en-US" sz="1400" kern="0" spc="-80" dirty="0">
                <a:solidFill>
                  <a:schemeClr val="accent6"/>
                </a:solidFill>
              </a:rPr>
              <a:t>Update Cost	High (reflow, repaint)	                     Low (simple object diffing)</a:t>
            </a:r>
          </a:p>
          <a:p>
            <a:pPr marL="12700" marR="5080"/>
            <a:r>
              <a:rPr lang="en-US" sz="1400" kern="0" spc="-80" dirty="0">
                <a:solidFill>
                  <a:schemeClr val="accent6"/>
                </a:solidFill>
              </a:rPr>
              <a:t>Rendering Strategy	Directly changes elements	  Batch updates after diffing</a:t>
            </a:r>
          </a:p>
          <a:p>
            <a:pPr marL="12700" marR="5080"/>
            <a:r>
              <a:rPr lang="en-US" sz="1400" kern="0" spc="-80" dirty="0">
                <a:solidFill>
                  <a:schemeClr val="accent6"/>
                </a:solidFill>
              </a:rPr>
              <a:t>Speed	                   Can be slow for large UI updates	  Usually faster in complex UIs</a:t>
            </a:r>
          </a:p>
          <a:p>
            <a:pPr marL="12700" marR="5080"/>
            <a:r>
              <a:rPr lang="en-US" sz="1400" kern="0" spc="-80" dirty="0">
                <a:solidFill>
                  <a:schemeClr val="accent6"/>
                </a:solidFill>
              </a:rPr>
              <a:t>Used In	                   Vanilla JS, jQuery	                     React, </a:t>
            </a:r>
            <a:r>
              <a:rPr lang="en-US" sz="1400" kern="0" spc="-80" dirty="0" err="1">
                <a:solidFill>
                  <a:schemeClr val="accent6"/>
                </a:solidFill>
              </a:rPr>
              <a:t>Preact</a:t>
            </a:r>
            <a:r>
              <a:rPr lang="en-US" sz="1400" kern="0" spc="-80" dirty="0">
                <a:solidFill>
                  <a:schemeClr val="accent6"/>
                </a:solidFill>
              </a:rPr>
              <a:t>, Vue (older versions), etc.</a:t>
            </a:r>
          </a:p>
          <a:p>
            <a:pPr marL="12700" marR="5080"/>
            <a:endParaRPr lang="en-US" sz="1400" kern="0" spc="-80" dirty="0">
              <a:solidFill>
                <a:schemeClr val="accent6"/>
              </a:solidFill>
            </a:endParaRPr>
          </a:p>
          <a:p>
            <a:pPr marL="12700" marR="5080"/>
            <a:r>
              <a:rPr lang="en-US" sz="1400" kern="0" spc="-80" dirty="0">
                <a:solidFill>
                  <a:schemeClr val="accent2"/>
                </a:solidFill>
              </a:rPr>
              <a:t>✅ 6. Does Virtual DOM always improve performance?</a:t>
            </a:r>
          </a:p>
          <a:p>
            <a:pPr marL="12700" marR="5080"/>
            <a:r>
              <a:rPr lang="en-US" sz="1400" kern="0" spc="-80" dirty="0">
                <a:solidFill>
                  <a:schemeClr val="accent6"/>
                </a:solidFill>
              </a:rPr>
              <a:t>No.</a:t>
            </a:r>
          </a:p>
          <a:p>
            <a:pPr marL="12700" marR="5080"/>
            <a:r>
              <a:rPr lang="en-US" sz="1400" kern="0" spc="-80" dirty="0">
                <a:solidFill>
                  <a:schemeClr val="accent6"/>
                </a:solidFill>
              </a:rPr>
              <a:t>If your UI updates rarely or DOM is small, Virtual DOM overhead can be unnecessary.</a:t>
            </a:r>
          </a:p>
          <a:p>
            <a:pPr marL="12700" marR="5080"/>
            <a:r>
              <a:rPr lang="en-US" sz="1400" kern="0" spc="-80" dirty="0">
                <a:solidFill>
                  <a:schemeClr val="accent2"/>
                </a:solidFill>
              </a:rPr>
              <a:t>Example:</a:t>
            </a:r>
          </a:p>
          <a:p>
            <a:pPr marL="12700" marR="5080"/>
            <a:r>
              <a:rPr lang="en-US" sz="1400" kern="0" spc="-80" dirty="0">
                <a:solidFill>
                  <a:schemeClr val="accent6"/>
                </a:solidFill>
              </a:rPr>
              <a:t>For a simple static page → Virtual DOM is slower.</a:t>
            </a:r>
          </a:p>
          <a:p>
            <a:pPr marL="12700" marR="5080"/>
            <a:r>
              <a:rPr lang="en-US" sz="1400" kern="0" spc="-80" dirty="0">
                <a:solidFill>
                  <a:schemeClr val="accent6"/>
                </a:solidFill>
              </a:rPr>
              <a:t>For large apps with frequent UI updates → Virtual DOM is faster.</a:t>
            </a:r>
          </a:p>
          <a:p>
            <a:pPr marL="12700" marR="5080"/>
            <a:endParaRPr lang="en-US" sz="1400" kern="0" spc="-80" dirty="0">
              <a:solidFill>
                <a:schemeClr val="accent6"/>
              </a:solidFill>
            </a:endParaRPr>
          </a:p>
          <a:p>
            <a:pPr marL="12700" marR="5080"/>
            <a:r>
              <a:rPr lang="en-US" sz="1400" kern="0" spc="-80" dirty="0">
                <a:solidFill>
                  <a:schemeClr val="accent2"/>
                </a:solidFill>
              </a:rPr>
              <a:t>✅ 7. Modern Trend: Moving Beyond Virtual DOM</a:t>
            </a:r>
          </a:p>
          <a:p>
            <a:pPr marL="12700" marR="5080"/>
            <a:r>
              <a:rPr lang="en-US" sz="1400" kern="0" spc="-80" dirty="0">
                <a:solidFill>
                  <a:schemeClr val="accent6"/>
                </a:solidFill>
              </a:rPr>
              <a:t>Some modern frameworks avoid Virtual DOM entirely:</a:t>
            </a:r>
          </a:p>
          <a:p>
            <a:pPr marL="12700" marR="5080"/>
            <a:r>
              <a:rPr lang="en-US" sz="1400" kern="0" spc="-80" dirty="0">
                <a:solidFill>
                  <a:schemeClr val="accent2"/>
                </a:solidFill>
              </a:rPr>
              <a:t>Framework                       Approach	                                       Why Faster</a:t>
            </a:r>
          </a:p>
          <a:p>
            <a:pPr marL="12700" marR="5080"/>
            <a:r>
              <a:rPr lang="en-US" sz="1400" kern="0" spc="-80" dirty="0">
                <a:solidFill>
                  <a:schemeClr val="accent6"/>
                </a:solidFill>
              </a:rPr>
              <a:t>Svelte	                        Compiles to direct DOM instructions	No VDOM overhead</a:t>
            </a:r>
          </a:p>
          <a:p>
            <a:pPr marL="12700" marR="5080"/>
            <a:r>
              <a:rPr lang="en-US" sz="1400" kern="0" spc="-80" dirty="0" err="1">
                <a:solidFill>
                  <a:schemeClr val="accent6"/>
                </a:solidFill>
              </a:rPr>
              <a:t>SolidJS</a:t>
            </a:r>
            <a:r>
              <a:rPr lang="en-US" sz="1400" kern="0" spc="-80" dirty="0">
                <a:solidFill>
                  <a:schemeClr val="accent6"/>
                </a:solidFill>
              </a:rPr>
              <a:t>	                        Fine-grained reactivity	                    Updates only affected nodes</a:t>
            </a:r>
          </a:p>
          <a:p>
            <a:pPr marL="12700" marR="5080"/>
            <a:r>
              <a:rPr lang="en-US" sz="1400" kern="0" spc="-80" dirty="0">
                <a:solidFill>
                  <a:schemeClr val="accent6"/>
                </a:solidFill>
              </a:rPr>
              <a:t>Angular/React Signals    Track state dependencies	                    Skip diffing entirely</a:t>
            </a:r>
          </a:p>
          <a:p>
            <a:pPr marL="12700" marR="5080"/>
            <a:r>
              <a:rPr lang="en-US" sz="1400" kern="0" spc="-80" dirty="0">
                <a:solidFill>
                  <a:schemeClr val="accent6"/>
                </a:solidFill>
              </a:rPr>
              <a:t>So Virtual DOM was a solution for scalability, but new solutions are emerging.</a:t>
            </a:r>
          </a:p>
          <a:p>
            <a:pPr marL="12700" marR="5080"/>
            <a:endParaRPr lang="en-US" sz="1400" b="0" kern="0" spc="-80" dirty="0">
              <a:solidFill>
                <a:schemeClr val="accent2"/>
              </a:solidFill>
            </a:endParaRPr>
          </a:p>
        </p:txBody>
      </p:sp>
    </p:spTree>
    <p:extLst>
      <p:ext uri="{BB962C8B-B14F-4D97-AF65-F5344CB8AC3E}">
        <p14:creationId xmlns:p14="http://schemas.microsoft.com/office/powerpoint/2010/main" val="2266716794"/>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955FA-EF2B-B3BA-3665-9621F706908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3A19F5-96BC-072D-1772-C5A57F63C20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9EDB8A5-0B89-F277-12BD-004DCD424EC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A28C612-D9B4-93CB-5B48-4B8B24B0E51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A5A43CD-ED7F-5B7A-78A0-1F8E99C6419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F01F19E-7DEB-91CE-2436-6907CE5FCCC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7D774F7-17E3-0151-243C-6D2ACBF05D1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126F872-4975-CFD3-1BB0-E09A7101E00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ACC9EDF-EE0B-6D80-E930-A3E4979A53D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AA925E4-6329-FD6D-FB52-8812E30F340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54B2933-6745-9E4F-222B-B5E50716C8E5}"/>
              </a:ext>
            </a:extLst>
          </p:cNvPr>
          <p:cNvSpPr txBox="1">
            <a:spLocks/>
          </p:cNvSpPr>
          <p:nvPr/>
        </p:nvSpPr>
        <p:spPr>
          <a:xfrm>
            <a:off x="152400" y="685800"/>
            <a:ext cx="8624937" cy="22467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DOM vs VDOM(Virtual DOM)</a:t>
            </a:r>
          </a:p>
          <a:p>
            <a:pPr marL="12700" marR="5080"/>
            <a:r>
              <a:rPr lang="en-US" sz="1400" kern="0" spc="-80" dirty="0">
                <a:solidFill>
                  <a:schemeClr val="accent2"/>
                </a:solidFill>
              </a:rPr>
              <a:t>🧠 Summary</a:t>
            </a:r>
          </a:p>
          <a:p>
            <a:pPr marL="12700" marR="5080"/>
            <a:r>
              <a:rPr lang="en-US" sz="1400" kern="0" spc="-80" dirty="0">
                <a:solidFill>
                  <a:schemeClr val="accent2"/>
                </a:solidFill>
              </a:rPr>
              <a:t>Concept	                    Explanation</a:t>
            </a:r>
          </a:p>
          <a:p>
            <a:pPr marL="12700" marR="5080"/>
            <a:r>
              <a:rPr lang="en-US" sz="1400" kern="0" spc="-80" dirty="0">
                <a:solidFill>
                  <a:schemeClr val="accent6"/>
                </a:solidFill>
              </a:rPr>
              <a:t>DOM	                    Browser representation of UI — slow to update frequently</a:t>
            </a:r>
          </a:p>
          <a:p>
            <a:pPr marL="12700" marR="5080"/>
            <a:r>
              <a:rPr lang="en-US" sz="1400" kern="0" spc="-80" dirty="0">
                <a:solidFill>
                  <a:schemeClr val="accent6"/>
                </a:solidFill>
              </a:rPr>
              <a:t>Virtual DOM	JS copy of the DOM to compute minimal changes</a:t>
            </a:r>
          </a:p>
          <a:p>
            <a:pPr marL="12700" marR="5080"/>
            <a:r>
              <a:rPr lang="en-US" sz="1400" kern="0" spc="-80" dirty="0">
                <a:solidFill>
                  <a:schemeClr val="accent6"/>
                </a:solidFill>
              </a:rPr>
              <a:t>Benefit	                    Reduces expensive DOM operations by batching updates</a:t>
            </a:r>
          </a:p>
          <a:p>
            <a:pPr marL="12700" marR="5080"/>
            <a:r>
              <a:rPr lang="en-US" sz="1400" kern="0" spc="-80" dirty="0">
                <a:solidFill>
                  <a:schemeClr val="accent6"/>
                </a:solidFill>
              </a:rPr>
              <a:t>Limitation	                    Has overhead — not always fastest</a:t>
            </a:r>
          </a:p>
          <a:p>
            <a:pPr marL="12700" marR="5080"/>
            <a:r>
              <a:rPr lang="en-US" sz="1400" kern="0" spc="-80" dirty="0">
                <a:solidFill>
                  <a:schemeClr val="accent6"/>
                </a:solidFill>
              </a:rPr>
              <a:t>Future	                    Signals, fine-grained reactivity, compilation (Svelte, Solid, Angular Signals)</a:t>
            </a:r>
          </a:p>
          <a:p>
            <a:pPr marL="12700" marR="5080"/>
            <a:endParaRPr lang="en-US" sz="1400" b="0" kern="0" spc="-80" dirty="0">
              <a:solidFill>
                <a:schemeClr val="accent2"/>
              </a:solidFill>
            </a:endParaRPr>
          </a:p>
        </p:txBody>
      </p:sp>
    </p:spTree>
    <p:extLst>
      <p:ext uri="{BB962C8B-B14F-4D97-AF65-F5344CB8AC3E}">
        <p14:creationId xmlns:p14="http://schemas.microsoft.com/office/powerpoint/2010/main" val="1257381260"/>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D2600-8841-D1A4-654A-9C5968A53A3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5835BC4-CEA0-8475-F2E1-01C3942A0EE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B4D0B08-FDAC-8A3A-361C-911C82C0B98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32BE504-EA23-716E-5F20-06870643003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BF17801-64CC-750A-B313-CBD46137FA0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A0654DC-C28A-1D04-FA57-FCAF33CF9C9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9BC967E-39A7-ACA2-DF30-065C054F98E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FF4CF78-72F6-5DCB-B921-CB580E13B02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B3627FF-6DDD-4AA9-1872-B12EE8EADC0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09BA224-C443-BC4D-DF2E-1D3DC029171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9DB8519-4B9B-2811-003B-BC36209DC462}"/>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1. What Are Component-Based JavaScript Frameworks?</a:t>
            </a:r>
          </a:p>
          <a:p>
            <a:pPr marL="12700" marR="5080"/>
            <a:r>
              <a:rPr lang="en-US" sz="1400" kern="0" spc="-80" dirty="0">
                <a:solidFill>
                  <a:schemeClr val="accent6"/>
                </a:solidFill>
              </a:rPr>
              <a:t>Component-based frameworks structure the UI as independent, reusable, self-contained units (components). Components are composable, reusable, and (usually) hierarchical.</a:t>
            </a:r>
          </a:p>
          <a:p>
            <a:pPr marL="12700" marR="5080"/>
            <a:r>
              <a:rPr lang="en-US" sz="1400" kern="0" spc="-80" dirty="0">
                <a:solidFill>
                  <a:schemeClr val="accent2"/>
                </a:solidFill>
              </a:rPr>
              <a:t>Each component typically manages:</a:t>
            </a:r>
          </a:p>
          <a:p>
            <a:pPr marL="12700" marR="5080"/>
            <a:r>
              <a:rPr lang="en-US" sz="1400" kern="0" spc="-80" dirty="0">
                <a:solidFill>
                  <a:schemeClr val="accent6"/>
                </a:solidFill>
              </a:rPr>
              <a:t>UI (template or JSX/TSX)</a:t>
            </a:r>
          </a:p>
          <a:p>
            <a:pPr marL="12700" marR="5080"/>
            <a:r>
              <a:rPr lang="en-US" sz="1400" kern="0" spc="-80" dirty="0">
                <a:solidFill>
                  <a:schemeClr val="accent6"/>
                </a:solidFill>
              </a:rPr>
              <a:t>State (data)</a:t>
            </a:r>
          </a:p>
          <a:p>
            <a:pPr marL="12700" marR="5080"/>
            <a:r>
              <a:rPr lang="en-US" sz="1400" kern="0" spc="-80" dirty="0">
                <a:solidFill>
                  <a:schemeClr val="accent6"/>
                </a:solidFill>
              </a:rPr>
              <a:t>Logic (event handlers)</a:t>
            </a:r>
          </a:p>
          <a:p>
            <a:pPr marL="12700" marR="5080"/>
            <a:r>
              <a:rPr lang="en-US" sz="1400" kern="0" spc="-80" dirty="0">
                <a:solidFill>
                  <a:schemeClr val="accent6"/>
                </a:solidFill>
              </a:rPr>
              <a:t>Lifecycle</a:t>
            </a:r>
          </a:p>
          <a:p>
            <a:pPr marL="12700" marR="5080"/>
            <a:r>
              <a:rPr lang="en-US" sz="1400" kern="0" spc="-80" dirty="0">
                <a:solidFill>
                  <a:schemeClr val="accent6"/>
                </a:solidFill>
              </a:rPr>
              <a:t>Styling (CSS modules, scoped styles, CSS-in-JS)</a:t>
            </a:r>
          </a:p>
          <a:p>
            <a:pPr marL="12700" marR="5080"/>
            <a:r>
              <a:rPr lang="en-US" sz="1400" kern="0" spc="-80" dirty="0">
                <a:solidFill>
                  <a:schemeClr val="accent2"/>
                </a:solidFill>
              </a:rPr>
              <a:t>Examples:</a:t>
            </a:r>
          </a:p>
          <a:p>
            <a:pPr marL="12700" marR="5080"/>
            <a:r>
              <a:rPr lang="en-US" sz="1400" kern="0" spc="-80" dirty="0">
                <a:solidFill>
                  <a:schemeClr val="accent6"/>
                </a:solidFill>
              </a:rPr>
              <a:t>React</a:t>
            </a:r>
          </a:p>
          <a:p>
            <a:pPr marL="12700" marR="5080"/>
            <a:r>
              <a:rPr lang="en-US" sz="1400" kern="0" spc="-80" dirty="0">
                <a:solidFill>
                  <a:schemeClr val="accent6"/>
                </a:solidFill>
              </a:rPr>
              <a:t>Vue</a:t>
            </a:r>
          </a:p>
          <a:p>
            <a:pPr marL="12700" marR="5080"/>
            <a:r>
              <a:rPr lang="en-US" sz="1400" kern="0" spc="-80" dirty="0">
                <a:solidFill>
                  <a:schemeClr val="accent6"/>
                </a:solidFill>
              </a:rPr>
              <a:t>Angular</a:t>
            </a:r>
          </a:p>
          <a:p>
            <a:pPr marL="12700" marR="5080"/>
            <a:r>
              <a:rPr lang="en-US" sz="1400" kern="0" spc="-80" dirty="0">
                <a:solidFill>
                  <a:schemeClr val="accent6"/>
                </a:solidFill>
              </a:rPr>
              <a:t>Svelte</a:t>
            </a:r>
          </a:p>
          <a:p>
            <a:pPr marL="12700" marR="5080"/>
            <a:r>
              <a:rPr lang="en-US" sz="1400" kern="0" spc="-80" dirty="0" err="1">
                <a:solidFill>
                  <a:schemeClr val="accent6"/>
                </a:solidFill>
              </a:rPr>
              <a:t>SolidJS</a:t>
            </a:r>
            <a:endParaRPr lang="en-US" sz="1400" kern="0" spc="-80" dirty="0">
              <a:solidFill>
                <a:schemeClr val="accent6"/>
              </a:solidFill>
            </a:endParaRPr>
          </a:p>
          <a:p>
            <a:pPr marL="12700" marR="5080"/>
            <a:r>
              <a:rPr lang="en-US" sz="1400" kern="0" spc="-80" dirty="0" err="1">
                <a:solidFill>
                  <a:schemeClr val="accent6"/>
                </a:solidFill>
              </a:rPr>
              <a:t>Qwik</a:t>
            </a:r>
            <a:endParaRPr lang="en-US" sz="1400" kern="0" spc="-80" dirty="0">
              <a:solidFill>
                <a:schemeClr val="accent6"/>
              </a:solidFill>
            </a:endParaRPr>
          </a:p>
          <a:p>
            <a:pPr marL="12700" marR="5080"/>
            <a:r>
              <a:rPr lang="en-US" sz="1400" kern="0" spc="-80" dirty="0" err="1">
                <a:solidFill>
                  <a:schemeClr val="accent6"/>
                </a:solidFill>
              </a:rPr>
              <a:t>Preact</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 2. Core Concepts Across Component-Based Frameworks</a:t>
            </a:r>
          </a:p>
          <a:p>
            <a:pPr marL="12700" marR="5080"/>
            <a:r>
              <a:rPr lang="en-US" sz="1400" kern="0" spc="-80" dirty="0">
                <a:solidFill>
                  <a:schemeClr val="accent2"/>
                </a:solidFill>
              </a:rPr>
              <a:t>2.1 Component Structure</a:t>
            </a:r>
          </a:p>
          <a:p>
            <a:pPr marL="12700" marR="5080"/>
            <a:r>
              <a:rPr lang="en-US" sz="1400" kern="0" spc="-80" dirty="0">
                <a:solidFill>
                  <a:schemeClr val="accent6"/>
                </a:solidFill>
              </a:rPr>
              <a:t>Almost all frameworks share:</a:t>
            </a:r>
          </a:p>
          <a:p>
            <a:pPr marL="12700" marR="5080"/>
            <a:r>
              <a:rPr lang="en-US" sz="1400" kern="0" spc="-80" dirty="0">
                <a:solidFill>
                  <a:schemeClr val="accent6"/>
                </a:solidFill>
              </a:rPr>
              <a:t>Input data → props/inputs</a:t>
            </a:r>
          </a:p>
        </p:txBody>
      </p:sp>
    </p:spTree>
    <p:extLst>
      <p:ext uri="{BB962C8B-B14F-4D97-AF65-F5344CB8AC3E}">
        <p14:creationId xmlns:p14="http://schemas.microsoft.com/office/powerpoint/2010/main" val="1476364912"/>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75286-F25B-5671-230C-62A07E4DEB3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AC30439-5693-EEC5-D8D2-46063ABDEF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6AF9AB0-BEFC-CD78-8735-AADC5C418B1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DDEC362-1FC4-C652-EF93-61F5C823C54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F3D2C96-8D7D-8013-17E9-42952127B00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26FF37F-AD65-1E15-E7DB-6AFAED83E44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3CE3A17-28AE-6D90-4FA7-6D64C9976BF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117DBB7-930C-E889-B7E2-1B075748DC6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6A36BC8-6912-8DC1-1E15-D7814BDCEB1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4754B43-CBE3-6310-CF67-FA1179D2AF8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C3A98DE-CD2B-FF3B-9702-25EB5D28DB72}"/>
              </a:ext>
            </a:extLst>
          </p:cNvPr>
          <p:cNvSpPr txBox="1">
            <a:spLocks/>
          </p:cNvSpPr>
          <p:nvPr/>
        </p:nvSpPr>
        <p:spPr>
          <a:xfrm>
            <a:off x="152400" y="6858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2. Core Concepts Across Component-Based Frameworks</a:t>
            </a:r>
          </a:p>
          <a:p>
            <a:pPr marL="12700" marR="5080"/>
            <a:r>
              <a:rPr lang="en-US" sz="1400" kern="0" spc="-80" dirty="0">
                <a:solidFill>
                  <a:schemeClr val="accent2"/>
                </a:solidFill>
              </a:rPr>
              <a:t>2.1 Component Structure</a:t>
            </a:r>
          </a:p>
          <a:p>
            <a:pPr marL="12700" marR="5080"/>
            <a:r>
              <a:rPr lang="en-US" sz="1400" kern="0" spc="-80" dirty="0">
                <a:solidFill>
                  <a:schemeClr val="accent6"/>
                </a:solidFill>
              </a:rPr>
              <a:t>Internal state(local reactive values)</a:t>
            </a:r>
          </a:p>
          <a:p>
            <a:pPr marL="12700" marR="5080"/>
            <a:r>
              <a:rPr lang="en-US" sz="1400" kern="0" spc="-80" dirty="0">
                <a:solidFill>
                  <a:schemeClr val="accent6"/>
                </a:solidFill>
              </a:rPr>
              <a:t>Output UI → rendered DOM or VDOM</a:t>
            </a:r>
          </a:p>
          <a:p>
            <a:pPr marL="12700" marR="5080"/>
            <a:r>
              <a:rPr lang="en-US" sz="1400" kern="0" spc="-80" dirty="0">
                <a:solidFill>
                  <a:schemeClr val="accent6"/>
                </a:solidFill>
              </a:rPr>
              <a:t>Behavior(Events Handling and Lifecycle Logic/hooks)</a:t>
            </a:r>
          </a:p>
          <a:p>
            <a:pPr marL="12700" marR="5080"/>
            <a:r>
              <a:rPr lang="en-US" sz="1400" kern="0" spc="-80" dirty="0">
                <a:solidFill>
                  <a:schemeClr val="accent6"/>
                </a:solidFill>
              </a:rPr>
              <a:t>Reactivity system</a:t>
            </a:r>
          </a:p>
          <a:p>
            <a:pPr marL="12700" marR="5080"/>
            <a:endParaRPr lang="en-US" sz="1400" kern="0" spc="-80" dirty="0">
              <a:solidFill>
                <a:schemeClr val="accent6"/>
              </a:solidFill>
            </a:endParaRPr>
          </a:p>
          <a:p>
            <a:pPr marL="12700" marR="5080"/>
            <a:r>
              <a:rPr lang="en-US" sz="1400" kern="0" spc="-80" dirty="0">
                <a:solidFill>
                  <a:schemeClr val="accent2"/>
                </a:solidFill>
              </a:rPr>
              <a:t>2.2 Component anatomy</a:t>
            </a:r>
            <a:r>
              <a:rPr lang="en-US" sz="1400" kern="0" spc="-80" dirty="0">
                <a:solidFill>
                  <a:schemeClr val="accent6"/>
                </a:solidFill>
              </a:rPr>
              <a:t> </a:t>
            </a:r>
          </a:p>
          <a:p>
            <a:pPr marL="12700" marR="5080"/>
            <a:r>
              <a:rPr lang="en-US" sz="1400" kern="0" spc="-80" dirty="0">
                <a:solidFill>
                  <a:schemeClr val="accent6"/>
                </a:solidFill>
              </a:rPr>
              <a:t>— same building blocks, different names</a:t>
            </a:r>
          </a:p>
          <a:p>
            <a:pPr marL="12700" marR="5080"/>
            <a:r>
              <a:rPr lang="en-US" sz="1400" kern="0" spc="-80" dirty="0">
                <a:solidFill>
                  <a:schemeClr val="accent2"/>
                </a:solidFill>
              </a:rPr>
              <a:t>Props / Inputs / @Input </a:t>
            </a:r>
            <a:r>
              <a:rPr lang="en-US" sz="1400" kern="0" spc="-80" dirty="0">
                <a:solidFill>
                  <a:schemeClr val="accent6"/>
                </a:solidFill>
              </a:rPr>
              <a:t>— data passed from parent to child (React props, Vue props, Angular @Input).</a:t>
            </a:r>
          </a:p>
          <a:p>
            <a:pPr marL="12700" marR="5080"/>
            <a:r>
              <a:rPr lang="en-US" sz="1400" kern="0" spc="-80" dirty="0">
                <a:solidFill>
                  <a:schemeClr val="accent2"/>
                </a:solidFill>
              </a:rPr>
              <a:t>State / Signals / Reactive refs </a:t>
            </a:r>
            <a:r>
              <a:rPr lang="en-US" sz="1400" kern="0" spc="-80" dirty="0">
                <a:solidFill>
                  <a:schemeClr val="accent6"/>
                </a:solidFill>
              </a:rPr>
              <a:t>— internal mutable data (React </a:t>
            </a:r>
            <a:r>
              <a:rPr lang="en-US" sz="1400" kern="0" spc="-80" dirty="0" err="1">
                <a:solidFill>
                  <a:schemeClr val="accent6"/>
                </a:solidFill>
              </a:rPr>
              <a:t>useState</a:t>
            </a:r>
            <a:r>
              <a:rPr lang="en-US" sz="1400" kern="0" spc="-80" dirty="0">
                <a:solidFill>
                  <a:schemeClr val="accent6"/>
                </a:solidFill>
              </a:rPr>
              <a:t>, Vue ref/reactive, Svelte local variables, Solid </a:t>
            </a:r>
            <a:r>
              <a:rPr lang="en-US" sz="1400" kern="0" spc="-80" dirty="0" err="1">
                <a:solidFill>
                  <a:schemeClr val="accent6"/>
                </a:solidFill>
              </a:rPr>
              <a:t>createSignal</a:t>
            </a:r>
            <a:r>
              <a:rPr lang="en-US" sz="1400" kern="0" spc="-80" dirty="0">
                <a:solidFill>
                  <a:schemeClr val="accent6"/>
                </a:solidFill>
              </a:rPr>
              <a:t>).</a:t>
            </a:r>
          </a:p>
          <a:p>
            <a:pPr marL="12700" marR="5080"/>
            <a:r>
              <a:rPr lang="en-US" sz="1400" kern="0" spc="-80" dirty="0">
                <a:solidFill>
                  <a:schemeClr val="accent2"/>
                </a:solidFill>
              </a:rPr>
              <a:t>Template / JSX / View</a:t>
            </a:r>
            <a:r>
              <a:rPr lang="en-US" sz="1400" kern="0" spc="-80" dirty="0">
                <a:solidFill>
                  <a:schemeClr val="accent6"/>
                </a:solidFill>
              </a:rPr>
              <a:t> — markup: templates (Vue, Angular, Svelte) or JSX (React, </a:t>
            </a:r>
            <a:r>
              <a:rPr lang="en-US" sz="1400" kern="0" spc="-80" dirty="0" err="1">
                <a:solidFill>
                  <a:schemeClr val="accent6"/>
                </a:solidFill>
              </a:rPr>
              <a:t>Preact</a:t>
            </a:r>
            <a:r>
              <a:rPr lang="en-US" sz="1400" kern="0" spc="-80" dirty="0">
                <a:solidFill>
                  <a:schemeClr val="accent6"/>
                </a:solidFill>
              </a:rPr>
              <a:t>, Solid).</a:t>
            </a:r>
          </a:p>
          <a:p>
            <a:pPr marL="12700" marR="5080"/>
            <a:r>
              <a:rPr lang="en-US" sz="1400" kern="0" spc="-80" dirty="0">
                <a:solidFill>
                  <a:schemeClr val="accent2"/>
                </a:solidFill>
              </a:rPr>
              <a:t>Lifecycle hooks </a:t>
            </a:r>
            <a:r>
              <a:rPr lang="en-US" sz="1400" kern="0" spc="-80" dirty="0">
                <a:solidFill>
                  <a:schemeClr val="accent6"/>
                </a:solidFill>
              </a:rPr>
              <a:t>— mount/update/unmount phases exposed by each framework.</a:t>
            </a:r>
          </a:p>
          <a:p>
            <a:pPr marL="12700" marR="5080"/>
            <a:r>
              <a:rPr lang="en-US" sz="1400" kern="0" spc="-80" dirty="0">
                <a:solidFill>
                  <a:schemeClr val="accent2"/>
                </a:solidFill>
              </a:rPr>
              <a:t>Events / Outputs</a:t>
            </a:r>
            <a:r>
              <a:rPr lang="en-US" sz="1400" kern="0" spc="-80" dirty="0">
                <a:solidFill>
                  <a:schemeClr val="accent6"/>
                </a:solidFill>
              </a:rPr>
              <a:t> — child-to-parent communication (callbacks as props, $emit in Vue, @Output in Angular).</a:t>
            </a:r>
          </a:p>
          <a:p>
            <a:pPr marL="12700" marR="5080"/>
            <a:r>
              <a:rPr lang="en-US" sz="1400" kern="0" spc="-80" dirty="0">
                <a:solidFill>
                  <a:schemeClr val="accent2"/>
                </a:solidFill>
              </a:rPr>
              <a:t>Side effects</a:t>
            </a:r>
            <a:r>
              <a:rPr lang="en-US" sz="1400" kern="0" spc="-80" dirty="0">
                <a:solidFill>
                  <a:schemeClr val="accent6"/>
                </a:solidFill>
              </a:rPr>
              <a:t> — places to run async logic, subscriptions, DOM reads (React </a:t>
            </a:r>
            <a:r>
              <a:rPr lang="en-US" sz="1400" kern="0" spc="-80" dirty="0" err="1">
                <a:solidFill>
                  <a:schemeClr val="accent6"/>
                </a:solidFill>
              </a:rPr>
              <a:t>useEffect</a:t>
            </a:r>
            <a:r>
              <a:rPr lang="en-US" sz="1400" kern="0" spc="-80" dirty="0">
                <a:solidFill>
                  <a:schemeClr val="accent6"/>
                </a:solidFill>
              </a:rPr>
              <a:t>, Vue </a:t>
            </a:r>
            <a:r>
              <a:rPr lang="en-US" sz="1400" kern="0" spc="-80" dirty="0" err="1">
                <a:solidFill>
                  <a:schemeClr val="accent6"/>
                </a:solidFill>
              </a:rPr>
              <a:t>onMounted</a:t>
            </a:r>
            <a:r>
              <a:rPr lang="en-US" sz="1400" kern="0" spc="-80" dirty="0">
                <a:solidFill>
                  <a:schemeClr val="accent6"/>
                </a:solidFill>
              </a:rPr>
              <a:t>, Angular </a:t>
            </a:r>
            <a:r>
              <a:rPr lang="en-US" sz="1400" kern="0" spc="-80" dirty="0" err="1">
                <a:solidFill>
                  <a:schemeClr val="accent6"/>
                </a:solidFill>
              </a:rPr>
              <a:t>ngOnInit</a:t>
            </a:r>
            <a:r>
              <a:rPr lang="en-US" sz="1400" kern="0" spc="-80" dirty="0">
                <a:solidFill>
                  <a:schemeClr val="accent6"/>
                </a:solidFill>
              </a:rPr>
              <a:t>, Svelte </a:t>
            </a:r>
            <a:r>
              <a:rPr lang="en-US" sz="1400" kern="0" spc="-80" dirty="0" err="1">
                <a:solidFill>
                  <a:schemeClr val="accent6"/>
                </a:solidFill>
              </a:rPr>
              <a:t>onMount</a:t>
            </a:r>
            <a:r>
              <a:rPr lang="en-US" sz="1400" kern="0" spc="-80" dirty="0">
                <a:solidFill>
                  <a:schemeClr val="accent6"/>
                </a:solidFill>
              </a:rPr>
              <a:t>).</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878063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1E3C4-9926-4307-B353-A43D23A56CF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9BECC33-6394-FFEF-30E1-7E5805B98FF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920B83C-EB67-D2CF-F96F-3A985ADAF5B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DB44538-C31F-8445-87C4-CB8FA6D2A5F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8002379-E8C6-DEB7-9593-817B30E33AF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2ED19A6-6A38-BBE0-37E9-029AB75A3AD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AA15B4E-15E2-1B30-50C9-DCED0DC17A3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3F41A73-7C49-1009-30E6-E82DCBDBAD8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E4241C9-B2E5-7ABD-0615-D716BD5AA5E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916DDD1-2DC9-DEFA-A3A5-8E257693A58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41C5243-C9FE-CB50-FB69-3E613260300E}"/>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3. Component lifecycle — unified mental model + framework mappings</a:t>
            </a:r>
          </a:p>
          <a:p>
            <a:pPr marL="12700" marR="5080"/>
            <a:r>
              <a:rPr lang="en-US" sz="1400" kern="0" spc="-80" dirty="0">
                <a:solidFill>
                  <a:schemeClr val="accent2"/>
                </a:solidFill>
              </a:rPr>
              <a:t>Unified phases</a:t>
            </a:r>
          </a:p>
          <a:p>
            <a:pPr marL="12700" marR="5080"/>
            <a:r>
              <a:rPr lang="en-US" sz="1400" kern="0" spc="-80" dirty="0">
                <a:solidFill>
                  <a:schemeClr val="accent2"/>
                </a:solidFill>
              </a:rPr>
              <a:t>Creation / Construction —</a:t>
            </a:r>
            <a:r>
              <a:rPr lang="en-US" sz="1400" kern="0" spc="-80" dirty="0">
                <a:solidFill>
                  <a:schemeClr val="accent6"/>
                </a:solidFill>
              </a:rPr>
              <a:t> component created, constructor/initialization runs.</a:t>
            </a:r>
          </a:p>
          <a:p>
            <a:pPr marL="12700" marR="5080"/>
            <a:r>
              <a:rPr lang="en-US" sz="1400" kern="0" spc="-80" dirty="0">
                <a:solidFill>
                  <a:schemeClr val="accent2"/>
                </a:solidFill>
              </a:rPr>
              <a:t>Mounting</a:t>
            </a:r>
            <a:r>
              <a:rPr lang="en-US" sz="1400" kern="0" spc="-80" dirty="0">
                <a:solidFill>
                  <a:schemeClr val="accent6"/>
                </a:solidFill>
              </a:rPr>
              <a:t> — first time rendering into the DOM.</a:t>
            </a:r>
          </a:p>
          <a:p>
            <a:pPr marL="12700" marR="5080"/>
            <a:r>
              <a:rPr lang="en-US" sz="1400" kern="0" spc="-80" dirty="0">
                <a:solidFill>
                  <a:schemeClr val="accent2"/>
                </a:solidFill>
              </a:rPr>
              <a:t>Updating</a:t>
            </a:r>
            <a:r>
              <a:rPr lang="en-US" sz="1400" kern="0" spc="-80" dirty="0">
                <a:solidFill>
                  <a:schemeClr val="accent6"/>
                </a:solidFill>
              </a:rPr>
              <a:t> — re-render / reactive updates when props/state change.</a:t>
            </a:r>
          </a:p>
          <a:p>
            <a:pPr marL="12700" marR="5080"/>
            <a:r>
              <a:rPr lang="en-US" sz="1400" kern="0" spc="-80" dirty="0">
                <a:solidFill>
                  <a:schemeClr val="accent2"/>
                </a:solidFill>
              </a:rPr>
              <a:t>Unmounting / Cleanup</a:t>
            </a:r>
            <a:r>
              <a:rPr lang="en-US" sz="1400" kern="0" spc="-80" dirty="0">
                <a:solidFill>
                  <a:schemeClr val="accent6"/>
                </a:solidFill>
              </a:rPr>
              <a:t> — teardown, release resources.</a:t>
            </a:r>
          </a:p>
          <a:p>
            <a:pPr marL="12700" marR="5080"/>
            <a:endParaRPr lang="en-US" sz="1400" kern="0" spc="-80" dirty="0">
              <a:solidFill>
                <a:schemeClr val="accent6"/>
              </a:solidFill>
            </a:endParaRPr>
          </a:p>
          <a:p>
            <a:pPr marL="12700" marR="5080"/>
            <a:r>
              <a:rPr lang="en-US" sz="1400" kern="0" spc="-80" dirty="0">
                <a:solidFill>
                  <a:schemeClr val="accent2"/>
                </a:solidFill>
              </a:rPr>
              <a:t>Framework mappings (common hooks)</a:t>
            </a:r>
          </a:p>
          <a:p>
            <a:pPr marL="12700" marR="5080"/>
            <a:r>
              <a:rPr lang="en-US" sz="1400" kern="0" spc="-80" dirty="0">
                <a:solidFill>
                  <a:schemeClr val="accent2"/>
                </a:solidFill>
              </a:rPr>
              <a:t>React (function components):</a:t>
            </a:r>
          </a:p>
          <a:p>
            <a:pPr marL="12700" marR="5080"/>
            <a:r>
              <a:rPr lang="en-US" sz="1400" kern="0" spc="-80" dirty="0">
                <a:solidFill>
                  <a:schemeClr val="accent6"/>
                </a:solidFill>
              </a:rPr>
              <a:t>Mount/update/cleanup via </a:t>
            </a:r>
            <a:r>
              <a:rPr lang="en-US" sz="1400" kern="0" spc="-80" dirty="0" err="1">
                <a:solidFill>
                  <a:schemeClr val="accent6"/>
                </a:solidFill>
              </a:rPr>
              <a:t>useEffect</a:t>
            </a:r>
            <a:r>
              <a:rPr lang="en-US" sz="1400" kern="0" spc="-80" dirty="0">
                <a:solidFill>
                  <a:schemeClr val="accent6"/>
                </a:solidFill>
              </a:rPr>
              <a:t>(() =&gt; { /* mount */; return () =&gt; { /* cleanup */ }}, [deps])</a:t>
            </a:r>
          </a:p>
          <a:p>
            <a:pPr marL="12700" marR="5080"/>
            <a:r>
              <a:rPr lang="en-US" sz="1400" kern="0" spc="-80" dirty="0" err="1">
                <a:solidFill>
                  <a:schemeClr val="accent6"/>
                </a:solidFill>
              </a:rPr>
              <a:t>useLayoutEffect</a:t>
            </a:r>
            <a:r>
              <a:rPr lang="en-US" sz="1400" kern="0" spc="-80" dirty="0">
                <a:solidFill>
                  <a:schemeClr val="accent6"/>
                </a:solidFill>
              </a:rPr>
              <a:t> for DOM reads/writes before paint.</a:t>
            </a:r>
          </a:p>
          <a:p>
            <a:pPr marL="12700" marR="5080"/>
            <a:endParaRPr lang="en-US" sz="1400" kern="0" spc="-80" dirty="0">
              <a:solidFill>
                <a:schemeClr val="accent6"/>
              </a:solidFill>
            </a:endParaRPr>
          </a:p>
          <a:p>
            <a:pPr marL="12700" marR="5080"/>
            <a:r>
              <a:rPr lang="en-US" sz="1400" kern="0" spc="-80" dirty="0">
                <a:solidFill>
                  <a:schemeClr val="accent2"/>
                </a:solidFill>
              </a:rPr>
              <a:t>Vue (Composition API):</a:t>
            </a:r>
          </a:p>
          <a:p>
            <a:pPr marL="12700" marR="5080"/>
            <a:r>
              <a:rPr lang="en-US" sz="1400" kern="0" spc="-80" dirty="0" err="1">
                <a:solidFill>
                  <a:schemeClr val="accent6"/>
                </a:solidFill>
              </a:rPr>
              <a:t>onBeforeMount</a:t>
            </a:r>
            <a:r>
              <a:rPr lang="en-US" sz="1400" kern="0" spc="-80" dirty="0">
                <a:solidFill>
                  <a:schemeClr val="accent6"/>
                </a:solidFill>
              </a:rPr>
              <a:t>, </a:t>
            </a:r>
            <a:r>
              <a:rPr lang="en-US" sz="1400" kern="0" spc="-80" dirty="0" err="1">
                <a:solidFill>
                  <a:schemeClr val="accent6"/>
                </a:solidFill>
              </a:rPr>
              <a:t>onMounted</a:t>
            </a:r>
            <a:r>
              <a:rPr lang="en-US" sz="1400" kern="0" spc="-80" dirty="0">
                <a:solidFill>
                  <a:schemeClr val="accent6"/>
                </a:solidFill>
              </a:rPr>
              <a:t>, </a:t>
            </a:r>
            <a:r>
              <a:rPr lang="en-US" sz="1400" kern="0" spc="-80" dirty="0" err="1">
                <a:solidFill>
                  <a:schemeClr val="accent6"/>
                </a:solidFill>
              </a:rPr>
              <a:t>onBeforeUpdate</a:t>
            </a:r>
            <a:r>
              <a:rPr lang="en-US" sz="1400" kern="0" spc="-80" dirty="0">
                <a:solidFill>
                  <a:schemeClr val="accent6"/>
                </a:solidFill>
              </a:rPr>
              <a:t>, </a:t>
            </a:r>
            <a:r>
              <a:rPr lang="en-US" sz="1400" kern="0" spc="-80" dirty="0" err="1">
                <a:solidFill>
                  <a:schemeClr val="accent6"/>
                </a:solidFill>
              </a:rPr>
              <a:t>onUpdated</a:t>
            </a:r>
            <a:r>
              <a:rPr lang="en-US" sz="1400" kern="0" spc="-80" dirty="0">
                <a:solidFill>
                  <a:schemeClr val="accent6"/>
                </a:solidFill>
              </a:rPr>
              <a:t>, </a:t>
            </a:r>
            <a:r>
              <a:rPr lang="en-US" sz="1400" kern="0" spc="-80" dirty="0" err="1">
                <a:solidFill>
                  <a:schemeClr val="accent6"/>
                </a:solidFill>
              </a:rPr>
              <a:t>onBeforeUnmount</a:t>
            </a:r>
            <a:r>
              <a:rPr lang="en-US" sz="1400" kern="0" spc="-80" dirty="0">
                <a:solidFill>
                  <a:schemeClr val="accent6"/>
                </a:solidFill>
              </a:rPr>
              <a:t>, </a:t>
            </a:r>
            <a:r>
              <a:rPr lang="en-US" sz="1400" kern="0" spc="-80" dirty="0" err="1">
                <a:solidFill>
                  <a:schemeClr val="accent6"/>
                </a:solidFill>
              </a:rPr>
              <a:t>onUnmounted</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Angular (Class + DI):</a:t>
            </a:r>
          </a:p>
          <a:p>
            <a:pPr marL="12700" marR="5080"/>
            <a:r>
              <a:rPr lang="en-US" sz="1400" kern="0" spc="-80" dirty="0">
                <a:solidFill>
                  <a:schemeClr val="accent6"/>
                </a:solidFill>
              </a:rPr>
              <a:t>constructor() → </a:t>
            </a:r>
            <a:r>
              <a:rPr lang="en-US" sz="1400" kern="0" spc="-80" dirty="0" err="1">
                <a:solidFill>
                  <a:schemeClr val="accent6"/>
                </a:solidFill>
              </a:rPr>
              <a:t>ngOnChanges</a:t>
            </a:r>
            <a:r>
              <a:rPr lang="en-US" sz="1400" kern="0" spc="-80" dirty="0">
                <a:solidFill>
                  <a:schemeClr val="accent6"/>
                </a:solidFill>
              </a:rPr>
              <a:t>(changes) → </a:t>
            </a:r>
            <a:r>
              <a:rPr lang="en-US" sz="1400" kern="0" spc="-80" dirty="0" err="1">
                <a:solidFill>
                  <a:schemeClr val="accent6"/>
                </a:solidFill>
              </a:rPr>
              <a:t>ngOnInit</a:t>
            </a:r>
            <a:r>
              <a:rPr lang="en-US" sz="1400" kern="0" spc="-80" dirty="0">
                <a:solidFill>
                  <a:schemeClr val="accent6"/>
                </a:solidFill>
              </a:rPr>
              <a:t>() → </a:t>
            </a:r>
            <a:r>
              <a:rPr lang="en-US" sz="1400" kern="0" spc="-80" dirty="0" err="1">
                <a:solidFill>
                  <a:schemeClr val="accent6"/>
                </a:solidFill>
              </a:rPr>
              <a:t>ngDoCheck</a:t>
            </a:r>
            <a:r>
              <a:rPr lang="en-US" sz="1400" kern="0" spc="-80" dirty="0">
                <a:solidFill>
                  <a:schemeClr val="accent6"/>
                </a:solidFill>
              </a:rPr>
              <a:t>() → </a:t>
            </a:r>
            <a:r>
              <a:rPr lang="en-US" sz="1400" kern="0" spc="-80" dirty="0" err="1">
                <a:solidFill>
                  <a:schemeClr val="accent6"/>
                </a:solidFill>
              </a:rPr>
              <a:t>ngAfterViewInit</a:t>
            </a:r>
            <a:r>
              <a:rPr lang="en-US" sz="1400" kern="0" spc="-80" dirty="0">
                <a:solidFill>
                  <a:schemeClr val="accent6"/>
                </a:solidFill>
              </a:rPr>
              <a:t>() → </a:t>
            </a:r>
            <a:r>
              <a:rPr lang="en-US" sz="1400" kern="0" spc="-80" dirty="0" err="1">
                <a:solidFill>
                  <a:schemeClr val="accent6"/>
                </a:solidFill>
              </a:rPr>
              <a:t>ngOnDestroy</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Svelte:</a:t>
            </a:r>
          </a:p>
          <a:p>
            <a:pPr marL="12700" marR="5080"/>
            <a:r>
              <a:rPr lang="en-US" sz="1400" kern="0" spc="-80" dirty="0" err="1">
                <a:solidFill>
                  <a:schemeClr val="accent6"/>
                </a:solidFill>
              </a:rPr>
              <a:t>onMount</a:t>
            </a:r>
            <a:r>
              <a:rPr lang="en-US" sz="1400" kern="0" spc="-80" dirty="0">
                <a:solidFill>
                  <a:schemeClr val="accent6"/>
                </a:solidFill>
              </a:rPr>
              <a:t>(() =&gt; { ...; return () =&gt; cleanup }), reactive updates happen automatically when bound variables change.</a:t>
            </a:r>
          </a:p>
        </p:txBody>
      </p:sp>
    </p:spTree>
    <p:extLst>
      <p:ext uri="{BB962C8B-B14F-4D97-AF65-F5344CB8AC3E}">
        <p14:creationId xmlns:p14="http://schemas.microsoft.com/office/powerpoint/2010/main" val="3116796804"/>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9E7B40-3B64-FC86-DABB-57325D5A17C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7C8074A-23A3-7B9E-56C9-3876289BF15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145B3B2-B74B-2F13-476C-1FA4D677985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E8B6E7E-3292-CD9F-27E5-CEF3A09C5DA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957D8DF-7DA9-699D-6BD5-BF4C3EA7B4A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8070F85-3666-9229-4C8B-7D5535B256C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2B087FF-98C3-2146-D855-47ADA4FE95E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2AA2E1F-831B-C889-9C1F-CD3D6DC5E57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B7CF25E-6028-0802-A678-1BC949FB44D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163C8A4-FA3C-AAA8-DCF0-417C78E78B9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BE6E768-2870-2FD7-8597-0ACADA836BFB}"/>
              </a:ext>
            </a:extLst>
          </p:cNvPr>
          <p:cNvSpPr txBox="1">
            <a:spLocks/>
          </p:cNvSpPr>
          <p:nvPr/>
        </p:nvSpPr>
        <p:spPr>
          <a:xfrm>
            <a:off x="152400" y="6858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3. Component lifecycle — unified mental model + framework mappings</a:t>
            </a:r>
          </a:p>
          <a:p>
            <a:pPr marL="12700" marR="5080"/>
            <a:r>
              <a:rPr lang="en-US" sz="1400" kern="0" spc="-80" dirty="0">
                <a:solidFill>
                  <a:schemeClr val="accent2"/>
                </a:solidFill>
              </a:rPr>
              <a:t>Framework mappings (common hooks)</a:t>
            </a:r>
          </a:p>
          <a:p>
            <a:pPr marL="12700" marR="5080"/>
            <a:r>
              <a:rPr lang="en-US" sz="1400" kern="0" spc="-80" dirty="0">
                <a:solidFill>
                  <a:schemeClr val="accent2"/>
                </a:solidFill>
              </a:rPr>
              <a:t>Solid:</a:t>
            </a:r>
          </a:p>
          <a:p>
            <a:pPr marL="12700" marR="5080"/>
            <a:r>
              <a:rPr lang="en-US" sz="1400" kern="0" spc="-80" dirty="0">
                <a:solidFill>
                  <a:schemeClr val="accent6"/>
                </a:solidFill>
              </a:rPr>
              <a:t>Reactive computations run automatically; </a:t>
            </a:r>
            <a:r>
              <a:rPr lang="en-US" sz="1400" kern="0" spc="-80" dirty="0" err="1">
                <a:solidFill>
                  <a:schemeClr val="accent6"/>
                </a:solidFill>
              </a:rPr>
              <a:t>onMount</a:t>
            </a:r>
            <a:r>
              <a:rPr lang="en-US" sz="1400" kern="0" spc="-80" dirty="0">
                <a:solidFill>
                  <a:schemeClr val="accent6"/>
                </a:solidFill>
              </a:rPr>
              <a:t> and </a:t>
            </a:r>
            <a:r>
              <a:rPr lang="en-US" sz="1400" kern="0" spc="-80" dirty="0" err="1">
                <a:solidFill>
                  <a:schemeClr val="accent6"/>
                </a:solidFill>
              </a:rPr>
              <a:t>onCleanup</a:t>
            </a:r>
            <a:r>
              <a:rPr lang="en-US" sz="1400" kern="0" spc="-80" dirty="0">
                <a:solidFill>
                  <a:schemeClr val="accent6"/>
                </a:solidFill>
              </a:rPr>
              <a:t> available.</a:t>
            </a:r>
          </a:p>
          <a:p>
            <a:pPr marL="12700" marR="5080"/>
            <a:endParaRPr lang="en-US" sz="1400" kern="0" spc="-80" dirty="0">
              <a:solidFill>
                <a:schemeClr val="accent6"/>
              </a:solidFill>
            </a:endParaRPr>
          </a:p>
          <a:p>
            <a:pPr marL="12700" marR="5080"/>
            <a:r>
              <a:rPr lang="en-US" sz="1400" kern="0" spc="-80" dirty="0" err="1">
                <a:solidFill>
                  <a:schemeClr val="accent2"/>
                </a:solidFill>
              </a:rPr>
              <a:t>Qwik</a:t>
            </a:r>
            <a:r>
              <a:rPr lang="en-US" sz="1400" kern="0" spc="-80" dirty="0">
                <a:solidFill>
                  <a:schemeClr val="accent2"/>
                </a:solidFill>
              </a:rPr>
              <a:t>:</a:t>
            </a:r>
          </a:p>
          <a:p>
            <a:pPr marL="12700" marR="5080"/>
            <a:r>
              <a:rPr lang="en-US" sz="1400" kern="0" spc="-80" dirty="0">
                <a:solidFill>
                  <a:schemeClr val="accent6"/>
                </a:solidFill>
              </a:rPr>
              <a:t>Minimal/no heavy lifecycle at runtime; most code is serializable/resumable and executed on demand.</a:t>
            </a:r>
          </a:p>
          <a:p>
            <a:pPr marL="12700" marR="5080"/>
            <a:endParaRPr lang="en-US" sz="1400" kern="0" spc="-80" dirty="0">
              <a:solidFill>
                <a:schemeClr val="accent6"/>
              </a:solidFill>
            </a:endParaRPr>
          </a:p>
          <a:p>
            <a:pPr marL="12700" marR="5080"/>
            <a:r>
              <a:rPr lang="en-US" sz="1400" kern="0" spc="-80" dirty="0">
                <a:solidFill>
                  <a:schemeClr val="accent2"/>
                </a:solidFill>
              </a:rPr>
              <a:t>Key behavioral differences</a:t>
            </a:r>
          </a:p>
          <a:p>
            <a:pPr marL="12700" marR="5080"/>
            <a:r>
              <a:rPr lang="en-US" sz="1400" kern="0" spc="-80" dirty="0">
                <a:solidFill>
                  <a:schemeClr val="accent2"/>
                </a:solidFill>
              </a:rPr>
              <a:t>VDOM-based (React, Vue): </a:t>
            </a:r>
            <a:r>
              <a:rPr lang="en-US" sz="1400" kern="0" spc="-80" dirty="0">
                <a:solidFill>
                  <a:schemeClr val="accent6"/>
                </a:solidFill>
              </a:rPr>
              <a:t>update triggers a re-render/VDOM diff; lifecycle hooks attach to those render phases.</a:t>
            </a:r>
          </a:p>
          <a:p>
            <a:pPr marL="12700" marR="5080"/>
            <a:r>
              <a:rPr lang="en-US" sz="1400" kern="0" spc="-80" dirty="0">
                <a:solidFill>
                  <a:schemeClr val="accent2"/>
                </a:solidFill>
              </a:rPr>
              <a:t>Compile-time / fine-grained (Svelte, Solid): </a:t>
            </a:r>
            <a:r>
              <a:rPr lang="en-US" sz="1400" kern="0" spc="-80" dirty="0">
                <a:solidFill>
                  <a:schemeClr val="accent6"/>
                </a:solidFill>
              </a:rPr>
              <a:t>updates compiled into direct DOM ops or reactive signals — fewer broad "render" phases.</a:t>
            </a:r>
          </a:p>
          <a:p>
            <a:pPr marL="12700" marR="5080"/>
            <a:r>
              <a:rPr lang="en-US" sz="1400" kern="0" spc="-80" dirty="0">
                <a:solidFill>
                  <a:schemeClr val="accent2"/>
                </a:solidFill>
              </a:rPr>
              <a:t>Frameworks with DI/templating (Angular):</a:t>
            </a:r>
            <a:r>
              <a:rPr lang="en-US" sz="1400" kern="0" spc="-80" dirty="0">
                <a:solidFill>
                  <a:schemeClr val="accent6"/>
                </a:solidFill>
              </a:rPr>
              <a:t> lifecycle is richer and more coupled to the class/DI model.</a:t>
            </a:r>
          </a:p>
          <a:p>
            <a:pPr marL="12700" marR="5080"/>
            <a:endParaRPr lang="en-US" sz="1400" kern="0" spc="-80" dirty="0">
              <a:solidFill>
                <a:schemeClr val="accent6"/>
              </a:solidFill>
            </a:endParaRPr>
          </a:p>
          <a:p>
            <a:pPr marL="12700" marR="5080"/>
            <a:r>
              <a:rPr lang="en-US" sz="1400" kern="0" spc="-80" dirty="0">
                <a:solidFill>
                  <a:schemeClr val="accent2"/>
                </a:solidFill>
              </a:rPr>
              <a:t>3.1 Reactivity models — how components "know" to update</a:t>
            </a:r>
          </a:p>
          <a:p>
            <a:pPr marL="12700" marR="5080"/>
            <a:r>
              <a:rPr lang="en-US" sz="1400" kern="0" spc="-80" dirty="0">
                <a:solidFill>
                  <a:schemeClr val="accent2"/>
                </a:solidFill>
              </a:rPr>
              <a:t>Virtual DOM + reconciliation</a:t>
            </a:r>
          </a:p>
          <a:p>
            <a:pPr marL="12700" marR="5080"/>
            <a:r>
              <a:rPr lang="en-US" sz="1400" kern="0" spc="-80" dirty="0">
                <a:solidFill>
                  <a:schemeClr val="accent6"/>
                </a:solidFill>
              </a:rPr>
              <a:t>React, Vue (Vue mixes with reactive proxies)</a:t>
            </a:r>
          </a:p>
          <a:p>
            <a:pPr marL="12700" marR="5080"/>
            <a:r>
              <a:rPr lang="en-US" sz="1400" kern="0" spc="-80" dirty="0">
                <a:solidFill>
                  <a:schemeClr val="accent6"/>
                </a:solidFill>
              </a:rPr>
              <a:t>State changes cause component re-render, VDOM diff computes DOM patches.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881584473"/>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3C91E-B773-A17B-113E-B47B98EB9FB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B5F26F2-45A9-40AA-A065-A813640175E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77B4761-D3E2-2AD3-4FDA-85F62AFE2B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C6945E8-1E78-7BC5-4F0D-3B768BE8556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4EBD99D-683B-EEED-64CA-EFCEB5841C1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B9F61E2-6406-ACB3-5EC9-F817E390840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0D045D0-1561-F533-A2DE-839DDFB9D39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1F79DAE-4134-62C2-F33B-8D94006A503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01C02CD-5AA7-2CB6-1029-A7ADE57E609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6AD90F1-BD90-268B-913E-82AE905A83F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1D2CF53-8D40-C6AF-BDBA-BA6577358AD7}"/>
              </a:ext>
            </a:extLst>
          </p:cNvPr>
          <p:cNvSpPr txBox="1">
            <a:spLocks/>
          </p:cNvSpPr>
          <p:nvPr/>
        </p:nvSpPr>
        <p:spPr>
          <a:xfrm>
            <a:off x="152400" y="6858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3. Component lifecycle — unified mental model + framework mappings</a:t>
            </a:r>
          </a:p>
          <a:p>
            <a:pPr marL="12700" marR="5080"/>
            <a:r>
              <a:rPr lang="en-US" sz="1400" kern="0" spc="-80" dirty="0">
                <a:solidFill>
                  <a:schemeClr val="accent2"/>
                </a:solidFill>
              </a:rPr>
              <a:t>3.1 Reactivity models — how components "know" to update</a:t>
            </a:r>
          </a:p>
          <a:p>
            <a:pPr marL="12700" marR="5080"/>
            <a:r>
              <a:rPr lang="en-US" sz="1400" kern="0" spc="-80" dirty="0">
                <a:solidFill>
                  <a:schemeClr val="accent2"/>
                </a:solidFill>
              </a:rPr>
              <a:t>Compile-time reactivity</a:t>
            </a:r>
          </a:p>
          <a:p>
            <a:pPr marL="12700" marR="5080"/>
            <a:r>
              <a:rPr lang="en-US" sz="1400" kern="0" spc="-80" dirty="0">
                <a:solidFill>
                  <a:schemeClr val="accent6"/>
                </a:solidFill>
              </a:rPr>
              <a:t>Svelte compiles reactive assignments into direct DOM updates. No VDOM at runtime.</a:t>
            </a:r>
          </a:p>
          <a:p>
            <a:pPr marL="12700" marR="5080"/>
            <a:endParaRPr lang="en-US" sz="1400" kern="0" spc="-80" dirty="0">
              <a:solidFill>
                <a:schemeClr val="accent6"/>
              </a:solidFill>
            </a:endParaRPr>
          </a:p>
          <a:p>
            <a:pPr marL="12700" marR="5080"/>
            <a:r>
              <a:rPr lang="en-US" sz="1400" kern="0" spc="-80" dirty="0">
                <a:solidFill>
                  <a:schemeClr val="accent2"/>
                </a:solidFill>
              </a:rPr>
              <a:t>Fine-grained signals</a:t>
            </a:r>
          </a:p>
          <a:p>
            <a:pPr marL="12700" marR="5080"/>
            <a:r>
              <a:rPr lang="en-US" sz="1400" kern="0" spc="-80" dirty="0">
                <a:solidFill>
                  <a:schemeClr val="accent6"/>
                </a:solidFill>
              </a:rPr>
              <a:t>Solid, </a:t>
            </a:r>
            <a:r>
              <a:rPr lang="en-US" sz="1400" kern="0" spc="-80" dirty="0" err="1">
                <a:solidFill>
                  <a:schemeClr val="accent6"/>
                </a:solidFill>
              </a:rPr>
              <a:t>MobX</a:t>
            </a:r>
            <a:r>
              <a:rPr lang="en-US" sz="1400" kern="0" spc="-80" dirty="0">
                <a:solidFill>
                  <a:schemeClr val="accent6"/>
                </a:solidFill>
              </a:rPr>
              <a:t>-like approaches: reactive primitives (signals/atoms) track exact reads and update only dependent computations.</a:t>
            </a:r>
          </a:p>
          <a:p>
            <a:pPr marL="12700" marR="5080"/>
            <a:endParaRPr lang="en-US" sz="1400" kern="0" spc="-80" dirty="0">
              <a:solidFill>
                <a:schemeClr val="accent6"/>
              </a:solidFill>
            </a:endParaRPr>
          </a:p>
          <a:p>
            <a:pPr marL="12700" marR="5080"/>
            <a:r>
              <a:rPr lang="en-US" sz="1400" kern="0" spc="-80" dirty="0">
                <a:solidFill>
                  <a:schemeClr val="accent2"/>
                </a:solidFill>
              </a:rPr>
              <a:t>Proxy-based reactivity</a:t>
            </a:r>
          </a:p>
          <a:p>
            <a:pPr marL="12700" marR="5080"/>
            <a:r>
              <a:rPr lang="en-US" sz="1400" kern="0" spc="-80" dirty="0">
                <a:solidFill>
                  <a:schemeClr val="accent6"/>
                </a:solidFill>
              </a:rPr>
              <a:t>Vue 3’s reactive() uses Proxy to track property reads and writes.</a:t>
            </a:r>
          </a:p>
          <a:p>
            <a:pPr marL="12700" marR="5080"/>
            <a:endParaRPr lang="en-US" sz="1400" kern="0" spc="-80" dirty="0">
              <a:solidFill>
                <a:schemeClr val="accent6"/>
              </a:solidFill>
            </a:endParaRPr>
          </a:p>
          <a:p>
            <a:pPr marL="12700" marR="5080"/>
            <a:r>
              <a:rPr lang="en-US" sz="1400" kern="0" spc="-80" dirty="0">
                <a:solidFill>
                  <a:schemeClr val="accent2"/>
                </a:solidFill>
              </a:rPr>
              <a:t>Streams / Observables</a:t>
            </a:r>
          </a:p>
          <a:p>
            <a:pPr marL="12700" marR="5080"/>
            <a:r>
              <a:rPr lang="en-US" sz="1400" kern="0" spc="-80" dirty="0">
                <a:solidFill>
                  <a:schemeClr val="accent6"/>
                </a:solidFill>
              </a:rPr>
              <a:t>Angular frequently uses </a:t>
            </a:r>
            <a:r>
              <a:rPr lang="en-US" sz="1400" kern="0" spc="-80" dirty="0" err="1">
                <a:solidFill>
                  <a:schemeClr val="accent6"/>
                </a:solidFill>
              </a:rPr>
              <a:t>RxJS</a:t>
            </a:r>
            <a:r>
              <a:rPr lang="en-US" sz="1400" kern="0" spc="-80" dirty="0">
                <a:solidFill>
                  <a:schemeClr val="accent6"/>
                </a:solidFill>
              </a:rPr>
              <a:t> observables as first-class state/async primitives.</a:t>
            </a:r>
          </a:p>
          <a:p>
            <a:pPr marL="12700" marR="5080"/>
            <a:endParaRPr lang="en-US" sz="1400" kern="0" spc="-80" dirty="0">
              <a:solidFill>
                <a:schemeClr val="accent6"/>
              </a:solidFill>
            </a:endParaRPr>
          </a:p>
          <a:p>
            <a:pPr marL="12700" marR="5080"/>
            <a:r>
              <a:rPr lang="en-US" sz="1400" kern="0" spc="-80" dirty="0">
                <a:solidFill>
                  <a:schemeClr val="accent2"/>
                </a:solidFill>
              </a:rPr>
              <a:t>Implications</a:t>
            </a:r>
          </a:p>
          <a:p>
            <a:pPr marL="12700" marR="5080"/>
            <a:r>
              <a:rPr lang="en-US" sz="1400" kern="0" spc="-80" dirty="0">
                <a:solidFill>
                  <a:schemeClr val="accent6"/>
                </a:solidFill>
              </a:rPr>
              <a:t>Fine-grained / compiled approaches generally have lower runtime overhead and more predictable update scope.</a:t>
            </a:r>
          </a:p>
          <a:p>
            <a:pPr marL="12700" marR="5080"/>
            <a:r>
              <a:rPr lang="en-US" sz="1400" kern="0" spc="-80" dirty="0">
                <a:solidFill>
                  <a:schemeClr val="accent6"/>
                </a:solidFill>
              </a:rPr>
              <a:t>VDOM approaches are simpler mental models for many but can cause unnecessary rework if not optimized (</a:t>
            </a:r>
            <a:r>
              <a:rPr lang="en-US" sz="1400" kern="0" spc="-80" dirty="0" err="1">
                <a:solidFill>
                  <a:schemeClr val="accent6"/>
                </a:solidFill>
              </a:rPr>
              <a:t>memoization</a:t>
            </a:r>
            <a:r>
              <a:rPr lang="en-US" sz="1400" kern="0" spc="-80" dirty="0">
                <a:solidFill>
                  <a:schemeClr val="accent6"/>
                </a:solidFill>
              </a:rPr>
              <a:t>, keys).</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283072549"/>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111A-DC28-A1EC-CAB0-BFA61E0D9D1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520FD8D-D7C3-EF16-FA94-05D6F893F1A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D93E331-F0F7-E0D4-49DE-6649B924AB1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08DF652-C538-2EDE-C88B-97F7F0DDFAB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8A9BD66-556A-F383-875C-45AEF2066BA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B2C489D-EFC7-9E7C-376B-3C09E84B899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53C6930-61C6-6274-2953-960C203B6D7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F0BB15B-BF60-D919-F040-BB37315278A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FDDE6C5-69BB-CE1C-BC76-5ADD031D275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A617885-4CE7-EE2F-FF05-FF70E26368A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5B5D855-6F3C-800E-1D5D-DA3F523B6B80}"/>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4. State Management Techniques (All Frameworks)</a:t>
            </a:r>
          </a:p>
          <a:p>
            <a:pPr marL="12700" marR="5080"/>
            <a:r>
              <a:rPr lang="en-US" sz="1400" kern="0" spc="-80" dirty="0">
                <a:solidFill>
                  <a:schemeClr val="accent2"/>
                </a:solidFill>
              </a:rPr>
              <a:t>4.1 Local State (Inside Components) - Small UIs, ephemeral data (input content, UI toggles).</a:t>
            </a:r>
          </a:p>
          <a:p>
            <a:pPr marL="12700" marR="5080"/>
            <a:r>
              <a:rPr lang="en-US" sz="1400" kern="0" spc="-80" dirty="0">
                <a:solidFill>
                  <a:schemeClr val="accent2"/>
                </a:solidFill>
              </a:rPr>
              <a:t>React: </a:t>
            </a:r>
            <a:r>
              <a:rPr lang="en-US" sz="1400" kern="0" spc="-80" dirty="0" err="1">
                <a:solidFill>
                  <a:schemeClr val="accent6"/>
                </a:solidFill>
              </a:rPr>
              <a:t>useState</a:t>
            </a:r>
            <a:r>
              <a:rPr lang="en-US" sz="1400" kern="0" spc="-80" dirty="0">
                <a:solidFill>
                  <a:schemeClr val="accent6"/>
                </a:solidFill>
              </a:rPr>
              <a:t>, </a:t>
            </a:r>
            <a:r>
              <a:rPr lang="en-US" sz="1400" kern="0" spc="-80" dirty="0" err="1">
                <a:solidFill>
                  <a:schemeClr val="accent6"/>
                </a:solidFill>
              </a:rPr>
              <a:t>useReducer</a:t>
            </a:r>
            <a:r>
              <a:rPr lang="en-US" sz="1400" kern="0" spc="-80" dirty="0">
                <a:solidFill>
                  <a:schemeClr val="accent6"/>
                </a:solidFill>
              </a:rPr>
              <a:t>, </a:t>
            </a:r>
            <a:r>
              <a:rPr lang="en-US" sz="1400" kern="0" spc="-80" dirty="0" err="1">
                <a:solidFill>
                  <a:schemeClr val="accent6"/>
                </a:solidFill>
              </a:rPr>
              <a:t>useImmer</a:t>
            </a:r>
            <a:r>
              <a:rPr lang="en-US" sz="1400" kern="0" spc="-80" dirty="0">
                <a:solidFill>
                  <a:schemeClr val="accent6"/>
                </a:solidFill>
              </a:rPr>
              <a:t>, </a:t>
            </a:r>
            <a:r>
              <a:rPr lang="en-US" sz="1400" kern="0" spc="-80" dirty="0" err="1">
                <a:solidFill>
                  <a:schemeClr val="accent6"/>
                </a:solidFill>
              </a:rPr>
              <a:t>useRef</a:t>
            </a:r>
            <a:endParaRPr lang="en-US" sz="1400" kern="0" spc="-80" dirty="0">
              <a:solidFill>
                <a:schemeClr val="accent6"/>
              </a:solidFill>
            </a:endParaRPr>
          </a:p>
          <a:p>
            <a:pPr marL="12700" marR="5080"/>
            <a:r>
              <a:rPr lang="en-US" sz="1400" kern="0" spc="-80" dirty="0">
                <a:solidFill>
                  <a:schemeClr val="accent2"/>
                </a:solidFill>
              </a:rPr>
              <a:t>Vue: </a:t>
            </a:r>
            <a:r>
              <a:rPr lang="en-US" sz="1400" kern="0" spc="-80" dirty="0">
                <a:solidFill>
                  <a:schemeClr val="accent6"/>
                </a:solidFill>
              </a:rPr>
              <a:t>reactive(), ref(), computed()</a:t>
            </a:r>
          </a:p>
          <a:p>
            <a:pPr marL="12700" marR="5080"/>
            <a:r>
              <a:rPr lang="en-US" sz="1400" kern="0" spc="-80" dirty="0">
                <a:solidFill>
                  <a:schemeClr val="accent2"/>
                </a:solidFill>
              </a:rPr>
              <a:t>Angular:</a:t>
            </a:r>
            <a:r>
              <a:rPr lang="en-US" sz="1400" kern="0" spc="-80" dirty="0">
                <a:solidFill>
                  <a:schemeClr val="accent6"/>
                </a:solidFill>
              </a:rPr>
              <a:t> component fields + </a:t>
            </a:r>
            <a:r>
              <a:rPr lang="en-US" sz="1400" kern="0" spc="-80" dirty="0" err="1">
                <a:solidFill>
                  <a:schemeClr val="accent6"/>
                </a:solidFill>
              </a:rPr>
              <a:t>RxJS</a:t>
            </a:r>
            <a:r>
              <a:rPr lang="en-US" sz="1400" kern="0" spc="-80" dirty="0">
                <a:solidFill>
                  <a:schemeClr val="accent6"/>
                </a:solidFill>
              </a:rPr>
              <a:t> state streams</a:t>
            </a:r>
          </a:p>
          <a:p>
            <a:pPr marL="12700" marR="5080"/>
            <a:r>
              <a:rPr lang="en-US" sz="1400" kern="0" spc="-80" dirty="0">
                <a:solidFill>
                  <a:schemeClr val="accent2"/>
                </a:solidFill>
              </a:rPr>
              <a:t>Svelte:</a:t>
            </a:r>
            <a:r>
              <a:rPr lang="en-US" sz="1400" kern="0" spc="-80" dirty="0">
                <a:solidFill>
                  <a:schemeClr val="accent6"/>
                </a:solidFill>
              </a:rPr>
              <a:t> mutable local variables (auto-reactive)</a:t>
            </a:r>
          </a:p>
          <a:p>
            <a:pPr marL="12700" marR="5080"/>
            <a:r>
              <a:rPr lang="en-US" sz="1400" kern="0" spc="-80" dirty="0">
                <a:solidFill>
                  <a:schemeClr val="accent2"/>
                </a:solidFill>
              </a:rPr>
              <a:t>Solid: </a:t>
            </a:r>
            <a:r>
              <a:rPr lang="en-US" sz="1400" kern="0" spc="-80" dirty="0" err="1">
                <a:solidFill>
                  <a:schemeClr val="accent6"/>
                </a:solidFill>
              </a:rPr>
              <a:t>createSignal</a:t>
            </a:r>
            <a:r>
              <a:rPr lang="en-US" sz="1400" kern="0" spc="-80" dirty="0">
                <a:solidFill>
                  <a:schemeClr val="accent6"/>
                </a:solidFill>
              </a:rPr>
              <a:t>(), </a:t>
            </a:r>
            <a:r>
              <a:rPr lang="en-US" sz="1400" kern="0" spc="-80" dirty="0" err="1">
                <a:solidFill>
                  <a:schemeClr val="accent6"/>
                </a:solidFill>
              </a:rPr>
              <a:t>createMemo</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4.2 Derived state</a:t>
            </a:r>
          </a:p>
          <a:p>
            <a:pPr marL="12700" marR="5080"/>
            <a:r>
              <a:rPr lang="en-US" sz="1400" kern="0" spc="-80" dirty="0">
                <a:solidFill>
                  <a:schemeClr val="accent6"/>
                </a:solidFill>
              </a:rPr>
              <a:t>Computed values from base state (React </a:t>
            </a:r>
            <a:r>
              <a:rPr lang="en-US" sz="1400" kern="0" spc="-80" dirty="0" err="1">
                <a:solidFill>
                  <a:schemeClr val="accent6"/>
                </a:solidFill>
              </a:rPr>
              <a:t>useMemo</a:t>
            </a:r>
            <a:r>
              <a:rPr lang="en-US" sz="1400" kern="0" spc="-80" dirty="0">
                <a:solidFill>
                  <a:schemeClr val="accent6"/>
                </a:solidFill>
              </a:rPr>
              <a:t>, Vue computed, Svelte derived stores).</a:t>
            </a:r>
          </a:p>
          <a:p>
            <a:pPr marL="12700" marR="5080"/>
            <a:endParaRPr lang="en-US" sz="1400" kern="0" spc="-80" dirty="0">
              <a:solidFill>
                <a:schemeClr val="accent6"/>
              </a:solidFill>
            </a:endParaRPr>
          </a:p>
          <a:p>
            <a:pPr marL="12700" marR="5080"/>
            <a:r>
              <a:rPr lang="en-US" sz="1400" kern="0" spc="-80" dirty="0">
                <a:solidFill>
                  <a:schemeClr val="accent2"/>
                </a:solidFill>
              </a:rPr>
              <a:t>4.3 Shared State (Across Components)</a:t>
            </a:r>
          </a:p>
          <a:p>
            <a:pPr marL="12700" marR="5080"/>
            <a:r>
              <a:rPr lang="en-US" sz="1400" kern="0" spc="-80" dirty="0">
                <a:solidFill>
                  <a:schemeClr val="accent2"/>
                </a:solidFill>
              </a:rPr>
              <a:t>Common Techniques:</a:t>
            </a:r>
          </a:p>
          <a:p>
            <a:pPr marL="12700" marR="5080"/>
            <a:r>
              <a:rPr lang="en-US" sz="1400" kern="0" spc="-80" dirty="0">
                <a:solidFill>
                  <a:schemeClr val="accent6"/>
                </a:solidFill>
              </a:rPr>
              <a:t>Context APIs</a:t>
            </a:r>
          </a:p>
          <a:p>
            <a:pPr marL="12700" marR="5080"/>
            <a:r>
              <a:rPr lang="en-US" sz="1400" kern="0" spc="-80" dirty="0">
                <a:solidFill>
                  <a:schemeClr val="accent6"/>
                </a:solidFill>
              </a:rPr>
              <a:t>Stores &amp; Signals</a:t>
            </a:r>
          </a:p>
          <a:p>
            <a:pPr marL="12700" marR="5080"/>
            <a:r>
              <a:rPr lang="en-US" sz="1400" kern="0" spc="-80" dirty="0" err="1">
                <a:solidFill>
                  <a:schemeClr val="accent6"/>
                </a:solidFill>
              </a:rPr>
              <a:t>RxJS</a:t>
            </a:r>
            <a:r>
              <a:rPr lang="en-US" sz="1400" kern="0" spc="-80" dirty="0">
                <a:solidFill>
                  <a:schemeClr val="accent6"/>
                </a:solidFill>
              </a:rPr>
              <a:t> Observables</a:t>
            </a:r>
          </a:p>
          <a:p>
            <a:pPr marL="12700" marR="5080"/>
            <a:r>
              <a:rPr lang="en-US" sz="1400" kern="0" spc="-80" dirty="0">
                <a:solidFill>
                  <a:schemeClr val="accent6"/>
                </a:solidFill>
              </a:rPr>
              <a:t>Dedicated State Libraries</a:t>
            </a:r>
          </a:p>
          <a:p>
            <a:pPr marL="12700" marR="5080"/>
            <a:r>
              <a:rPr lang="en-US" sz="1400" kern="0" spc="-80" dirty="0">
                <a:solidFill>
                  <a:schemeClr val="accent2"/>
                </a:solidFill>
              </a:rPr>
              <a:t>Shared / global state patterns</a:t>
            </a:r>
          </a:p>
          <a:p>
            <a:pPr marL="12700" marR="5080"/>
            <a:r>
              <a:rPr lang="en-US" sz="1400" kern="0" spc="-80" dirty="0">
                <a:solidFill>
                  <a:schemeClr val="accent2"/>
                </a:solidFill>
              </a:rPr>
              <a:t>Context / Provide-Inject:</a:t>
            </a:r>
            <a:r>
              <a:rPr lang="en-US" sz="1400" kern="0" spc="-80" dirty="0">
                <a:solidFill>
                  <a:schemeClr val="accent6"/>
                </a:solidFill>
              </a:rPr>
              <a:t> React Context, Vue provide/inject (good for light cross-tree sharing).</a:t>
            </a:r>
          </a:p>
          <a:p>
            <a:pPr marL="12700" marR="5080"/>
            <a:r>
              <a:rPr lang="en-US" sz="1400" kern="0" spc="-80" dirty="0">
                <a:solidFill>
                  <a:schemeClr val="accent2"/>
                </a:solidFill>
              </a:rPr>
              <a:t>Stores:</a:t>
            </a:r>
            <a:r>
              <a:rPr lang="en-US" sz="1400" kern="0" spc="-80" dirty="0">
                <a:solidFill>
                  <a:schemeClr val="accent6"/>
                </a:solidFill>
              </a:rPr>
              <a:t> centralized stores (Redux, </a:t>
            </a:r>
            <a:r>
              <a:rPr lang="en-US" sz="1400" kern="0" spc="-80" dirty="0" err="1">
                <a:solidFill>
                  <a:schemeClr val="accent6"/>
                </a:solidFill>
              </a:rPr>
              <a:t>Pinia</a:t>
            </a:r>
            <a:r>
              <a:rPr lang="en-US" sz="1400" kern="0" spc="-80" dirty="0">
                <a:solidFill>
                  <a:schemeClr val="accent6"/>
                </a:solidFill>
              </a:rPr>
              <a:t>, </a:t>
            </a:r>
            <a:r>
              <a:rPr lang="en-US" sz="1400" kern="0" spc="-80" dirty="0" err="1">
                <a:solidFill>
                  <a:schemeClr val="accent6"/>
                </a:solidFill>
              </a:rPr>
              <a:t>NgRx</a:t>
            </a:r>
            <a:r>
              <a:rPr lang="en-US" sz="1400" kern="0" spc="-80" dirty="0">
                <a:solidFill>
                  <a:schemeClr val="accent6"/>
                </a:solidFill>
              </a:rPr>
              <a:t>) for predictable app-level state and </a:t>
            </a:r>
            <a:r>
              <a:rPr lang="en-US" sz="1400" kern="0" spc="-80" dirty="0" err="1">
                <a:solidFill>
                  <a:schemeClr val="accent6"/>
                </a:solidFill>
              </a:rPr>
              <a:t>devtools</a:t>
            </a:r>
            <a:r>
              <a:rPr lang="en-US" sz="1400" kern="0" spc="-80" dirty="0">
                <a:solidFill>
                  <a:schemeClr val="accent6"/>
                </a:solidFill>
              </a:rPr>
              <a:t>/time-travel.</a:t>
            </a:r>
          </a:p>
          <a:p>
            <a:pPr marL="12700" marR="5080"/>
            <a:r>
              <a:rPr lang="en-US" sz="1400" kern="0" spc="-80" dirty="0">
                <a:solidFill>
                  <a:schemeClr val="accent2"/>
                </a:solidFill>
              </a:rPr>
              <a:t>Signals / Atoms: </a:t>
            </a:r>
            <a:r>
              <a:rPr lang="en-US" sz="1400" kern="0" spc="-80" dirty="0" err="1">
                <a:solidFill>
                  <a:schemeClr val="accent6"/>
                </a:solidFill>
              </a:rPr>
              <a:t>Jotai</a:t>
            </a:r>
            <a:r>
              <a:rPr lang="en-US" sz="1400" kern="0" spc="-80" dirty="0">
                <a:solidFill>
                  <a:schemeClr val="accent6"/>
                </a:solidFill>
              </a:rPr>
              <a:t>, Recoil, </a:t>
            </a:r>
            <a:r>
              <a:rPr lang="en-US" sz="1400" kern="0" spc="-80" dirty="0" err="1">
                <a:solidFill>
                  <a:schemeClr val="accent6"/>
                </a:solidFill>
              </a:rPr>
              <a:t>Zustand</a:t>
            </a:r>
            <a:r>
              <a:rPr lang="en-US" sz="1400" kern="0" spc="-80" dirty="0">
                <a:solidFill>
                  <a:schemeClr val="accent6"/>
                </a:solidFill>
              </a:rPr>
              <a:t>, Solid stores rely on small primitives for targeted updates.</a:t>
            </a:r>
          </a:p>
          <a:p>
            <a:pPr marL="12700" marR="5080"/>
            <a:r>
              <a:rPr lang="en-US" sz="1400" kern="0" spc="-80" dirty="0">
                <a:solidFill>
                  <a:schemeClr val="accent2"/>
                </a:solidFill>
              </a:rPr>
              <a:t>Observables / Streams: </a:t>
            </a:r>
            <a:r>
              <a:rPr lang="en-US" sz="1400" kern="0" spc="-80" dirty="0" err="1">
                <a:solidFill>
                  <a:schemeClr val="accent6"/>
                </a:solidFill>
              </a:rPr>
              <a:t>RxJS</a:t>
            </a:r>
            <a:r>
              <a:rPr lang="en-US" sz="1400" kern="0" spc="-80" dirty="0">
                <a:solidFill>
                  <a:schemeClr val="accent6"/>
                </a:solidFill>
              </a:rPr>
              <a:t> in Angular or apps that model event flows as streams.</a:t>
            </a:r>
          </a:p>
        </p:txBody>
      </p:sp>
    </p:spTree>
    <p:extLst>
      <p:ext uri="{BB962C8B-B14F-4D97-AF65-F5344CB8AC3E}">
        <p14:creationId xmlns:p14="http://schemas.microsoft.com/office/powerpoint/2010/main" val="2726363954"/>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69AF0-D2A3-913C-21E1-B5DCA6E339D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D39A842-55A6-B412-36AC-7C1BF85FECB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4D9B60F-60CE-797B-1ED1-46A4183BD80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E084708-5B74-6CD3-D198-231FBF50CD8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216F0FA-693D-880A-125B-797D9CEFA3A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802E097-86FC-C3F1-0844-1193F1C51FB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61FF20C-06E6-BBF0-F05F-D7581CCD1E3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E19C53F-C0C2-A8D7-97D7-E159B99F1B5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EC72C6C-74C3-E7F9-CF1C-77D3429684E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8B5ED31-348F-8AC9-AEB6-E95FF0200FD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9791264-17ED-E92B-E4D5-5C46B0376C1B}"/>
              </a:ext>
            </a:extLst>
          </p:cNvPr>
          <p:cNvSpPr txBox="1">
            <a:spLocks/>
          </p:cNvSpPr>
          <p:nvPr/>
        </p:nvSpPr>
        <p:spPr>
          <a:xfrm>
            <a:off x="152400" y="6858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4. State Management Techniques (All Frameworks)</a:t>
            </a:r>
          </a:p>
          <a:p>
            <a:pPr marL="12700" marR="5080"/>
            <a:r>
              <a:rPr lang="en-US" sz="1400" kern="0" spc="-80" dirty="0">
                <a:solidFill>
                  <a:schemeClr val="accent2"/>
                </a:solidFill>
              </a:rPr>
              <a:t>4.3 Shared State (Across Components)</a:t>
            </a:r>
          </a:p>
          <a:p>
            <a:pPr marL="12700" marR="5080"/>
            <a:r>
              <a:rPr lang="en-US" sz="1400" kern="0" spc="-80" dirty="0">
                <a:solidFill>
                  <a:schemeClr val="accent2"/>
                </a:solidFill>
              </a:rPr>
              <a:t>Choosing pattern</a:t>
            </a:r>
          </a:p>
          <a:p>
            <a:pPr marL="12700" marR="5080"/>
            <a:r>
              <a:rPr lang="en-US" sz="1400" kern="0" spc="-80" dirty="0">
                <a:solidFill>
                  <a:schemeClr val="accent2"/>
                </a:solidFill>
              </a:rPr>
              <a:t>Small app: </a:t>
            </a:r>
            <a:r>
              <a:rPr lang="en-US" sz="1400" kern="0" spc="-80" dirty="0">
                <a:solidFill>
                  <a:schemeClr val="accent6"/>
                </a:solidFill>
              </a:rPr>
              <a:t>component-local state + Context.</a:t>
            </a:r>
          </a:p>
          <a:p>
            <a:pPr marL="12700" marR="5080"/>
            <a:r>
              <a:rPr lang="en-US" sz="1400" kern="0" spc="-80" dirty="0">
                <a:solidFill>
                  <a:schemeClr val="accent2"/>
                </a:solidFill>
              </a:rPr>
              <a:t>Medium: </a:t>
            </a:r>
            <a:r>
              <a:rPr lang="en-US" sz="1400" kern="0" spc="-80" dirty="0">
                <a:solidFill>
                  <a:schemeClr val="accent6"/>
                </a:solidFill>
              </a:rPr>
              <a:t>small stores (</a:t>
            </a:r>
            <a:r>
              <a:rPr lang="en-US" sz="1400" kern="0" spc="-80" dirty="0" err="1">
                <a:solidFill>
                  <a:schemeClr val="accent6"/>
                </a:solidFill>
              </a:rPr>
              <a:t>Zustand</a:t>
            </a:r>
            <a:r>
              <a:rPr lang="en-US" sz="1400" kern="0" spc="-80" dirty="0">
                <a:solidFill>
                  <a:schemeClr val="accent6"/>
                </a:solidFill>
              </a:rPr>
              <a:t>/</a:t>
            </a:r>
            <a:r>
              <a:rPr lang="en-US" sz="1400" kern="0" spc="-80" dirty="0" err="1">
                <a:solidFill>
                  <a:schemeClr val="accent6"/>
                </a:solidFill>
              </a:rPr>
              <a:t>Pinia</a:t>
            </a:r>
            <a:r>
              <a:rPr lang="en-US" sz="1400" kern="0" spc="-80" dirty="0">
                <a:solidFill>
                  <a:schemeClr val="accent6"/>
                </a:solidFill>
              </a:rPr>
              <a:t>) or scoped modules.</a:t>
            </a:r>
          </a:p>
          <a:p>
            <a:pPr marL="12700" marR="5080"/>
            <a:r>
              <a:rPr lang="en-US" sz="1400" kern="0" spc="-80" dirty="0">
                <a:solidFill>
                  <a:schemeClr val="accent2"/>
                </a:solidFill>
              </a:rPr>
              <a:t>Large enterprise: </a:t>
            </a:r>
            <a:r>
              <a:rPr lang="en-US" sz="1400" kern="0" spc="-80" dirty="0">
                <a:solidFill>
                  <a:schemeClr val="accent6"/>
                </a:solidFill>
              </a:rPr>
              <a:t>Redux/</a:t>
            </a:r>
            <a:r>
              <a:rPr lang="en-US" sz="1400" kern="0" spc="-80" dirty="0" err="1">
                <a:solidFill>
                  <a:schemeClr val="accent6"/>
                </a:solidFill>
              </a:rPr>
              <a:t>NgRx</a:t>
            </a:r>
            <a:r>
              <a:rPr lang="en-US" sz="1400" kern="0" spc="-80" dirty="0">
                <a:solidFill>
                  <a:schemeClr val="accent6"/>
                </a:solidFill>
              </a:rPr>
              <a:t> with strict patterns, effects, immutability.</a:t>
            </a:r>
          </a:p>
          <a:p>
            <a:pPr marL="12700" marR="5080"/>
            <a:r>
              <a:rPr lang="en-US" sz="1400" kern="0" spc="-80" dirty="0">
                <a:solidFill>
                  <a:schemeClr val="accent2"/>
                </a:solidFill>
              </a:rPr>
              <a:t>Real-time / collaborative:</a:t>
            </a:r>
            <a:r>
              <a:rPr lang="en-US" sz="1400" kern="0" spc="-80" dirty="0">
                <a:solidFill>
                  <a:schemeClr val="accent6"/>
                </a:solidFill>
              </a:rPr>
              <a:t> use </a:t>
            </a:r>
            <a:r>
              <a:rPr lang="en-US" sz="1400" kern="0" spc="-80" dirty="0" err="1">
                <a:solidFill>
                  <a:schemeClr val="accent6"/>
                </a:solidFill>
              </a:rPr>
              <a:t>websockets</a:t>
            </a:r>
            <a:r>
              <a:rPr lang="en-US" sz="1400" kern="0" spc="-80" dirty="0">
                <a:solidFill>
                  <a:schemeClr val="accent6"/>
                </a:solidFill>
              </a:rPr>
              <a:t> + reactive signals + conflict resolution libraries.</a:t>
            </a:r>
          </a:p>
          <a:p>
            <a:pPr marL="12700" marR="5080"/>
            <a:endParaRPr lang="en-US" sz="1400" kern="0" spc="-80" dirty="0">
              <a:solidFill>
                <a:schemeClr val="accent6"/>
              </a:solidFill>
            </a:endParaRPr>
          </a:p>
          <a:p>
            <a:pPr marL="12700" marR="5080"/>
            <a:r>
              <a:rPr lang="en-US" sz="1400" kern="0" spc="-80" dirty="0">
                <a:solidFill>
                  <a:schemeClr val="accent6"/>
                </a:solidFill>
              </a:rPr>
              <a:t>✅ </a:t>
            </a:r>
            <a:r>
              <a:rPr lang="en-US" sz="1400" kern="0" spc="-80" dirty="0">
                <a:solidFill>
                  <a:schemeClr val="accent2"/>
                </a:solidFill>
              </a:rPr>
              <a:t>5. Controlled vs Uncontrolled Inputs (Form Management)</a:t>
            </a:r>
          </a:p>
          <a:p>
            <a:pPr marL="12700" marR="5080"/>
            <a:r>
              <a:rPr lang="en-US" sz="1400" kern="0" spc="-80" dirty="0">
                <a:solidFill>
                  <a:schemeClr val="accent2"/>
                </a:solidFill>
              </a:rPr>
              <a:t>Controlled inputs</a:t>
            </a:r>
          </a:p>
          <a:p>
            <a:pPr marL="12700" marR="5080"/>
            <a:r>
              <a:rPr lang="en-US" sz="1400" kern="0" spc="-80" dirty="0">
                <a:solidFill>
                  <a:schemeClr val="accent6"/>
                </a:solidFill>
              </a:rPr>
              <a:t>Value is canonical in JS state; UI input reads/writes update that state immediately.</a:t>
            </a:r>
          </a:p>
          <a:p>
            <a:pPr marL="12700" marR="5080"/>
            <a:r>
              <a:rPr lang="en-US" sz="1400" kern="0" spc="-80" dirty="0">
                <a:solidFill>
                  <a:schemeClr val="accent2"/>
                </a:solidFill>
              </a:rPr>
              <a:t>Pros: </a:t>
            </a:r>
            <a:r>
              <a:rPr lang="en-US" sz="1400" kern="0" spc="-80" dirty="0">
                <a:solidFill>
                  <a:schemeClr val="accent6"/>
                </a:solidFill>
              </a:rPr>
              <a:t>full control, validation, synchronous UI logic; easy to test.</a:t>
            </a:r>
          </a:p>
          <a:p>
            <a:pPr marL="12700" marR="5080"/>
            <a:r>
              <a:rPr lang="en-US" sz="1400" kern="0" spc="-80" dirty="0">
                <a:solidFill>
                  <a:schemeClr val="accent2"/>
                </a:solidFill>
              </a:rPr>
              <a:t>Cons: </a:t>
            </a:r>
            <a:r>
              <a:rPr lang="en-US" sz="1400" kern="0" spc="-80" dirty="0">
                <a:solidFill>
                  <a:schemeClr val="accent6"/>
                </a:solidFill>
              </a:rPr>
              <a:t>potentially higher render frequency if each keystroke updates state.</a:t>
            </a:r>
          </a:p>
          <a:p>
            <a:pPr marL="12700" marR="5080"/>
            <a:r>
              <a:rPr lang="en-US" sz="1400" kern="0" spc="-80" dirty="0">
                <a:solidFill>
                  <a:schemeClr val="accent2"/>
                </a:solidFill>
              </a:rPr>
              <a:t>Uncontrolled inputs</a:t>
            </a:r>
          </a:p>
          <a:p>
            <a:pPr marL="12700" marR="5080"/>
            <a:r>
              <a:rPr lang="en-US" sz="1400" kern="0" spc="-80" dirty="0">
                <a:solidFill>
                  <a:schemeClr val="accent6"/>
                </a:solidFill>
              </a:rPr>
              <a:t>Let DOM manage the value; read on demand via refs.</a:t>
            </a:r>
          </a:p>
          <a:p>
            <a:pPr marL="12700" marR="5080"/>
            <a:r>
              <a:rPr lang="en-US" sz="1400" kern="0" spc="-80" dirty="0">
                <a:solidFill>
                  <a:schemeClr val="accent2"/>
                </a:solidFill>
              </a:rPr>
              <a:t>Pros:</a:t>
            </a:r>
            <a:r>
              <a:rPr lang="en-US" sz="1400" kern="0" spc="-80" dirty="0">
                <a:solidFill>
                  <a:schemeClr val="accent6"/>
                </a:solidFill>
              </a:rPr>
              <a:t> less re-renders for very large forms, simpler for file inputs or third-party widgets.</a:t>
            </a:r>
          </a:p>
          <a:p>
            <a:pPr marL="12700" marR="5080"/>
            <a:r>
              <a:rPr lang="en-US" sz="1400" kern="0" spc="-80" dirty="0">
                <a:solidFill>
                  <a:schemeClr val="accent2"/>
                </a:solidFill>
              </a:rPr>
              <a:t>Cons:</a:t>
            </a:r>
            <a:r>
              <a:rPr lang="en-US" sz="1400" kern="0" spc="-80" dirty="0">
                <a:solidFill>
                  <a:schemeClr val="accent6"/>
                </a:solidFill>
              </a:rPr>
              <a:t> harder to keep state in sync; validation requires manual reads.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921452853"/>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6DA-FDF8-1B15-3B95-D336D670EA4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008D5F-7AA2-BCEF-5BC5-A9F09CD62CB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934FDF0-86F5-FD86-E592-C160F72CD8D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6EB341B-F8A2-01D6-887E-A6107F078EF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9690C9F-DCDB-CD29-FD9D-B83C7082518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6937DAE-72F1-38FA-3AD2-DC2EB979E86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A748F94-83AE-207F-0F7A-3DB06A0D979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22893E2-0447-8139-C2F8-59F74F39118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98729A2-C79A-F3CB-1DA4-622AB81A016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C239DEA-8EE0-2BC8-C704-EF23CA292FA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CF996E0-66D2-2E49-BC22-4B1391AA8C3D}"/>
              </a:ext>
            </a:extLst>
          </p:cNvPr>
          <p:cNvSpPr txBox="1">
            <a:spLocks/>
          </p:cNvSpPr>
          <p:nvPr/>
        </p:nvSpPr>
        <p:spPr>
          <a:xfrm>
            <a:off x="152400" y="685800"/>
            <a:ext cx="8624937" cy="39703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6"/>
                </a:solidFill>
              </a:rPr>
              <a:t>✅ </a:t>
            </a:r>
            <a:r>
              <a:rPr lang="en-US" sz="1400" kern="0" spc="-80" dirty="0">
                <a:solidFill>
                  <a:schemeClr val="accent2"/>
                </a:solidFill>
              </a:rPr>
              <a:t>5. Controlled vs Uncontrolled Inputs (Form Management)</a:t>
            </a:r>
          </a:p>
          <a:p>
            <a:pPr marL="12700" marR="5080"/>
            <a:r>
              <a:rPr lang="en-US" sz="1400" kern="0" spc="-80" dirty="0">
                <a:solidFill>
                  <a:schemeClr val="accent2"/>
                </a:solidFill>
              </a:rPr>
              <a:t>Framework-specific patterns</a:t>
            </a:r>
          </a:p>
          <a:p>
            <a:pPr marL="12700" marR="5080"/>
            <a:r>
              <a:rPr lang="en-US" sz="1400" kern="0" spc="-80" dirty="0">
                <a:solidFill>
                  <a:schemeClr val="accent2"/>
                </a:solidFill>
              </a:rPr>
              <a:t>React: </a:t>
            </a:r>
            <a:r>
              <a:rPr lang="en-US" sz="1400" kern="0" spc="-80" dirty="0">
                <a:solidFill>
                  <a:schemeClr val="accent6"/>
                </a:solidFill>
              </a:rPr>
              <a:t>supports both. Controlled via value + </a:t>
            </a:r>
            <a:r>
              <a:rPr lang="en-US" sz="1400" kern="0" spc="-80" dirty="0" err="1">
                <a:solidFill>
                  <a:schemeClr val="accent6"/>
                </a:solidFill>
              </a:rPr>
              <a:t>onChange</a:t>
            </a:r>
            <a:r>
              <a:rPr lang="en-US" sz="1400" kern="0" spc="-80" dirty="0">
                <a:solidFill>
                  <a:schemeClr val="accent6"/>
                </a:solidFill>
              </a:rPr>
              <a:t>, uncontrolled via ref + </a:t>
            </a:r>
            <a:r>
              <a:rPr lang="en-US" sz="1400" kern="0" spc="-80" dirty="0" err="1">
                <a:solidFill>
                  <a:schemeClr val="accent6"/>
                </a:solidFill>
              </a:rPr>
              <a:t>defaultValue</a:t>
            </a:r>
            <a:r>
              <a:rPr lang="en-US" sz="1400" kern="0" spc="-80" dirty="0">
                <a:solidFill>
                  <a:schemeClr val="accent6"/>
                </a:solidFill>
              </a:rPr>
              <a:t> or reading </a:t>
            </a:r>
            <a:r>
              <a:rPr lang="en-US" sz="1400" kern="0" spc="-80" dirty="0" err="1">
                <a:solidFill>
                  <a:schemeClr val="accent6"/>
                </a:solidFill>
              </a:rPr>
              <a:t>ref.current.value</a:t>
            </a:r>
            <a:r>
              <a:rPr lang="en-US" sz="1400" kern="0" spc="-80" dirty="0">
                <a:solidFill>
                  <a:schemeClr val="accent6"/>
                </a:solidFill>
              </a:rPr>
              <a:t>.</a:t>
            </a:r>
          </a:p>
          <a:p>
            <a:pPr marL="12700" marR="5080"/>
            <a:r>
              <a:rPr lang="en-US" sz="1400" kern="0" spc="-80" dirty="0">
                <a:solidFill>
                  <a:schemeClr val="accent2"/>
                </a:solidFill>
              </a:rPr>
              <a:t>Vue: </a:t>
            </a:r>
            <a:r>
              <a:rPr lang="en-US" sz="1400" kern="0" spc="-80" dirty="0">
                <a:solidFill>
                  <a:schemeClr val="accent6"/>
                </a:solidFill>
              </a:rPr>
              <a:t>v-model acts like controlled binding but is efficient via reactivity; you can use refs for uncontrolled patterns.</a:t>
            </a:r>
          </a:p>
          <a:p>
            <a:pPr marL="12700" marR="5080"/>
            <a:r>
              <a:rPr lang="en-US" sz="1400" kern="0" spc="-80" dirty="0">
                <a:solidFill>
                  <a:schemeClr val="accent2"/>
                </a:solidFill>
              </a:rPr>
              <a:t>Angular: two models:</a:t>
            </a:r>
          </a:p>
          <a:p>
            <a:pPr marL="12700" marR="5080"/>
            <a:r>
              <a:rPr lang="en-US" sz="1400" kern="0" spc="-80" dirty="0">
                <a:solidFill>
                  <a:schemeClr val="accent6"/>
                </a:solidFill>
              </a:rPr>
              <a:t>Template-driven — closer to uncontrolled but bound.</a:t>
            </a:r>
          </a:p>
          <a:p>
            <a:pPr marL="12700" marR="5080"/>
            <a:r>
              <a:rPr lang="en-US" sz="1400" kern="0" spc="-80" dirty="0">
                <a:solidFill>
                  <a:schemeClr val="accent6"/>
                </a:solidFill>
              </a:rPr>
              <a:t>Reactive forms — controlled approach with </a:t>
            </a:r>
            <a:r>
              <a:rPr lang="en-US" sz="1400" kern="0" spc="-80" dirty="0" err="1">
                <a:solidFill>
                  <a:schemeClr val="accent6"/>
                </a:solidFill>
              </a:rPr>
              <a:t>FormControl</a:t>
            </a:r>
            <a:r>
              <a:rPr lang="en-US" sz="1400" kern="0" spc="-80" dirty="0">
                <a:solidFill>
                  <a:schemeClr val="accent6"/>
                </a:solidFill>
              </a:rPr>
              <a:t>, validators, </a:t>
            </a:r>
            <a:r>
              <a:rPr lang="en-US" sz="1400" kern="0" spc="-80" dirty="0" err="1">
                <a:solidFill>
                  <a:schemeClr val="accent6"/>
                </a:solidFill>
              </a:rPr>
              <a:t>valueChanges</a:t>
            </a:r>
            <a:r>
              <a:rPr lang="en-US" sz="1400" kern="0" spc="-80" dirty="0">
                <a:solidFill>
                  <a:schemeClr val="accent6"/>
                </a:solidFill>
              </a:rPr>
              <a:t> (best for complex forms).</a:t>
            </a:r>
          </a:p>
          <a:p>
            <a:pPr marL="12700" marR="5080"/>
            <a:r>
              <a:rPr lang="en-US" sz="1400" kern="0" spc="-80" dirty="0">
                <a:solidFill>
                  <a:schemeClr val="accent2"/>
                </a:solidFill>
              </a:rPr>
              <a:t>Svelte:</a:t>
            </a:r>
            <a:r>
              <a:rPr lang="en-US" sz="1400" kern="0" spc="-80" dirty="0">
                <a:solidFill>
                  <a:schemeClr val="accent6"/>
                </a:solidFill>
              </a:rPr>
              <a:t> </a:t>
            </a:r>
            <a:r>
              <a:rPr lang="en-US" sz="1400" kern="0" spc="-80" dirty="0" err="1">
                <a:solidFill>
                  <a:schemeClr val="accent6"/>
                </a:solidFill>
              </a:rPr>
              <a:t>bind:value</a:t>
            </a:r>
            <a:r>
              <a:rPr lang="en-US" sz="1400" kern="0" spc="-80" dirty="0">
                <a:solidFill>
                  <a:schemeClr val="accent6"/>
                </a:solidFill>
              </a:rPr>
              <a:t> keeps variable in sync (controlled-like, but very cheap).</a:t>
            </a:r>
          </a:p>
          <a:p>
            <a:pPr marL="12700" marR="5080"/>
            <a:r>
              <a:rPr lang="en-US" sz="1400" kern="0" spc="-80" dirty="0">
                <a:solidFill>
                  <a:schemeClr val="accent2"/>
                </a:solidFill>
              </a:rPr>
              <a:t>Solid:</a:t>
            </a:r>
            <a:r>
              <a:rPr lang="en-US" sz="1400" kern="0" spc="-80" dirty="0">
                <a:solidFill>
                  <a:schemeClr val="accent6"/>
                </a:solidFill>
              </a:rPr>
              <a:t> bindings to signals; similar to controlled but high performance.</a:t>
            </a:r>
          </a:p>
          <a:p>
            <a:pPr marL="12700" marR="5080"/>
            <a:endParaRPr lang="en-US" sz="1400" kern="0" spc="-80" dirty="0">
              <a:solidFill>
                <a:schemeClr val="accent6"/>
              </a:solidFill>
            </a:endParaRPr>
          </a:p>
          <a:p>
            <a:pPr marL="12700" marR="5080"/>
            <a:r>
              <a:rPr lang="en-US" sz="1400" kern="0" spc="-80" dirty="0">
                <a:solidFill>
                  <a:schemeClr val="accent2"/>
                </a:solidFill>
              </a:rPr>
              <a:t>Best practice</a:t>
            </a:r>
          </a:p>
          <a:p>
            <a:pPr marL="12700" marR="5080"/>
            <a:r>
              <a:rPr lang="en-US" sz="1400" kern="0" spc="-80" dirty="0">
                <a:solidFill>
                  <a:schemeClr val="accent6"/>
                </a:solidFill>
              </a:rPr>
              <a:t>For simple inputs, controlled is fine. For very large forms or file inputs, an uncontrolled (ref) approach may be preferable for performance.</a:t>
            </a:r>
          </a:p>
        </p:txBody>
      </p:sp>
    </p:spTree>
    <p:extLst>
      <p:ext uri="{BB962C8B-B14F-4D97-AF65-F5344CB8AC3E}">
        <p14:creationId xmlns:p14="http://schemas.microsoft.com/office/powerpoint/2010/main" val="4033352546"/>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86C388-7A85-5AF3-1D94-0DB89C32A5A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A76CF6A-23E4-AE96-6BE4-C7119D8A332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EE32361-A356-E5F4-AD76-418C7380E00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F999BB6-1D68-D255-5D0C-CDD30F8CAF2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2B853F7-53F3-F555-7C0D-32D309F5E57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A193A6F-D230-FE1A-9FF0-B2717E898B1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FE08EF4-E56F-FBE1-FDE1-D3B9AF8A614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EBCD7E1-A5B3-1A43-B971-900E3E7B753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76C34C8-43AE-698E-FC8B-D29F04F685F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EAC7A83-F486-20A8-A8B3-65F057F7E83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6353713-2AA9-0E5A-0823-1E76DDD1D762}"/>
              </a:ext>
            </a:extLst>
          </p:cNvPr>
          <p:cNvSpPr txBox="1">
            <a:spLocks/>
          </p:cNvSpPr>
          <p:nvPr/>
        </p:nvSpPr>
        <p:spPr>
          <a:xfrm>
            <a:off x="152400" y="6858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6. Routing — client-side techniques &amp; key features</a:t>
            </a:r>
          </a:p>
          <a:p>
            <a:pPr marL="12700" marR="5080"/>
            <a:r>
              <a:rPr lang="en-US" sz="1400" kern="0" spc="-80" dirty="0">
                <a:solidFill>
                  <a:schemeClr val="accent2"/>
                </a:solidFill>
              </a:rPr>
              <a:t>Common routing features</a:t>
            </a:r>
          </a:p>
          <a:p>
            <a:pPr marL="12700" marR="5080"/>
            <a:r>
              <a:rPr lang="en-US" sz="1400" kern="0" spc="-80" dirty="0">
                <a:solidFill>
                  <a:schemeClr val="accent6"/>
                </a:solidFill>
              </a:rPr>
              <a:t>Declarative route definitions (path → component)</a:t>
            </a:r>
          </a:p>
          <a:p>
            <a:pPr marL="12700" marR="5080"/>
            <a:r>
              <a:rPr lang="en-US" sz="1400" kern="0" spc="-80" dirty="0">
                <a:solidFill>
                  <a:schemeClr val="accent6"/>
                </a:solidFill>
              </a:rPr>
              <a:t>Dynamic params (e.g., /users/:id)</a:t>
            </a:r>
          </a:p>
          <a:p>
            <a:pPr marL="12700" marR="5080"/>
            <a:r>
              <a:rPr lang="en-US" sz="1400" kern="0" spc="-80" dirty="0">
                <a:solidFill>
                  <a:schemeClr val="accent6"/>
                </a:solidFill>
              </a:rPr>
              <a:t>Lazy loading / code splitting for route components</a:t>
            </a:r>
          </a:p>
          <a:p>
            <a:pPr marL="12700" marR="5080"/>
            <a:r>
              <a:rPr lang="en-US" sz="1400" kern="0" spc="-80" dirty="0">
                <a:solidFill>
                  <a:schemeClr val="accent6"/>
                </a:solidFill>
              </a:rPr>
              <a:t>Guards / resolvers for auth/data fetching before navigation</a:t>
            </a:r>
          </a:p>
          <a:p>
            <a:pPr marL="12700" marR="5080"/>
            <a:r>
              <a:rPr lang="en-US" sz="1400" kern="0" spc="-80" dirty="0">
                <a:solidFill>
                  <a:schemeClr val="accent6"/>
                </a:solidFill>
              </a:rPr>
              <a:t>History modes (hash vs history API)</a:t>
            </a:r>
          </a:p>
          <a:p>
            <a:pPr marL="12700" marR="5080"/>
            <a:endParaRPr lang="en-US" sz="1400" kern="0" spc="-80" dirty="0">
              <a:solidFill>
                <a:schemeClr val="accent6"/>
              </a:solidFill>
            </a:endParaRPr>
          </a:p>
          <a:p>
            <a:pPr marL="12700" marR="5080"/>
            <a:r>
              <a:rPr lang="en-US" sz="1400" kern="0" spc="-80" dirty="0">
                <a:solidFill>
                  <a:schemeClr val="accent2"/>
                </a:solidFill>
              </a:rPr>
              <a:t>Frameworks</a:t>
            </a:r>
          </a:p>
          <a:p>
            <a:pPr marL="12700" marR="5080"/>
            <a:r>
              <a:rPr lang="en-US" sz="1400" kern="0" spc="-80" dirty="0">
                <a:solidFill>
                  <a:schemeClr val="accent2"/>
                </a:solidFill>
              </a:rPr>
              <a:t>React: </a:t>
            </a:r>
            <a:r>
              <a:rPr lang="en-US" sz="1400" kern="0" spc="-80" dirty="0">
                <a:solidFill>
                  <a:schemeClr val="accent6"/>
                </a:solidFill>
              </a:rPr>
              <a:t>React Router (dominant), Next.js/Remix provide SSR + filesystem routing.</a:t>
            </a:r>
          </a:p>
          <a:p>
            <a:pPr marL="12700" marR="5080"/>
            <a:r>
              <a:rPr lang="en-US" sz="1400" kern="0" spc="-80" dirty="0">
                <a:solidFill>
                  <a:schemeClr val="accent2"/>
                </a:solidFill>
              </a:rPr>
              <a:t>Vue: </a:t>
            </a:r>
            <a:r>
              <a:rPr lang="en-US" sz="1400" kern="0" spc="-80" dirty="0">
                <a:solidFill>
                  <a:schemeClr val="accent6"/>
                </a:solidFill>
              </a:rPr>
              <a:t>Vue Router + Nuxt.js for SSR/filesystem routing.</a:t>
            </a:r>
          </a:p>
          <a:p>
            <a:pPr marL="12700" marR="5080"/>
            <a:r>
              <a:rPr lang="en-US" sz="1400" kern="0" spc="-80" dirty="0">
                <a:solidFill>
                  <a:schemeClr val="accent2"/>
                </a:solidFill>
              </a:rPr>
              <a:t>Angular: </a:t>
            </a:r>
            <a:r>
              <a:rPr lang="en-US" sz="1400" kern="0" spc="-80" dirty="0">
                <a:solidFill>
                  <a:schemeClr val="accent6"/>
                </a:solidFill>
              </a:rPr>
              <a:t>built-in Router with guards, resolvers, nested routes, lazy loading.</a:t>
            </a:r>
          </a:p>
          <a:p>
            <a:pPr marL="12700" marR="5080"/>
            <a:r>
              <a:rPr lang="en-US" sz="1400" kern="0" spc="-80" dirty="0">
                <a:solidFill>
                  <a:schemeClr val="accent2"/>
                </a:solidFill>
              </a:rPr>
              <a:t>Svelte: </a:t>
            </a:r>
            <a:r>
              <a:rPr lang="en-US" sz="1400" kern="0" spc="-80" dirty="0" err="1">
                <a:solidFill>
                  <a:schemeClr val="accent6"/>
                </a:solidFill>
              </a:rPr>
              <a:t>SvelteKit</a:t>
            </a:r>
            <a:r>
              <a:rPr lang="en-US" sz="1400" kern="0" spc="-80" dirty="0">
                <a:solidFill>
                  <a:schemeClr val="accent6"/>
                </a:solidFill>
              </a:rPr>
              <a:t> provides filesystem routing; SPA routers exist (svelte-spa-router).</a:t>
            </a:r>
          </a:p>
          <a:p>
            <a:pPr marL="12700" marR="5080"/>
            <a:r>
              <a:rPr lang="en-US" sz="1400" kern="0" spc="-80" dirty="0">
                <a:solidFill>
                  <a:schemeClr val="accent2"/>
                </a:solidFill>
              </a:rPr>
              <a:t>Solid: </a:t>
            </a:r>
            <a:r>
              <a:rPr lang="en-US" sz="1400" kern="0" spc="-80" dirty="0">
                <a:solidFill>
                  <a:schemeClr val="accent6"/>
                </a:solidFill>
              </a:rPr>
              <a:t>Solid Router for SPA needs.</a:t>
            </a:r>
          </a:p>
          <a:p>
            <a:pPr marL="12700" marR="5080"/>
            <a:r>
              <a:rPr lang="en-US" sz="1400" kern="0" spc="-80" dirty="0" err="1">
                <a:solidFill>
                  <a:schemeClr val="accent2"/>
                </a:solidFill>
              </a:rPr>
              <a:t>Qwik</a:t>
            </a:r>
            <a:r>
              <a:rPr lang="en-US" sz="1400" kern="0" spc="-80" dirty="0">
                <a:solidFill>
                  <a:schemeClr val="accent2"/>
                </a:solidFill>
              </a:rPr>
              <a:t>: </a:t>
            </a:r>
            <a:r>
              <a:rPr lang="en-US" sz="1400" kern="0" spc="-80" dirty="0">
                <a:solidFill>
                  <a:schemeClr val="accent6"/>
                </a:solidFill>
              </a:rPr>
              <a:t>built-in routing in </a:t>
            </a:r>
            <a:r>
              <a:rPr lang="en-US" sz="1400" kern="0" spc="-80" dirty="0" err="1">
                <a:solidFill>
                  <a:schemeClr val="accent6"/>
                </a:solidFill>
              </a:rPr>
              <a:t>Qwik</a:t>
            </a:r>
            <a:r>
              <a:rPr lang="en-US" sz="1400" kern="0" spc="-80" dirty="0">
                <a:solidFill>
                  <a:schemeClr val="accent6"/>
                </a:solidFill>
              </a:rPr>
              <a:t> apps, focused on resumability/SSR.</a:t>
            </a:r>
          </a:p>
          <a:p>
            <a:pPr marL="12700" marR="5080"/>
            <a:endParaRPr lang="en-US" sz="1400" kern="0" spc="-80" dirty="0">
              <a:solidFill>
                <a:schemeClr val="accent6"/>
              </a:solidFill>
            </a:endParaRPr>
          </a:p>
          <a:p>
            <a:pPr marL="12700" marR="5080"/>
            <a:r>
              <a:rPr lang="en-US" sz="1400" kern="0" spc="-80" dirty="0">
                <a:solidFill>
                  <a:schemeClr val="accent2"/>
                </a:solidFill>
              </a:rPr>
              <a:t>Routing integration patterns</a:t>
            </a:r>
          </a:p>
          <a:p>
            <a:pPr marL="12700" marR="5080"/>
            <a:r>
              <a:rPr lang="en-US" sz="1400" kern="0" spc="-80" dirty="0">
                <a:solidFill>
                  <a:schemeClr val="accent6"/>
                </a:solidFill>
              </a:rPr>
              <a:t>In SPAs, routers manage view changes without full page reloads.</a:t>
            </a:r>
          </a:p>
          <a:p>
            <a:pPr marL="12700" marR="5080"/>
            <a:r>
              <a:rPr lang="en-US" sz="1400" kern="0" spc="-80" dirty="0">
                <a:solidFill>
                  <a:schemeClr val="accent6"/>
                </a:solidFill>
              </a:rPr>
              <a:t>For SSR/SSG, frameworks couple routing with data-fetch strategies (</a:t>
            </a:r>
            <a:r>
              <a:rPr lang="en-US" sz="1400" kern="0" spc="-80" dirty="0" err="1">
                <a:solidFill>
                  <a:schemeClr val="accent6"/>
                </a:solidFill>
              </a:rPr>
              <a:t>getServerSideProps</a:t>
            </a:r>
            <a:r>
              <a:rPr lang="en-US" sz="1400" kern="0" spc="-80" dirty="0">
                <a:solidFill>
                  <a:schemeClr val="accent6"/>
                </a:solidFill>
              </a:rPr>
              <a:t>, load, loaders, etc.).</a:t>
            </a:r>
          </a:p>
        </p:txBody>
      </p:sp>
    </p:spTree>
    <p:extLst>
      <p:ext uri="{BB962C8B-B14F-4D97-AF65-F5344CB8AC3E}">
        <p14:creationId xmlns:p14="http://schemas.microsoft.com/office/powerpoint/2010/main" val="1248505719"/>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8CF15C-8D89-3368-22EF-07E3C5360C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C20E40-90D5-08CF-9A1F-FE9DCCAF7A4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B3EF25A-6260-1311-5C75-3D8D39719CF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B65A157-E229-9403-BA74-6FE7CC465E1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63CB99A-29DF-E16A-1C43-4E4E14D247B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3763711-5EDC-505C-BD4B-0D83715E54E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A0B2B29-F796-05F1-14EB-F6D04AE44D2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C9363FB-A47D-975F-A34C-13B35870F15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1198DB4-D94A-F7FB-76DA-30DDFD51BE5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1350F09-53F5-A0D0-0732-C12E4A429ED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F484930-4415-078F-1C4E-481271019359}"/>
              </a:ext>
            </a:extLst>
          </p:cNvPr>
          <p:cNvSpPr txBox="1">
            <a:spLocks/>
          </p:cNvSpPr>
          <p:nvPr/>
        </p:nvSpPr>
        <p:spPr>
          <a:xfrm>
            <a:off x="152400" y="685800"/>
            <a:ext cx="8624937"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7. Rendering strategies — CSR / SSR / SSG / ISR / Resumability / Hydration</a:t>
            </a:r>
          </a:p>
          <a:p>
            <a:pPr marL="12700" marR="5080"/>
            <a:r>
              <a:rPr lang="en-US" sz="1400" kern="0" spc="-80" dirty="0">
                <a:solidFill>
                  <a:schemeClr val="accent2"/>
                </a:solidFill>
              </a:rPr>
              <a:t>CSR (Client-Side Rendering): </a:t>
            </a:r>
            <a:r>
              <a:rPr lang="en-US" sz="1400" kern="0" spc="-80" dirty="0">
                <a:solidFill>
                  <a:schemeClr val="accent6"/>
                </a:solidFill>
              </a:rPr>
              <a:t>App loads JS bundle then renders. Simpler but slower first paint.</a:t>
            </a:r>
          </a:p>
          <a:p>
            <a:pPr marL="12700" marR="5080"/>
            <a:r>
              <a:rPr lang="en-US" sz="1400" kern="0" spc="-80" dirty="0">
                <a:solidFill>
                  <a:schemeClr val="accent2"/>
                </a:solidFill>
              </a:rPr>
              <a:t>SSR (Server-Side Rendering):</a:t>
            </a:r>
            <a:r>
              <a:rPr lang="en-US" sz="1400" kern="0" spc="-80" dirty="0">
                <a:solidFill>
                  <a:schemeClr val="accent6"/>
                </a:solidFill>
              </a:rPr>
              <a:t> Server renders HTML, client hydrates. Better SEO &amp; first paint.</a:t>
            </a:r>
          </a:p>
          <a:p>
            <a:pPr marL="12700" marR="5080"/>
            <a:r>
              <a:rPr lang="en-US" sz="1400" kern="0" spc="-80" dirty="0">
                <a:solidFill>
                  <a:schemeClr val="accent2"/>
                </a:solidFill>
              </a:rPr>
              <a:t>SSG (Static Site Generation):</a:t>
            </a:r>
            <a:r>
              <a:rPr lang="en-US" sz="1400" kern="0" spc="-80" dirty="0">
                <a:solidFill>
                  <a:schemeClr val="accent6"/>
                </a:solidFill>
              </a:rPr>
              <a:t> Pre-render pages at build time (fast CDN delivery).</a:t>
            </a:r>
          </a:p>
          <a:p>
            <a:pPr marL="12700" marR="5080"/>
            <a:r>
              <a:rPr lang="en-US" sz="1400" kern="0" spc="-80" dirty="0">
                <a:solidFill>
                  <a:schemeClr val="accent2"/>
                </a:solidFill>
              </a:rPr>
              <a:t>ISR (Incremental Static Regeneration):</a:t>
            </a:r>
            <a:r>
              <a:rPr lang="en-US" sz="1400" kern="0" spc="-80" dirty="0">
                <a:solidFill>
                  <a:schemeClr val="accent6"/>
                </a:solidFill>
              </a:rPr>
              <a:t> Partially re-generate pages at intervals (Next.js).</a:t>
            </a:r>
          </a:p>
          <a:p>
            <a:pPr marL="12700" marR="5080"/>
            <a:r>
              <a:rPr lang="en-US" sz="1400" kern="0" spc="-80" dirty="0">
                <a:solidFill>
                  <a:schemeClr val="accent2"/>
                </a:solidFill>
              </a:rPr>
              <a:t>Hydration:</a:t>
            </a:r>
            <a:r>
              <a:rPr lang="en-US" sz="1400" kern="0" spc="-80" dirty="0">
                <a:solidFill>
                  <a:schemeClr val="accent6"/>
                </a:solidFill>
              </a:rPr>
              <a:t> Client-side framework attaches event handlers and makes markup interactive — can be heavy.</a:t>
            </a:r>
          </a:p>
          <a:p>
            <a:pPr marL="12700" marR="5080"/>
            <a:r>
              <a:rPr lang="en-US" sz="1400" kern="0" spc="-80" dirty="0">
                <a:solidFill>
                  <a:schemeClr val="accent2"/>
                </a:solidFill>
              </a:rPr>
              <a:t>Resumability (</a:t>
            </a:r>
            <a:r>
              <a:rPr lang="en-US" sz="1400" kern="0" spc="-80" dirty="0" err="1">
                <a:solidFill>
                  <a:schemeClr val="accent2"/>
                </a:solidFill>
              </a:rPr>
              <a:t>Qwik</a:t>
            </a:r>
            <a:r>
              <a:rPr lang="en-US" sz="1400" kern="0" spc="-80" dirty="0">
                <a:solidFill>
                  <a:schemeClr val="accent2"/>
                </a:solidFill>
              </a:rPr>
              <a:t>): </a:t>
            </a:r>
            <a:r>
              <a:rPr lang="en-US" sz="1400" kern="0" spc="-80" dirty="0">
                <a:solidFill>
                  <a:schemeClr val="accent6"/>
                </a:solidFill>
              </a:rPr>
              <a:t>Server sends a serialized runtime state; client resumes only what's necessary — avoids full hydration.</a:t>
            </a:r>
          </a:p>
          <a:p>
            <a:pPr marL="12700" marR="5080"/>
            <a:endParaRPr lang="en-US" sz="1400" kern="0" spc="-80" dirty="0">
              <a:solidFill>
                <a:schemeClr val="accent6"/>
              </a:solidFill>
            </a:endParaRPr>
          </a:p>
          <a:p>
            <a:pPr marL="12700" marR="5080"/>
            <a:r>
              <a:rPr lang="en-US" sz="1400" kern="0" spc="-80" dirty="0">
                <a:solidFill>
                  <a:schemeClr val="accent2"/>
                </a:solidFill>
              </a:rPr>
              <a:t>Framework tendencies</a:t>
            </a:r>
          </a:p>
          <a:p>
            <a:pPr marL="12700" marR="5080"/>
            <a:r>
              <a:rPr lang="en-US" sz="1400" kern="0" spc="-80" dirty="0">
                <a:solidFill>
                  <a:schemeClr val="accent2"/>
                </a:solidFill>
              </a:rPr>
              <a:t>React ecosystem:</a:t>
            </a:r>
            <a:r>
              <a:rPr lang="en-US" sz="1400" kern="0" spc="-80" dirty="0">
                <a:solidFill>
                  <a:schemeClr val="accent6"/>
                </a:solidFill>
              </a:rPr>
              <a:t> Next.js (SSR/SSG/ISR), Remix (loader-based).</a:t>
            </a:r>
          </a:p>
          <a:p>
            <a:pPr marL="12700" marR="5080"/>
            <a:r>
              <a:rPr lang="en-US" sz="1400" kern="0" spc="-80" dirty="0">
                <a:solidFill>
                  <a:schemeClr val="accent2"/>
                </a:solidFill>
              </a:rPr>
              <a:t>Vue:</a:t>
            </a:r>
            <a:r>
              <a:rPr lang="en-US" sz="1400" kern="0" spc="-80" dirty="0">
                <a:solidFill>
                  <a:schemeClr val="accent6"/>
                </a:solidFill>
              </a:rPr>
              <a:t> </a:t>
            </a:r>
            <a:r>
              <a:rPr lang="en-US" sz="1400" kern="0" spc="-80" dirty="0" err="1">
                <a:solidFill>
                  <a:schemeClr val="accent6"/>
                </a:solidFill>
              </a:rPr>
              <a:t>Nuxt</a:t>
            </a:r>
            <a:r>
              <a:rPr lang="en-US" sz="1400" kern="0" spc="-80" dirty="0">
                <a:solidFill>
                  <a:schemeClr val="accent6"/>
                </a:solidFill>
              </a:rPr>
              <a:t> for SSR/SSG.</a:t>
            </a:r>
          </a:p>
          <a:p>
            <a:pPr marL="12700" marR="5080"/>
            <a:r>
              <a:rPr lang="en-US" sz="1400" kern="0" spc="-80" dirty="0">
                <a:solidFill>
                  <a:schemeClr val="accent2"/>
                </a:solidFill>
              </a:rPr>
              <a:t>Svelte: </a:t>
            </a:r>
            <a:r>
              <a:rPr lang="en-US" sz="1400" kern="0" spc="-80" dirty="0" err="1">
                <a:solidFill>
                  <a:schemeClr val="accent6"/>
                </a:solidFill>
              </a:rPr>
              <a:t>SvelteKit</a:t>
            </a:r>
            <a:r>
              <a:rPr lang="en-US" sz="1400" kern="0" spc="-80" dirty="0">
                <a:solidFill>
                  <a:schemeClr val="accent6"/>
                </a:solidFill>
              </a:rPr>
              <a:t> SSR/SSG.</a:t>
            </a:r>
          </a:p>
          <a:p>
            <a:pPr marL="12700" marR="5080"/>
            <a:r>
              <a:rPr lang="en-US" sz="1400" kern="0" spc="-80" dirty="0">
                <a:solidFill>
                  <a:schemeClr val="accent2"/>
                </a:solidFill>
              </a:rPr>
              <a:t>Solid: </a:t>
            </a:r>
            <a:r>
              <a:rPr lang="en-US" sz="1400" kern="0" spc="-80" dirty="0" err="1">
                <a:solidFill>
                  <a:schemeClr val="accent6"/>
                </a:solidFill>
              </a:rPr>
              <a:t>SolidStart</a:t>
            </a:r>
            <a:r>
              <a:rPr lang="en-US" sz="1400" kern="0" spc="-80" dirty="0">
                <a:solidFill>
                  <a:schemeClr val="accent6"/>
                </a:solidFill>
              </a:rPr>
              <a:t> for SSR.</a:t>
            </a:r>
          </a:p>
          <a:p>
            <a:pPr marL="12700" marR="5080"/>
            <a:r>
              <a:rPr lang="en-US" sz="1400" kern="0" spc="-80" dirty="0" err="1">
                <a:solidFill>
                  <a:schemeClr val="accent2"/>
                </a:solidFill>
              </a:rPr>
              <a:t>Qwik</a:t>
            </a:r>
            <a:r>
              <a:rPr lang="en-US" sz="1400" kern="0" spc="-80" dirty="0">
                <a:solidFill>
                  <a:schemeClr val="accent2"/>
                </a:solidFill>
              </a:rPr>
              <a:t>: </a:t>
            </a:r>
            <a:r>
              <a:rPr lang="en-US" sz="1400" kern="0" spc="-80" dirty="0">
                <a:solidFill>
                  <a:schemeClr val="accent6"/>
                </a:solidFill>
              </a:rPr>
              <a:t>designed for resumability (minimal hydration cost).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598958605"/>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E1BF17-06C1-8AD7-EE94-2C50989EACA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3A12FCD-50D8-C14D-0920-3E0CDD2000D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71318E2-CF3D-7D21-DDA0-411F9CEE538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3F8B1F6-51A8-6C11-6CA9-ABF6AED12BD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CB514D7-44F1-E7E6-FDEF-1CBF6EAC284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AFC4393-825E-89D0-957A-02C40444877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6252724-3A6E-3A3F-7B6F-E1A41ACD8A8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4767777-7067-8CF9-7B42-20C13BF24E1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4517C54-DAC4-A6D3-3373-434B9F3CE96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C6028C4-F6F8-9318-F04F-57896021298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8F634E1-B6E2-1F44-85B5-4CEE66DF5D8E}"/>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7. Rendering strategies — CSR / SSR / SSG / ISR / Resumability / Hydration</a:t>
            </a:r>
          </a:p>
          <a:p>
            <a:pPr marL="12700" marR="5080"/>
            <a:r>
              <a:rPr lang="en-US" sz="1400" kern="0" spc="-80" dirty="0">
                <a:solidFill>
                  <a:schemeClr val="accent2"/>
                </a:solidFill>
              </a:rPr>
              <a:t>Rendering Strategies Comparison</a:t>
            </a:r>
          </a:p>
          <a:p>
            <a:pPr marL="12700" marR="5080"/>
            <a:r>
              <a:rPr lang="en-US" sz="1400" kern="0" spc="-80" dirty="0">
                <a:solidFill>
                  <a:schemeClr val="accent2"/>
                </a:solidFill>
              </a:rPr>
              <a:t>Framework	Rendering	                             Speed	    Ideal Use</a:t>
            </a:r>
          </a:p>
          <a:p>
            <a:pPr marL="12700" marR="5080"/>
            <a:r>
              <a:rPr lang="en-US" sz="1400" kern="0" spc="-80" dirty="0">
                <a:solidFill>
                  <a:schemeClr val="accent6"/>
                </a:solidFill>
              </a:rPr>
              <a:t>React	                    Virtual DOM	         Medium	    Large apps, ecosystem-heavy</a:t>
            </a:r>
          </a:p>
          <a:p>
            <a:pPr marL="12700" marR="5080"/>
            <a:r>
              <a:rPr lang="en-US" sz="1400" kern="0" spc="-80" dirty="0">
                <a:solidFill>
                  <a:schemeClr val="accent6"/>
                </a:solidFill>
              </a:rPr>
              <a:t>Vue	                    Virtual DOM + reactivity      High	                        Medium to large apps</a:t>
            </a:r>
          </a:p>
          <a:p>
            <a:pPr marL="12700" marR="5080"/>
            <a:r>
              <a:rPr lang="en-US" sz="1400" kern="0" spc="-80" dirty="0">
                <a:solidFill>
                  <a:schemeClr val="accent6"/>
                </a:solidFill>
              </a:rPr>
              <a:t>Angular	                    Incremental DOM	         Medium	    Enterprise apps</a:t>
            </a:r>
          </a:p>
          <a:p>
            <a:pPr marL="12700" marR="5080"/>
            <a:r>
              <a:rPr lang="en-US" sz="1400" kern="0" spc="-80" dirty="0">
                <a:solidFill>
                  <a:schemeClr val="accent6"/>
                </a:solidFill>
              </a:rPr>
              <a:t>Svelte	                    Compile-time DOM	         Very High	    High-performance UI</a:t>
            </a:r>
          </a:p>
          <a:p>
            <a:pPr marL="12700" marR="5080"/>
            <a:r>
              <a:rPr lang="en-US" sz="1400" kern="0" spc="-80" dirty="0">
                <a:solidFill>
                  <a:schemeClr val="accent6"/>
                </a:solidFill>
              </a:rPr>
              <a:t>Solid	                    Fine-grained reactive           Extremely  High       Real-time apps</a:t>
            </a:r>
          </a:p>
          <a:p>
            <a:pPr marL="12700" marR="5080"/>
            <a:r>
              <a:rPr lang="en-US" sz="1400" kern="0" spc="-80" dirty="0" err="1">
                <a:solidFill>
                  <a:schemeClr val="accent6"/>
                </a:solidFill>
              </a:rPr>
              <a:t>Qwik</a:t>
            </a:r>
            <a:r>
              <a:rPr lang="en-US" sz="1400" kern="0" spc="-80" dirty="0">
                <a:solidFill>
                  <a:schemeClr val="accent6"/>
                </a:solidFill>
              </a:rPr>
              <a:t>	                    Resumability	         High	                        Extreme performance for SSR</a:t>
            </a:r>
          </a:p>
          <a:p>
            <a:pPr marL="12700" marR="5080"/>
            <a:endParaRPr lang="en-US" sz="1400" kern="0" spc="-80" dirty="0">
              <a:solidFill>
                <a:schemeClr val="accent6"/>
              </a:solidFill>
            </a:endParaRPr>
          </a:p>
          <a:p>
            <a:pPr marL="12700" marR="5080"/>
            <a:r>
              <a:rPr lang="en-US" sz="1400" kern="0" spc="-80" dirty="0">
                <a:solidFill>
                  <a:schemeClr val="accent2"/>
                </a:solidFill>
              </a:rPr>
              <a:t>✅ 8. Performance tradeoffs &amp; optimization primitives</a:t>
            </a:r>
          </a:p>
          <a:p>
            <a:pPr marL="12700" marR="5080"/>
            <a:r>
              <a:rPr lang="en-US" sz="1400" kern="0" spc="-80" dirty="0">
                <a:solidFill>
                  <a:schemeClr val="accent2"/>
                </a:solidFill>
              </a:rPr>
              <a:t>Common optimizations</a:t>
            </a:r>
          </a:p>
          <a:p>
            <a:pPr marL="12700" marR="5080"/>
            <a:r>
              <a:rPr lang="en-US" sz="1400" kern="0" spc="-80" dirty="0" err="1">
                <a:solidFill>
                  <a:schemeClr val="accent6"/>
                </a:solidFill>
              </a:rPr>
              <a:t>Memoization</a:t>
            </a:r>
            <a:r>
              <a:rPr lang="en-US" sz="1400" kern="0" spc="-80" dirty="0">
                <a:solidFill>
                  <a:schemeClr val="accent6"/>
                </a:solidFill>
              </a:rPr>
              <a:t> (</a:t>
            </a:r>
            <a:r>
              <a:rPr lang="en-US" sz="1400" kern="0" spc="-80" dirty="0" err="1">
                <a:solidFill>
                  <a:schemeClr val="accent6"/>
                </a:solidFill>
              </a:rPr>
              <a:t>useMemo</a:t>
            </a:r>
            <a:r>
              <a:rPr lang="en-US" sz="1400" kern="0" spc="-80" dirty="0">
                <a:solidFill>
                  <a:schemeClr val="accent6"/>
                </a:solidFill>
              </a:rPr>
              <a:t>, </a:t>
            </a:r>
            <a:r>
              <a:rPr lang="en-US" sz="1400" kern="0" spc="-80" dirty="0" err="1">
                <a:solidFill>
                  <a:schemeClr val="accent6"/>
                </a:solidFill>
              </a:rPr>
              <a:t>React.memo</a:t>
            </a:r>
            <a:r>
              <a:rPr lang="en-US" sz="1400" kern="0" spc="-80" dirty="0">
                <a:solidFill>
                  <a:schemeClr val="accent6"/>
                </a:solidFill>
              </a:rPr>
              <a:t>, computed, </a:t>
            </a:r>
            <a:r>
              <a:rPr lang="en-US" sz="1400" kern="0" spc="-80" dirty="0" err="1">
                <a:solidFill>
                  <a:schemeClr val="accent6"/>
                </a:solidFill>
              </a:rPr>
              <a:t>createMemo</a:t>
            </a:r>
            <a:r>
              <a:rPr lang="en-US" sz="1400" kern="0" spc="-80" dirty="0">
                <a:solidFill>
                  <a:schemeClr val="accent6"/>
                </a:solidFill>
              </a:rPr>
              <a:t>)</a:t>
            </a:r>
          </a:p>
          <a:p>
            <a:pPr marL="12700" marR="5080"/>
            <a:r>
              <a:rPr lang="en-US" sz="1400" kern="0" spc="-80" dirty="0">
                <a:solidFill>
                  <a:schemeClr val="accent6"/>
                </a:solidFill>
              </a:rPr>
              <a:t>Code-splitting / lazy loading (dynamic imports, route-level splitting)</a:t>
            </a:r>
          </a:p>
          <a:p>
            <a:pPr marL="12700" marR="5080"/>
            <a:r>
              <a:rPr lang="en-US" sz="1400" kern="0" spc="-80" dirty="0">
                <a:solidFill>
                  <a:schemeClr val="accent6"/>
                </a:solidFill>
              </a:rPr>
              <a:t>Virtualization for large lists (react-window, </a:t>
            </a:r>
            <a:r>
              <a:rPr lang="en-US" sz="1400" kern="0" spc="-80" dirty="0" err="1">
                <a:solidFill>
                  <a:schemeClr val="accent6"/>
                </a:solidFill>
              </a:rPr>
              <a:t>vue</a:t>
            </a:r>
            <a:r>
              <a:rPr lang="en-US" sz="1400" kern="0" spc="-80" dirty="0">
                <a:solidFill>
                  <a:schemeClr val="accent6"/>
                </a:solidFill>
              </a:rPr>
              <a:t>-virtual-scroller)</a:t>
            </a:r>
          </a:p>
          <a:p>
            <a:pPr marL="12700" marR="5080"/>
            <a:r>
              <a:rPr lang="en-US" sz="1400" kern="0" spc="-80" dirty="0">
                <a:solidFill>
                  <a:schemeClr val="accent6"/>
                </a:solidFill>
              </a:rPr>
              <a:t>Avoiding prop drilling (use Context / Provide &amp; Inject or stores)</a:t>
            </a:r>
          </a:p>
          <a:p>
            <a:pPr marL="12700" marR="5080"/>
            <a:r>
              <a:rPr lang="en-US" sz="1400" kern="0" spc="-80" dirty="0">
                <a:solidFill>
                  <a:schemeClr val="accent6"/>
                </a:solidFill>
              </a:rPr>
              <a:t>Batching updates (React automatic batching)</a:t>
            </a:r>
          </a:p>
          <a:p>
            <a:pPr marL="12700" marR="5080"/>
            <a:r>
              <a:rPr lang="en-US" sz="1400" kern="0" spc="-80" dirty="0">
                <a:solidFill>
                  <a:schemeClr val="accent6"/>
                </a:solidFill>
              </a:rPr>
              <a:t>Debounce/throttle input handlers</a:t>
            </a:r>
          </a:p>
          <a:p>
            <a:pPr marL="12700" marR="5080"/>
            <a:r>
              <a:rPr lang="en-US" sz="1400" kern="0" spc="-80" dirty="0">
                <a:solidFill>
                  <a:schemeClr val="accent6"/>
                </a:solidFill>
              </a:rPr>
              <a:t>Fine-grained reactivity (Solid/Svelte) to minimize updates</a:t>
            </a:r>
          </a:p>
          <a:p>
            <a:pPr marL="12700" marR="5080"/>
            <a:r>
              <a:rPr lang="en-US" sz="1400" kern="0" spc="-80" dirty="0">
                <a:solidFill>
                  <a:schemeClr val="accent6"/>
                </a:solidFill>
              </a:rPr>
              <a:t>Tradeoffs</a:t>
            </a:r>
          </a:p>
          <a:p>
            <a:pPr marL="12700" marR="5080"/>
            <a:r>
              <a:rPr lang="en-US" sz="1400" kern="0" spc="-80" dirty="0">
                <a:solidFill>
                  <a:schemeClr val="accent6"/>
                </a:solidFill>
              </a:rPr>
              <a:t>VDOM simplifies programming model; might require more CPU for diffs.</a:t>
            </a:r>
          </a:p>
        </p:txBody>
      </p:sp>
    </p:spTree>
    <p:extLst>
      <p:ext uri="{BB962C8B-B14F-4D97-AF65-F5344CB8AC3E}">
        <p14:creationId xmlns:p14="http://schemas.microsoft.com/office/powerpoint/2010/main" val="15066165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4342FB-68CF-DE99-8AC9-2A4AE2FF0AA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EE71138-487F-737C-E90C-342671FE705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F88695A-7EE9-FE4C-681B-1188CACFE4A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C789549-79D3-3466-85CC-41FE6EC6E08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1B425F2-B929-D3AB-67AD-8201E5B1A3E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859F3C4-055E-423F-6C4C-51E8886EB12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21B556C-E29D-2CF4-1691-36844D1742F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4C959A5-9C9D-BB48-778B-E13F941045B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335CDEB-EA9D-7012-D0CC-A00E5181CEB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677693F-9592-85FF-D43A-5BAB203342C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EE109AC-EB84-0353-0CBA-C0E408163F1E}"/>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8. Performance tradeoffs &amp; optimization primitives</a:t>
            </a:r>
          </a:p>
          <a:p>
            <a:pPr marL="12700" marR="5080"/>
            <a:r>
              <a:rPr lang="en-US" sz="1400" kern="0" spc="-80" dirty="0">
                <a:solidFill>
                  <a:schemeClr val="accent6"/>
                </a:solidFill>
              </a:rPr>
              <a:t>Fine-grained or compile-time reduces runtime overhead but can have steeper compile-time complexity and smaller ecosystem.</a:t>
            </a:r>
          </a:p>
          <a:p>
            <a:pPr marL="12700" marR="5080"/>
            <a:endParaRPr lang="en-US" sz="1400" kern="0" spc="-80" dirty="0">
              <a:solidFill>
                <a:schemeClr val="accent6"/>
              </a:solidFill>
            </a:endParaRPr>
          </a:p>
          <a:p>
            <a:pPr marL="12700" marR="5080"/>
            <a:r>
              <a:rPr lang="en-US" sz="1400" kern="0" spc="-80" dirty="0">
                <a:solidFill>
                  <a:schemeClr val="accent2"/>
                </a:solidFill>
              </a:rPr>
              <a:t>Slowest → Fastest (UI update speed)</a:t>
            </a:r>
          </a:p>
          <a:p>
            <a:pPr marL="12700" marR="5080"/>
            <a:r>
              <a:rPr lang="en-US" sz="1400" kern="0" spc="-80" dirty="0">
                <a:solidFill>
                  <a:schemeClr val="accent6"/>
                </a:solidFill>
              </a:rPr>
              <a:t>Angular &lt; React &lt; Vue &lt; Svelte &lt; Solid &lt; </a:t>
            </a:r>
            <a:r>
              <a:rPr lang="en-US" sz="1400" kern="0" spc="-80" dirty="0" err="1">
                <a:solidFill>
                  <a:schemeClr val="accent6"/>
                </a:solidFill>
              </a:rPr>
              <a:t>Qwik</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 9. When to Use Which Framework (Detailed Guidelines)</a:t>
            </a:r>
          </a:p>
          <a:p>
            <a:pPr marL="12700" marR="5080"/>
            <a:r>
              <a:rPr lang="en-US" sz="1400" kern="0" spc="-80" dirty="0">
                <a:solidFill>
                  <a:schemeClr val="accent2"/>
                </a:solidFill>
              </a:rPr>
              <a:t>🌐 Use React When:</a:t>
            </a:r>
          </a:p>
          <a:p>
            <a:pPr marL="12700" marR="5080"/>
            <a:r>
              <a:rPr lang="en-US" sz="1400" kern="0" spc="-80" dirty="0">
                <a:solidFill>
                  <a:schemeClr val="accent6"/>
                </a:solidFill>
              </a:rPr>
              <a:t>You want the largest ecosystem &amp; community.</a:t>
            </a:r>
          </a:p>
          <a:p>
            <a:pPr marL="12700" marR="5080"/>
            <a:r>
              <a:rPr lang="en-US" sz="1400" kern="0" spc="-80" dirty="0">
                <a:solidFill>
                  <a:schemeClr val="accent6"/>
                </a:solidFill>
              </a:rPr>
              <a:t>You rely on third-party integrations (charts, maps, auth libraries).</a:t>
            </a:r>
          </a:p>
          <a:p>
            <a:pPr marL="12700" marR="5080"/>
            <a:r>
              <a:rPr lang="en-US" sz="1400" kern="0" spc="-80" dirty="0">
                <a:solidFill>
                  <a:schemeClr val="accent6"/>
                </a:solidFill>
              </a:rPr>
              <a:t>You need SSR/SSG apps via Next.js or Remix.</a:t>
            </a:r>
          </a:p>
          <a:p>
            <a:pPr marL="12700" marR="5080"/>
            <a:r>
              <a:rPr lang="en-US" sz="1400" kern="0" spc="-80" dirty="0">
                <a:solidFill>
                  <a:schemeClr val="accent2"/>
                </a:solidFill>
              </a:rPr>
              <a:t>You build cross-</a:t>
            </a:r>
            <a:r>
              <a:rPr lang="en-US" sz="1400" kern="0" spc="-80" dirty="0">
                <a:solidFill>
                  <a:schemeClr val="accent6"/>
                </a:solidFill>
              </a:rPr>
              <a:t>platform apps (React Native).</a:t>
            </a:r>
          </a:p>
          <a:p>
            <a:pPr marL="12700" marR="5080"/>
            <a:r>
              <a:rPr lang="en-US" sz="1400" kern="0" spc="-80" dirty="0">
                <a:solidFill>
                  <a:schemeClr val="accent6"/>
                </a:solidFill>
              </a:rPr>
              <a:t>Avoid React if:</a:t>
            </a:r>
          </a:p>
          <a:p>
            <a:pPr marL="12700" marR="5080"/>
            <a:r>
              <a:rPr lang="en-US" sz="1400" kern="0" spc="-80" dirty="0">
                <a:solidFill>
                  <a:schemeClr val="accent6"/>
                </a:solidFill>
              </a:rPr>
              <a:t>You want simple two-way binding.</a:t>
            </a:r>
          </a:p>
          <a:p>
            <a:pPr marL="12700" marR="5080"/>
            <a:r>
              <a:rPr lang="en-US" sz="1400" kern="0" spc="-80" dirty="0">
                <a:solidFill>
                  <a:schemeClr val="accent6"/>
                </a:solidFill>
              </a:rPr>
              <a:t>You want fastest perf without VDOM overhead.</a:t>
            </a:r>
          </a:p>
          <a:p>
            <a:pPr marL="12700" marR="5080"/>
            <a:endParaRPr lang="en-US" sz="1400" kern="0" spc="-80" dirty="0">
              <a:solidFill>
                <a:schemeClr val="accent6"/>
              </a:solidFill>
            </a:endParaRPr>
          </a:p>
          <a:p>
            <a:pPr marL="12700" marR="5080"/>
            <a:r>
              <a:rPr lang="en-US" sz="1400" kern="0" spc="-80" dirty="0">
                <a:solidFill>
                  <a:schemeClr val="accent2"/>
                </a:solidFill>
              </a:rPr>
              <a:t>🌱 Use Vue When:</a:t>
            </a:r>
          </a:p>
          <a:p>
            <a:pPr marL="12700" marR="5080"/>
            <a:r>
              <a:rPr lang="en-US" sz="1400" kern="0" spc="-80" dirty="0">
                <a:solidFill>
                  <a:schemeClr val="accent6"/>
                </a:solidFill>
              </a:rPr>
              <a:t>You want simplicity + strong reactivity.</a:t>
            </a:r>
          </a:p>
          <a:p>
            <a:pPr marL="12700" marR="5080"/>
            <a:r>
              <a:rPr lang="en-US" sz="1400" kern="0" spc="-80" dirty="0">
                <a:solidFill>
                  <a:schemeClr val="accent6"/>
                </a:solidFill>
              </a:rPr>
              <a:t>You prefer a template-driven syntax.</a:t>
            </a:r>
          </a:p>
          <a:p>
            <a:pPr marL="12700" marR="5080"/>
            <a:r>
              <a:rPr lang="en-US" sz="1400" kern="0" spc="-80" dirty="0">
                <a:solidFill>
                  <a:schemeClr val="accent6"/>
                </a:solidFill>
              </a:rPr>
              <a:t>You want progressive adoption (can drop into legacy apps).</a:t>
            </a:r>
          </a:p>
          <a:p>
            <a:pPr marL="12700" marR="5080"/>
            <a:r>
              <a:rPr lang="en-US" sz="1400" kern="0" spc="-80" dirty="0">
                <a:solidFill>
                  <a:schemeClr val="accent6"/>
                </a:solidFill>
              </a:rPr>
              <a:t>You want great DX with good defaults (</a:t>
            </a:r>
            <a:r>
              <a:rPr lang="en-US" sz="1400" kern="0" spc="-80" dirty="0" err="1">
                <a:solidFill>
                  <a:schemeClr val="accent6"/>
                </a:solidFill>
              </a:rPr>
              <a:t>Nuxt</a:t>
            </a:r>
            <a:r>
              <a:rPr lang="en-US" sz="1400" kern="0" spc="-80" dirty="0">
                <a:solidFill>
                  <a:schemeClr val="accent6"/>
                </a:solidFill>
              </a:rPr>
              <a:t>).</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908640498"/>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F580A-2937-66F3-E113-A950C3184BE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622E7C8-0220-4EFC-AA45-D8B89409D38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98F21F8-68C6-EF54-A8A1-C621C8D0F12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9871F97-048E-4772-E1C6-8E701717F27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1A6FFC9-3F2A-F7A8-FCFA-B77F6935B3D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5EDC0EB-63DF-0AD0-D68E-E822AD169CE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7934C8F-057D-6836-EEA8-E15E19FE59B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5386E49-0B18-FD8A-87D4-0C0D47F75A7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30EC564-8004-5B02-B703-97D67FEE886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9C6FCA5-FDC1-AD8C-2643-6BFBE7BD9A5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AC9A015-3AA6-3645-E1C2-88164606A5AA}"/>
              </a:ext>
            </a:extLst>
          </p:cNvPr>
          <p:cNvSpPr txBox="1">
            <a:spLocks/>
          </p:cNvSpPr>
          <p:nvPr/>
        </p:nvSpPr>
        <p:spPr>
          <a:xfrm>
            <a:off x="152400" y="685800"/>
            <a:ext cx="8624937"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9. When to Use Which Framework (Detailed Guidelines)</a:t>
            </a:r>
          </a:p>
          <a:p>
            <a:pPr marL="12700" marR="5080"/>
            <a:r>
              <a:rPr lang="en-US" sz="1400" kern="0" spc="-80" dirty="0">
                <a:solidFill>
                  <a:schemeClr val="accent2"/>
                </a:solidFill>
              </a:rPr>
              <a:t>Avoid Vue if:</a:t>
            </a:r>
          </a:p>
          <a:p>
            <a:pPr marL="12700" marR="5080"/>
            <a:r>
              <a:rPr lang="en-US" sz="1400" kern="0" spc="-80" dirty="0">
                <a:solidFill>
                  <a:schemeClr val="accent6"/>
                </a:solidFill>
              </a:rPr>
              <a:t>You need very low-level control.</a:t>
            </a:r>
          </a:p>
          <a:p>
            <a:pPr marL="12700" marR="5080"/>
            <a:r>
              <a:rPr lang="en-US" sz="1400" kern="0" spc="-80" dirty="0">
                <a:solidFill>
                  <a:schemeClr val="accent6"/>
                </a:solidFill>
              </a:rPr>
              <a:t>You require very large enterprise tooling (Angular wins).</a:t>
            </a:r>
          </a:p>
          <a:p>
            <a:pPr marL="12700" marR="5080"/>
            <a:endParaRPr lang="en-US" sz="1400" kern="0" spc="-80" dirty="0">
              <a:solidFill>
                <a:schemeClr val="accent6"/>
              </a:solidFill>
            </a:endParaRPr>
          </a:p>
          <a:p>
            <a:pPr marL="12700" marR="5080"/>
            <a:r>
              <a:rPr lang="en-US" sz="1400" kern="0" spc="-80" dirty="0">
                <a:solidFill>
                  <a:schemeClr val="accent2"/>
                </a:solidFill>
              </a:rPr>
              <a:t>🏢 Use Angular When:</a:t>
            </a:r>
          </a:p>
          <a:p>
            <a:pPr marL="12700" marR="5080"/>
            <a:r>
              <a:rPr lang="en-US" sz="1400" kern="0" spc="-80" dirty="0">
                <a:solidFill>
                  <a:schemeClr val="accent6"/>
                </a:solidFill>
              </a:rPr>
              <a:t>You are building huge enterprise apps.</a:t>
            </a:r>
          </a:p>
          <a:p>
            <a:pPr marL="12700" marR="5080"/>
            <a:r>
              <a:rPr lang="en-US" sz="1400" kern="0" spc="-80" dirty="0">
                <a:solidFill>
                  <a:schemeClr val="accent6"/>
                </a:solidFill>
              </a:rPr>
              <a:t>You want full framework with batteries included:</a:t>
            </a:r>
          </a:p>
          <a:p>
            <a:pPr marL="12700" marR="5080"/>
            <a:r>
              <a:rPr lang="en-US" sz="1400" kern="0" spc="-80" dirty="0">
                <a:solidFill>
                  <a:schemeClr val="accent6"/>
                </a:solidFill>
              </a:rPr>
              <a:t>DI</a:t>
            </a:r>
          </a:p>
          <a:p>
            <a:pPr marL="12700" marR="5080"/>
            <a:r>
              <a:rPr lang="en-US" sz="1400" kern="0" spc="-80" dirty="0">
                <a:solidFill>
                  <a:schemeClr val="accent6"/>
                </a:solidFill>
              </a:rPr>
              <a:t>Forms</a:t>
            </a:r>
          </a:p>
          <a:p>
            <a:pPr marL="12700" marR="5080"/>
            <a:r>
              <a:rPr lang="en-US" sz="1400" kern="0" spc="-80" dirty="0">
                <a:solidFill>
                  <a:schemeClr val="accent6"/>
                </a:solidFill>
              </a:rPr>
              <a:t>Routing</a:t>
            </a:r>
          </a:p>
          <a:p>
            <a:pPr marL="12700" marR="5080"/>
            <a:r>
              <a:rPr lang="en-US" sz="1400" kern="0" spc="-80" dirty="0">
                <a:solidFill>
                  <a:schemeClr val="accent6"/>
                </a:solidFill>
              </a:rPr>
              <a:t>HTTP client</a:t>
            </a:r>
          </a:p>
          <a:p>
            <a:pPr marL="12700" marR="5080"/>
            <a:r>
              <a:rPr lang="en-US" sz="1400" kern="0" spc="-80" dirty="0">
                <a:solidFill>
                  <a:schemeClr val="accent6"/>
                </a:solidFill>
              </a:rPr>
              <a:t>CLI</a:t>
            </a:r>
          </a:p>
          <a:p>
            <a:pPr marL="12700" marR="5080"/>
            <a:r>
              <a:rPr lang="en-US" sz="1400" kern="0" spc="-80" dirty="0">
                <a:solidFill>
                  <a:schemeClr val="accent6"/>
                </a:solidFill>
              </a:rPr>
              <a:t>The team prefers strong conventions &amp; TypeScript.</a:t>
            </a:r>
          </a:p>
          <a:p>
            <a:pPr marL="12700" marR="5080"/>
            <a:r>
              <a:rPr lang="en-US" sz="1400" kern="0" spc="-80" dirty="0">
                <a:solidFill>
                  <a:schemeClr val="accent2"/>
                </a:solidFill>
              </a:rPr>
              <a:t>Avoid Angular if:</a:t>
            </a:r>
          </a:p>
          <a:p>
            <a:pPr marL="12700" marR="5080"/>
            <a:r>
              <a:rPr lang="en-US" sz="1400" kern="0" spc="-80" dirty="0">
                <a:solidFill>
                  <a:schemeClr val="accent6"/>
                </a:solidFill>
              </a:rPr>
              <a:t>You want lightweight, fast SSR or simple apps.</a:t>
            </a:r>
          </a:p>
          <a:p>
            <a:pPr marL="12700" marR="5080"/>
            <a:endParaRPr lang="en-US" sz="1400" kern="0" spc="-80" dirty="0">
              <a:solidFill>
                <a:schemeClr val="accent6"/>
              </a:solidFill>
            </a:endParaRPr>
          </a:p>
          <a:p>
            <a:pPr marL="12700" marR="5080"/>
            <a:r>
              <a:rPr lang="en-US" sz="1400" kern="0" spc="-80" dirty="0">
                <a:solidFill>
                  <a:schemeClr val="accent2"/>
                </a:solidFill>
              </a:rPr>
              <a:t>⚡ Use Svelte When:</a:t>
            </a:r>
          </a:p>
          <a:p>
            <a:pPr marL="12700" marR="5080"/>
            <a:r>
              <a:rPr lang="en-US" sz="1400" kern="0" spc="-80" dirty="0">
                <a:solidFill>
                  <a:schemeClr val="accent6"/>
                </a:solidFill>
              </a:rPr>
              <a:t>You want fastest runtime performance (no virtual DOM).</a:t>
            </a:r>
          </a:p>
          <a:p>
            <a:pPr marL="12700" marR="5080"/>
            <a:r>
              <a:rPr lang="en-US" sz="1400" kern="0" spc="-80" dirty="0">
                <a:solidFill>
                  <a:schemeClr val="accent6"/>
                </a:solidFill>
              </a:rPr>
              <a:t>You want the cleanest syntax.</a:t>
            </a:r>
          </a:p>
          <a:p>
            <a:pPr marL="12700" marR="5080"/>
            <a:r>
              <a:rPr lang="en-US" sz="1400" kern="0" spc="-80" dirty="0">
                <a:solidFill>
                  <a:schemeClr val="accent6"/>
                </a:solidFill>
              </a:rPr>
              <a:t>You’re building:</a:t>
            </a:r>
          </a:p>
          <a:p>
            <a:pPr marL="12700" marR="5080"/>
            <a:r>
              <a:rPr lang="en-US" sz="1400" kern="0" spc="-80" dirty="0">
                <a:solidFill>
                  <a:schemeClr val="accent6"/>
                </a:solidFill>
              </a:rPr>
              <a:t>small-to-medium apps</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885107684"/>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641323-A980-5A12-E319-8ADE1CC856A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F745E61-657E-27AC-AC2B-CCF137C5274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F081162-6F49-F687-C2A0-B37AF16A25B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1176769-4381-13BB-8FD2-4136A3ED56D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864483C-7F8A-AD0F-B808-D5BFACFFE14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F0B2C27-0130-DDEF-8B19-22C45B8AE95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6E03E75-E562-D98C-A7F7-5D167294178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994599B-E8BA-2AAB-41E0-C4B79672D2C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C718259-073E-0812-4DEA-3E23829B70F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120A519-5825-D780-D95A-C337EF33DD1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CC48A50-A144-2192-C569-69AAAA90F53C}"/>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9. When to Use Which Framework (Detailed Guidelines)</a:t>
            </a:r>
          </a:p>
          <a:p>
            <a:pPr marL="12700" marR="5080"/>
            <a:r>
              <a:rPr lang="en-US" sz="1400" kern="0" spc="-80" dirty="0">
                <a:solidFill>
                  <a:schemeClr val="accent6"/>
                </a:solidFill>
              </a:rPr>
              <a:t>dashboards</a:t>
            </a:r>
          </a:p>
          <a:p>
            <a:pPr marL="12700" marR="5080"/>
            <a:r>
              <a:rPr lang="en-US" sz="1400" kern="0" spc="-80" dirty="0">
                <a:solidFill>
                  <a:schemeClr val="accent6"/>
                </a:solidFill>
              </a:rPr>
              <a:t>embedded widgets</a:t>
            </a:r>
          </a:p>
          <a:p>
            <a:pPr marL="12700" marR="5080"/>
            <a:r>
              <a:rPr lang="en-US" sz="1400" kern="0" spc="-80" dirty="0">
                <a:solidFill>
                  <a:schemeClr val="accent6"/>
                </a:solidFill>
              </a:rPr>
              <a:t>mobile apps (via Svelte Native)</a:t>
            </a:r>
          </a:p>
          <a:p>
            <a:pPr marL="12700" marR="5080"/>
            <a:r>
              <a:rPr lang="en-US" sz="1400" kern="0" spc="-80" dirty="0">
                <a:solidFill>
                  <a:schemeClr val="accent2"/>
                </a:solidFill>
              </a:rPr>
              <a:t>Avoid Svelte if:</a:t>
            </a:r>
          </a:p>
          <a:p>
            <a:pPr marL="12700" marR="5080"/>
            <a:r>
              <a:rPr lang="en-US" sz="1400" kern="0" spc="-80" dirty="0">
                <a:solidFill>
                  <a:schemeClr val="accent6"/>
                </a:solidFill>
              </a:rPr>
              <a:t>You need a mature ecosystem like React.</a:t>
            </a:r>
          </a:p>
          <a:p>
            <a:pPr marL="12700" marR="5080"/>
            <a:r>
              <a:rPr lang="en-US" sz="1400" kern="0" spc="-80" dirty="0">
                <a:solidFill>
                  <a:schemeClr val="accent6"/>
                </a:solidFill>
              </a:rPr>
              <a:t>You want very large enterprise-level tooling.</a:t>
            </a:r>
          </a:p>
          <a:p>
            <a:pPr marL="12700" marR="5080"/>
            <a:endParaRPr lang="en-US" sz="1400" kern="0" spc="-80" dirty="0">
              <a:solidFill>
                <a:schemeClr val="accent6"/>
              </a:solidFill>
            </a:endParaRPr>
          </a:p>
          <a:p>
            <a:pPr marL="12700" marR="5080"/>
            <a:r>
              <a:rPr lang="en-US" sz="1400" kern="0" spc="-80" dirty="0">
                <a:solidFill>
                  <a:schemeClr val="accent2"/>
                </a:solidFill>
              </a:rPr>
              <a:t>⚛️ Use </a:t>
            </a:r>
            <a:r>
              <a:rPr lang="en-US" sz="1400" kern="0" spc="-80" dirty="0" err="1">
                <a:solidFill>
                  <a:schemeClr val="accent2"/>
                </a:solidFill>
              </a:rPr>
              <a:t>SolidJS</a:t>
            </a:r>
            <a:r>
              <a:rPr lang="en-US" sz="1400" kern="0" spc="-80" dirty="0">
                <a:solidFill>
                  <a:schemeClr val="accent2"/>
                </a:solidFill>
              </a:rPr>
              <a:t> When:</a:t>
            </a:r>
          </a:p>
          <a:p>
            <a:pPr marL="12700" marR="5080"/>
            <a:r>
              <a:rPr lang="en-US" sz="1400" kern="0" spc="-80" dirty="0">
                <a:solidFill>
                  <a:schemeClr val="accent6"/>
                </a:solidFill>
              </a:rPr>
              <a:t>You need fine-grained reactivity &amp; ultimate performance.</a:t>
            </a:r>
          </a:p>
          <a:p>
            <a:pPr marL="12700" marR="5080"/>
            <a:r>
              <a:rPr lang="en-US" sz="1400" kern="0" spc="-80" dirty="0">
                <a:solidFill>
                  <a:schemeClr val="accent6"/>
                </a:solidFill>
              </a:rPr>
              <a:t>Building real-time dashboards, charts, IoT interfaces.</a:t>
            </a:r>
          </a:p>
          <a:p>
            <a:pPr marL="12700" marR="5080"/>
            <a:r>
              <a:rPr lang="en-US" sz="1400" kern="0" spc="-80" dirty="0">
                <a:solidFill>
                  <a:schemeClr val="accent6"/>
                </a:solidFill>
              </a:rPr>
              <a:t>You want React-like JSX but much faster.</a:t>
            </a:r>
          </a:p>
          <a:p>
            <a:pPr marL="12700" marR="5080"/>
            <a:r>
              <a:rPr lang="en-US" sz="1400" kern="0" spc="-80" dirty="0">
                <a:solidFill>
                  <a:schemeClr val="accent2"/>
                </a:solidFill>
              </a:rPr>
              <a:t>Avoid Solid if:</a:t>
            </a:r>
          </a:p>
          <a:p>
            <a:pPr marL="12700" marR="5080"/>
            <a:r>
              <a:rPr lang="en-US" sz="1400" kern="0" spc="-80" dirty="0">
                <a:solidFill>
                  <a:schemeClr val="accent6"/>
                </a:solidFill>
              </a:rPr>
              <a:t>You need wide community support.</a:t>
            </a:r>
          </a:p>
          <a:p>
            <a:pPr marL="12700" marR="5080"/>
            <a:endParaRPr lang="en-US" sz="1400" kern="0" spc="-80" dirty="0">
              <a:solidFill>
                <a:schemeClr val="accent6"/>
              </a:solidFill>
            </a:endParaRPr>
          </a:p>
          <a:p>
            <a:pPr marL="12700" marR="5080"/>
            <a:r>
              <a:rPr lang="en-US" sz="1400" kern="0" spc="-80" dirty="0">
                <a:solidFill>
                  <a:schemeClr val="accent2"/>
                </a:solidFill>
              </a:rPr>
              <a:t>💤 Use </a:t>
            </a:r>
            <a:r>
              <a:rPr lang="en-US" sz="1400" kern="0" spc="-80" dirty="0" err="1">
                <a:solidFill>
                  <a:schemeClr val="accent2"/>
                </a:solidFill>
              </a:rPr>
              <a:t>Qwik</a:t>
            </a:r>
            <a:r>
              <a:rPr lang="en-US" sz="1400" kern="0" spc="-80" dirty="0">
                <a:solidFill>
                  <a:schemeClr val="accent2"/>
                </a:solidFill>
              </a:rPr>
              <a:t> When:</a:t>
            </a:r>
          </a:p>
          <a:p>
            <a:pPr marL="12700" marR="5080"/>
            <a:r>
              <a:rPr lang="en-US" sz="1400" kern="0" spc="-80" dirty="0">
                <a:solidFill>
                  <a:schemeClr val="accent6"/>
                </a:solidFill>
              </a:rPr>
              <a:t>You want instant-loading apps with zero JS hydration.</a:t>
            </a:r>
          </a:p>
          <a:p>
            <a:pPr marL="12700" marR="5080"/>
            <a:r>
              <a:rPr lang="en-US" sz="1400" kern="0" spc="-80" dirty="0">
                <a:solidFill>
                  <a:schemeClr val="accent6"/>
                </a:solidFill>
              </a:rPr>
              <a:t>Critical for poor network regions.</a:t>
            </a:r>
          </a:p>
          <a:p>
            <a:pPr marL="12700" marR="5080"/>
            <a:r>
              <a:rPr lang="en-US" sz="1400" kern="0" spc="-80" dirty="0">
                <a:solidFill>
                  <a:schemeClr val="accent6"/>
                </a:solidFill>
              </a:rPr>
              <a:t>SEO-heavy projects.</a:t>
            </a:r>
          </a:p>
          <a:p>
            <a:pPr marL="12700" marR="5080"/>
            <a:r>
              <a:rPr lang="en-US" sz="1400" kern="0" spc="-80" dirty="0">
                <a:solidFill>
                  <a:schemeClr val="accent2"/>
                </a:solidFill>
              </a:rPr>
              <a:t>Avoid </a:t>
            </a:r>
            <a:r>
              <a:rPr lang="en-US" sz="1400" kern="0" spc="-80" dirty="0" err="1">
                <a:solidFill>
                  <a:schemeClr val="accent2"/>
                </a:solidFill>
              </a:rPr>
              <a:t>Qwik</a:t>
            </a:r>
            <a:r>
              <a:rPr lang="en-US" sz="1400" kern="0" spc="-80" dirty="0">
                <a:solidFill>
                  <a:schemeClr val="accent2"/>
                </a:solidFill>
              </a:rPr>
              <a:t> if:</a:t>
            </a:r>
          </a:p>
          <a:p>
            <a:pPr marL="12700" marR="5080"/>
            <a:r>
              <a:rPr lang="en-US" sz="1400" kern="0" spc="-80" dirty="0">
                <a:solidFill>
                  <a:schemeClr val="accent6"/>
                </a:solidFill>
              </a:rPr>
              <a:t>You want wide ecosystem support or simplicity.</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240135231"/>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5A9D2-3B44-CF6E-EA89-B47C12368BA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57610F3-6658-8E52-0DED-5CFE077AD22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9903E4B-D2D2-85C8-6715-31F5ABB7490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ADE037E-DC6B-FD20-83E5-F94627E5730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99E1F93-A41A-510C-36F8-637DC1042B3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80A4324-0C14-EE2A-AB31-2D2209F8E46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AEA6270-2F0C-2AA6-60A4-E8E84572D6E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5129246-B7E9-DE39-6B96-BD4D2523415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F1D6E76-F87F-0341-D875-A8A3B32F643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98C2BF2-3766-8823-1401-F5866D14DF2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6E6343F-0FAF-5CE5-3D6B-114592D4CB53}"/>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6"/>
                </a:solidFill>
              </a:rPr>
              <a:t>📌 </a:t>
            </a:r>
            <a:r>
              <a:rPr lang="en-US" sz="1400" kern="0" spc="-80" dirty="0">
                <a:solidFill>
                  <a:schemeClr val="accent2"/>
                </a:solidFill>
              </a:rPr>
              <a:t>10. Framework Selection Cheat Sheet</a:t>
            </a:r>
          </a:p>
          <a:p>
            <a:pPr marL="12700" marR="5080"/>
            <a:r>
              <a:rPr lang="en-US" sz="1400" kern="0" spc="-80" dirty="0">
                <a:solidFill>
                  <a:schemeClr val="accent2"/>
                </a:solidFill>
              </a:rPr>
              <a:t>Requirement	                   Best Framework</a:t>
            </a:r>
          </a:p>
          <a:p>
            <a:pPr marL="12700" marR="5080"/>
            <a:r>
              <a:rPr lang="en-US" sz="1400" kern="0" spc="-80" dirty="0">
                <a:solidFill>
                  <a:schemeClr val="accent6"/>
                </a:solidFill>
              </a:rPr>
              <a:t>Large enterprise project	Angular</a:t>
            </a:r>
          </a:p>
          <a:p>
            <a:pPr marL="12700" marR="5080"/>
            <a:r>
              <a:rPr lang="en-US" sz="1400" kern="0" spc="-80" dirty="0">
                <a:solidFill>
                  <a:schemeClr val="accent6"/>
                </a:solidFill>
              </a:rPr>
              <a:t>Best ecosystem / libraries	React</a:t>
            </a:r>
          </a:p>
          <a:p>
            <a:pPr marL="12700" marR="5080"/>
            <a:r>
              <a:rPr lang="en-US" sz="1400" kern="0" spc="-80" dirty="0">
                <a:solidFill>
                  <a:schemeClr val="accent6"/>
                </a:solidFill>
              </a:rPr>
              <a:t>Simple learning curve	                    Vue</a:t>
            </a:r>
          </a:p>
          <a:p>
            <a:pPr marL="12700" marR="5080"/>
            <a:r>
              <a:rPr lang="en-US" sz="1400" kern="0" spc="-80" dirty="0">
                <a:solidFill>
                  <a:schemeClr val="accent6"/>
                </a:solidFill>
              </a:rPr>
              <a:t>Fastest performance	                    Svelte / Solid</a:t>
            </a:r>
          </a:p>
          <a:p>
            <a:pPr marL="12700" marR="5080"/>
            <a:r>
              <a:rPr lang="en-US" sz="1400" kern="0" spc="-80" dirty="0">
                <a:solidFill>
                  <a:schemeClr val="accent6"/>
                </a:solidFill>
              </a:rPr>
              <a:t>Best SSR / SEO	                    </a:t>
            </a:r>
            <a:r>
              <a:rPr lang="en-US" sz="1400" kern="0" spc="-80" dirty="0" err="1">
                <a:solidFill>
                  <a:schemeClr val="accent6"/>
                </a:solidFill>
              </a:rPr>
              <a:t>Qwik</a:t>
            </a:r>
            <a:r>
              <a:rPr lang="en-US" sz="1400" kern="0" spc="-80" dirty="0">
                <a:solidFill>
                  <a:schemeClr val="accent6"/>
                </a:solidFill>
              </a:rPr>
              <a:t> / Next.js</a:t>
            </a:r>
          </a:p>
          <a:p>
            <a:pPr marL="12700" marR="5080"/>
            <a:endParaRPr lang="en-US" sz="1400" kern="0" spc="-80" dirty="0">
              <a:solidFill>
                <a:schemeClr val="accent6"/>
              </a:solidFill>
            </a:endParaRPr>
          </a:p>
          <a:p>
            <a:pPr marL="12700" marR="5080"/>
            <a:r>
              <a:rPr lang="en-US" sz="1400" kern="0" spc="-80" dirty="0">
                <a:solidFill>
                  <a:schemeClr val="accent6"/>
                </a:solidFill>
              </a:rPr>
              <a:t>📌 </a:t>
            </a:r>
            <a:r>
              <a:rPr lang="en-US" sz="1400" kern="0" spc="-80" dirty="0">
                <a:solidFill>
                  <a:schemeClr val="accent2"/>
                </a:solidFill>
              </a:rPr>
              <a:t>11. Quick summary — mental model per framework</a:t>
            </a:r>
          </a:p>
          <a:p>
            <a:pPr marL="12700" marR="5080"/>
            <a:r>
              <a:rPr lang="en-US" sz="1400" kern="0" spc="-80" dirty="0">
                <a:solidFill>
                  <a:schemeClr val="accent2"/>
                </a:solidFill>
              </a:rPr>
              <a:t>React: </a:t>
            </a:r>
            <a:r>
              <a:rPr lang="en-US" sz="1400" kern="0" spc="-80" dirty="0">
                <a:solidFill>
                  <a:schemeClr val="accent6"/>
                </a:solidFill>
              </a:rPr>
              <a:t>VDOM + hooks + huge ecosystem. Flexible but you choose libraries for many features.</a:t>
            </a:r>
          </a:p>
          <a:p>
            <a:pPr marL="12700" marR="5080"/>
            <a:r>
              <a:rPr lang="en-US" sz="1400" kern="0" spc="-80" dirty="0">
                <a:solidFill>
                  <a:schemeClr val="accent2"/>
                </a:solidFill>
              </a:rPr>
              <a:t>Vue: </a:t>
            </a:r>
            <a:r>
              <a:rPr lang="en-US" sz="1400" kern="0" spc="-80" dirty="0">
                <a:solidFill>
                  <a:schemeClr val="accent6"/>
                </a:solidFill>
              </a:rPr>
              <a:t>Template-first with powerful reactivity and simpler ergonomics; batteries optional.</a:t>
            </a:r>
          </a:p>
          <a:p>
            <a:pPr marL="12700" marR="5080"/>
            <a:r>
              <a:rPr lang="en-US" sz="1400" kern="0" spc="-80" dirty="0">
                <a:solidFill>
                  <a:schemeClr val="accent2"/>
                </a:solidFill>
              </a:rPr>
              <a:t>Angular: </a:t>
            </a:r>
            <a:r>
              <a:rPr lang="en-US" sz="1400" kern="0" spc="-80" dirty="0">
                <a:solidFill>
                  <a:schemeClr val="accent6"/>
                </a:solidFill>
              </a:rPr>
              <a:t>Opinionated, complete framework with DI and enterprise-grade tooling.</a:t>
            </a:r>
          </a:p>
          <a:p>
            <a:pPr marL="12700" marR="5080"/>
            <a:r>
              <a:rPr lang="en-US" sz="1400" kern="0" spc="-80" dirty="0">
                <a:solidFill>
                  <a:schemeClr val="accent2"/>
                </a:solidFill>
              </a:rPr>
              <a:t>Svelte: </a:t>
            </a:r>
            <a:r>
              <a:rPr lang="en-US" sz="1400" kern="0" spc="-80" dirty="0">
                <a:solidFill>
                  <a:schemeClr val="accent6"/>
                </a:solidFill>
              </a:rPr>
              <a:t>Compile-time reactivity → tiny runtime &amp; fast UI updates; great DX.</a:t>
            </a:r>
          </a:p>
          <a:p>
            <a:pPr marL="12700" marR="5080"/>
            <a:r>
              <a:rPr lang="en-US" sz="1400" kern="0" spc="-80" dirty="0">
                <a:solidFill>
                  <a:schemeClr val="accent2"/>
                </a:solidFill>
              </a:rPr>
              <a:t>Solid: </a:t>
            </a:r>
            <a:r>
              <a:rPr lang="en-US" sz="1400" kern="0" spc="-80" dirty="0">
                <a:solidFill>
                  <a:schemeClr val="accent6"/>
                </a:solidFill>
              </a:rPr>
              <a:t>JSX + fine-grained signals → extreme runtime performance.</a:t>
            </a:r>
          </a:p>
          <a:p>
            <a:pPr marL="12700" marR="5080"/>
            <a:r>
              <a:rPr lang="en-US" sz="1400" kern="0" spc="-80" dirty="0" err="1">
                <a:solidFill>
                  <a:schemeClr val="accent2"/>
                </a:solidFill>
              </a:rPr>
              <a:t>Qwik</a:t>
            </a:r>
            <a:r>
              <a:rPr lang="en-US" sz="1400" kern="0" spc="-80" dirty="0">
                <a:solidFill>
                  <a:schemeClr val="accent2"/>
                </a:solidFill>
              </a:rPr>
              <a:t>: </a:t>
            </a:r>
            <a:r>
              <a:rPr lang="en-US" sz="1400" kern="0" spc="-80" dirty="0">
                <a:solidFill>
                  <a:schemeClr val="accent6"/>
                </a:solidFill>
              </a:rPr>
              <a:t>Resumability → near-zero hydration; focused on instant-loading pages.</a:t>
            </a:r>
          </a:p>
          <a:p>
            <a:pPr marL="12700" marR="5080"/>
            <a:r>
              <a:rPr lang="en-US" sz="1400" kern="0" spc="-80" dirty="0" err="1">
                <a:solidFill>
                  <a:schemeClr val="accent2"/>
                </a:solidFill>
              </a:rPr>
              <a:t>Preact</a:t>
            </a:r>
            <a:r>
              <a:rPr lang="en-US" sz="1400" kern="0" spc="-80" dirty="0">
                <a:solidFill>
                  <a:schemeClr val="accent2"/>
                </a:solidFill>
              </a:rPr>
              <a:t>: </a:t>
            </a:r>
            <a:r>
              <a:rPr lang="en-US" sz="1400" kern="0" spc="-80" dirty="0">
                <a:solidFill>
                  <a:schemeClr val="accent6"/>
                </a:solidFill>
              </a:rPr>
              <a:t>React-like but tiny — drop-in for size-sensitive apps.</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 12. Summary in One Sentence</a:t>
            </a:r>
          </a:p>
          <a:p>
            <a:pPr marL="12700" marR="5080"/>
            <a:r>
              <a:rPr lang="en-US" sz="1400" kern="0" spc="-80" dirty="0">
                <a:solidFill>
                  <a:schemeClr val="accent6"/>
                </a:solidFill>
              </a:rPr>
              <a:t>Choose React for ecosystem, Vue for simplicity, Angular for enterprise, Svelte for performance + DX, Solid for extreme speed, and </a:t>
            </a:r>
            <a:r>
              <a:rPr lang="en-US" sz="1400" kern="0" spc="-80" dirty="0" err="1">
                <a:solidFill>
                  <a:schemeClr val="accent6"/>
                </a:solidFill>
              </a:rPr>
              <a:t>Qwik</a:t>
            </a:r>
            <a:r>
              <a:rPr lang="en-US" sz="1400" kern="0" spc="-80" dirty="0">
                <a:solidFill>
                  <a:schemeClr val="accent6"/>
                </a:solidFill>
              </a:rPr>
              <a:t> for instant-loading web apps.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48072187"/>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55901-80A7-F479-4F3E-D4EB76E0A1C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A6AB699-C404-7578-360C-FDA13187DE2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19297B5-71DF-6F8B-CAF3-3DBC894BE74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64F7DCE-E62E-37C3-E702-2123BB47A00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93B4EDC-A764-22AC-6748-2975AA0A73B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0D955A-9A87-0D8A-AB05-77FC0E4A9BD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DAD5B25-2E7A-7F54-828A-1876E9221E5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5615464-406A-95CD-0445-1B4F11010A0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939BBFB-5930-A1B0-13A1-728189F26DD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08C75AF-B7E4-E9B7-61B3-994B5B8A318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B75F72B-F997-FA90-C586-83AC45CEBE8D}"/>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 CORE BUILDING BLOCKS OF ANY JS FRAMEWORK</a:t>
            </a:r>
          </a:p>
          <a:p>
            <a:pPr marL="12700" marR="5080"/>
            <a:r>
              <a:rPr lang="en-US" sz="1400" kern="0" spc="-80" dirty="0">
                <a:solidFill>
                  <a:schemeClr val="accent2"/>
                </a:solidFill>
              </a:rPr>
              <a:t>Every modern UI framework consists of these pieces:</a:t>
            </a:r>
          </a:p>
          <a:p>
            <a:pPr marL="12700" marR="5080"/>
            <a:r>
              <a:rPr lang="en-US" sz="1400" kern="0" spc="-80" dirty="0">
                <a:solidFill>
                  <a:schemeClr val="accent2"/>
                </a:solidFill>
              </a:rPr>
              <a:t>1. Reactive State System</a:t>
            </a:r>
          </a:p>
          <a:p>
            <a:pPr marL="12700" marR="5080"/>
            <a:r>
              <a:rPr lang="en-US" sz="1400" kern="0" spc="-80" dirty="0">
                <a:solidFill>
                  <a:schemeClr val="accent2"/>
                </a:solidFill>
              </a:rPr>
              <a:t>A mechanism to:</a:t>
            </a:r>
          </a:p>
          <a:p>
            <a:pPr marL="12700" marR="5080"/>
            <a:r>
              <a:rPr lang="en-US" sz="1400" kern="0" spc="-80" dirty="0">
                <a:solidFill>
                  <a:schemeClr val="accent6"/>
                </a:solidFill>
              </a:rPr>
              <a:t>Store state</a:t>
            </a:r>
          </a:p>
          <a:p>
            <a:pPr marL="12700" marR="5080"/>
            <a:r>
              <a:rPr lang="en-US" sz="1400" kern="0" spc="-80" dirty="0">
                <a:solidFill>
                  <a:schemeClr val="accent6"/>
                </a:solidFill>
              </a:rPr>
              <a:t>Track dependencies</a:t>
            </a:r>
          </a:p>
          <a:p>
            <a:pPr marL="12700" marR="5080"/>
            <a:r>
              <a:rPr lang="en-US" sz="1400" kern="0" spc="-80" dirty="0">
                <a:solidFill>
                  <a:schemeClr val="accent6"/>
                </a:solidFill>
              </a:rPr>
              <a:t>Trigger UI updates when state changes</a:t>
            </a:r>
          </a:p>
          <a:p>
            <a:pPr marL="12700" marR="5080"/>
            <a:r>
              <a:rPr lang="en-US" sz="1400" kern="0" spc="-80" dirty="0">
                <a:solidFill>
                  <a:schemeClr val="accent2"/>
                </a:solidFill>
              </a:rPr>
              <a:t>Patterns:</a:t>
            </a:r>
          </a:p>
          <a:p>
            <a:pPr marL="12700" marR="5080"/>
            <a:r>
              <a:rPr lang="en-US" sz="1400" kern="0" spc="-80" dirty="0">
                <a:solidFill>
                  <a:schemeClr val="accent6"/>
                </a:solidFill>
              </a:rPr>
              <a:t>Pub/Sub (basic frameworks)</a:t>
            </a:r>
          </a:p>
          <a:p>
            <a:pPr marL="12700" marR="5080"/>
            <a:r>
              <a:rPr lang="en-US" sz="1400" kern="0" spc="-80" dirty="0">
                <a:solidFill>
                  <a:schemeClr val="accent6"/>
                </a:solidFill>
              </a:rPr>
              <a:t>Observer pattern (</a:t>
            </a:r>
            <a:r>
              <a:rPr lang="en-US" sz="1400" kern="0" spc="-80" dirty="0" err="1">
                <a:solidFill>
                  <a:schemeClr val="accent6"/>
                </a:solidFill>
              </a:rPr>
              <a:t>KnockoutJS</a:t>
            </a:r>
            <a:r>
              <a:rPr lang="en-US" sz="1400" kern="0" spc="-80" dirty="0">
                <a:solidFill>
                  <a:schemeClr val="accent6"/>
                </a:solidFill>
              </a:rPr>
              <a:t>)</a:t>
            </a:r>
          </a:p>
          <a:p>
            <a:pPr marL="12700" marR="5080"/>
            <a:r>
              <a:rPr lang="en-US" sz="1400" kern="0" spc="-80" dirty="0">
                <a:solidFill>
                  <a:schemeClr val="accent6"/>
                </a:solidFill>
              </a:rPr>
              <a:t>Signals (</a:t>
            </a:r>
            <a:r>
              <a:rPr lang="en-US" sz="1400" kern="0" spc="-80" dirty="0" err="1">
                <a:solidFill>
                  <a:schemeClr val="accent6"/>
                </a:solidFill>
              </a:rPr>
              <a:t>SolidJS</a:t>
            </a:r>
            <a:r>
              <a:rPr lang="en-US" sz="1400" kern="0" spc="-80" dirty="0">
                <a:solidFill>
                  <a:schemeClr val="accent6"/>
                </a:solidFill>
              </a:rPr>
              <a:t>, Angular v17+)</a:t>
            </a:r>
          </a:p>
          <a:p>
            <a:pPr marL="12700" marR="5080"/>
            <a:r>
              <a:rPr lang="en-US" sz="1400" kern="0" spc="-80" dirty="0">
                <a:solidFill>
                  <a:schemeClr val="accent6"/>
                </a:solidFill>
              </a:rPr>
              <a:t>Virtual DOM diffing (React)</a:t>
            </a:r>
          </a:p>
          <a:p>
            <a:pPr marL="12700" marR="5080"/>
            <a:r>
              <a:rPr lang="en-US" sz="1400" kern="0" spc="-80" dirty="0">
                <a:solidFill>
                  <a:schemeClr val="accent6"/>
                </a:solidFill>
              </a:rPr>
              <a:t>Compile-time reactivity (Svelte)</a:t>
            </a:r>
          </a:p>
          <a:p>
            <a:pPr marL="12700" marR="5080"/>
            <a:r>
              <a:rPr lang="en-US" sz="1400" kern="0" spc="-80" dirty="0">
                <a:solidFill>
                  <a:schemeClr val="accent6"/>
                </a:solidFill>
              </a:rPr>
              <a:t>You must choose one model.</a:t>
            </a:r>
          </a:p>
          <a:p>
            <a:pPr marL="12700" marR="5080"/>
            <a:endParaRPr lang="en-US" sz="1400" kern="0" spc="-80" dirty="0">
              <a:solidFill>
                <a:schemeClr val="accent6"/>
              </a:solidFill>
            </a:endParaRPr>
          </a:p>
          <a:p>
            <a:pPr marL="12700" marR="5080"/>
            <a:r>
              <a:rPr lang="en-US" sz="1400" kern="0" spc="-80" dirty="0">
                <a:solidFill>
                  <a:schemeClr val="accent2"/>
                </a:solidFill>
              </a:rPr>
              <a:t>2. Component Model</a:t>
            </a:r>
          </a:p>
          <a:p>
            <a:pPr marL="12700" marR="5080"/>
            <a:r>
              <a:rPr lang="en-US" sz="1400" kern="0" spc="-80" dirty="0">
                <a:solidFill>
                  <a:schemeClr val="accent2"/>
                </a:solidFill>
              </a:rPr>
              <a:t>Frameworks expose a way to compose UI into hierarchical components:</a:t>
            </a:r>
          </a:p>
          <a:p>
            <a:pPr marL="12700" marR="5080"/>
            <a:r>
              <a:rPr lang="en-US" sz="1400" kern="0" spc="-80" dirty="0">
                <a:solidFill>
                  <a:schemeClr val="accent6"/>
                </a:solidFill>
              </a:rPr>
              <a:t>Components need:</a:t>
            </a:r>
          </a:p>
          <a:p>
            <a:pPr marL="12700" marR="5080"/>
            <a:r>
              <a:rPr lang="en-US" sz="1400" kern="0" spc="-80" dirty="0">
                <a:solidFill>
                  <a:schemeClr val="accent6"/>
                </a:solidFill>
              </a:rPr>
              <a:t>Inputs (props)</a:t>
            </a:r>
          </a:p>
          <a:p>
            <a:pPr marL="12700" marR="5080"/>
            <a:r>
              <a:rPr lang="en-US" sz="1400" kern="0" spc="-80" dirty="0">
                <a:solidFill>
                  <a:schemeClr val="accent6"/>
                </a:solidFill>
              </a:rPr>
              <a:t>Internal state</a:t>
            </a:r>
          </a:p>
          <a:p>
            <a:pPr marL="12700" marR="5080"/>
            <a:r>
              <a:rPr lang="en-US" sz="1400" kern="0" spc="-80" dirty="0">
                <a:solidFill>
                  <a:schemeClr val="accent6"/>
                </a:solidFill>
              </a:rPr>
              <a:t>Life cycle hooks</a:t>
            </a:r>
          </a:p>
          <a:p>
            <a:pPr marL="12700" marR="5080"/>
            <a:r>
              <a:rPr lang="en-US" sz="1400" kern="0" spc="-80" dirty="0">
                <a:solidFill>
                  <a:schemeClr val="accent6"/>
                </a:solidFill>
              </a:rPr>
              <a:t>Update process</a:t>
            </a:r>
          </a:p>
        </p:txBody>
      </p:sp>
    </p:spTree>
    <p:extLst>
      <p:ext uri="{BB962C8B-B14F-4D97-AF65-F5344CB8AC3E}">
        <p14:creationId xmlns:p14="http://schemas.microsoft.com/office/powerpoint/2010/main" val="1188840778"/>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75A276-1FA4-2AB7-DEFC-0E8BDD3704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E6AA54D-A6BB-A1CA-6D50-547371FC3E6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644C3B8-1E17-CF5C-6386-262CE889B2F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A4C9AF3-FCEE-9CB6-7CBA-EC378373CD0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6FF6DEE-2B65-0E88-7BD0-98A7962542B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420F695-DB02-52A3-BB59-F131E43D12C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EDD5C43-F080-3E58-1B08-2B8D96D288D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1FE4938-EE78-35F3-366F-F98C8B5EE29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1A5225C-34A4-31E5-BBE1-30EDC2DA20B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F69E989-A61E-3832-72D5-5F12464F12E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C630AB8-5DA1-B222-E96E-5F4FFCC8F250}"/>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 CORE BUILDING BLOCKS OF ANY JS FRAMEWORK</a:t>
            </a:r>
          </a:p>
          <a:p>
            <a:pPr marL="12700" marR="5080"/>
            <a:r>
              <a:rPr lang="en-US" sz="1400" kern="0" spc="-80" dirty="0">
                <a:solidFill>
                  <a:schemeClr val="accent2"/>
                </a:solidFill>
              </a:rPr>
              <a:t>2. Component Model</a:t>
            </a:r>
          </a:p>
          <a:p>
            <a:pPr marL="12700" marR="5080"/>
            <a:r>
              <a:rPr lang="en-US" sz="1400" kern="0" spc="-80" dirty="0">
                <a:solidFill>
                  <a:schemeClr val="accent2"/>
                </a:solidFill>
              </a:rPr>
              <a:t>Patterns:</a:t>
            </a:r>
          </a:p>
          <a:p>
            <a:pPr marL="12700" marR="5080"/>
            <a:r>
              <a:rPr lang="en-US" sz="1400" kern="0" spc="-80" dirty="0">
                <a:solidFill>
                  <a:schemeClr val="accent6"/>
                </a:solidFill>
              </a:rPr>
              <a:t>Class-based (older React, Angular)</a:t>
            </a:r>
          </a:p>
          <a:p>
            <a:pPr marL="12700" marR="5080"/>
            <a:r>
              <a:rPr lang="en-US" sz="1400" kern="0" spc="-80" dirty="0">
                <a:solidFill>
                  <a:schemeClr val="accent6"/>
                </a:solidFill>
              </a:rPr>
              <a:t>Function-based + closures (React hooks)</a:t>
            </a:r>
          </a:p>
          <a:p>
            <a:pPr marL="12700" marR="5080"/>
            <a:r>
              <a:rPr lang="en-US" sz="1400" kern="0" spc="-80" dirty="0">
                <a:solidFill>
                  <a:schemeClr val="accent6"/>
                </a:solidFill>
              </a:rPr>
              <a:t>Simple functions + signals (Solid)</a:t>
            </a:r>
          </a:p>
          <a:p>
            <a:pPr marL="12700" marR="5080"/>
            <a:r>
              <a:rPr lang="en-US" sz="1400" kern="0" spc="-80" dirty="0">
                <a:solidFill>
                  <a:schemeClr val="accent6"/>
                </a:solidFill>
              </a:rPr>
              <a:t>Single-file components (Vue SFC)</a:t>
            </a:r>
          </a:p>
          <a:p>
            <a:pPr marL="12700" marR="5080"/>
            <a:r>
              <a:rPr lang="en-US" sz="1400" kern="0" spc="-80" dirty="0">
                <a:solidFill>
                  <a:schemeClr val="accent6"/>
                </a:solidFill>
              </a:rPr>
              <a:t>Compile-to-JS components (Svelte)</a:t>
            </a:r>
          </a:p>
          <a:p>
            <a:pPr marL="12700" marR="5080"/>
            <a:endParaRPr lang="en-US" sz="1400" kern="0" spc="-80" dirty="0">
              <a:solidFill>
                <a:schemeClr val="accent6"/>
              </a:solidFill>
            </a:endParaRPr>
          </a:p>
          <a:p>
            <a:pPr marL="12700" marR="5080"/>
            <a:r>
              <a:rPr lang="en-US" sz="1400" kern="0" spc="-80" dirty="0">
                <a:solidFill>
                  <a:schemeClr val="accent2"/>
                </a:solidFill>
              </a:rPr>
              <a:t>3. Rendering Engine</a:t>
            </a:r>
          </a:p>
          <a:p>
            <a:pPr marL="12700" marR="5080"/>
            <a:r>
              <a:rPr lang="en-US" sz="1400" kern="0" spc="-80" dirty="0">
                <a:solidFill>
                  <a:schemeClr val="accent6"/>
                </a:solidFill>
              </a:rPr>
              <a:t>This defines how UI is generated into HTML.</a:t>
            </a:r>
          </a:p>
          <a:p>
            <a:pPr marL="12700" marR="5080"/>
            <a:r>
              <a:rPr lang="en-US" sz="1400" kern="0" spc="-80" dirty="0">
                <a:solidFill>
                  <a:schemeClr val="accent2"/>
                </a:solidFill>
              </a:rPr>
              <a:t>Models:</a:t>
            </a:r>
          </a:p>
          <a:p>
            <a:pPr marL="12700" marR="5080"/>
            <a:r>
              <a:rPr lang="en-US" sz="1400" kern="0" spc="-80" dirty="0">
                <a:solidFill>
                  <a:schemeClr val="accent6"/>
                </a:solidFill>
              </a:rPr>
              <a:t>Templating → HTML (Handlebars, Angular templates)</a:t>
            </a:r>
          </a:p>
          <a:p>
            <a:pPr marL="12700" marR="5080"/>
            <a:r>
              <a:rPr lang="en-US" sz="1400" kern="0" spc="-80" dirty="0">
                <a:solidFill>
                  <a:schemeClr val="accent6"/>
                </a:solidFill>
              </a:rPr>
              <a:t>JSX → Virtual DOM → DOM (React)</a:t>
            </a:r>
          </a:p>
          <a:p>
            <a:pPr marL="12700" marR="5080"/>
            <a:r>
              <a:rPr lang="en-US" sz="1400" kern="0" spc="-80" dirty="0">
                <a:solidFill>
                  <a:schemeClr val="accent6"/>
                </a:solidFill>
              </a:rPr>
              <a:t>Compiler → DOM operations (Svelte)</a:t>
            </a:r>
          </a:p>
          <a:p>
            <a:pPr marL="12700" marR="5080"/>
            <a:r>
              <a:rPr lang="en-US" sz="1400" kern="0" spc="-80" dirty="0">
                <a:solidFill>
                  <a:schemeClr val="accent6"/>
                </a:solidFill>
              </a:rPr>
              <a:t>Signals → direct DOM updates (Solid)</a:t>
            </a:r>
          </a:p>
          <a:p>
            <a:pPr marL="12700" marR="5080"/>
            <a:endParaRPr lang="en-US" sz="1400" kern="0" spc="-80" dirty="0">
              <a:solidFill>
                <a:schemeClr val="accent6"/>
              </a:solidFill>
            </a:endParaRPr>
          </a:p>
          <a:p>
            <a:pPr marL="12700" marR="5080"/>
            <a:r>
              <a:rPr lang="en-US" sz="1400" kern="0" spc="-80" dirty="0">
                <a:solidFill>
                  <a:schemeClr val="accent2"/>
                </a:solidFill>
              </a:rPr>
              <a:t>4. Virtual DOM (Optional but common)</a:t>
            </a:r>
          </a:p>
          <a:p>
            <a:pPr marL="12700" marR="5080"/>
            <a:r>
              <a:rPr lang="en-US" sz="1400" kern="0" spc="-80" dirty="0">
                <a:solidFill>
                  <a:schemeClr val="accent2"/>
                </a:solidFill>
              </a:rPr>
              <a:t>If you choose React-like rendering:</a:t>
            </a:r>
          </a:p>
          <a:p>
            <a:pPr marL="12700" marR="5080"/>
            <a:r>
              <a:rPr lang="en-US" sz="1400" kern="0" spc="-80" dirty="0">
                <a:solidFill>
                  <a:schemeClr val="accent6"/>
                </a:solidFill>
              </a:rPr>
              <a:t>Components → produce Virtual DOM → diff → apply minimal DOM updates.</a:t>
            </a:r>
          </a:p>
          <a:p>
            <a:pPr marL="12700" marR="5080"/>
            <a:r>
              <a:rPr lang="en-US" sz="1400" kern="0" spc="-80" dirty="0">
                <a:solidFill>
                  <a:schemeClr val="accent2"/>
                </a:solidFill>
              </a:rPr>
              <a:t>A VDOM engine includes:</a:t>
            </a:r>
          </a:p>
          <a:p>
            <a:pPr marL="12700" marR="5080"/>
            <a:r>
              <a:rPr lang="en-US" sz="1400" kern="0" spc="-80" dirty="0">
                <a:solidFill>
                  <a:schemeClr val="accent6"/>
                </a:solidFill>
              </a:rPr>
              <a:t>h() function for element creation</a:t>
            </a:r>
          </a:p>
        </p:txBody>
      </p:sp>
    </p:spTree>
    <p:extLst>
      <p:ext uri="{BB962C8B-B14F-4D97-AF65-F5344CB8AC3E}">
        <p14:creationId xmlns:p14="http://schemas.microsoft.com/office/powerpoint/2010/main" val="3977381371"/>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7BE9EC-6B16-03A1-F9CD-8BC64605CFB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5575027-1E6A-CDF3-8EE0-C81ECDFCC3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4750FE-AEA0-277A-115A-419169DFE6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0295390-1870-370A-62AE-72A7FE8E0FF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7638E22-5D5A-84D7-010E-36971A0E203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39CD35B-F20A-D61B-83AD-939E33A9FBC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FF43298-FF69-A937-8C01-1E9400BE91F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FF95AE4-AEF4-7AE6-0451-1E6D275BD29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A109FF5-7844-9564-0FF8-330A481CF96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B595049-06AD-6B6D-9894-89B4E625F76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FEDD9E3-8FEB-2C3B-DFCB-135ED9167EEA}"/>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 CORE BUILDING BLOCKS OF ANY JS FRAMEWORK</a:t>
            </a:r>
          </a:p>
          <a:p>
            <a:pPr marL="12700" marR="5080"/>
            <a:r>
              <a:rPr lang="en-US" sz="1400" kern="0" spc="-80" dirty="0">
                <a:solidFill>
                  <a:schemeClr val="accent2"/>
                </a:solidFill>
              </a:rPr>
              <a:t>4. Virtual DOM (Optional but common)</a:t>
            </a:r>
          </a:p>
          <a:p>
            <a:pPr marL="12700" marR="5080"/>
            <a:r>
              <a:rPr lang="en-US" sz="1400" kern="0" spc="-80" dirty="0">
                <a:solidFill>
                  <a:schemeClr val="accent2"/>
                </a:solidFill>
              </a:rPr>
              <a:t>A VDOM engine includes:</a:t>
            </a:r>
          </a:p>
          <a:p>
            <a:pPr marL="12700" marR="5080"/>
            <a:r>
              <a:rPr lang="en-US" sz="1400" kern="0" spc="-80" dirty="0">
                <a:solidFill>
                  <a:schemeClr val="accent6"/>
                </a:solidFill>
              </a:rPr>
              <a:t>Diffing algorithm (keyed children, props diff)</a:t>
            </a:r>
          </a:p>
          <a:p>
            <a:pPr marL="12700" marR="5080"/>
            <a:r>
              <a:rPr lang="en-US" sz="1400" kern="0" spc="-80" dirty="0">
                <a:solidFill>
                  <a:schemeClr val="accent6"/>
                </a:solidFill>
              </a:rPr>
              <a:t>Renderer for DOM operations</a:t>
            </a:r>
          </a:p>
          <a:p>
            <a:pPr marL="12700" marR="5080"/>
            <a:endParaRPr lang="en-US" sz="1400" kern="0" spc="-80" dirty="0">
              <a:solidFill>
                <a:schemeClr val="accent6"/>
              </a:solidFill>
            </a:endParaRPr>
          </a:p>
          <a:p>
            <a:pPr marL="12700" marR="5080"/>
            <a:r>
              <a:rPr lang="en-US" sz="1400" kern="0" spc="-80" dirty="0">
                <a:solidFill>
                  <a:schemeClr val="accent2"/>
                </a:solidFill>
              </a:rPr>
              <a:t>5. Reconciliation Algorithm</a:t>
            </a:r>
          </a:p>
          <a:p>
            <a:pPr marL="12700" marR="5080"/>
            <a:r>
              <a:rPr lang="en-US" sz="1400" kern="0" spc="-80" dirty="0">
                <a:solidFill>
                  <a:schemeClr val="accent2"/>
                </a:solidFill>
              </a:rPr>
              <a:t>Logic to:</a:t>
            </a:r>
          </a:p>
          <a:p>
            <a:pPr marL="12700" marR="5080"/>
            <a:r>
              <a:rPr lang="en-US" sz="1400" kern="0" spc="-80" dirty="0">
                <a:solidFill>
                  <a:schemeClr val="accent6"/>
                </a:solidFill>
              </a:rPr>
              <a:t>Compare previous VDOM vs new VDOM</a:t>
            </a:r>
          </a:p>
          <a:p>
            <a:pPr marL="12700" marR="5080"/>
            <a:r>
              <a:rPr lang="en-US" sz="1400" kern="0" spc="-80" dirty="0">
                <a:solidFill>
                  <a:schemeClr val="accent6"/>
                </a:solidFill>
              </a:rPr>
              <a:t>Update only changed nodes</a:t>
            </a:r>
          </a:p>
          <a:p>
            <a:pPr marL="12700" marR="5080"/>
            <a:r>
              <a:rPr lang="en-US" sz="1400" kern="0" spc="-80" dirty="0">
                <a:solidFill>
                  <a:schemeClr val="accent6"/>
                </a:solidFill>
              </a:rPr>
              <a:t>Maintain stable references using keys</a:t>
            </a:r>
          </a:p>
          <a:p>
            <a:pPr marL="12700" marR="5080"/>
            <a:endParaRPr lang="en-US" sz="1400" kern="0" spc="-80" dirty="0">
              <a:solidFill>
                <a:schemeClr val="accent6"/>
              </a:solidFill>
            </a:endParaRPr>
          </a:p>
          <a:p>
            <a:pPr marL="12700" marR="5080"/>
            <a:r>
              <a:rPr lang="en-US" sz="1400" kern="0" spc="-80" dirty="0">
                <a:solidFill>
                  <a:schemeClr val="accent2"/>
                </a:solidFill>
              </a:rPr>
              <a:t>6. Event Handling System</a:t>
            </a:r>
          </a:p>
          <a:p>
            <a:pPr marL="12700" marR="5080"/>
            <a:r>
              <a:rPr lang="en-US" sz="1400" kern="0" spc="-80" dirty="0">
                <a:solidFill>
                  <a:schemeClr val="accent6"/>
                </a:solidFill>
              </a:rPr>
              <a:t>Instead of attaching events manually:</a:t>
            </a:r>
          </a:p>
          <a:p>
            <a:pPr marL="12700" marR="5080"/>
            <a:r>
              <a:rPr lang="en-US" sz="1400" kern="0" spc="-80" dirty="0">
                <a:solidFill>
                  <a:schemeClr val="accent6"/>
                </a:solidFill>
              </a:rPr>
              <a:t>Normalize event binding</a:t>
            </a:r>
          </a:p>
          <a:p>
            <a:pPr marL="12700" marR="5080"/>
            <a:r>
              <a:rPr lang="en-US" sz="1400" kern="0" spc="-80" dirty="0">
                <a:solidFill>
                  <a:schemeClr val="accent6"/>
                </a:solidFill>
              </a:rPr>
              <a:t>Possibly use event delegation</a:t>
            </a:r>
          </a:p>
          <a:p>
            <a:pPr marL="12700" marR="5080"/>
            <a:r>
              <a:rPr lang="en-US" sz="1400" kern="0" spc="-80" dirty="0">
                <a:solidFill>
                  <a:schemeClr val="accent6"/>
                </a:solidFill>
              </a:rPr>
              <a:t>Wrap DOM events inside framework system</a:t>
            </a:r>
          </a:p>
          <a:p>
            <a:pPr marL="12700" marR="5080"/>
            <a:endParaRPr lang="en-US" sz="1400" kern="0" spc="-80" dirty="0">
              <a:solidFill>
                <a:schemeClr val="accent6"/>
              </a:solidFill>
            </a:endParaRPr>
          </a:p>
          <a:p>
            <a:pPr marL="12700" marR="5080"/>
            <a:r>
              <a:rPr lang="en-US" sz="1400" kern="0" spc="-80" dirty="0">
                <a:solidFill>
                  <a:schemeClr val="accent2"/>
                </a:solidFill>
              </a:rPr>
              <a:t>7. Dependency Tracking System</a:t>
            </a:r>
          </a:p>
          <a:p>
            <a:pPr marL="12700" marR="5080"/>
            <a:r>
              <a:rPr lang="en-US" sz="1400" kern="0" spc="-80" dirty="0">
                <a:solidFill>
                  <a:schemeClr val="accent2"/>
                </a:solidFill>
              </a:rPr>
              <a:t>If the framework supports reactivity:</a:t>
            </a:r>
          </a:p>
          <a:p>
            <a:pPr marL="12700" marR="5080"/>
            <a:r>
              <a:rPr lang="en-US" sz="1400" kern="0" spc="-80" dirty="0">
                <a:solidFill>
                  <a:schemeClr val="accent6"/>
                </a:solidFill>
              </a:rPr>
              <a:t>Track which components or functions depend on a state</a:t>
            </a:r>
          </a:p>
          <a:p>
            <a:pPr marL="12700" marR="5080"/>
            <a:r>
              <a:rPr lang="en-US" sz="1400" kern="0" spc="-80" dirty="0">
                <a:solidFill>
                  <a:schemeClr val="accent6"/>
                </a:solidFill>
              </a:rPr>
              <a:t>Re-run only relevant parts when state changes</a:t>
            </a:r>
          </a:p>
        </p:txBody>
      </p:sp>
    </p:spTree>
    <p:extLst>
      <p:ext uri="{BB962C8B-B14F-4D97-AF65-F5344CB8AC3E}">
        <p14:creationId xmlns:p14="http://schemas.microsoft.com/office/powerpoint/2010/main" val="1186914022"/>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4EC51C-8422-122C-22CD-BC0F057FAE3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4E648C0-A562-4329-5540-B7D700373E9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5CBE406-1797-009A-7049-6ADCBE13B6A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6F451FB-3908-58DC-D080-8DAD557E040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14EED35-06D7-763A-7B33-056634F72CB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F2C3090-3440-B7A3-BCC4-C95B230FCEF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F833DDF-55DF-5785-3F7C-A6C78C2366C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BC09A0D-75FA-5815-C8A3-BC2F336F2C9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61CD48C-4281-0011-C3F8-DE31ED45BFA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2D5BA65-5C1E-DFA5-5342-A0E39D0DA96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0B4737D-5F65-90A5-7A45-AAF10184B7AD}"/>
              </a:ext>
            </a:extLst>
          </p:cNvPr>
          <p:cNvSpPr txBox="1">
            <a:spLocks/>
          </p:cNvSpPr>
          <p:nvPr/>
        </p:nvSpPr>
        <p:spPr>
          <a:xfrm>
            <a:off x="152400" y="6858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 CORE BUILDING BLOCKS OF ANY JS FRAMEWORK</a:t>
            </a:r>
          </a:p>
          <a:p>
            <a:pPr marL="12700" marR="5080"/>
            <a:r>
              <a:rPr lang="en-US" sz="1400" kern="0" spc="-80" dirty="0">
                <a:solidFill>
                  <a:schemeClr val="accent2"/>
                </a:solidFill>
              </a:rPr>
              <a:t>8. Lifecycle System</a:t>
            </a:r>
          </a:p>
          <a:p>
            <a:pPr marL="12700" marR="5080"/>
            <a:r>
              <a:rPr lang="en-US" sz="1400" kern="0" spc="-80" dirty="0">
                <a:solidFill>
                  <a:schemeClr val="accent2"/>
                </a:solidFill>
              </a:rPr>
              <a:t>You may need:</a:t>
            </a:r>
          </a:p>
          <a:p>
            <a:pPr marL="12700" marR="5080"/>
            <a:r>
              <a:rPr lang="en-US" sz="1400" kern="0" spc="-80" dirty="0">
                <a:solidFill>
                  <a:schemeClr val="accent2"/>
                </a:solidFill>
              </a:rPr>
              <a:t>Hook	       Purpose</a:t>
            </a:r>
          </a:p>
          <a:p>
            <a:pPr marL="12700" marR="5080"/>
            <a:r>
              <a:rPr lang="en-US" sz="1400" kern="0" spc="-80" dirty="0" err="1">
                <a:solidFill>
                  <a:schemeClr val="accent6"/>
                </a:solidFill>
              </a:rPr>
              <a:t>onMount</a:t>
            </a:r>
            <a:r>
              <a:rPr lang="en-US" sz="1400" kern="0" spc="-80" dirty="0">
                <a:solidFill>
                  <a:schemeClr val="accent6"/>
                </a:solidFill>
              </a:rPr>
              <a:t>	       DOM ready</a:t>
            </a:r>
          </a:p>
          <a:p>
            <a:pPr marL="12700" marR="5080"/>
            <a:r>
              <a:rPr lang="en-US" sz="1400" kern="0" spc="-80" dirty="0" err="1">
                <a:solidFill>
                  <a:schemeClr val="accent6"/>
                </a:solidFill>
              </a:rPr>
              <a:t>onUpdate</a:t>
            </a:r>
            <a:r>
              <a:rPr lang="en-US" sz="1400" kern="0" spc="-80" dirty="0">
                <a:solidFill>
                  <a:schemeClr val="accent6"/>
                </a:solidFill>
              </a:rPr>
              <a:t>	       component re-rendered</a:t>
            </a:r>
          </a:p>
          <a:p>
            <a:pPr marL="12700" marR="5080"/>
            <a:r>
              <a:rPr lang="en-US" sz="1400" kern="0" spc="-80" dirty="0" err="1">
                <a:solidFill>
                  <a:schemeClr val="accent6"/>
                </a:solidFill>
              </a:rPr>
              <a:t>onDestroy</a:t>
            </a:r>
            <a:r>
              <a:rPr lang="en-US" sz="1400" kern="0" spc="-80" dirty="0">
                <a:solidFill>
                  <a:schemeClr val="accent6"/>
                </a:solidFill>
              </a:rPr>
              <a:t>	       clean-up</a:t>
            </a:r>
          </a:p>
          <a:p>
            <a:pPr marL="12700" marR="5080"/>
            <a:endParaRPr lang="en-US" sz="1400" kern="0" spc="-80" dirty="0">
              <a:solidFill>
                <a:schemeClr val="accent6"/>
              </a:solidFill>
            </a:endParaRPr>
          </a:p>
          <a:p>
            <a:pPr marL="12700" marR="5080"/>
            <a:r>
              <a:rPr lang="en-US" sz="1400" kern="0" spc="-80" dirty="0">
                <a:solidFill>
                  <a:schemeClr val="accent2"/>
                </a:solidFill>
              </a:rPr>
              <a:t>9. Router (Optional core feature)</a:t>
            </a:r>
          </a:p>
          <a:p>
            <a:pPr marL="12700" marR="5080"/>
            <a:r>
              <a:rPr lang="en-US" sz="1400" kern="0" spc="-80" dirty="0">
                <a:solidFill>
                  <a:schemeClr val="accent2"/>
                </a:solidFill>
              </a:rPr>
              <a:t>If you want SPA support:</a:t>
            </a:r>
          </a:p>
          <a:p>
            <a:pPr marL="12700" marR="5080"/>
            <a:r>
              <a:rPr lang="en-US" sz="1400" kern="0" spc="-80" dirty="0">
                <a:solidFill>
                  <a:schemeClr val="accent6"/>
                </a:solidFill>
              </a:rPr>
              <a:t>History API</a:t>
            </a:r>
          </a:p>
          <a:p>
            <a:pPr marL="12700" marR="5080"/>
            <a:r>
              <a:rPr lang="en-US" sz="1400" kern="0" spc="-80" dirty="0">
                <a:solidFill>
                  <a:schemeClr val="accent6"/>
                </a:solidFill>
              </a:rPr>
              <a:t>Hash routing</a:t>
            </a:r>
          </a:p>
          <a:p>
            <a:pPr marL="12700" marR="5080"/>
            <a:r>
              <a:rPr lang="en-US" sz="1400" kern="0" spc="-80" dirty="0">
                <a:solidFill>
                  <a:schemeClr val="accent6"/>
                </a:solidFill>
              </a:rPr>
              <a:t>Component mapping</a:t>
            </a:r>
          </a:p>
          <a:p>
            <a:pPr marL="12700" marR="5080"/>
            <a:endParaRPr lang="en-US" sz="1400" kern="0" spc="-80" dirty="0">
              <a:solidFill>
                <a:schemeClr val="accent6"/>
              </a:solidFill>
            </a:endParaRPr>
          </a:p>
          <a:p>
            <a:pPr marL="12700" marR="5080"/>
            <a:r>
              <a:rPr lang="en-US" sz="1400" kern="0" spc="-80" dirty="0">
                <a:solidFill>
                  <a:schemeClr val="accent2"/>
                </a:solidFill>
              </a:rPr>
              <a:t>10. Build/Compile Pipeline (Optional)</a:t>
            </a:r>
          </a:p>
          <a:p>
            <a:pPr marL="12700" marR="5080"/>
            <a:r>
              <a:rPr lang="en-US" sz="1400" kern="0" spc="-80" dirty="0">
                <a:solidFill>
                  <a:schemeClr val="accent6"/>
                </a:solidFill>
              </a:rPr>
              <a:t>If your framework uses:</a:t>
            </a:r>
          </a:p>
          <a:p>
            <a:pPr marL="12700" marR="5080"/>
            <a:r>
              <a:rPr lang="en-US" sz="1400" kern="0" spc="-80" dirty="0">
                <a:solidFill>
                  <a:schemeClr val="accent6"/>
                </a:solidFill>
              </a:rPr>
              <a:t>JSX → needs Babel transform</a:t>
            </a:r>
          </a:p>
          <a:p>
            <a:pPr marL="12700" marR="5080"/>
            <a:r>
              <a:rPr lang="en-US" sz="1400" kern="0" spc="-80" dirty="0">
                <a:solidFill>
                  <a:schemeClr val="accent6"/>
                </a:solidFill>
              </a:rPr>
              <a:t>Templates → require parser</a:t>
            </a:r>
          </a:p>
          <a:p>
            <a:pPr marL="12700" marR="5080"/>
            <a:r>
              <a:rPr lang="en-US" sz="1400" kern="0" spc="-80" dirty="0">
                <a:solidFill>
                  <a:schemeClr val="accent6"/>
                </a:solidFill>
              </a:rPr>
              <a:t>SFC → need compiler</a:t>
            </a:r>
          </a:p>
          <a:p>
            <a:pPr marL="12700" marR="5080"/>
            <a:r>
              <a:rPr lang="en-US" sz="1400" kern="0" spc="-80" dirty="0">
                <a:solidFill>
                  <a:schemeClr val="accent6"/>
                </a:solidFill>
              </a:rPr>
              <a:t>Compile-time reactivity → need AST transforms</a:t>
            </a:r>
          </a:p>
        </p:txBody>
      </p:sp>
    </p:spTree>
    <p:extLst>
      <p:ext uri="{BB962C8B-B14F-4D97-AF65-F5344CB8AC3E}">
        <p14:creationId xmlns:p14="http://schemas.microsoft.com/office/powerpoint/2010/main" val="1284670259"/>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44CE52-BAA4-31E9-67FA-22C10B34B6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7061D0-2741-A8DB-57B6-C7BCDA7D8A5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B857285-237F-A593-BB78-5B20EF87315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1C130F-6527-0769-9B89-9E240D8E392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2CA59C1-3F6C-2C7D-306E-F2F2E36D150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1961963-BC36-6908-65EF-89108468B23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EBE37E7-57CE-8D3C-9466-38365AACC85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EF9A677-19F6-02F9-66ED-48C8A96873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DA0D9CF-3F0E-6A5F-0656-CE1D419DC61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F8A8347-8ED6-19C0-EE7D-ECE07A52391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28E2F98-423B-80EB-6BF0-D68348F26A67}"/>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II. DESIGN DECISIONS FOR YOUR FRAMEWORK</a:t>
            </a:r>
          </a:p>
          <a:p>
            <a:pPr marL="12700" marR="5080"/>
            <a:r>
              <a:rPr lang="en-US" sz="1400" kern="0" spc="-80" dirty="0">
                <a:solidFill>
                  <a:schemeClr val="accent2"/>
                </a:solidFill>
              </a:rPr>
              <a:t>Decision 1: Runtime vs Compile-time</a:t>
            </a:r>
          </a:p>
          <a:p>
            <a:pPr marL="12700" marR="5080"/>
            <a:r>
              <a:rPr lang="en-US" sz="1400" kern="0" spc="-80" dirty="0">
                <a:solidFill>
                  <a:schemeClr val="accent2"/>
                </a:solidFill>
              </a:rPr>
              <a:t>Choose what powers your reactivity and UI updates:</a:t>
            </a:r>
          </a:p>
          <a:p>
            <a:pPr marL="12700" marR="5080"/>
            <a:r>
              <a:rPr lang="en-US" sz="1400" kern="0" spc="-80" dirty="0">
                <a:solidFill>
                  <a:schemeClr val="accent2"/>
                </a:solidFill>
              </a:rPr>
              <a:t>Model	                   Examples	                   Complexity	                   Performance</a:t>
            </a:r>
          </a:p>
          <a:p>
            <a:pPr marL="12700" marR="5080"/>
            <a:r>
              <a:rPr lang="en-US" sz="1400" kern="0" spc="-80" dirty="0">
                <a:solidFill>
                  <a:schemeClr val="accent6"/>
                </a:solidFill>
              </a:rPr>
              <a:t>VDOM Runtime	React, </a:t>
            </a:r>
            <a:r>
              <a:rPr lang="en-US" sz="1400" kern="0" spc="-80" dirty="0" err="1">
                <a:solidFill>
                  <a:schemeClr val="accent6"/>
                </a:solidFill>
              </a:rPr>
              <a:t>Preact</a:t>
            </a:r>
            <a:r>
              <a:rPr lang="en-US" sz="1400" kern="0" spc="-80" dirty="0">
                <a:solidFill>
                  <a:schemeClr val="accent6"/>
                </a:solidFill>
              </a:rPr>
              <a:t>	Medium	                   Medium</a:t>
            </a:r>
          </a:p>
          <a:p>
            <a:pPr marL="12700" marR="5080"/>
            <a:r>
              <a:rPr lang="en-US" sz="1400" kern="0" spc="-80" dirty="0">
                <a:solidFill>
                  <a:schemeClr val="accent6"/>
                </a:solidFill>
              </a:rPr>
              <a:t>Signals Runtime	Solid, Angular	Medium-High	High</a:t>
            </a:r>
          </a:p>
          <a:p>
            <a:pPr marL="12700" marR="5080"/>
            <a:r>
              <a:rPr lang="en-US" sz="1400" kern="0" spc="-80" dirty="0">
                <a:solidFill>
                  <a:schemeClr val="accent6"/>
                </a:solidFill>
              </a:rPr>
              <a:t>Compiler (no diff)	Svelte	                    High	                    Highest</a:t>
            </a:r>
          </a:p>
          <a:p>
            <a:pPr marL="12700" marR="5080"/>
            <a:r>
              <a:rPr lang="en-US" sz="1400" kern="0" spc="-80" dirty="0">
                <a:solidFill>
                  <a:schemeClr val="accent6"/>
                </a:solidFill>
              </a:rPr>
              <a:t>Template binding	Vue 2, Knockout	Low-Medium	Medium</a:t>
            </a:r>
          </a:p>
          <a:p>
            <a:pPr marL="12700" marR="5080"/>
            <a:r>
              <a:rPr lang="en-US" sz="1400" kern="0" spc="-80" dirty="0">
                <a:solidFill>
                  <a:schemeClr val="accent2"/>
                </a:solidFill>
              </a:rPr>
              <a:t>Decision 2: Component Syntax</a:t>
            </a:r>
          </a:p>
          <a:p>
            <a:pPr marL="12700" marR="5080"/>
            <a:r>
              <a:rPr lang="en-US" sz="1400" kern="0" spc="-80" dirty="0">
                <a:solidFill>
                  <a:schemeClr val="accent2"/>
                </a:solidFill>
              </a:rPr>
              <a:t>Options:</a:t>
            </a:r>
          </a:p>
          <a:p>
            <a:pPr marL="12700" marR="5080"/>
            <a:r>
              <a:rPr lang="en-US" sz="1400" kern="0" spc="-80" dirty="0">
                <a:solidFill>
                  <a:schemeClr val="accent6"/>
                </a:solidFill>
              </a:rPr>
              <a:t>function </a:t>
            </a:r>
            <a:r>
              <a:rPr lang="en-US" sz="1400" kern="0" spc="-80" dirty="0" err="1">
                <a:solidFill>
                  <a:schemeClr val="accent6"/>
                </a:solidFill>
              </a:rPr>
              <a:t>MyComponent</a:t>
            </a:r>
            <a:r>
              <a:rPr lang="en-US" sz="1400" kern="0" spc="-80" dirty="0">
                <a:solidFill>
                  <a:schemeClr val="accent6"/>
                </a:solidFill>
              </a:rPr>
              <a:t>(props) { ... }</a:t>
            </a:r>
          </a:p>
          <a:p>
            <a:pPr marL="12700" marR="5080"/>
            <a:r>
              <a:rPr lang="en-US" sz="1400" kern="0" spc="-80" dirty="0">
                <a:solidFill>
                  <a:schemeClr val="accent6"/>
                </a:solidFill>
              </a:rPr>
              <a:t>Class-based components</a:t>
            </a:r>
          </a:p>
          <a:p>
            <a:pPr marL="12700" marR="5080"/>
            <a:r>
              <a:rPr lang="en-US" sz="1400" kern="0" spc="-80" dirty="0">
                <a:solidFill>
                  <a:schemeClr val="accent6"/>
                </a:solidFill>
              </a:rPr>
              <a:t>Template-based + script</a:t>
            </a:r>
          </a:p>
          <a:p>
            <a:pPr marL="12700" marR="5080"/>
            <a:r>
              <a:rPr lang="en-US" sz="1400" kern="0" spc="-80" dirty="0">
                <a:solidFill>
                  <a:schemeClr val="accent6"/>
                </a:solidFill>
              </a:rPr>
              <a:t>Tagged template literals (html`` &lt;div&gt;…)</a:t>
            </a:r>
          </a:p>
          <a:p>
            <a:pPr marL="12700" marR="5080"/>
            <a:r>
              <a:rPr lang="en-US" sz="1400" kern="0" spc="-80" dirty="0">
                <a:solidFill>
                  <a:schemeClr val="accent6"/>
                </a:solidFill>
              </a:rPr>
              <a:t>JSX</a:t>
            </a:r>
          </a:p>
          <a:p>
            <a:pPr marL="12700" marR="5080"/>
            <a:r>
              <a:rPr lang="en-US" sz="1400" kern="0" spc="-80" dirty="0">
                <a:solidFill>
                  <a:schemeClr val="accent2"/>
                </a:solidFill>
              </a:rPr>
              <a:t>Decision 3: State System</a:t>
            </a:r>
          </a:p>
          <a:p>
            <a:pPr marL="12700" marR="5080"/>
            <a:r>
              <a:rPr lang="en-US" sz="1400" kern="0" spc="-80" dirty="0">
                <a:solidFill>
                  <a:schemeClr val="accent2"/>
                </a:solidFill>
              </a:rPr>
              <a:t>You may choose:</a:t>
            </a:r>
          </a:p>
          <a:p>
            <a:pPr marL="12700" marR="5080"/>
            <a:r>
              <a:rPr lang="en-US" sz="1400" kern="0" spc="-80" dirty="0" err="1">
                <a:solidFill>
                  <a:schemeClr val="accent6"/>
                </a:solidFill>
              </a:rPr>
              <a:t>createSignal</a:t>
            </a:r>
            <a:r>
              <a:rPr lang="en-US" sz="1400" kern="0" spc="-80" dirty="0">
                <a:solidFill>
                  <a:schemeClr val="accent6"/>
                </a:solidFill>
              </a:rPr>
              <a:t>() like Solid</a:t>
            </a:r>
          </a:p>
          <a:p>
            <a:pPr marL="12700" marR="5080"/>
            <a:r>
              <a:rPr lang="en-US" sz="1400" kern="0" spc="-80" dirty="0" err="1">
                <a:solidFill>
                  <a:schemeClr val="accent6"/>
                </a:solidFill>
              </a:rPr>
              <a:t>useState</a:t>
            </a:r>
            <a:r>
              <a:rPr lang="en-US" sz="1400" kern="0" spc="-80" dirty="0">
                <a:solidFill>
                  <a:schemeClr val="accent6"/>
                </a:solidFill>
              </a:rPr>
              <a:t>() like React</a:t>
            </a:r>
          </a:p>
          <a:p>
            <a:pPr marL="12700" marR="5080"/>
            <a:r>
              <a:rPr lang="en-US" sz="1400" kern="0" spc="-80" dirty="0">
                <a:solidFill>
                  <a:schemeClr val="accent6"/>
                </a:solidFill>
              </a:rPr>
              <a:t>Observable objects like Vue</a:t>
            </a:r>
          </a:p>
          <a:p>
            <a:pPr marL="12700" marR="5080"/>
            <a:r>
              <a:rPr lang="en-US" sz="1400" kern="0" spc="-80" dirty="0">
                <a:solidFill>
                  <a:schemeClr val="accent6"/>
                </a:solidFill>
              </a:rPr>
              <a:t>Store-based (Redux-style)</a:t>
            </a:r>
          </a:p>
          <a:p>
            <a:pPr marL="12700" marR="5080"/>
            <a:r>
              <a:rPr lang="en-US" sz="1400" kern="0" spc="-80" dirty="0">
                <a:solidFill>
                  <a:schemeClr val="accent6"/>
                </a:solidFill>
              </a:rPr>
              <a:t>Proxy-based (</a:t>
            </a:r>
            <a:r>
              <a:rPr lang="en-US" sz="1400" kern="0" spc="-80" dirty="0" err="1">
                <a:solidFill>
                  <a:schemeClr val="accent6"/>
                </a:solidFill>
              </a:rPr>
              <a:t>MobX</a:t>
            </a:r>
            <a:r>
              <a:rPr lang="en-US" sz="1400" kern="0" spc="-80" dirty="0">
                <a:solidFill>
                  <a:schemeClr val="accent6"/>
                </a:solidFill>
              </a:rPr>
              <a:t>, Vue 3)</a:t>
            </a:r>
          </a:p>
        </p:txBody>
      </p:sp>
    </p:spTree>
    <p:extLst>
      <p:ext uri="{BB962C8B-B14F-4D97-AF65-F5344CB8AC3E}">
        <p14:creationId xmlns:p14="http://schemas.microsoft.com/office/powerpoint/2010/main" val="3340862040"/>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EDE65D-0338-C3FE-466C-AAAD98B9120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CC9A96A-8B9B-771A-DB61-D5248C2C523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DE97C15-55DB-2157-4BD9-6C0D66B209D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1AB05EC-B76A-9AE1-7FF7-6158EBF006B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5B219D4-5389-05A7-DC8A-9E6DDAF3E79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C111EE4-0AFA-F7E9-B551-4D1716AB56F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C4ADF0E-B9E7-3E1E-E680-0897F5DDCEE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774C4A6-28AE-9371-2D0A-00902D4FCF8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DDA22B8-1954-D34D-5015-59E6805706A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EAC83B0-2153-0A65-BE2E-2EBE8EF8829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362BA54-76AF-E6AE-D101-22ECBC7BABE3}"/>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II. DESIGN DECISIONS FOR YOUR FRAMEWORK</a:t>
            </a:r>
          </a:p>
          <a:p>
            <a:pPr marL="12700" marR="5080"/>
            <a:r>
              <a:rPr lang="en-US" sz="1400" kern="0" spc="-80" dirty="0">
                <a:solidFill>
                  <a:schemeClr val="accent2"/>
                </a:solidFill>
              </a:rPr>
              <a:t>Decision 4: Rendering Strategy</a:t>
            </a:r>
          </a:p>
          <a:p>
            <a:pPr marL="12700" marR="5080"/>
            <a:r>
              <a:rPr lang="en-US" sz="1400" kern="0" spc="-80" dirty="0">
                <a:solidFill>
                  <a:schemeClr val="accent2"/>
                </a:solidFill>
              </a:rPr>
              <a:t>Options:</a:t>
            </a:r>
          </a:p>
          <a:p>
            <a:pPr marL="12700" marR="5080"/>
            <a:r>
              <a:rPr lang="en-US" sz="1400" kern="0" spc="-80" dirty="0">
                <a:solidFill>
                  <a:schemeClr val="accent6"/>
                </a:solidFill>
              </a:rPr>
              <a:t>Direct DOM patches (fastest)</a:t>
            </a:r>
          </a:p>
          <a:p>
            <a:pPr marL="12700" marR="5080"/>
            <a:r>
              <a:rPr lang="en-US" sz="1400" kern="0" spc="-80" dirty="0">
                <a:solidFill>
                  <a:schemeClr val="accent6"/>
                </a:solidFill>
              </a:rPr>
              <a:t>VDOM diffing (flexible)</a:t>
            </a:r>
          </a:p>
          <a:p>
            <a:pPr marL="12700" marR="5080"/>
            <a:r>
              <a:rPr lang="en-US" sz="1400" kern="0" spc="-80" dirty="0">
                <a:solidFill>
                  <a:schemeClr val="accent6"/>
                </a:solidFill>
              </a:rPr>
              <a:t>Compile-to-operations</a:t>
            </a:r>
          </a:p>
          <a:p>
            <a:pPr marL="12700" marR="5080"/>
            <a:endParaRPr lang="en-US" sz="1400" kern="0" spc="-80" dirty="0">
              <a:solidFill>
                <a:schemeClr val="accent6"/>
              </a:solidFill>
            </a:endParaRPr>
          </a:p>
          <a:p>
            <a:pPr marL="12700" marR="5080"/>
            <a:r>
              <a:rPr lang="en-US" sz="1400" kern="0" spc="-80" dirty="0">
                <a:solidFill>
                  <a:schemeClr val="accent2"/>
                </a:solidFill>
              </a:rPr>
              <a:t>🏗️ III. HOW TO BUILD YOUR OWN JS FRAMEWORK (STEP-BY-STEP)</a:t>
            </a:r>
          </a:p>
          <a:p>
            <a:pPr marL="12700" marR="5080"/>
            <a:r>
              <a:rPr lang="en-US" sz="1400" kern="0" spc="-80" dirty="0">
                <a:solidFill>
                  <a:schemeClr val="accent2"/>
                </a:solidFill>
              </a:rPr>
              <a:t>Step 1: Create a Reactivity System</a:t>
            </a:r>
          </a:p>
          <a:p>
            <a:pPr marL="12700" marR="5080"/>
            <a:r>
              <a:rPr lang="en-US" sz="1400" kern="0" spc="-80" dirty="0">
                <a:solidFill>
                  <a:schemeClr val="accent2"/>
                </a:solidFill>
              </a:rPr>
              <a:t>Minimal example using Signals:</a:t>
            </a:r>
          </a:p>
          <a:p>
            <a:pPr marL="12700" marR="5080"/>
            <a:r>
              <a:rPr lang="en-US" sz="1400" kern="0" spc="-80" dirty="0">
                <a:solidFill>
                  <a:schemeClr val="accent6"/>
                </a:solidFill>
              </a:rPr>
              <a:t>function </a:t>
            </a:r>
            <a:r>
              <a:rPr lang="en-US" sz="1400" kern="0" spc="-80" dirty="0" err="1">
                <a:solidFill>
                  <a:schemeClr val="accent6"/>
                </a:solidFill>
              </a:rPr>
              <a:t>createSignal</a:t>
            </a:r>
            <a:r>
              <a:rPr lang="en-US" sz="1400" kern="0" spc="-80" dirty="0">
                <a:solidFill>
                  <a:schemeClr val="accent6"/>
                </a:solidFill>
              </a:rPr>
              <a:t>(value) {</a:t>
            </a:r>
          </a:p>
          <a:p>
            <a:pPr marL="12700" marR="5080"/>
            <a:r>
              <a:rPr lang="en-US" sz="1400" kern="0" spc="-80" dirty="0">
                <a:solidFill>
                  <a:schemeClr val="accent6"/>
                </a:solidFill>
              </a:rPr>
              <a:t>  const subscribers = new Set();</a:t>
            </a:r>
          </a:p>
          <a:p>
            <a:pPr marL="12700" marR="5080"/>
            <a:endParaRPr lang="en-US" sz="1400" kern="0" spc="-80" dirty="0">
              <a:solidFill>
                <a:schemeClr val="accent6"/>
              </a:solidFill>
            </a:endParaRPr>
          </a:p>
          <a:p>
            <a:pPr marL="12700" marR="5080"/>
            <a:r>
              <a:rPr lang="en-US" sz="1400" kern="0" spc="-80" dirty="0">
                <a:solidFill>
                  <a:schemeClr val="accent6"/>
                </a:solidFill>
              </a:rPr>
              <a:t>  const read = () =&gt; {</a:t>
            </a:r>
          </a:p>
          <a:p>
            <a:pPr marL="12700" marR="5080"/>
            <a:r>
              <a:rPr lang="en-US" sz="1400" kern="0" spc="-80" dirty="0">
                <a:solidFill>
                  <a:schemeClr val="accent6"/>
                </a:solidFill>
              </a:rPr>
              <a:t>    if (</a:t>
            </a:r>
            <a:r>
              <a:rPr lang="en-US" sz="1400" kern="0" spc="-80" dirty="0" err="1">
                <a:solidFill>
                  <a:schemeClr val="accent6"/>
                </a:solidFill>
              </a:rPr>
              <a:t>currentEffect</a:t>
            </a:r>
            <a:r>
              <a:rPr lang="en-US" sz="1400" kern="0" spc="-80" dirty="0">
                <a:solidFill>
                  <a:schemeClr val="accent6"/>
                </a:solidFill>
              </a:rPr>
              <a:t>) </a:t>
            </a:r>
            <a:r>
              <a:rPr lang="en-US" sz="1400" kern="0" spc="-80" dirty="0" err="1">
                <a:solidFill>
                  <a:schemeClr val="accent6"/>
                </a:solidFill>
              </a:rPr>
              <a:t>subscribers.add</a:t>
            </a:r>
            <a:r>
              <a:rPr lang="en-US" sz="1400" kern="0" spc="-80" dirty="0">
                <a:solidFill>
                  <a:schemeClr val="accent6"/>
                </a:solidFill>
              </a:rPr>
              <a:t>(</a:t>
            </a:r>
            <a:r>
              <a:rPr lang="en-US" sz="1400" kern="0" spc="-80" dirty="0" err="1">
                <a:solidFill>
                  <a:schemeClr val="accent6"/>
                </a:solidFill>
              </a:rPr>
              <a:t>currentEffect</a:t>
            </a:r>
            <a:r>
              <a:rPr lang="en-US" sz="1400" kern="0" spc="-80" dirty="0">
                <a:solidFill>
                  <a:schemeClr val="accent6"/>
                </a:solidFill>
              </a:rPr>
              <a:t>);</a:t>
            </a:r>
          </a:p>
          <a:p>
            <a:pPr marL="12700" marR="5080"/>
            <a:r>
              <a:rPr lang="en-US" sz="1400" kern="0" spc="-80" dirty="0">
                <a:solidFill>
                  <a:schemeClr val="accent6"/>
                </a:solidFill>
              </a:rPr>
              <a:t>    return value;</a:t>
            </a:r>
          </a:p>
          <a:p>
            <a:pPr marL="12700" marR="5080"/>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400" kern="0" spc="-80" dirty="0">
                <a:solidFill>
                  <a:schemeClr val="accent6"/>
                </a:solidFill>
              </a:rPr>
              <a:t>  const write = (</a:t>
            </a:r>
            <a:r>
              <a:rPr lang="en-US" sz="1400" kern="0" spc="-80" dirty="0" err="1">
                <a:solidFill>
                  <a:schemeClr val="accent6"/>
                </a:solidFill>
              </a:rPr>
              <a:t>newValue</a:t>
            </a:r>
            <a:r>
              <a:rPr lang="en-US" sz="1400" kern="0" spc="-80" dirty="0">
                <a:solidFill>
                  <a:schemeClr val="accent6"/>
                </a:solidFill>
              </a:rPr>
              <a:t>) =&gt; {</a:t>
            </a:r>
          </a:p>
          <a:p>
            <a:pPr marL="12700" marR="5080"/>
            <a:r>
              <a:rPr lang="en-US" sz="1400" kern="0" spc="-80" dirty="0">
                <a:solidFill>
                  <a:schemeClr val="accent6"/>
                </a:solidFill>
              </a:rPr>
              <a:t>    value = </a:t>
            </a:r>
            <a:r>
              <a:rPr lang="en-US" sz="1400" kern="0" spc="-80" dirty="0" err="1">
                <a:solidFill>
                  <a:schemeClr val="accent6"/>
                </a:solidFill>
              </a:rPr>
              <a:t>newValue</a:t>
            </a:r>
            <a:r>
              <a:rPr lang="en-US" sz="1400" kern="0" spc="-80" dirty="0">
                <a:solidFill>
                  <a:schemeClr val="accent6"/>
                </a:solidFill>
              </a:rPr>
              <a:t>;</a:t>
            </a:r>
          </a:p>
          <a:p>
            <a:pPr marL="12700" marR="5080"/>
            <a:r>
              <a:rPr lang="en-US" sz="1400" kern="0" spc="-80" dirty="0">
                <a:solidFill>
                  <a:schemeClr val="accent6"/>
                </a:solidFill>
              </a:rPr>
              <a:t>    </a:t>
            </a:r>
            <a:r>
              <a:rPr lang="en-US" sz="1400" kern="0" spc="-80" dirty="0" err="1">
                <a:solidFill>
                  <a:schemeClr val="accent6"/>
                </a:solidFill>
              </a:rPr>
              <a:t>subscribers.forEach</a:t>
            </a:r>
            <a:r>
              <a:rPr lang="en-US" sz="1400" kern="0" spc="-80" dirty="0">
                <a:solidFill>
                  <a:schemeClr val="accent6"/>
                </a:solidFill>
              </a:rPr>
              <a:t>(</a:t>
            </a:r>
            <a:r>
              <a:rPr lang="en-US" sz="1400" kern="0" spc="-80" dirty="0" err="1">
                <a:solidFill>
                  <a:schemeClr val="accent6"/>
                </a:solidFill>
              </a:rPr>
              <a:t>fn</a:t>
            </a:r>
            <a:r>
              <a:rPr lang="en-US" sz="1400" kern="0" spc="-80" dirty="0">
                <a:solidFill>
                  <a:schemeClr val="accent6"/>
                </a:solidFill>
              </a:rPr>
              <a:t> =&gt; </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a:solidFill>
                  <a:schemeClr val="accent6"/>
                </a:solidFill>
              </a:rPr>
              <a:t>  };</a:t>
            </a:r>
          </a:p>
        </p:txBody>
      </p:sp>
    </p:spTree>
    <p:extLst>
      <p:ext uri="{BB962C8B-B14F-4D97-AF65-F5344CB8AC3E}">
        <p14:creationId xmlns:p14="http://schemas.microsoft.com/office/powerpoint/2010/main" val="3073927228"/>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62682-ABC8-180F-8881-17A8F03A1F0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A3B61E9-5252-6586-16D3-255372791A2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418CA97-951E-4B76-DB19-D43C735127B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B4FDED7-2701-A2F5-42C1-8E74BC7B081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2620B10-6BCF-240A-8E88-047564715DA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690C017-F589-3091-C697-02076F75DB4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E7D3A73-4B84-5D6F-210A-A6E2F4B6E67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92E423C-770A-9C07-ACA6-68C15A408BC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964D5C4-3A42-63B8-25E1-388FEB5C853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595A79C-A5EF-FD89-B309-DAF32B137E2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A540F37-B90C-0DAD-FB9D-FC76F50D185F}"/>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III. HOW TO BUILD YOUR OWN JS FRAMEWORK (STEP-BY-STEP)</a:t>
            </a:r>
          </a:p>
          <a:p>
            <a:pPr marL="12700" marR="5080"/>
            <a:r>
              <a:rPr lang="en-US" sz="1400" kern="0" spc="-80" dirty="0">
                <a:solidFill>
                  <a:schemeClr val="accent2"/>
                </a:solidFill>
              </a:rPr>
              <a:t>Step 1: Create a Reactivity System</a:t>
            </a:r>
          </a:p>
          <a:p>
            <a:pPr marL="12700" marR="5080"/>
            <a:r>
              <a:rPr lang="en-US" sz="1400" kern="0" spc="-80" dirty="0">
                <a:solidFill>
                  <a:schemeClr val="accent6"/>
                </a:solidFill>
              </a:rPr>
              <a:t>return [read, write];</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let </a:t>
            </a:r>
            <a:r>
              <a:rPr lang="en-US" sz="1400" kern="0" spc="-80" dirty="0" err="1">
                <a:solidFill>
                  <a:schemeClr val="accent6"/>
                </a:solidFill>
              </a:rPr>
              <a:t>currentEffect</a:t>
            </a:r>
            <a:r>
              <a:rPr lang="en-US" sz="1400" kern="0" spc="-80" dirty="0">
                <a:solidFill>
                  <a:schemeClr val="accent6"/>
                </a:solidFill>
              </a:rPr>
              <a:t> = null;</a:t>
            </a:r>
          </a:p>
          <a:p>
            <a:pPr marL="12700" marR="5080"/>
            <a:endParaRPr lang="en-US" sz="1400" kern="0" spc="-80" dirty="0">
              <a:solidFill>
                <a:schemeClr val="accent6"/>
              </a:solidFill>
            </a:endParaRPr>
          </a:p>
          <a:p>
            <a:pPr marL="12700" marR="5080"/>
            <a:r>
              <a:rPr lang="en-US" sz="1400" kern="0" spc="-80" dirty="0">
                <a:solidFill>
                  <a:schemeClr val="accent6"/>
                </a:solidFill>
              </a:rPr>
              <a:t>function effect(</a:t>
            </a:r>
            <a:r>
              <a:rPr lang="en-US" sz="1400" kern="0" spc="-80" dirty="0" err="1">
                <a:solidFill>
                  <a:schemeClr val="accent6"/>
                </a:solidFill>
              </a:rPr>
              <a:t>fn</a:t>
            </a:r>
            <a:r>
              <a:rPr lang="en-US" sz="1400" kern="0" spc="-80" dirty="0">
                <a:solidFill>
                  <a:schemeClr val="accent6"/>
                </a:solidFill>
              </a:rPr>
              <a:t>) {</a:t>
            </a:r>
          </a:p>
          <a:p>
            <a:pPr marL="12700" marR="5080"/>
            <a:r>
              <a:rPr lang="en-US" sz="1400" kern="0" spc="-80" dirty="0">
                <a:solidFill>
                  <a:schemeClr val="accent6"/>
                </a:solidFill>
              </a:rPr>
              <a:t>  </a:t>
            </a:r>
            <a:r>
              <a:rPr lang="en-US" sz="1400" kern="0" spc="-80" dirty="0" err="1">
                <a:solidFill>
                  <a:schemeClr val="accent6"/>
                </a:solidFill>
              </a:rPr>
              <a:t>currentEffect</a:t>
            </a:r>
            <a:r>
              <a:rPr lang="en-US" sz="1400" kern="0" spc="-80" dirty="0">
                <a:solidFill>
                  <a:schemeClr val="accent6"/>
                </a:solidFill>
              </a:rPr>
              <a:t> = </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a:solidFill>
                  <a:schemeClr val="accent6"/>
                </a:solidFill>
              </a:rPr>
              <a:t>  </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a:solidFill>
                  <a:schemeClr val="accent6"/>
                </a:solidFill>
              </a:rPr>
              <a:t>  </a:t>
            </a:r>
            <a:r>
              <a:rPr lang="en-US" sz="1400" kern="0" spc="-80" dirty="0" err="1">
                <a:solidFill>
                  <a:schemeClr val="accent6"/>
                </a:solidFill>
              </a:rPr>
              <a:t>currentEffect</a:t>
            </a:r>
            <a:r>
              <a:rPr lang="en-US" sz="1400" kern="0" spc="-80" dirty="0">
                <a:solidFill>
                  <a:schemeClr val="accent6"/>
                </a:solidFill>
              </a:rPr>
              <a:t> = null;</a:t>
            </a:r>
          </a:p>
          <a:p>
            <a:pPr marL="12700" marR="5080"/>
            <a:r>
              <a:rPr lang="en-US" sz="1400" kern="0" spc="-80" dirty="0">
                <a:solidFill>
                  <a:schemeClr val="accent6"/>
                </a:solidFill>
              </a:rPr>
              <a:t>}</a:t>
            </a:r>
          </a:p>
          <a:p>
            <a:pPr marL="12700" marR="5080"/>
            <a:r>
              <a:rPr lang="en-US" sz="1400" kern="0" spc="-80" dirty="0">
                <a:solidFill>
                  <a:schemeClr val="accent2"/>
                </a:solidFill>
              </a:rPr>
              <a:t>This gives:</a:t>
            </a:r>
          </a:p>
          <a:p>
            <a:pPr marL="12700" marR="5080"/>
            <a:r>
              <a:rPr lang="en-US" sz="1400" kern="0" spc="-80" dirty="0">
                <a:solidFill>
                  <a:schemeClr val="accent6"/>
                </a:solidFill>
              </a:rPr>
              <a:t>Automatic dependency tracking</a:t>
            </a:r>
          </a:p>
          <a:p>
            <a:pPr marL="12700" marR="5080"/>
            <a:r>
              <a:rPr lang="en-US" sz="1400" kern="0" spc="-80" dirty="0">
                <a:solidFill>
                  <a:schemeClr val="accent6"/>
                </a:solidFill>
              </a:rPr>
              <a:t>Auto UI updates when state changes</a:t>
            </a:r>
          </a:p>
          <a:p>
            <a:pPr marL="12700" marR="5080"/>
            <a:endParaRPr lang="en-US" sz="1400" kern="0" spc="-80" dirty="0">
              <a:solidFill>
                <a:schemeClr val="accent6"/>
              </a:solidFill>
            </a:endParaRPr>
          </a:p>
          <a:p>
            <a:pPr marL="12700" marR="5080"/>
            <a:r>
              <a:rPr lang="en-US" sz="1400" kern="0" spc="-80" dirty="0">
                <a:solidFill>
                  <a:schemeClr val="accent2"/>
                </a:solidFill>
              </a:rPr>
              <a:t>Step 2: Create a Virtual DOM (if using VDOM)</a:t>
            </a:r>
          </a:p>
          <a:p>
            <a:pPr marL="12700" marR="5080"/>
            <a:r>
              <a:rPr lang="en-US" sz="1400" kern="0" spc="-80" dirty="0">
                <a:solidFill>
                  <a:schemeClr val="accent6"/>
                </a:solidFill>
              </a:rPr>
              <a:t>function h(type, props, ...children) {</a:t>
            </a:r>
          </a:p>
          <a:p>
            <a:pPr marL="12700" marR="5080"/>
            <a:r>
              <a:rPr lang="en-US" sz="1400" kern="0" spc="-80" dirty="0">
                <a:solidFill>
                  <a:schemeClr val="accent6"/>
                </a:solidFill>
              </a:rPr>
              <a:t>  return { type, props: props || {}, children };</a:t>
            </a:r>
          </a:p>
          <a:p>
            <a:pPr marL="12700" marR="5080"/>
            <a:r>
              <a:rPr lang="en-US" sz="1400" kern="0" spc="-80" dirty="0">
                <a:solidFill>
                  <a:schemeClr val="accent6"/>
                </a:solidFill>
              </a:rPr>
              <a: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210987380"/>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C260E-0E85-8FCA-2C9B-F944657AFE3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6CA17AC-3155-F906-EC0D-63B686B96C0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EB8A3AD-FCD0-96FD-D308-8E55B2D5961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D051EF7-D7DB-5BFB-3697-314E8462546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04FCE76-0AD3-09D0-77F8-CAA126A468D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23B767E-0BDF-7818-3A01-7C9F00CBEC5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345DEB1-ED77-9EBA-1184-C12756A0A58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49C2E38-EB8D-68F2-C21A-ADEE667953E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7C4264F-660C-1439-7A16-D368AFB5F91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0795FF3-975A-AAA1-A0A5-41244D3521A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FC673CC-E91B-A1CB-06B6-97B2F98D7BA7}"/>
              </a:ext>
            </a:extLst>
          </p:cNvPr>
          <p:cNvSpPr txBox="1">
            <a:spLocks/>
          </p:cNvSpPr>
          <p:nvPr/>
        </p:nvSpPr>
        <p:spPr>
          <a:xfrm>
            <a:off x="152400" y="68580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III. HOW TO BUILD YOUR OWN JS FRAMEWORK (STEP-BY-STEP)</a:t>
            </a:r>
          </a:p>
          <a:p>
            <a:pPr marL="12700" marR="5080"/>
            <a:r>
              <a:rPr lang="en-US" sz="1400" kern="0" spc="-80" dirty="0">
                <a:solidFill>
                  <a:schemeClr val="accent2"/>
                </a:solidFill>
              </a:rPr>
              <a:t>Step 3: DOM Renderer</a:t>
            </a:r>
          </a:p>
          <a:p>
            <a:pPr marL="12700" marR="5080"/>
            <a:r>
              <a:rPr lang="en-US" sz="1400" kern="0" spc="-80" dirty="0">
                <a:solidFill>
                  <a:schemeClr val="accent6"/>
                </a:solidFill>
              </a:rPr>
              <a:t>function render(</a:t>
            </a:r>
            <a:r>
              <a:rPr lang="en-US" sz="1400" kern="0" spc="-80" dirty="0" err="1">
                <a:solidFill>
                  <a:schemeClr val="accent6"/>
                </a:solidFill>
              </a:rPr>
              <a:t>vnode</a:t>
            </a:r>
            <a:r>
              <a:rPr lang="en-US" sz="1400" kern="0" spc="-80" dirty="0">
                <a:solidFill>
                  <a:schemeClr val="accent6"/>
                </a:solidFill>
              </a:rPr>
              <a:t>, container) {</a:t>
            </a:r>
          </a:p>
          <a:p>
            <a:pPr marL="12700" marR="5080"/>
            <a:r>
              <a:rPr lang="en-US" sz="1400" kern="0" spc="-80" dirty="0">
                <a:solidFill>
                  <a:schemeClr val="accent6"/>
                </a:solidFill>
              </a:rPr>
              <a:t>  </a:t>
            </a:r>
            <a:r>
              <a:rPr lang="en-US" sz="1400" kern="0" spc="-80" dirty="0" err="1">
                <a:solidFill>
                  <a:schemeClr val="accent6"/>
                </a:solidFill>
              </a:rPr>
              <a:t>container.innerHTML</a:t>
            </a:r>
            <a:r>
              <a:rPr lang="en-US" sz="1400" kern="0" spc="-80" dirty="0">
                <a:solidFill>
                  <a:schemeClr val="accent6"/>
                </a:solidFill>
              </a:rPr>
              <a:t> = "";</a:t>
            </a:r>
          </a:p>
          <a:p>
            <a:pPr marL="12700" marR="5080"/>
            <a:r>
              <a:rPr lang="en-US" sz="1400" kern="0" spc="-80" dirty="0">
                <a:solidFill>
                  <a:schemeClr val="accent6"/>
                </a:solidFill>
              </a:rPr>
              <a:t>  </a:t>
            </a:r>
            <a:r>
              <a:rPr lang="en-US" sz="1400" kern="0" spc="-80" dirty="0" err="1">
                <a:solidFill>
                  <a:schemeClr val="accent6"/>
                </a:solidFill>
              </a:rPr>
              <a:t>container.appendChild</a:t>
            </a:r>
            <a:r>
              <a:rPr lang="en-US" sz="1400" kern="0" spc="-80" dirty="0">
                <a:solidFill>
                  <a:schemeClr val="accent6"/>
                </a:solidFill>
              </a:rPr>
              <a:t>(</a:t>
            </a:r>
            <a:r>
              <a:rPr lang="en-US" sz="1400" kern="0" spc="-80" dirty="0" err="1">
                <a:solidFill>
                  <a:schemeClr val="accent6"/>
                </a:solidFill>
              </a:rPr>
              <a:t>createDOM</a:t>
            </a:r>
            <a:r>
              <a:rPr lang="en-US" sz="1400" kern="0" spc="-80" dirty="0">
                <a:solidFill>
                  <a:schemeClr val="accent6"/>
                </a:solidFill>
              </a:rPr>
              <a:t>(</a:t>
            </a:r>
            <a:r>
              <a:rPr lang="en-US" sz="1400" kern="0" spc="-80" dirty="0" err="1">
                <a:solidFill>
                  <a:schemeClr val="accent6"/>
                </a:solidFill>
              </a:rPr>
              <a:t>vnode</a:t>
            </a:r>
            <a:r>
              <a:rPr lang="en-US" sz="1400" kern="0" spc="-80" dirty="0">
                <a:solidFill>
                  <a:schemeClr val="accent6"/>
                </a:solidFill>
              </a:rPr>
              <a:t>));</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function </a:t>
            </a:r>
            <a:r>
              <a:rPr lang="en-US" sz="1400" kern="0" spc="-80" dirty="0" err="1">
                <a:solidFill>
                  <a:schemeClr val="accent6"/>
                </a:solidFill>
              </a:rPr>
              <a:t>createDOM</a:t>
            </a:r>
            <a:r>
              <a:rPr lang="en-US" sz="1400" kern="0" spc="-80" dirty="0">
                <a:solidFill>
                  <a:schemeClr val="accent6"/>
                </a:solidFill>
              </a:rPr>
              <a:t>(</a:t>
            </a:r>
            <a:r>
              <a:rPr lang="en-US" sz="1400" kern="0" spc="-80" dirty="0" err="1">
                <a:solidFill>
                  <a:schemeClr val="accent6"/>
                </a:solidFill>
              </a:rPr>
              <a:t>vnode</a:t>
            </a:r>
            <a:r>
              <a:rPr lang="en-US" sz="1400" kern="0" spc="-80" dirty="0">
                <a:solidFill>
                  <a:schemeClr val="accent6"/>
                </a:solidFill>
              </a:rPr>
              <a:t>) {</a:t>
            </a:r>
          </a:p>
          <a:p>
            <a:pPr marL="12700" marR="5080"/>
            <a:r>
              <a:rPr lang="en-US" sz="1400" kern="0" spc="-80" dirty="0">
                <a:solidFill>
                  <a:schemeClr val="accent6"/>
                </a:solidFill>
              </a:rPr>
              <a:t>  if (</a:t>
            </a:r>
            <a:r>
              <a:rPr lang="en-US" sz="1400" kern="0" spc="-80" dirty="0" err="1">
                <a:solidFill>
                  <a:schemeClr val="accent6"/>
                </a:solidFill>
              </a:rPr>
              <a:t>typeof</a:t>
            </a:r>
            <a:r>
              <a:rPr lang="en-US" sz="1400" kern="0" spc="-80" dirty="0">
                <a:solidFill>
                  <a:schemeClr val="accent6"/>
                </a:solidFill>
              </a:rPr>
              <a:t> </a:t>
            </a:r>
            <a:r>
              <a:rPr lang="en-US" sz="1400" kern="0" spc="-80" dirty="0" err="1">
                <a:solidFill>
                  <a:schemeClr val="accent6"/>
                </a:solidFill>
              </a:rPr>
              <a:t>vnode</a:t>
            </a:r>
            <a:r>
              <a:rPr lang="en-US" sz="1400" kern="0" spc="-80" dirty="0">
                <a:solidFill>
                  <a:schemeClr val="accent6"/>
                </a:solidFill>
              </a:rPr>
              <a:t> === "string") return </a:t>
            </a:r>
            <a:r>
              <a:rPr lang="en-US" sz="1400" kern="0" spc="-80" dirty="0" err="1">
                <a:solidFill>
                  <a:schemeClr val="accent6"/>
                </a:solidFill>
              </a:rPr>
              <a:t>document.createTextNode</a:t>
            </a:r>
            <a:r>
              <a:rPr lang="en-US" sz="1400" kern="0" spc="-80" dirty="0">
                <a:solidFill>
                  <a:schemeClr val="accent6"/>
                </a:solidFill>
              </a:rPr>
              <a:t>(</a:t>
            </a:r>
            <a:r>
              <a:rPr lang="en-US" sz="1400" kern="0" spc="-80" dirty="0" err="1">
                <a:solidFill>
                  <a:schemeClr val="accent6"/>
                </a:solidFill>
              </a:rPr>
              <a:t>vnode</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  const </a:t>
            </a:r>
            <a:r>
              <a:rPr lang="en-US" sz="1400" kern="0" spc="-80" dirty="0" err="1">
                <a:solidFill>
                  <a:schemeClr val="accent6"/>
                </a:solidFill>
              </a:rPr>
              <a:t>el</a:t>
            </a:r>
            <a:r>
              <a:rPr lang="en-US" sz="1400" kern="0" spc="-80" dirty="0">
                <a:solidFill>
                  <a:schemeClr val="accent6"/>
                </a:solidFill>
              </a:rPr>
              <a:t> = </a:t>
            </a:r>
            <a:r>
              <a:rPr lang="en-US" sz="1400" kern="0" spc="-80" dirty="0" err="1">
                <a:solidFill>
                  <a:schemeClr val="accent6"/>
                </a:solidFill>
              </a:rPr>
              <a:t>document.createElement</a:t>
            </a:r>
            <a:r>
              <a:rPr lang="en-US" sz="1400" kern="0" spc="-80" dirty="0">
                <a:solidFill>
                  <a:schemeClr val="accent6"/>
                </a:solidFill>
              </a:rPr>
              <a:t>(</a:t>
            </a:r>
            <a:r>
              <a:rPr lang="en-US" sz="1400" kern="0" spc="-80" dirty="0" err="1">
                <a:solidFill>
                  <a:schemeClr val="accent6"/>
                </a:solidFill>
              </a:rPr>
              <a:t>vnode.type</a:t>
            </a:r>
            <a:r>
              <a:rPr lang="en-US" sz="1400" kern="0" spc="-80" dirty="0">
                <a:solidFill>
                  <a:schemeClr val="accent6"/>
                </a:solidFill>
              </a:rPr>
              <a:t>);</a:t>
            </a:r>
          </a:p>
          <a:p>
            <a:pPr marL="12700" marR="5080"/>
            <a:r>
              <a:rPr lang="en-US" sz="1400" kern="0" spc="-80" dirty="0">
                <a:solidFill>
                  <a:schemeClr val="accent6"/>
                </a:solidFill>
              </a:rPr>
              <a:t>  </a:t>
            </a:r>
            <a:r>
              <a:rPr lang="en-US" sz="1400" kern="0" spc="-80" dirty="0" err="1">
                <a:solidFill>
                  <a:schemeClr val="accent6"/>
                </a:solidFill>
              </a:rPr>
              <a:t>Object.entries</a:t>
            </a:r>
            <a:r>
              <a:rPr lang="en-US" sz="1400" kern="0" spc="-80" dirty="0">
                <a:solidFill>
                  <a:schemeClr val="accent6"/>
                </a:solidFill>
              </a:rPr>
              <a:t>(</a:t>
            </a:r>
            <a:r>
              <a:rPr lang="en-US" sz="1400" kern="0" spc="-80" dirty="0" err="1">
                <a:solidFill>
                  <a:schemeClr val="accent6"/>
                </a:solidFill>
              </a:rPr>
              <a:t>vnode.props</a:t>
            </a:r>
            <a:r>
              <a:rPr lang="en-US" sz="1400" kern="0" spc="-80" dirty="0">
                <a:solidFill>
                  <a:schemeClr val="accent6"/>
                </a:solidFill>
              </a:rPr>
              <a:t>).</a:t>
            </a:r>
            <a:r>
              <a:rPr lang="en-US" sz="1400" kern="0" spc="-80" dirty="0" err="1">
                <a:solidFill>
                  <a:schemeClr val="accent6"/>
                </a:solidFill>
              </a:rPr>
              <a:t>forEach</a:t>
            </a:r>
            <a:r>
              <a:rPr lang="en-US" sz="1400" kern="0" spc="-80" dirty="0">
                <a:solidFill>
                  <a:schemeClr val="accent6"/>
                </a:solidFill>
              </a:rPr>
              <a:t>(([key, value]) =&gt; {</a:t>
            </a:r>
          </a:p>
          <a:p>
            <a:pPr marL="12700" marR="5080"/>
            <a:r>
              <a:rPr lang="en-US" sz="1400" kern="0" spc="-80" dirty="0">
                <a:solidFill>
                  <a:schemeClr val="accent6"/>
                </a:solidFill>
              </a:rPr>
              <a:t>    </a:t>
            </a:r>
            <a:r>
              <a:rPr lang="en-US" sz="1400" kern="0" spc="-80" dirty="0" err="1">
                <a:solidFill>
                  <a:schemeClr val="accent6"/>
                </a:solidFill>
              </a:rPr>
              <a:t>el</a:t>
            </a:r>
            <a:r>
              <a:rPr lang="en-US" sz="1400" kern="0" spc="-80" dirty="0">
                <a:solidFill>
                  <a:schemeClr val="accent6"/>
                </a:solidFill>
              </a:rPr>
              <a:t>[key] = value;</a:t>
            </a:r>
          </a:p>
          <a:p>
            <a:pPr marL="12700" marR="5080"/>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400" kern="0" spc="-80" dirty="0">
                <a:solidFill>
                  <a:schemeClr val="accent6"/>
                </a:solidFill>
              </a:rPr>
              <a:t>  </a:t>
            </a:r>
            <a:r>
              <a:rPr lang="en-US" sz="1400" kern="0" spc="-80" dirty="0" err="1">
                <a:solidFill>
                  <a:schemeClr val="accent6"/>
                </a:solidFill>
              </a:rPr>
              <a:t>vnode.children.forEach</a:t>
            </a:r>
            <a:r>
              <a:rPr lang="en-US" sz="1400" kern="0" spc="-80" dirty="0">
                <a:solidFill>
                  <a:schemeClr val="accent6"/>
                </a:solidFill>
              </a:rPr>
              <a:t>(child =&gt; </a:t>
            </a:r>
            <a:r>
              <a:rPr lang="en-US" sz="1400" kern="0" spc="-80" dirty="0" err="1">
                <a:solidFill>
                  <a:schemeClr val="accent6"/>
                </a:solidFill>
              </a:rPr>
              <a:t>el.appendChild</a:t>
            </a:r>
            <a:r>
              <a:rPr lang="en-US" sz="1400" kern="0" spc="-80" dirty="0">
                <a:solidFill>
                  <a:schemeClr val="accent6"/>
                </a:solidFill>
              </a:rPr>
              <a:t>(</a:t>
            </a:r>
            <a:r>
              <a:rPr lang="en-US" sz="1400" kern="0" spc="-80" dirty="0" err="1">
                <a:solidFill>
                  <a:schemeClr val="accent6"/>
                </a:solidFill>
              </a:rPr>
              <a:t>createDOM</a:t>
            </a:r>
            <a:r>
              <a:rPr lang="en-US" sz="1400" kern="0" spc="-80" dirty="0">
                <a:solidFill>
                  <a:schemeClr val="accent6"/>
                </a:solidFill>
              </a:rPr>
              <a:t>(child)));</a:t>
            </a:r>
          </a:p>
          <a:p>
            <a:pPr marL="12700" marR="5080"/>
            <a:r>
              <a:rPr lang="en-US" sz="1400" kern="0" spc="-80" dirty="0">
                <a:solidFill>
                  <a:schemeClr val="accent6"/>
                </a:solidFill>
              </a:rPr>
              <a:t>  return </a:t>
            </a:r>
            <a:r>
              <a:rPr lang="en-US" sz="1400" kern="0" spc="-80" dirty="0" err="1">
                <a:solidFill>
                  <a:schemeClr val="accent6"/>
                </a:solidFill>
              </a:rPr>
              <a:t>el</a:t>
            </a:r>
            <a:r>
              <a:rPr lang="en-US" sz="1400" kern="0" spc="-80" dirty="0">
                <a:solidFill>
                  <a:schemeClr val="accent6"/>
                </a:solidFill>
              </a:rPr>
              <a:t>;</a:t>
            </a:r>
          </a:p>
          <a:p>
            <a:pPr marL="12700" marR="5080"/>
            <a:r>
              <a:rPr lang="en-US" sz="1400" kern="0" spc="-80" dirty="0">
                <a:solidFill>
                  <a:schemeClr val="accent6"/>
                </a:solidFill>
              </a:rPr>
              <a: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73030043"/>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BE5BB-716E-3466-09C4-FA434D3C63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3D0DA90-9335-466A-D1A2-9087E92D0D2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724E567-844B-4A51-BF58-783FE893059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7A2612B-F1A7-7254-E83E-293EC513C9A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7C8ECB8-8376-EB68-1E6C-647A21EA178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1375B00-64F3-8EB8-863C-2FCB56167AC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98DF6FE-F4AE-7AEB-EE0D-5BBB29DB041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E676521-A07A-A9A1-4ABA-D67625BEEDB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EE41FB7-580E-F326-BB99-597955D356C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C657270-8736-5F60-3BF3-6D116CBC835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2798ED4-7B1E-4FC3-C441-85EDE9157696}"/>
              </a:ext>
            </a:extLst>
          </p:cNvPr>
          <p:cNvSpPr txBox="1">
            <a:spLocks/>
          </p:cNvSpPr>
          <p:nvPr/>
        </p:nvSpPr>
        <p:spPr>
          <a:xfrm>
            <a:off x="152400" y="685800"/>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III. HOW TO BUILD YOUR OWN JS FRAMEWORK (STEP-BY-STEP)</a:t>
            </a:r>
          </a:p>
          <a:p>
            <a:pPr marL="12700" marR="5080"/>
            <a:r>
              <a:rPr lang="en-US" sz="1400" kern="0" spc="-80" dirty="0">
                <a:solidFill>
                  <a:schemeClr val="accent2"/>
                </a:solidFill>
              </a:rPr>
              <a:t>Step 4: Diff Algorithm (Minimal)</a:t>
            </a:r>
          </a:p>
          <a:p>
            <a:pPr marL="12700" marR="5080"/>
            <a:r>
              <a:rPr lang="en-US" sz="1400" kern="0" spc="-80" dirty="0">
                <a:solidFill>
                  <a:schemeClr val="accent6"/>
                </a:solidFill>
              </a:rPr>
              <a:t>function diff(</a:t>
            </a:r>
            <a:r>
              <a:rPr lang="en-US" sz="1400" kern="0" spc="-80" dirty="0" err="1">
                <a:solidFill>
                  <a:schemeClr val="accent6"/>
                </a:solidFill>
              </a:rPr>
              <a:t>oldNode</a:t>
            </a:r>
            <a:r>
              <a:rPr lang="en-US" sz="1400" kern="0" spc="-80" dirty="0">
                <a:solidFill>
                  <a:schemeClr val="accent6"/>
                </a:solidFill>
              </a:rPr>
              <a:t>, </a:t>
            </a:r>
            <a:r>
              <a:rPr lang="en-US" sz="1400" kern="0" spc="-80" dirty="0" err="1">
                <a:solidFill>
                  <a:schemeClr val="accent6"/>
                </a:solidFill>
              </a:rPr>
              <a:t>newNode</a:t>
            </a:r>
            <a:r>
              <a:rPr lang="en-US" sz="1400" kern="0" spc="-80" dirty="0">
                <a:solidFill>
                  <a:schemeClr val="accent6"/>
                </a:solidFill>
              </a:rPr>
              <a:t>) {</a:t>
            </a:r>
          </a:p>
          <a:p>
            <a:pPr marL="12700" marR="5080"/>
            <a:r>
              <a:rPr lang="en-US" sz="1400" kern="0" spc="-80" dirty="0">
                <a:solidFill>
                  <a:schemeClr val="accent6"/>
                </a:solidFill>
              </a:rPr>
              <a:t>  // Compare type</a:t>
            </a:r>
          </a:p>
          <a:p>
            <a:pPr marL="12700" marR="5080"/>
            <a:r>
              <a:rPr lang="en-US" sz="1400" kern="0" spc="-80" dirty="0">
                <a:solidFill>
                  <a:schemeClr val="accent6"/>
                </a:solidFill>
              </a:rPr>
              <a:t>  // Compare props</a:t>
            </a:r>
          </a:p>
          <a:p>
            <a:pPr marL="12700" marR="5080"/>
            <a:r>
              <a:rPr lang="en-US" sz="1400" kern="0" spc="-80" dirty="0">
                <a:solidFill>
                  <a:schemeClr val="accent6"/>
                </a:solidFill>
              </a:rPr>
              <a:t>  // Compare children</a:t>
            </a:r>
          </a:p>
          <a:p>
            <a:pPr marL="12700" marR="5080"/>
            <a:r>
              <a:rPr lang="en-US" sz="1400" kern="0" spc="-80" dirty="0">
                <a:solidFill>
                  <a:schemeClr val="accent6"/>
                </a:solidFill>
              </a:rPr>
              <a:t>}</a:t>
            </a:r>
          </a:p>
          <a:p>
            <a:pPr marL="12700" marR="5080"/>
            <a:r>
              <a:rPr lang="en-US" sz="1400" kern="0" spc="-80" dirty="0">
                <a:solidFill>
                  <a:schemeClr val="accent2"/>
                </a:solidFill>
              </a:rPr>
              <a:t>You can implement:</a:t>
            </a:r>
          </a:p>
          <a:p>
            <a:pPr marL="12700" marR="5080"/>
            <a:r>
              <a:rPr lang="en-US" sz="1400" kern="0" spc="-80" dirty="0">
                <a:solidFill>
                  <a:schemeClr val="accent6"/>
                </a:solidFill>
              </a:rPr>
              <a:t>Keyed diffing</a:t>
            </a:r>
          </a:p>
          <a:p>
            <a:pPr marL="12700" marR="5080"/>
            <a:r>
              <a:rPr lang="en-US" sz="1400" kern="0" spc="-80" dirty="0">
                <a:solidFill>
                  <a:schemeClr val="accent6"/>
                </a:solidFill>
              </a:rPr>
              <a:t>Unkeyed diffing (slower)</a:t>
            </a:r>
          </a:p>
          <a:p>
            <a:pPr marL="12700" marR="5080"/>
            <a:r>
              <a:rPr lang="en-US" sz="1400" kern="0" spc="-80" dirty="0">
                <a:solidFill>
                  <a:schemeClr val="accent6"/>
                </a:solidFill>
              </a:rPr>
              <a:t>Prop diffing</a:t>
            </a:r>
          </a:p>
          <a:p>
            <a:pPr marL="12700" marR="5080"/>
            <a:endParaRPr lang="en-US" sz="1400" kern="0" spc="-80" dirty="0">
              <a:solidFill>
                <a:schemeClr val="accent6"/>
              </a:solidFill>
            </a:endParaRPr>
          </a:p>
          <a:p>
            <a:pPr marL="12700" marR="5080"/>
            <a:r>
              <a:rPr lang="en-US" sz="1400" kern="0" spc="-80" dirty="0">
                <a:solidFill>
                  <a:schemeClr val="accent2"/>
                </a:solidFill>
              </a:rPr>
              <a:t>Step 5: Component System</a:t>
            </a:r>
          </a:p>
          <a:p>
            <a:pPr marL="12700" marR="5080"/>
            <a:r>
              <a:rPr lang="en-US" sz="1400" kern="0" spc="-80" dirty="0">
                <a:solidFill>
                  <a:schemeClr val="accent2"/>
                </a:solidFill>
              </a:rPr>
              <a:t>Functional components:</a:t>
            </a:r>
          </a:p>
          <a:p>
            <a:pPr marL="12700" marR="5080"/>
            <a:r>
              <a:rPr lang="en-US" sz="1400" kern="0" spc="-80" dirty="0">
                <a:solidFill>
                  <a:schemeClr val="accent6"/>
                </a:solidFill>
              </a:rPr>
              <a:t>function </a:t>
            </a:r>
            <a:r>
              <a:rPr lang="en-US" sz="1400" kern="0" spc="-80" dirty="0" err="1">
                <a:solidFill>
                  <a:schemeClr val="accent6"/>
                </a:solidFill>
              </a:rPr>
              <a:t>createComponent</a:t>
            </a:r>
            <a:r>
              <a:rPr lang="en-US" sz="1400" kern="0" spc="-80" dirty="0">
                <a:solidFill>
                  <a:schemeClr val="accent6"/>
                </a:solidFill>
              </a:rPr>
              <a:t>(</a:t>
            </a:r>
            <a:r>
              <a:rPr lang="en-US" sz="1400" kern="0" spc="-80" dirty="0" err="1">
                <a:solidFill>
                  <a:schemeClr val="accent6"/>
                </a:solidFill>
              </a:rPr>
              <a:t>componentFn</a:t>
            </a:r>
            <a:r>
              <a:rPr lang="en-US" sz="1400" kern="0" spc="-80" dirty="0">
                <a:solidFill>
                  <a:schemeClr val="accent6"/>
                </a:solidFill>
              </a:rPr>
              <a:t>, props) {</a:t>
            </a:r>
          </a:p>
          <a:p>
            <a:pPr marL="12700" marR="5080"/>
            <a:r>
              <a:rPr lang="en-US" sz="1400" kern="0" spc="-80" dirty="0">
                <a:solidFill>
                  <a:schemeClr val="accent6"/>
                </a:solidFill>
              </a:rPr>
              <a:t>  return </a:t>
            </a:r>
            <a:r>
              <a:rPr lang="en-US" sz="1400" kern="0" spc="-80" dirty="0" err="1">
                <a:solidFill>
                  <a:schemeClr val="accent6"/>
                </a:solidFill>
              </a:rPr>
              <a:t>componentFn</a:t>
            </a:r>
            <a:r>
              <a:rPr lang="en-US" sz="1400" kern="0" spc="-80" dirty="0">
                <a:solidFill>
                  <a:schemeClr val="accent6"/>
                </a:solidFill>
              </a:rPr>
              <a:t>(props);</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Step 6: Auto-render on state change</a:t>
            </a:r>
          </a:p>
          <a:p>
            <a:pPr marL="12700" marR="5080"/>
            <a:r>
              <a:rPr lang="en-US" sz="1300" kern="0" spc="-80" dirty="0">
                <a:solidFill>
                  <a:schemeClr val="accent6"/>
                </a:solidFill>
              </a:rPr>
              <a:t>effect(() =&gt; {</a:t>
            </a:r>
          </a:p>
          <a:p>
            <a:pPr marL="12700" marR="5080"/>
            <a:r>
              <a:rPr lang="en-US" sz="1300" kern="0" spc="-80" dirty="0">
                <a:solidFill>
                  <a:schemeClr val="accent6"/>
                </a:solidFill>
              </a:rPr>
              <a:t>  const </a:t>
            </a:r>
            <a:r>
              <a:rPr lang="en-US" sz="1300" kern="0" spc="-80" dirty="0" err="1">
                <a:solidFill>
                  <a:schemeClr val="accent6"/>
                </a:solidFill>
              </a:rPr>
              <a:t>vnode</a:t>
            </a:r>
            <a:r>
              <a:rPr lang="en-US" sz="1300" kern="0" spc="-80" dirty="0">
                <a:solidFill>
                  <a:schemeClr val="accent6"/>
                </a:solidFill>
              </a:rPr>
              <a:t> = App();</a:t>
            </a:r>
          </a:p>
          <a:p>
            <a:pPr marL="12700" marR="5080"/>
            <a:r>
              <a:rPr lang="en-US" sz="1300" kern="0" spc="-80" dirty="0">
                <a:solidFill>
                  <a:schemeClr val="accent6"/>
                </a:solidFill>
              </a:rPr>
              <a:t>  render(</a:t>
            </a:r>
            <a:r>
              <a:rPr lang="en-US" sz="1300" kern="0" spc="-80" dirty="0" err="1">
                <a:solidFill>
                  <a:schemeClr val="accent6"/>
                </a:solidFill>
              </a:rPr>
              <a:t>vnode</a:t>
            </a:r>
            <a:r>
              <a:rPr lang="en-US" sz="1300" kern="0" spc="-80" dirty="0">
                <a:solidFill>
                  <a:schemeClr val="accent6"/>
                </a:solidFill>
              </a:rPr>
              <a:t>, </a:t>
            </a:r>
            <a:r>
              <a:rPr lang="en-US" sz="1300" kern="0" spc="-80" dirty="0" err="1">
                <a:solidFill>
                  <a:schemeClr val="accent6"/>
                </a:solidFill>
              </a:rPr>
              <a:t>document.getElementById</a:t>
            </a:r>
            <a:r>
              <a:rPr lang="en-US" sz="1300" kern="0" spc="-80" dirty="0">
                <a:solidFill>
                  <a:schemeClr val="accent6"/>
                </a:solidFill>
              </a:rPr>
              <a:t>("root"));</a:t>
            </a:r>
          </a:p>
          <a:p>
            <a:pPr marL="12700" marR="5080"/>
            <a:r>
              <a:rPr lang="en-US" sz="1300" kern="0" spc="-80" dirty="0">
                <a:solidFill>
                  <a:schemeClr val="accent6"/>
                </a:solidFill>
              </a:rPr>
              <a:t>});</a:t>
            </a:r>
          </a:p>
        </p:txBody>
      </p:sp>
    </p:spTree>
    <p:extLst>
      <p:ext uri="{BB962C8B-B14F-4D97-AF65-F5344CB8AC3E}">
        <p14:creationId xmlns:p14="http://schemas.microsoft.com/office/powerpoint/2010/main" val="4294078636"/>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E5AD0-62AF-C89D-5314-F2C91E2024C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6C815D6-70C4-AE7D-6E91-BAE353D053B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AE53FD8-7FA4-4243-4A82-B425A1DC787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CF1060-9ADF-7E19-3FAD-C2E90284467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7C0B4A3-183E-6393-65E4-6E5C8ED19D2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4664280-D217-AC2C-941A-BE04EE0635D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C28F777-E562-61D4-4161-B8B348A2A1D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95ED881-F144-0155-B75D-43EE8A40F4D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75A0C48-676D-FCA0-547E-93E447E0650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20E6724-1D00-3545-F953-123CE4476D1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AF0B77C-3EBE-4394-E2B2-E816FE8DD947}"/>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III. HOW TO BUILD YOUR OWN JS FRAMEWORK (STEP-BY-STEP)</a:t>
            </a:r>
          </a:p>
          <a:p>
            <a:pPr marL="12700" marR="5080"/>
            <a:r>
              <a:rPr lang="en-US" sz="1400" kern="0" spc="-80" dirty="0">
                <a:solidFill>
                  <a:schemeClr val="accent2"/>
                </a:solidFill>
              </a:rPr>
              <a:t>Step 7: Handle Events</a:t>
            </a:r>
          </a:p>
          <a:p>
            <a:pPr marL="12700" marR="5080"/>
            <a:r>
              <a:rPr lang="en-US" sz="1400" kern="0" spc="-80" dirty="0">
                <a:solidFill>
                  <a:schemeClr val="accent6"/>
                </a:solidFill>
              </a:rPr>
              <a:t>Support </a:t>
            </a:r>
            <a:r>
              <a:rPr lang="en-US" sz="1400" kern="0" spc="-80" dirty="0" err="1">
                <a:solidFill>
                  <a:schemeClr val="accent6"/>
                </a:solidFill>
              </a:rPr>
              <a:t>onClick</a:t>
            </a:r>
            <a:endParaRPr lang="en-US" sz="1400" kern="0" spc="-80" dirty="0">
              <a:solidFill>
                <a:schemeClr val="accent6"/>
              </a:solidFill>
            </a:endParaRPr>
          </a:p>
          <a:p>
            <a:pPr marL="12700" marR="5080"/>
            <a:r>
              <a:rPr lang="en-US" sz="1400" kern="0" spc="-80" dirty="0">
                <a:solidFill>
                  <a:schemeClr val="accent6"/>
                </a:solidFill>
              </a:rPr>
              <a:t>Event delegation (better)</a:t>
            </a:r>
          </a:p>
          <a:p>
            <a:pPr marL="12700" marR="5080"/>
            <a:r>
              <a:rPr lang="en-US" sz="1400" kern="0" spc="-80" dirty="0">
                <a:solidFill>
                  <a:schemeClr val="accent6"/>
                </a:solidFill>
              </a:rPr>
              <a:t>Synthetic events (React style)</a:t>
            </a:r>
          </a:p>
          <a:p>
            <a:pPr marL="12700" marR="5080"/>
            <a:r>
              <a:rPr lang="en-US" sz="1400" kern="0" spc="-80" dirty="0">
                <a:solidFill>
                  <a:schemeClr val="accent2"/>
                </a:solidFill>
              </a:rPr>
              <a:t>Example:</a:t>
            </a:r>
          </a:p>
          <a:p>
            <a:pPr marL="12700" marR="5080"/>
            <a:r>
              <a:rPr lang="en-US" sz="1400" kern="0" spc="-80" dirty="0" err="1">
                <a:solidFill>
                  <a:schemeClr val="accent6"/>
                </a:solidFill>
              </a:rPr>
              <a:t>el.addEventListener</a:t>
            </a:r>
            <a:r>
              <a:rPr lang="en-US" sz="1400" kern="0" spc="-80" dirty="0">
                <a:solidFill>
                  <a:schemeClr val="accent6"/>
                </a:solidFill>
              </a:rPr>
              <a:t>("click", </a:t>
            </a:r>
            <a:r>
              <a:rPr lang="en-US" sz="1400" kern="0" spc="-80" dirty="0" err="1">
                <a:solidFill>
                  <a:schemeClr val="accent6"/>
                </a:solidFill>
              </a:rPr>
              <a:t>props.onClick</a:t>
            </a:r>
            <a:r>
              <a:rPr lang="en-US" sz="1400" kern="0" spc="-80" dirty="0">
                <a:solidFill>
                  <a:schemeClr val="accent6"/>
                </a:solidFill>
              </a:rPr>
              <a:t>)</a:t>
            </a:r>
          </a:p>
          <a:p>
            <a:pPr marL="12700" marR="5080"/>
            <a:r>
              <a:rPr lang="en-US" sz="1400" kern="0" spc="-80" dirty="0">
                <a:solidFill>
                  <a:schemeClr val="accent6"/>
                </a:solidFill>
              </a:rPr>
              <a:t>Step 8: Add Lifecycle Hooks</a:t>
            </a:r>
          </a:p>
          <a:p>
            <a:pPr marL="12700" marR="5080"/>
            <a:r>
              <a:rPr lang="en-US" sz="1400" kern="0" spc="-80" dirty="0" err="1">
                <a:solidFill>
                  <a:schemeClr val="accent6"/>
                </a:solidFill>
              </a:rPr>
              <a:t>onMount</a:t>
            </a:r>
            <a:r>
              <a:rPr lang="en-US" sz="1400" kern="0" spc="-80" dirty="0">
                <a:solidFill>
                  <a:schemeClr val="accent6"/>
                </a:solidFill>
              </a:rPr>
              <a:t>(</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err="1">
                <a:solidFill>
                  <a:schemeClr val="accent6"/>
                </a:solidFill>
              </a:rPr>
              <a:t>onUpdate</a:t>
            </a:r>
            <a:r>
              <a:rPr lang="en-US" sz="1400" kern="0" spc="-80" dirty="0">
                <a:solidFill>
                  <a:schemeClr val="accent6"/>
                </a:solidFill>
              </a:rPr>
              <a:t>(</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err="1">
                <a:solidFill>
                  <a:schemeClr val="accent6"/>
                </a:solidFill>
              </a:rPr>
              <a:t>onDestroy</a:t>
            </a:r>
            <a:r>
              <a:rPr lang="en-US" sz="1400" kern="0" spc="-80" dirty="0">
                <a:solidFill>
                  <a:schemeClr val="accent6"/>
                </a:solidFill>
              </a:rPr>
              <a:t>(</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a:solidFill>
                  <a:schemeClr val="accent6"/>
                </a:solidFill>
              </a:rPr>
              <a:t>Track component instance lifecycle.</a:t>
            </a:r>
          </a:p>
          <a:p>
            <a:pPr marL="12700" marR="5080"/>
            <a:endParaRPr lang="en-US" sz="1400" kern="0" spc="-80" dirty="0">
              <a:solidFill>
                <a:schemeClr val="accent6"/>
              </a:solidFill>
            </a:endParaRPr>
          </a:p>
          <a:p>
            <a:pPr marL="12700" marR="5080"/>
            <a:r>
              <a:rPr lang="en-US" sz="1400" kern="0" spc="-80" dirty="0">
                <a:solidFill>
                  <a:schemeClr val="accent2"/>
                </a:solidFill>
              </a:rPr>
              <a:t>Step 9: Optional — Add Router</a:t>
            </a:r>
          </a:p>
          <a:p>
            <a:pPr marL="12700" marR="5080"/>
            <a:r>
              <a:rPr lang="en-US" sz="1400" kern="0" spc="-80" dirty="0">
                <a:solidFill>
                  <a:schemeClr val="accent6"/>
                </a:solidFill>
              </a:rPr>
              <a:t>Hash router: #/home</a:t>
            </a:r>
          </a:p>
          <a:p>
            <a:pPr marL="12700" marR="5080"/>
            <a:r>
              <a:rPr lang="en-US" sz="1400" kern="0" spc="-80" dirty="0">
                <a:solidFill>
                  <a:schemeClr val="accent6"/>
                </a:solidFill>
              </a:rPr>
              <a:t>History router: </a:t>
            </a:r>
            <a:r>
              <a:rPr lang="en-US" sz="1400" kern="0" spc="-80" dirty="0" err="1">
                <a:solidFill>
                  <a:schemeClr val="accent6"/>
                </a:solidFill>
              </a:rPr>
              <a:t>pushState</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Step 10: Optional — Build Tools</a:t>
            </a:r>
          </a:p>
          <a:p>
            <a:pPr marL="12700" marR="5080"/>
            <a:r>
              <a:rPr lang="en-US" sz="1400" kern="0" spc="-80" dirty="0">
                <a:solidFill>
                  <a:schemeClr val="accent2"/>
                </a:solidFill>
              </a:rPr>
              <a:t>If supporting:</a:t>
            </a:r>
          </a:p>
          <a:p>
            <a:pPr marL="12700" marR="5080"/>
            <a:r>
              <a:rPr lang="en-US" sz="1400" kern="0" spc="-80" dirty="0">
                <a:solidFill>
                  <a:schemeClr val="accent6"/>
                </a:solidFill>
              </a:rPr>
              <a:t>JSX → Babel plugin</a:t>
            </a:r>
          </a:p>
          <a:p>
            <a:pPr marL="12700" marR="5080"/>
            <a:r>
              <a:rPr lang="en-US" sz="1400" kern="0" spc="-80" dirty="0">
                <a:solidFill>
                  <a:schemeClr val="accent6"/>
                </a:solidFill>
              </a:rPr>
              <a:t>SFC → parser + compiler</a:t>
            </a:r>
          </a:p>
          <a:p>
            <a:pPr marL="12700" marR="5080"/>
            <a:r>
              <a:rPr lang="en-US" sz="1400" kern="0" spc="-80" dirty="0">
                <a:solidFill>
                  <a:schemeClr val="accent6"/>
                </a:solidFill>
              </a:rPr>
              <a:t>TypeScript → build pipeline</a:t>
            </a:r>
          </a:p>
        </p:txBody>
      </p:sp>
    </p:spTree>
    <p:extLst>
      <p:ext uri="{BB962C8B-B14F-4D97-AF65-F5344CB8AC3E}">
        <p14:creationId xmlns:p14="http://schemas.microsoft.com/office/powerpoint/2010/main" val="1611159988"/>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1647B-EA7F-59C5-EAE6-E6B44725A8E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439B4D-B86F-5DFE-DC4B-2161D4454EA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365B583-4F8B-20E0-6C26-FA24A6445D7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8CF03FA-C936-FDEA-DB74-96A2552601C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E103E4C-2028-4FD5-D131-647888CD9F3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1B73881-C033-5D28-901C-DADEDFBCBD8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06F9E2E-3693-3B73-907F-FD9B78A954A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6A009B0-1C07-130B-0895-64CE435D147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D31DBBE-0283-E91C-093C-1EBED6AD45A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27502B4-6F30-5207-F296-DDF485D0904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A0D4463-269C-9DB4-F2D2-FE3498063B62}"/>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IV. ADVANCED FRAMEWORK FEATURES</a:t>
            </a:r>
          </a:p>
          <a:p>
            <a:pPr marL="12700" marR="5080"/>
            <a:r>
              <a:rPr lang="en-US" sz="1400" kern="0" spc="-80" dirty="0">
                <a:solidFill>
                  <a:schemeClr val="accent2"/>
                </a:solidFill>
              </a:rPr>
              <a:t>1. Fiber-based scheduling (React Fiber)</a:t>
            </a:r>
          </a:p>
          <a:p>
            <a:pPr marL="12700" marR="5080"/>
            <a:r>
              <a:rPr lang="en-US" sz="1400" kern="0" spc="-80" dirty="0">
                <a:solidFill>
                  <a:schemeClr val="accent6"/>
                </a:solidFill>
              </a:rPr>
              <a:t>Useful for concurrent rendering.</a:t>
            </a:r>
          </a:p>
          <a:p>
            <a:pPr marL="12700" marR="5080"/>
            <a:r>
              <a:rPr lang="en-US" sz="1400" kern="0" spc="-80" dirty="0">
                <a:solidFill>
                  <a:schemeClr val="accent2"/>
                </a:solidFill>
              </a:rPr>
              <a:t>Techniques:</a:t>
            </a:r>
          </a:p>
          <a:p>
            <a:pPr marL="12700" marR="5080"/>
            <a:r>
              <a:rPr lang="en-US" sz="1400" kern="0" spc="-80" dirty="0">
                <a:solidFill>
                  <a:schemeClr val="accent6"/>
                </a:solidFill>
              </a:rPr>
              <a:t>Splitting work into units</a:t>
            </a:r>
          </a:p>
          <a:p>
            <a:pPr marL="12700" marR="5080"/>
            <a:r>
              <a:rPr lang="en-US" sz="1400" kern="0" spc="-80" dirty="0">
                <a:solidFill>
                  <a:schemeClr val="accent6"/>
                </a:solidFill>
              </a:rPr>
              <a:t>Yielding to the browser</a:t>
            </a:r>
          </a:p>
          <a:p>
            <a:pPr marL="12700" marR="5080"/>
            <a:r>
              <a:rPr lang="en-US" sz="1400" kern="0" spc="-80" dirty="0" err="1">
                <a:solidFill>
                  <a:schemeClr val="accent6"/>
                </a:solidFill>
              </a:rPr>
              <a:t>requestIdleCallback</a:t>
            </a:r>
            <a:endParaRPr lang="en-US" sz="1400" kern="0" spc="-80" dirty="0">
              <a:solidFill>
                <a:schemeClr val="accent6"/>
              </a:solidFill>
            </a:endParaRPr>
          </a:p>
          <a:p>
            <a:pPr marL="12700" marR="5080"/>
            <a:r>
              <a:rPr lang="en-US" sz="1400" kern="0" spc="-80" dirty="0">
                <a:solidFill>
                  <a:schemeClr val="accent6"/>
                </a:solidFill>
              </a:rPr>
              <a:t>Priority lanes</a:t>
            </a:r>
          </a:p>
          <a:p>
            <a:pPr marL="12700" marR="5080"/>
            <a:endParaRPr lang="en-US" sz="1400" kern="0" spc="-80" dirty="0">
              <a:solidFill>
                <a:schemeClr val="accent6"/>
              </a:solidFill>
            </a:endParaRPr>
          </a:p>
          <a:p>
            <a:pPr marL="12700" marR="5080"/>
            <a:r>
              <a:rPr lang="en-US" sz="1400" kern="0" spc="-80" dirty="0">
                <a:solidFill>
                  <a:schemeClr val="accent2"/>
                </a:solidFill>
              </a:rPr>
              <a:t>2. Suspense / async components</a:t>
            </a:r>
          </a:p>
          <a:p>
            <a:pPr marL="12700" marR="5080"/>
            <a:r>
              <a:rPr lang="en-US" sz="1400" kern="0" spc="-80" dirty="0">
                <a:solidFill>
                  <a:schemeClr val="accent6"/>
                </a:solidFill>
              </a:rPr>
              <a:t>Handle async data with placeholders.</a:t>
            </a:r>
          </a:p>
          <a:p>
            <a:pPr marL="12700" marR="5080"/>
            <a:endParaRPr lang="en-US" sz="1400" kern="0" spc="-80" dirty="0">
              <a:solidFill>
                <a:schemeClr val="accent6"/>
              </a:solidFill>
            </a:endParaRPr>
          </a:p>
          <a:p>
            <a:pPr marL="12700" marR="5080"/>
            <a:r>
              <a:rPr lang="en-US" sz="1400" kern="0" spc="-80" dirty="0">
                <a:solidFill>
                  <a:schemeClr val="accent2"/>
                </a:solidFill>
              </a:rPr>
              <a:t>3. Compiler optimizations</a:t>
            </a:r>
          </a:p>
          <a:p>
            <a:pPr marL="12700" marR="5080"/>
            <a:r>
              <a:rPr lang="en-US" sz="1400" kern="0" spc="-80" dirty="0">
                <a:solidFill>
                  <a:schemeClr val="accent6"/>
                </a:solidFill>
              </a:rPr>
              <a:t>If you build a Svelte/Vue compiler:</a:t>
            </a:r>
          </a:p>
          <a:p>
            <a:pPr marL="12700" marR="5080"/>
            <a:r>
              <a:rPr lang="en-US" sz="1400" kern="0" spc="-80" dirty="0">
                <a:solidFill>
                  <a:schemeClr val="accent6"/>
                </a:solidFill>
              </a:rPr>
              <a:t>DOM diff flattening</a:t>
            </a:r>
          </a:p>
          <a:p>
            <a:pPr marL="12700" marR="5080"/>
            <a:r>
              <a:rPr lang="en-US" sz="1400" kern="0" spc="-80" dirty="0">
                <a:solidFill>
                  <a:schemeClr val="accent6"/>
                </a:solidFill>
              </a:rPr>
              <a:t>Static template hoisting</a:t>
            </a:r>
          </a:p>
          <a:p>
            <a:pPr marL="12700" marR="5080"/>
            <a:r>
              <a:rPr lang="en-US" sz="1400" kern="0" spc="-80" dirty="0">
                <a:solidFill>
                  <a:schemeClr val="accent6"/>
                </a:solidFill>
              </a:rPr>
              <a:t>Hydration support</a:t>
            </a:r>
          </a:p>
          <a:p>
            <a:pPr marL="12700" marR="5080"/>
            <a:endParaRPr lang="en-US" sz="1400" kern="0" spc="-80" dirty="0">
              <a:solidFill>
                <a:schemeClr val="accent6"/>
              </a:solidFill>
            </a:endParaRPr>
          </a:p>
          <a:p>
            <a:pPr marL="12700" marR="5080"/>
            <a:r>
              <a:rPr lang="en-US" sz="1400" kern="0" spc="-80" dirty="0">
                <a:solidFill>
                  <a:schemeClr val="accent2"/>
                </a:solidFill>
              </a:rPr>
              <a:t>4. Server-side rendering (SSR)</a:t>
            </a:r>
          </a:p>
          <a:p>
            <a:pPr marL="12700" marR="5080"/>
            <a:r>
              <a:rPr lang="en-US" sz="1400" kern="0" spc="-80" dirty="0">
                <a:solidFill>
                  <a:schemeClr val="accent2"/>
                </a:solidFill>
              </a:rPr>
              <a:t>Create a:</a:t>
            </a:r>
          </a:p>
          <a:p>
            <a:pPr marL="12700" marR="5080"/>
            <a:r>
              <a:rPr lang="en-US" sz="1400" kern="0" spc="-80" dirty="0">
                <a:solidFill>
                  <a:schemeClr val="accent6"/>
                </a:solidFill>
              </a:rPr>
              <a:t>VDOM-to-string renderer</a:t>
            </a:r>
          </a:p>
          <a:p>
            <a:pPr marL="12700" marR="5080"/>
            <a:r>
              <a:rPr lang="en-US" sz="1400" kern="0" spc="-80" dirty="0">
                <a:solidFill>
                  <a:schemeClr val="accent6"/>
                </a:solidFill>
              </a:rPr>
              <a:t>Node streaming renderer</a:t>
            </a:r>
          </a:p>
        </p:txBody>
      </p:sp>
    </p:spTree>
    <p:extLst>
      <p:ext uri="{BB962C8B-B14F-4D97-AF65-F5344CB8AC3E}">
        <p14:creationId xmlns:p14="http://schemas.microsoft.com/office/powerpoint/2010/main" val="3837254526"/>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7CB42-75DF-E962-E5E6-B4C6E1954E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3BFBFB0-4E13-8215-A453-4F3FE5C4695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D39BF59-A456-CFCE-6534-E4292385734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B8D8DA0-6BE3-E8FA-3915-46B54CBFB2B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A31EAF2-BEB4-242C-B8FE-D873AD6D816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77E8D90-1DD1-BC5A-2332-705F86A3D31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82BEF0F-5E1C-C96E-3805-0F9AE67FA9B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9B0FF5B-DB54-18FC-2A97-BDF81B087C6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98B466B-21EA-16B8-0B84-701D6234883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2E20B64-0EBB-99F4-E976-0AFCC4742AA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E1F561A-11AC-3E12-2013-53DB542263EC}"/>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IV. ADVANCED FRAMEWORK FEATURES</a:t>
            </a:r>
          </a:p>
          <a:p>
            <a:pPr marL="12700" marR="5080"/>
            <a:r>
              <a:rPr lang="en-US" sz="1400" kern="0" spc="-80" dirty="0">
                <a:solidFill>
                  <a:schemeClr val="accent2"/>
                </a:solidFill>
              </a:rPr>
              <a:t>5. Hydration</a:t>
            </a:r>
          </a:p>
          <a:p>
            <a:pPr marL="12700" marR="5080"/>
            <a:r>
              <a:rPr lang="en-US" sz="1400" kern="0" spc="-80" dirty="0">
                <a:solidFill>
                  <a:schemeClr val="accent2"/>
                </a:solidFill>
              </a:rPr>
              <a:t>Match browser DOM to server DOM:</a:t>
            </a:r>
          </a:p>
          <a:p>
            <a:pPr marL="12700" marR="5080"/>
            <a:r>
              <a:rPr lang="en-US" sz="1400" kern="0" spc="-80" dirty="0">
                <a:solidFill>
                  <a:schemeClr val="accent6"/>
                </a:solidFill>
              </a:rPr>
              <a:t>Attribute comparison</a:t>
            </a:r>
          </a:p>
          <a:p>
            <a:pPr marL="12700" marR="5080"/>
            <a:r>
              <a:rPr lang="en-US" sz="1400" kern="0" spc="-80" dirty="0">
                <a:solidFill>
                  <a:schemeClr val="accent6"/>
                </a:solidFill>
              </a:rPr>
              <a:t>Node re-use</a:t>
            </a:r>
          </a:p>
          <a:p>
            <a:pPr marL="12700" marR="5080"/>
            <a:r>
              <a:rPr lang="en-US" sz="1400" kern="0" spc="-80" dirty="0">
                <a:solidFill>
                  <a:schemeClr val="accent6"/>
                </a:solidFill>
              </a:rPr>
              <a:t>Avoid re-rendering</a:t>
            </a:r>
          </a:p>
          <a:p>
            <a:pPr marL="12700" marR="5080"/>
            <a:endParaRPr lang="en-US" sz="1400" kern="0" spc="-80" dirty="0">
              <a:solidFill>
                <a:schemeClr val="accent6"/>
              </a:solidFill>
            </a:endParaRPr>
          </a:p>
          <a:p>
            <a:pPr marL="12700" marR="5080"/>
            <a:r>
              <a:rPr lang="en-US" sz="1400" kern="0" spc="-80" dirty="0">
                <a:solidFill>
                  <a:schemeClr val="accent2"/>
                </a:solidFill>
              </a:rPr>
              <a:t>🧨 V. COMPLETE CHECKLIST FOR YOUR JS FRAMEWORK</a:t>
            </a:r>
          </a:p>
          <a:p>
            <a:pPr marL="12700" marR="5080"/>
            <a:r>
              <a:rPr lang="en-US" sz="1400" kern="0" spc="-80" dirty="0">
                <a:solidFill>
                  <a:schemeClr val="accent2"/>
                </a:solidFill>
              </a:rPr>
              <a:t>✔ Core</a:t>
            </a:r>
          </a:p>
          <a:p>
            <a:pPr marL="12700" marR="5080"/>
            <a:r>
              <a:rPr lang="en-US" sz="1400" kern="0" spc="-80" dirty="0">
                <a:solidFill>
                  <a:schemeClr val="accent6"/>
                </a:solidFill>
              </a:rPr>
              <a:t> Component model</a:t>
            </a:r>
          </a:p>
          <a:p>
            <a:pPr marL="12700" marR="5080"/>
            <a:r>
              <a:rPr lang="en-US" sz="1400" kern="0" spc="-80" dirty="0">
                <a:solidFill>
                  <a:schemeClr val="accent6"/>
                </a:solidFill>
              </a:rPr>
              <a:t> Reactive state</a:t>
            </a:r>
          </a:p>
          <a:p>
            <a:pPr marL="12700" marR="5080"/>
            <a:r>
              <a:rPr lang="en-US" sz="1400" kern="0" spc="-80" dirty="0">
                <a:solidFill>
                  <a:schemeClr val="accent6"/>
                </a:solidFill>
              </a:rPr>
              <a:t> Rendering engine</a:t>
            </a:r>
          </a:p>
          <a:p>
            <a:pPr marL="12700" marR="5080"/>
            <a:r>
              <a:rPr lang="en-US" sz="1400" kern="0" spc="-80" dirty="0">
                <a:solidFill>
                  <a:schemeClr val="accent6"/>
                </a:solidFill>
              </a:rPr>
              <a:t> Event system</a:t>
            </a:r>
          </a:p>
          <a:p>
            <a:pPr marL="12700" marR="5080"/>
            <a:r>
              <a:rPr lang="en-US" sz="1400" kern="0" spc="-80" dirty="0">
                <a:solidFill>
                  <a:schemeClr val="accent6"/>
                </a:solidFill>
              </a:rPr>
              <a:t> Lifecycle hooks</a:t>
            </a:r>
          </a:p>
          <a:p>
            <a:pPr marL="12700" marR="5080"/>
            <a:r>
              <a:rPr lang="en-US" sz="1400" kern="0" spc="-80" dirty="0">
                <a:solidFill>
                  <a:schemeClr val="accent2"/>
                </a:solidFill>
              </a:rPr>
              <a:t>✔ Rendering</a:t>
            </a:r>
          </a:p>
          <a:p>
            <a:pPr marL="12700" marR="5080"/>
            <a:r>
              <a:rPr lang="en-US" sz="1400" kern="0" spc="-80" dirty="0">
                <a:solidFill>
                  <a:schemeClr val="accent6"/>
                </a:solidFill>
              </a:rPr>
              <a:t> Virtual DOM or direct DOM ops</a:t>
            </a:r>
          </a:p>
          <a:p>
            <a:pPr marL="12700" marR="5080"/>
            <a:r>
              <a:rPr lang="en-US" sz="1400" kern="0" spc="-80" dirty="0">
                <a:solidFill>
                  <a:schemeClr val="accent6"/>
                </a:solidFill>
              </a:rPr>
              <a:t> Diffing algorithm</a:t>
            </a:r>
          </a:p>
          <a:p>
            <a:pPr marL="12700" marR="5080"/>
            <a:r>
              <a:rPr lang="en-US" sz="1400" kern="0" spc="-80" dirty="0">
                <a:solidFill>
                  <a:schemeClr val="accent6"/>
                </a:solidFill>
              </a:rPr>
              <a:t> Efficient DOM updates</a:t>
            </a:r>
          </a:p>
          <a:p>
            <a:pPr marL="12700" marR="5080"/>
            <a:r>
              <a:rPr lang="en-US" sz="1400" kern="0" spc="-80" dirty="0">
                <a:solidFill>
                  <a:schemeClr val="accent2"/>
                </a:solidFill>
              </a:rPr>
              <a:t>✔ Ecosystem</a:t>
            </a:r>
          </a:p>
          <a:p>
            <a:pPr marL="12700" marR="5080"/>
            <a:r>
              <a:rPr lang="en-US" sz="1400" kern="0" spc="-80" dirty="0">
                <a:solidFill>
                  <a:schemeClr val="accent6"/>
                </a:solidFill>
              </a:rPr>
              <a:t> Router</a:t>
            </a:r>
          </a:p>
          <a:p>
            <a:pPr marL="12700" marR="5080"/>
            <a:r>
              <a:rPr lang="en-US" sz="1400" kern="0" spc="-80" dirty="0">
                <a:solidFill>
                  <a:schemeClr val="accent6"/>
                </a:solidFill>
              </a:rPr>
              <a:t> Store (Redux-like or Signals-based)</a:t>
            </a:r>
          </a:p>
          <a:p>
            <a:pPr marL="12700" marR="5080"/>
            <a:r>
              <a:rPr lang="en-US" sz="1400" kern="0" spc="-80" dirty="0">
                <a:solidFill>
                  <a:schemeClr val="accent6"/>
                </a:solidFill>
              </a:rPr>
              <a:t> SSR / Hydration</a:t>
            </a:r>
          </a:p>
        </p:txBody>
      </p:sp>
    </p:spTree>
    <p:extLst>
      <p:ext uri="{BB962C8B-B14F-4D97-AF65-F5344CB8AC3E}">
        <p14:creationId xmlns:p14="http://schemas.microsoft.com/office/powerpoint/2010/main" val="1612089276"/>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92221-1074-D49C-7F03-317A22E92C4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61C615E-62A2-E377-DD40-441584628C4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5E231FB-2E49-0A1F-A3B9-E370F3E05E2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4713DF2-A597-F2DA-7D12-8EAF6FBDF8D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5252E7C-FB74-4212-E948-9DD3A6CDD48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8E0C8B7-6C88-E9F0-098F-E01620141C3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C4E8D89-0A45-13D0-7106-76A59FB0D22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B7213C0-8B94-F0D0-6F23-84325242D06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BE9547E-8E62-228D-264D-04796C6CEEF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30A062A-4194-9592-9558-4B7E26D4BC5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5EA9CD7-CB01-BFCB-A552-CB627149D5CC}"/>
              </a:ext>
            </a:extLst>
          </p:cNvPr>
          <p:cNvSpPr txBox="1">
            <a:spLocks/>
          </p:cNvSpPr>
          <p:nvPr/>
        </p:nvSpPr>
        <p:spPr>
          <a:xfrm>
            <a:off x="152400" y="685800"/>
            <a:ext cx="8624937" cy="20313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V. COMPLETE CHECKLIST FOR YOUR JS FRAMEWORK</a:t>
            </a:r>
          </a:p>
          <a:p>
            <a:pPr marL="12700" marR="5080"/>
            <a:r>
              <a:rPr lang="en-US" sz="1400" kern="0" spc="-80" dirty="0">
                <a:solidFill>
                  <a:schemeClr val="accent2"/>
                </a:solidFill>
              </a:rPr>
              <a:t>✔ Ecosystem</a:t>
            </a:r>
          </a:p>
          <a:p>
            <a:pPr marL="12700" marR="5080"/>
            <a:r>
              <a:rPr lang="en-US" sz="1400" kern="0" spc="-80" dirty="0" err="1">
                <a:solidFill>
                  <a:schemeClr val="accent6"/>
                </a:solidFill>
              </a:rPr>
              <a:t>DevTools</a:t>
            </a:r>
            <a:r>
              <a:rPr lang="en-US" sz="1400" kern="0" spc="-80" dirty="0">
                <a:solidFill>
                  <a:schemeClr val="accent6"/>
                </a:solidFill>
              </a:rPr>
              <a:t> extension</a:t>
            </a:r>
          </a:p>
          <a:p>
            <a:pPr marL="12700" marR="5080"/>
            <a:r>
              <a:rPr lang="en-US" sz="1400" kern="0" spc="-80" dirty="0">
                <a:solidFill>
                  <a:schemeClr val="accent2"/>
                </a:solidFill>
              </a:rPr>
              <a:t>✔ Build System</a:t>
            </a:r>
          </a:p>
          <a:p>
            <a:pPr marL="12700" marR="5080"/>
            <a:r>
              <a:rPr lang="en-US" sz="1400" kern="0" spc="-80" dirty="0">
                <a:solidFill>
                  <a:schemeClr val="accent6"/>
                </a:solidFill>
              </a:rPr>
              <a:t> JSX/SFC compiler</a:t>
            </a:r>
          </a:p>
          <a:p>
            <a:pPr marL="12700" marR="5080"/>
            <a:r>
              <a:rPr lang="en-US" sz="1400" kern="0" spc="-80" dirty="0">
                <a:solidFill>
                  <a:schemeClr val="accent6"/>
                </a:solidFill>
              </a:rPr>
              <a:t> </a:t>
            </a:r>
            <a:r>
              <a:rPr lang="en-US" sz="1400" kern="0" spc="-80" dirty="0" err="1">
                <a:solidFill>
                  <a:schemeClr val="accent6"/>
                </a:solidFill>
              </a:rPr>
              <a:t>Minifier</a:t>
            </a:r>
            <a:r>
              <a:rPr lang="en-US" sz="1400" kern="0" spc="-80" dirty="0">
                <a:solidFill>
                  <a:schemeClr val="accent6"/>
                </a:solidFill>
              </a:rPr>
              <a:t> + tree shaking</a:t>
            </a:r>
          </a:p>
          <a:p>
            <a:pPr marL="12700" marR="5080"/>
            <a:r>
              <a:rPr lang="en-US" sz="1400" kern="0" spc="-80" dirty="0">
                <a:solidFill>
                  <a:schemeClr val="accent6"/>
                </a:solidFill>
              </a:rPr>
              <a:t> Bundle splitting</a:t>
            </a:r>
          </a:p>
        </p:txBody>
      </p:sp>
    </p:spTree>
    <p:extLst>
      <p:ext uri="{BB962C8B-B14F-4D97-AF65-F5344CB8AC3E}">
        <p14:creationId xmlns:p14="http://schemas.microsoft.com/office/powerpoint/2010/main" val="1794002469"/>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9DB95-F671-4F68-008F-AB43A5BA91E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284A434-0612-EAB3-4D34-1245CA25F61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891FC4-98DA-083F-B1A8-DD42D5D1558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FA77050-8C0E-A3A1-EFE1-C32CC16A038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5D1779B-9A36-9EC8-16CA-2C178B8850F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17AB4B4-FD49-1B64-FC89-7ADD4F2183E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3D9945-AAF1-C994-E8A2-85F6C9F5968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D979FE7-02FE-EC72-98A9-99ABEBAB682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250B339-1EF4-0309-422A-BAE5CCD6868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A7A6AAA-B356-37E9-5688-2F6B92751123}"/>
              </a:ext>
            </a:extLst>
          </p:cNvPr>
          <p:cNvSpPr txBox="1">
            <a:spLocks/>
          </p:cNvSpPr>
          <p:nvPr/>
        </p:nvSpPr>
        <p:spPr>
          <a:xfrm>
            <a:off x="152400" y="685800"/>
            <a:ext cx="8624937" cy="590161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dirty="0">
                <a:hlinkClick r:id="rId8"/>
              </a:rPr>
              <a:t>Neil Fraser: Writing: Differential Synchronization</a:t>
            </a:r>
            <a:endParaRPr lang="en-US" sz="1400" dirty="0"/>
          </a:p>
          <a:p>
            <a:pPr marL="12700" marR="5080"/>
            <a:r>
              <a:rPr lang="en-US" sz="1400" dirty="0">
                <a:hlinkClick r:id="rId9"/>
              </a:rPr>
              <a:t>The ‘Diffing’ Algorithm Explained | by Tito Adeoye | Medium</a:t>
            </a:r>
            <a:endParaRPr lang="en-US" sz="1400" dirty="0"/>
          </a:p>
          <a:p>
            <a:pPr marL="12700" marR="5080"/>
            <a:r>
              <a:rPr lang="en-IN" sz="1400" dirty="0">
                <a:hlinkClick r:id="rId10"/>
              </a:rPr>
              <a:t>Free Angular 2+ Book</a:t>
            </a:r>
            <a:endParaRPr lang="en-IN" sz="1400" dirty="0"/>
          </a:p>
          <a:p>
            <a:pPr marL="12700" marR="5080"/>
            <a:r>
              <a:rPr lang="en-IN" sz="1400" dirty="0">
                <a:hlinkClick r:id="rId11"/>
              </a:rPr>
              <a:t>Free React JS Book</a:t>
            </a:r>
            <a:endParaRPr lang="en-US" sz="1400" kern="0" spc="-80" dirty="0">
              <a:solidFill>
                <a:schemeClr val="accent2"/>
              </a:solidFill>
            </a:endParaRPr>
          </a:p>
          <a:p>
            <a:pPr marL="12700" marR="5080"/>
            <a:r>
              <a:rPr lang="en-US" sz="1400" dirty="0">
                <a:hlinkClick r:id="rId12"/>
              </a:rPr>
              <a:t>Angular Developer Roadmap</a:t>
            </a:r>
            <a:endParaRPr lang="en-US" sz="1400" dirty="0"/>
          </a:p>
          <a:p>
            <a:pPr marL="12700" marR="5080"/>
            <a:r>
              <a:rPr lang="en-US" sz="1400" dirty="0">
                <a:hlinkClick r:id="rId13"/>
              </a:rPr>
              <a:t>React Developer Roadmap</a:t>
            </a:r>
            <a:endParaRPr lang="en-US" sz="1400" dirty="0"/>
          </a:p>
          <a:p>
            <a:pPr marL="12700" marR="5080"/>
            <a:r>
              <a:rPr lang="en-US" sz="1400" dirty="0">
                <a:hlinkClick r:id="rId14"/>
              </a:rPr>
              <a:t>How to add husky to React | by Mario </a:t>
            </a:r>
            <a:r>
              <a:rPr lang="en-US" sz="1400" dirty="0" err="1">
                <a:hlinkClick r:id="rId14"/>
              </a:rPr>
              <a:t>Kandut</a:t>
            </a:r>
            <a:r>
              <a:rPr lang="en-US" sz="1400" dirty="0">
                <a:hlinkClick r:id="rId14"/>
              </a:rPr>
              <a:t> | Medium</a:t>
            </a:r>
            <a:endParaRPr lang="en-US" sz="1400" dirty="0"/>
          </a:p>
          <a:p>
            <a:pPr marL="12700" marR="5080"/>
            <a:r>
              <a:rPr lang="en-IN" sz="1400" dirty="0">
                <a:hlinkClick r:id="rId15"/>
              </a:rPr>
              <a:t>Learn-React-with-TypeScript-Third-Edition</a:t>
            </a:r>
            <a:endParaRPr lang="en-IN" sz="1400" dirty="0"/>
          </a:p>
          <a:p>
            <a:pPr marL="12700" marR="5080"/>
            <a:r>
              <a:rPr lang="en-US" sz="1400" dirty="0">
                <a:hlinkClick r:id="rId16"/>
              </a:rPr>
              <a:t>Advanced React: Design System, Design Patterns, Performance | Udemy</a:t>
            </a:r>
            <a:endParaRPr lang="en-US" sz="1400" dirty="0"/>
          </a:p>
          <a:p>
            <a:pPr marL="12700" marR="5080"/>
            <a:r>
              <a:rPr lang="en-US" sz="1400" dirty="0">
                <a:hlinkClick r:id="rId17"/>
              </a:rPr>
              <a:t>React-18-Design-Patterns-and-Best-Practices</a:t>
            </a:r>
            <a:endParaRPr lang="en-US" sz="1400" dirty="0"/>
          </a:p>
          <a:p>
            <a:pPr marL="12700" marR="5080"/>
            <a:r>
              <a:rPr lang="de-DE" sz="1400" dirty="0">
                <a:hlinkClick r:id="rId18"/>
              </a:rPr>
              <a:t>Modern Web Design Patterns in Angular 8 | Udemy</a:t>
            </a:r>
            <a:endParaRPr lang="de-DE" sz="1400" dirty="0"/>
          </a:p>
          <a:p>
            <a:pPr marL="12700" marR="5080"/>
            <a:r>
              <a:rPr lang="en-IN" sz="1400" dirty="0">
                <a:hlinkClick r:id="rId19"/>
              </a:rPr>
              <a:t>Angular Design Patterns | Programming | eBook</a:t>
            </a:r>
            <a:endParaRPr lang="en-IN" sz="1400" dirty="0"/>
          </a:p>
          <a:p>
            <a:pPr marL="12700" marR="5080"/>
            <a:r>
              <a:rPr lang="en-US" sz="1400" dirty="0" err="1">
                <a:hlinkClick r:id="rId20"/>
              </a:rPr>
              <a:t>Reactjs</a:t>
            </a:r>
            <a:r>
              <a:rPr lang="en-US" sz="1400" dirty="0">
                <a:hlinkClick r:id="rId20"/>
              </a:rPr>
              <a:t> - What is the difference between Redux </a:t>
            </a:r>
            <a:r>
              <a:rPr lang="en-US" sz="1400" dirty="0" err="1">
                <a:hlinkClick r:id="rId20"/>
              </a:rPr>
              <a:t>Thunk</a:t>
            </a:r>
            <a:r>
              <a:rPr lang="en-US" sz="1400" dirty="0">
                <a:hlinkClick r:id="rId20"/>
              </a:rPr>
              <a:t> and Redux Saga? - Stack Overflow</a:t>
            </a:r>
            <a:endParaRPr lang="en-US" sz="1400" dirty="0"/>
          </a:p>
          <a:p>
            <a:pPr marL="12700" marR="5080"/>
            <a:r>
              <a:rPr lang="en-US" sz="1400" dirty="0">
                <a:hlinkClick r:id="rId21"/>
              </a:rPr>
              <a:t>Blazor vs (Angular, React, and Vue) | </a:t>
            </a:r>
            <a:r>
              <a:rPr lang="en-US" sz="1400" dirty="0" err="1">
                <a:hlinkClick r:id="rId21"/>
              </a:rPr>
              <a:t>AnArSolutions</a:t>
            </a:r>
            <a:endParaRPr lang="en-US" sz="1400" dirty="0"/>
          </a:p>
          <a:p>
            <a:pPr marL="12700" marR="5080"/>
            <a:r>
              <a:rPr lang="en-IN" sz="1400" dirty="0" err="1">
                <a:hlinkClick r:id="rId22"/>
              </a:rPr>
              <a:t>Academind</a:t>
            </a:r>
            <a:r>
              <a:rPr lang="en-IN" sz="1400" dirty="0">
                <a:hlinkClick r:id="rId22"/>
              </a:rPr>
              <a:t> - Courses, Tutorials &amp; Podcast</a:t>
            </a:r>
            <a:endParaRPr lang="en-IN" sz="1400" dirty="0"/>
          </a:p>
          <a:p>
            <a:pPr marL="12700" marR="5080"/>
            <a:r>
              <a:rPr lang="en-IN" sz="1400" dirty="0">
                <a:hlinkClick r:id="rId23"/>
              </a:rPr>
              <a:t>Build your own React</a:t>
            </a:r>
            <a:endParaRPr lang="en-IN" sz="1400" dirty="0"/>
          </a:p>
          <a:p>
            <a:pPr marL="12700" marR="5080"/>
            <a:r>
              <a:rPr lang="en-US" sz="1400" dirty="0">
                <a:hlinkClick r:id="rId24"/>
              </a:rPr>
              <a:t>Didact: Tiny React clone</a:t>
            </a:r>
            <a:endParaRPr lang="en-US" sz="1400" dirty="0"/>
          </a:p>
          <a:p>
            <a:pPr marL="12700" marR="5080"/>
            <a:r>
              <a:rPr lang="en-US" sz="1400" dirty="0">
                <a:hlinkClick r:id="rId25"/>
              </a:rPr>
              <a:t>Learn Reactive Programming with </a:t>
            </a:r>
            <a:r>
              <a:rPr lang="en-US" sz="1400" dirty="0" err="1">
                <a:hlinkClick r:id="rId25"/>
              </a:rPr>
              <a:t>SolidJS</a:t>
            </a:r>
            <a:endParaRPr lang="en-US" sz="1400" dirty="0"/>
          </a:p>
          <a:p>
            <a:pPr marL="12700" marR="5080"/>
            <a:r>
              <a:rPr lang="en-IN" sz="1400" dirty="0">
                <a:hlinkClick r:id="rId26"/>
              </a:rPr>
              <a:t>Vue.js: a (re)introduction</a:t>
            </a:r>
            <a:endParaRPr lang="en-IN" sz="1400" dirty="0"/>
          </a:p>
          <a:p>
            <a:pPr marL="12700" marR="5080"/>
            <a:r>
              <a:rPr lang="en-US" sz="1400" dirty="0">
                <a:hlinkClick r:id="rId27"/>
              </a:rPr>
              <a:t>Rich Harris on the Svelte </a:t>
            </a:r>
            <a:r>
              <a:rPr lang="en-US" sz="1400" dirty="0" err="1">
                <a:hlinkClick r:id="rId27"/>
              </a:rPr>
              <a:t>Javascript</a:t>
            </a:r>
            <a:r>
              <a:rPr lang="en-US" sz="1400" dirty="0">
                <a:hlinkClick r:id="rId27"/>
              </a:rPr>
              <a:t> Framework</a:t>
            </a:r>
            <a:endParaRPr lang="en-US" sz="1400" dirty="0"/>
          </a:p>
          <a:p>
            <a:pPr marL="12700" marR="5080"/>
            <a:r>
              <a:rPr lang="en-US" sz="1400" dirty="0">
                <a:hlinkClick r:id="rId28"/>
              </a:rPr>
              <a:t>Building-Your-Own-JavaScript-Framework</a:t>
            </a:r>
            <a:endParaRPr lang="en-US" sz="1400" dirty="0"/>
          </a:p>
          <a:p>
            <a:pPr marL="12700" marR="5080"/>
            <a:r>
              <a:rPr lang="en-US" sz="1400" dirty="0">
                <a:hlinkClick r:id="rId29"/>
              </a:rPr>
              <a:t>Build a frontend framework from scratch</a:t>
            </a:r>
            <a:endParaRPr lang="en-US" sz="1400" dirty="0"/>
          </a:p>
          <a:p>
            <a:pPr marL="12700" marR="5080"/>
            <a:endParaRPr lang="en-IN" sz="1350" dirty="0"/>
          </a:p>
          <a:p>
            <a:pPr marL="12700" marR="5080"/>
            <a:endParaRPr lang="en-US" sz="1350" dirty="0"/>
          </a:p>
          <a:p>
            <a:pPr marL="12700" marR="5080"/>
            <a:endParaRPr lang="en-US" sz="1450" dirty="0"/>
          </a:p>
        </p:txBody>
      </p:sp>
    </p:spTree>
    <p:extLst>
      <p:ext uri="{BB962C8B-B14F-4D97-AF65-F5344CB8AC3E}">
        <p14:creationId xmlns:p14="http://schemas.microsoft.com/office/powerpoint/2010/main" val="2932386641"/>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7045" y="628968"/>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0514" y="46845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9" name="object 2">
            <a:extLst>
              <a:ext uri="{FF2B5EF4-FFF2-40B4-BE49-F238E27FC236}">
                <a16:creationId xmlns:a16="http://schemas.microsoft.com/office/drawing/2014/main" id="{DD474852-C5BE-A008-7D95-8C1AABA0B0E5}"/>
              </a:ext>
            </a:extLst>
          </p:cNvPr>
          <p:cNvSpPr txBox="1">
            <a:spLocks/>
          </p:cNvSpPr>
          <p:nvPr/>
        </p:nvSpPr>
        <p:spPr>
          <a:xfrm>
            <a:off x="228600" y="766143"/>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JAMStack</a:t>
            </a:r>
            <a:r>
              <a:rPr lang="en-US" sz="2400" kern="0" spc="-80" dirty="0">
                <a:solidFill>
                  <a:schemeClr val="accent2"/>
                </a:solidFill>
              </a:rPr>
              <a:t> Architecture</a:t>
            </a:r>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3" name="Picture 12">
            <a:extLst>
              <a:ext uri="{FF2B5EF4-FFF2-40B4-BE49-F238E27FC236}">
                <a16:creationId xmlns:a16="http://schemas.microsoft.com/office/drawing/2014/main" id="{293A411D-E99E-D717-0E7C-4C15428FD525}"/>
              </a:ext>
            </a:extLst>
          </p:cNvPr>
          <p:cNvPicPr>
            <a:picLocks noChangeAspect="1"/>
          </p:cNvPicPr>
          <p:nvPr/>
        </p:nvPicPr>
        <p:blipFill>
          <a:blip r:embed="rId2"/>
          <a:stretch>
            <a:fillRect/>
          </a:stretch>
        </p:blipFill>
        <p:spPr>
          <a:xfrm>
            <a:off x="114892" y="1139618"/>
            <a:ext cx="9042171" cy="4766175"/>
          </a:xfrm>
          <a:prstGeom prst="rect">
            <a:avLst/>
          </a:prstGeom>
        </p:spPr>
      </p:pic>
      <p:graphicFrame>
        <p:nvGraphicFramePr>
          <p:cNvPr id="11" name="Diagram 10">
            <a:extLst>
              <a:ext uri="{FF2B5EF4-FFF2-40B4-BE49-F238E27FC236}">
                <a16:creationId xmlns:a16="http://schemas.microsoft.com/office/drawing/2014/main" id="{06FB8563-D22D-8AAC-097E-3CC1AEE846E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346182796"/>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756C1-E199-9FB0-B858-BB8312B10F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4A13FDF-AA27-9DF0-5ED1-15C397CC54F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8BEC562-68B1-8407-DF26-01A118CB7A0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2F6CF52-3D3D-4822-6554-0A269279336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3576ED2-D014-F3BF-E67F-C475C8DAA38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0CBD340-E61D-A47F-03D7-3360E1A68D4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BEE697C-F900-4274-0BA9-643C84C0D30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3FB2CB5-DE10-6BCF-3138-8F210AF6B23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CCB84CF-F3C6-B1DB-12DC-A2146989A83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EAF6A03-F25E-69B7-7571-A4EFDBB6673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8AA74C9-2B34-BECF-B2AF-7FA361621160}"/>
              </a:ext>
            </a:extLst>
          </p:cNvPr>
          <p:cNvSpPr txBox="1">
            <a:spLocks/>
          </p:cNvSpPr>
          <p:nvPr/>
        </p:nvSpPr>
        <p:spPr>
          <a:xfrm>
            <a:off x="152400" y="685800"/>
            <a:ext cx="8624937" cy="44627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err="1">
                <a:solidFill>
                  <a:schemeClr val="accent6"/>
                </a:solidFill>
              </a:rPr>
              <a:t>JAMstack</a:t>
            </a:r>
            <a:r>
              <a:rPr lang="en-US" sz="1350" kern="0" spc="-80" dirty="0">
                <a:solidFill>
                  <a:schemeClr val="accent6"/>
                </a:solidFill>
              </a:rPr>
              <a:t> = JavaScript + APIs + Markup</a:t>
            </a:r>
          </a:p>
          <a:p>
            <a:pPr marL="12700" marR="5080"/>
            <a:r>
              <a:rPr lang="en-US" sz="1350" kern="0" spc="-80" dirty="0">
                <a:solidFill>
                  <a:schemeClr val="accent6"/>
                </a:solidFill>
              </a:rPr>
              <a:t>It is an architecture and philosophy focused on pre-rendering, decoupling, edge delivery, and API-driven interactions.</a:t>
            </a:r>
          </a:p>
          <a:p>
            <a:pPr marL="12700" marR="5080"/>
            <a:endParaRPr lang="en-US" sz="1350" kern="0" spc="-80" dirty="0">
              <a:solidFill>
                <a:schemeClr val="accent6"/>
              </a:solidFill>
            </a:endParaRPr>
          </a:p>
          <a:p>
            <a:pPr marL="12700" marR="5080"/>
            <a:r>
              <a:rPr lang="en-US" sz="1350" kern="0" spc="-80" dirty="0">
                <a:solidFill>
                  <a:schemeClr val="accent2"/>
                </a:solidFill>
              </a:rPr>
              <a:t>⭐ 1. Core Principles of </a:t>
            </a:r>
            <a:r>
              <a:rPr lang="en-US" sz="1350" kern="0" spc="-80" dirty="0" err="1">
                <a:solidFill>
                  <a:schemeClr val="accent2"/>
                </a:solidFill>
              </a:rPr>
              <a:t>JAMstack</a:t>
            </a:r>
            <a:endParaRPr lang="en-US" sz="1350" kern="0" spc="-80" dirty="0">
              <a:solidFill>
                <a:schemeClr val="accent2"/>
              </a:solidFill>
            </a:endParaRPr>
          </a:p>
          <a:p>
            <a:pPr marL="12700" marR="5080"/>
            <a:r>
              <a:rPr lang="en-US" sz="1350" kern="0" spc="-80" dirty="0">
                <a:solidFill>
                  <a:schemeClr val="accent2"/>
                </a:solidFill>
              </a:rPr>
              <a:t>1.1 Pre-Rendering</a:t>
            </a:r>
          </a:p>
          <a:p>
            <a:pPr marL="12700" marR="5080"/>
            <a:r>
              <a:rPr lang="en-US" sz="1350" kern="0" spc="-80" dirty="0">
                <a:solidFill>
                  <a:schemeClr val="accent6"/>
                </a:solidFill>
              </a:rPr>
              <a:t>Generate HTML ahead of time (Static Site Generation — SSG) instead of dynamically on each request.</a:t>
            </a:r>
          </a:p>
          <a:p>
            <a:pPr marL="12700" marR="5080"/>
            <a:endParaRPr lang="en-US" sz="1350" kern="0" spc="-80" dirty="0">
              <a:solidFill>
                <a:schemeClr val="accent6"/>
              </a:solidFill>
            </a:endParaRPr>
          </a:p>
          <a:p>
            <a:pPr marL="12700" marR="5080"/>
            <a:r>
              <a:rPr lang="en-US" sz="1350" kern="0" spc="-80" dirty="0">
                <a:solidFill>
                  <a:schemeClr val="accent2"/>
                </a:solidFill>
              </a:rPr>
              <a:t>1.2 API-Based Functionality</a:t>
            </a:r>
          </a:p>
          <a:p>
            <a:pPr marL="12700" marR="5080"/>
            <a:r>
              <a:rPr lang="en-US" sz="1350" kern="0" spc="-80" dirty="0">
                <a:solidFill>
                  <a:schemeClr val="accent6"/>
                </a:solidFill>
              </a:rPr>
              <a:t>All non-static capabilities (auth, DB, payments) come from:</a:t>
            </a:r>
          </a:p>
          <a:p>
            <a:pPr marL="12700" marR="5080"/>
            <a:r>
              <a:rPr lang="en-US" sz="1350" kern="0" spc="-80" dirty="0">
                <a:solidFill>
                  <a:schemeClr val="accent6"/>
                </a:solidFill>
              </a:rPr>
              <a:t>Serverless Functions</a:t>
            </a:r>
          </a:p>
          <a:p>
            <a:pPr marL="12700" marR="5080"/>
            <a:r>
              <a:rPr lang="en-US" sz="1350" kern="0" spc="-80" dirty="0">
                <a:solidFill>
                  <a:schemeClr val="accent6"/>
                </a:solidFill>
              </a:rPr>
              <a:t>Third-party APIs (Auth0, Stripe)</a:t>
            </a:r>
          </a:p>
          <a:p>
            <a:pPr marL="12700" marR="5080"/>
            <a:r>
              <a:rPr lang="en-US" sz="1350" kern="0" spc="-80" dirty="0">
                <a:solidFill>
                  <a:schemeClr val="accent6"/>
                </a:solidFill>
              </a:rPr>
              <a:t>Headless CMS APIs (</a:t>
            </a:r>
            <a:r>
              <a:rPr lang="en-US" sz="1350" kern="0" spc="-80" dirty="0" err="1">
                <a:solidFill>
                  <a:schemeClr val="accent6"/>
                </a:solidFill>
              </a:rPr>
              <a:t>Contentful</a:t>
            </a:r>
            <a:r>
              <a:rPr lang="en-US" sz="1350" kern="0" spc="-80" dirty="0">
                <a:solidFill>
                  <a:schemeClr val="accent6"/>
                </a:solidFill>
              </a:rPr>
              <a:t>, Sanity)</a:t>
            </a:r>
          </a:p>
          <a:p>
            <a:pPr marL="12700" marR="5080"/>
            <a:endParaRPr lang="en-US" sz="1350" kern="0" spc="-80" dirty="0">
              <a:solidFill>
                <a:schemeClr val="accent6"/>
              </a:solidFill>
            </a:endParaRPr>
          </a:p>
          <a:p>
            <a:pPr marL="12700" marR="5080"/>
            <a:r>
              <a:rPr lang="en-US" sz="1350" kern="0" spc="-80" dirty="0">
                <a:solidFill>
                  <a:schemeClr val="accent2"/>
                </a:solidFill>
              </a:rPr>
              <a:t>1.3 Decoupled Frontend</a:t>
            </a:r>
          </a:p>
          <a:p>
            <a:pPr marL="12700" marR="5080"/>
            <a:r>
              <a:rPr lang="en-US" sz="1350" kern="0" spc="-80" dirty="0">
                <a:solidFill>
                  <a:schemeClr val="accent6"/>
                </a:solidFill>
              </a:rPr>
              <a:t>Frontend is fully separated from backend.</a:t>
            </a:r>
          </a:p>
          <a:p>
            <a:pPr marL="12700" marR="5080"/>
            <a:r>
              <a:rPr lang="en-US" sz="1350" kern="0" spc="-80" dirty="0">
                <a:solidFill>
                  <a:schemeClr val="accent6"/>
                </a:solidFill>
              </a:rPr>
              <a:t>Backend = services, not monolith.</a:t>
            </a:r>
          </a:p>
          <a:p>
            <a:pPr marL="12700" marR="5080"/>
            <a:endParaRPr lang="en-US" sz="1350" kern="0" spc="-80" dirty="0">
              <a:solidFill>
                <a:schemeClr val="accent6"/>
              </a:solidFill>
            </a:endParaRPr>
          </a:p>
          <a:p>
            <a:pPr marL="12700" marR="5080"/>
            <a:r>
              <a:rPr lang="en-US" sz="1350" kern="0" spc="-80" dirty="0">
                <a:solidFill>
                  <a:schemeClr val="accent2"/>
                </a:solidFill>
              </a:rPr>
              <a:t>1.4 CDN-first Delivery</a:t>
            </a:r>
          </a:p>
          <a:p>
            <a:pPr marL="12700" marR="5080"/>
            <a:r>
              <a:rPr lang="en-US" sz="1350" kern="0" spc="-80" dirty="0">
                <a:solidFill>
                  <a:schemeClr val="accent6"/>
                </a:solidFill>
              </a:rPr>
              <a:t>Deploy everything on CDN/edge nodes → millisecond response.</a:t>
            </a:r>
          </a:p>
        </p:txBody>
      </p:sp>
    </p:spTree>
    <p:extLst>
      <p:ext uri="{BB962C8B-B14F-4D97-AF65-F5344CB8AC3E}">
        <p14:creationId xmlns:p14="http://schemas.microsoft.com/office/powerpoint/2010/main" val="3225323777"/>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56199-D949-9A0A-8456-649CDEE621D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4F3590-C413-8683-4C3C-1A732A4542F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7E089AD-35E4-8161-2604-9B01BAC0DCC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1E9E40D-7443-0E1C-F7B7-003E2617EA6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D0F2512-133F-12F8-14FE-6259BD3589E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5621888-E095-FAF3-0983-07907009285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E4A8CE8-955F-38C7-E87E-68B0BB0C062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38A7427-8F50-C7F6-0EBD-6D20AC4A413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174D23D-195D-7DEA-A6BD-EC2D0A003B1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98C2058-991B-B630-61BC-48695F2B48B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495FB6F-2F21-9C90-D230-844790F43450}"/>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2. </a:t>
            </a:r>
            <a:r>
              <a:rPr lang="en-US" sz="1350" kern="0" spc="-80" dirty="0" err="1">
                <a:solidFill>
                  <a:schemeClr val="accent2"/>
                </a:solidFill>
              </a:rPr>
              <a:t>JAMstack</a:t>
            </a:r>
            <a:r>
              <a:rPr lang="en-US" sz="1350" kern="0" spc="-80" dirty="0">
                <a:solidFill>
                  <a:schemeClr val="accent2"/>
                </a:solidFill>
              </a:rPr>
              <a:t> Architecture</a:t>
            </a:r>
          </a:p>
          <a:p>
            <a:pPr marL="12700" marR="5080"/>
            <a:r>
              <a:rPr lang="en-US" sz="1350" kern="0" spc="-80" dirty="0">
                <a:solidFill>
                  <a:schemeClr val="accent6"/>
                </a:solidFill>
              </a:rPr>
              <a:t>                  +---------------------------+</a:t>
            </a:r>
          </a:p>
          <a:p>
            <a:pPr marL="12700" marR="5080"/>
            <a:r>
              <a:rPr lang="en-US" sz="1350" kern="0" spc="-80" dirty="0">
                <a:solidFill>
                  <a:schemeClr val="accent6"/>
                </a:solidFill>
              </a:rPr>
              <a:t>                  |  Static HTML / JS / CSS   |  &lt;— Built at build-time</a:t>
            </a:r>
          </a:p>
          <a:p>
            <a:pPr marL="12700" marR="5080"/>
            <a:r>
              <a:rPr lang="en-US" sz="1350" kern="0" spc="-80" dirty="0">
                <a:solidFill>
                  <a:schemeClr val="accent6"/>
                </a:solidFill>
              </a:rPr>
              <a:t>                  +---------------------------+</a:t>
            </a:r>
          </a:p>
          <a:p>
            <a:pPr marL="12700" marR="5080"/>
            <a:r>
              <a:rPr lang="en-US" sz="1350" kern="0" spc="-80" dirty="0">
                <a:solidFill>
                  <a:schemeClr val="accent6"/>
                </a:solidFill>
              </a:rPr>
              <a:t>                       |                 \</a:t>
            </a:r>
          </a:p>
          <a:p>
            <a:pPr marL="12700" marR="5080"/>
            <a:r>
              <a:rPr lang="en-US" sz="1350" kern="0" spc="-80" dirty="0">
                <a:solidFill>
                  <a:schemeClr val="accent6"/>
                </a:solidFill>
              </a:rPr>
              <a:t>                       |                  \</a:t>
            </a:r>
          </a:p>
          <a:p>
            <a:pPr marL="12700" marR="5080"/>
            <a:r>
              <a:rPr lang="en-US" sz="1350" kern="0" spc="-80" dirty="0">
                <a:solidFill>
                  <a:schemeClr val="accent6"/>
                </a:solidFill>
              </a:rPr>
              <a:t>                  CDN / Edge              APIs</a:t>
            </a:r>
          </a:p>
          <a:p>
            <a:pPr marL="12700" marR="5080"/>
            <a:r>
              <a:rPr lang="en-US" sz="1350" kern="0" spc="-80" dirty="0">
                <a:solidFill>
                  <a:schemeClr val="accent6"/>
                </a:solidFill>
              </a:rPr>
              <a:t>                       |                     \</a:t>
            </a:r>
          </a:p>
          <a:p>
            <a:pPr marL="12700" marR="5080"/>
            <a:r>
              <a:rPr lang="en-US" sz="1350" kern="0" spc="-80" dirty="0">
                <a:solidFill>
                  <a:schemeClr val="accent6"/>
                </a:solidFill>
              </a:rPr>
              <a:t>            &lt;Users&gt; ————&gt; Fast delivery       \——→ Headless CMS</a:t>
            </a:r>
          </a:p>
          <a:p>
            <a:pPr marL="12700" marR="5080"/>
            <a:r>
              <a:rPr lang="en-US" sz="1350" kern="0" spc="-80" dirty="0">
                <a:solidFill>
                  <a:schemeClr val="accent6"/>
                </a:solidFill>
              </a:rPr>
              <a:t>                                              \→ Auth, DB, Payments</a:t>
            </a:r>
          </a:p>
          <a:p>
            <a:pPr marL="12700" marR="5080"/>
            <a:r>
              <a:rPr lang="en-US" sz="1350" kern="0" spc="-80" dirty="0">
                <a:solidFill>
                  <a:schemeClr val="accent6"/>
                </a:solidFill>
              </a:rPr>
              <a:t>                                               \→ Serverless Functions</a:t>
            </a:r>
          </a:p>
          <a:p>
            <a:pPr marL="12700" marR="5080"/>
            <a:endParaRPr lang="en-US" sz="1350" kern="0" spc="-80" dirty="0">
              <a:solidFill>
                <a:schemeClr val="accent6"/>
              </a:solidFill>
            </a:endParaRPr>
          </a:p>
          <a:p>
            <a:pPr marL="12700" marR="5080"/>
            <a:r>
              <a:rPr lang="en-US" sz="1350" kern="0" spc="-80" dirty="0">
                <a:solidFill>
                  <a:schemeClr val="accent2"/>
                </a:solidFill>
              </a:rPr>
              <a:t>⭐ 3. Key Concepts</a:t>
            </a:r>
          </a:p>
          <a:p>
            <a:pPr marL="12700" marR="5080"/>
            <a:r>
              <a:rPr lang="en-US" sz="1350" kern="0" spc="-80" dirty="0">
                <a:solidFill>
                  <a:schemeClr val="accent2"/>
                </a:solidFill>
              </a:rPr>
              <a:t>3.1 SSG (Static Site Generation)</a:t>
            </a:r>
          </a:p>
          <a:p>
            <a:pPr marL="12700" marR="5080"/>
            <a:r>
              <a:rPr lang="en-US" sz="1350" kern="0" spc="-80" dirty="0">
                <a:solidFill>
                  <a:schemeClr val="accent6"/>
                </a:solidFill>
              </a:rPr>
              <a:t>Pages generated during build.</a:t>
            </a:r>
          </a:p>
          <a:p>
            <a:pPr marL="12700" marR="5080"/>
            <a:r>
              <a:rPr lang="en-US" sz="1350" kern="0" spc="-80" dirty="0">
                <a:solidFill>
                  <a:schemeClr val="accent2"/>
                </a:solidFill>
              </a:rPr>
              <a:t>Tools:</a:t>
            </a:r>
          </a:p>
          <a:p>
            <a:pPr marL="12700" marR="5080"/>
            <a:r>
              <a:rPr lang="en-US" sz="1350" kern="0" spc="-80" dirty="0">
                <a:solidFill>
                  <a:schemeClr val="accent6"/>
                </a:solidFill>
              </a:rPr>
              <a:t>Next.js (Static Export, ISR)</a:t>
            </a:r>
          </a:p>
          <a:p>
            <a:pPr marL="12700" marR="5080"/>
            <a:r>
              <a:rPr lang="en-US" sz="1350" kern="0" spc="-80" dirty="0">
                <a:solidFill>
                  <a:schemeClr val="accent6"/>
                </a:solidFill>
              </a:rPr>
              <a:t>Gatsby</a:t>
            </a:r>
          </a:p>
          <a:p>
            <a:pPr marL="12700" marR="5080"/>
            <a:r>
              <a:rPr lang="en-US" sz="1350" kern="0" spc="-80" dirty="0">
                <a:solidFill>
                  <a:schemeClr val="accent6"/>
                </a:solidFill>
              </a:rPr>
              <a:t>Astro</a:t>
            </a:r>
          </a:p>
          <a:p>
            <a:pPr marL="12700" marR="5080"/>
            <a:r>
              <a:rPr lang="en-US" sz="1350" kern="0" spc="-80" dirty="0">
                <a:solidFill>
                  <a:schemeClr val="accent6"/>
                </a:solidFill>
              </a:rPr>
              <a:t>Hugo</a:t>
            </a:r>
          </a:p>
          <a:p>
            <a:pPr marL="12700" marR="5080"/>
            <a:r>
              <a:rPr lang="en-US" sz="1350" kern="0" spc="-80" dirty="0">
                <a:solidFill>
                  <a:schemeClr val="accent6"/>
                </a:solidFill>
              </a:rPr>
              <a:t>Jekyll</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06885696"/>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5A9E6D-1325-C45B-939A-E58A21663AB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BF8E5CE-6680-14E7-78CC-751E975EB4D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38C7538-FC58-401B-6423-59C1EC8F034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0604D02-488C-0D18-D8A6-4A3D48FB957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1F34A2C-0B85-E4A6-5C4D-B5DDDCCC069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0DFCAFC-506D-B29C-E9AE-E317BE8D2A0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B766C-6514-86E5-B7DB-037883FC318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D996FD5-599D-3500-281D-58758B085FD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CB14951-87CF-3272-21CF-DFD1649CF71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AB068EF-4665-7107-492E-7BB8361A1ED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2DAA20E-E698-1F72-6971-4AE05689F0ED}"/>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3. Key Concepts</a:t>
            </a:r>
          </a:p>
          <a:p>
            <a:pPr marL="12700" marR="5080"/>
            <a:r>
              <a:rPr lang="en-US" sz="1350" kern="0" spc="-80" dirty="0">
                <a:solidFill>
                  <a:schemeClr val="accent2"/>
                </a:solidFill>
              </a:rPr>
              <a:t>3.2 SSR vs SSG</a:t>
            </a:r>
          </a:p>
          <a:p>
            <a:pPr marL="12700" marR="5080"/>
            <a:r>
              <a:rPr lang="en-US" sz="1350" kern="0" spc="-80" dirty="0" err="1">
                <a:solidFill>
                  <a:schemeClr val="accent6"/>
                </a:solidFill>
              </a:rPr>
              <a:t>JAMstack</a:t>
            </a:r>
            <a:r>
              <a:rPr lang="en-US" sz="1350" kern="0" spc="-80" dirty="0">
                <a:solidFill>
                  <a:schemeClr val="accent6"/>
                </a:solidFill>
              </a:rPr>
              <a:t> prefers SSG first.</a:t>
            </a:r>
          </a:p>
          <a:p>
            <a:pPr marL="12700" marR="5080"/>
            <a:r>
              <a:rPr lang="en-US" sz="1350" kern="0" spc="-80" dirty="0">
                <a:solidFill>
                  <a:schemeClr val="accent6"/>
                </a:solidFill>
              </a:rPr>
              <a:t>SSR is used selectively when dynamic updating is needed.</a:t>
            </a:r>
          </a:p>
          <a:p>
            <a:pPr marL="12700" marR="5080"/>
            <a:endParaRPr lang="en-US" sz="1350" kern="0" spc="-80" dirty="0">
              <a:solidFill>
                <a:schemeClr val="accent6"/>
              </a:solidFill>
            </a:endParaRPr>
          </a:p>
          <a:p>
            <a:pPr marL="12700" marR="5080"/>
            <a:r>
              <a:rPr lang="en-US" sz="1350" kern="0" spc="-80" dirty="0">
                <a:solidFill>
                  <a:schemeClr val="accent2"/>
                </a:solidFill>
              </a:rPr>
              <a:t>3.3 ISR (Incremental Static Regeneration)</a:t>
            </a:r>
          </a:p>
          <a:p>
            <a:pPr marL="12700" marR="5080"/>
            <a:r>
              <a:rPr lang="en-US" sz="1350" kern="0" spc="-80" dirty="0">
                <a:solidFill>
                  <a:schemeClr val="accent6"/>
                </a:solidFill>
              </a:rPr>
              <a:t>Regenerate specific pages in the background or on demand.</a:t>
            </a:r>
          </a:p>
          <a:p>
            <a:pPr marL="12700" marR="5080"/>
            <a:endParaRPr lang="en-US" sz="1350" kern="0" spc="-80" dirty="0">
              <a:solidFill>
                <a:schemeClr val="accent6"/>
              </a:solidFill>
            </a:endParaRPr>
          </a:p>
          <a:p>
            <a:pPr marL="12700" marR="5080"/>
            <a:r>
              <a:rPr lang="en-US" sz="1350" kern="0" spc="-80" dirty="0">
                <a:solidFill>
                  <a:schemeClr val="accent2"/>
                </a:solidFill>
              </a:rPr>
              <a:t>3.4 Edge Rendering</a:t>
            </a:r>
          </a:p>
          <a:p>
            <a:pPr marL="12700" marR="5080"/>
            <a:r>
              <a:rPr lang="en-US" sz="1350" kern="0" spc="-80" dirty="0">
                <a:solidFill>
                  <a:schemeClr val="accent6"/>
                </a:solidFill>
              </a:rPr>
              <a:t>Compute at CDN edge (e.g., </a:t>
            </a:r>
            <a:r>
              <a:rPr lang="en-US" sz="1350" kern="0" spc="-80" dirty="0" err="1">
                <a:solidFill>
                  <a:schemeClr val="accent6"/>
                </a:solidFill>
              </a:rPr>
              <a:t>Vercel</a:t>
            </a:r>
            <a:r>
              <a:rPr lang="en-US" sz="1350" kern="0" spc="-80" dirty="0">
                <a:solidFill>
                  <a:schemeClr val="accent6"/>
                </a:solidFill>
              </a:rPr>
              <a:t> Edge Functions, Cloudflare Workers).</a:t>
            </a:r>
          </a:p>
          <a:p>
            <a:pPr marL="12700" marR="5080"/>
            <a:endParaRPr lang="en-US" sz="1350" kern="0" spc="-80" dirty="0">
              <a:solidFill>
                <a:schemeClr val="accent6"/>
              </a:solidFill>
            </a:endParaRPr>
          </a:p>
          <a:p>
            <a:pPr marL="12700" marR="5080"/>
            <a:r>
              <a:rPr lang="en-US" sz="1350" kern="0" spc="-80" dirty="0">
                <a:solidFill>
                  <a:schemeClr val="accent2"/>
                </a:solidFill>
              </a:rPr>
              <a:t>3.5 Headless CMS</a:t>
            </a:r>
          </a:p>
          <a:p>
            <a:pPr marL="12700" marR="5080"/>
            <a:r>
              <a:rPr lang="en-US" sz="1350" kern="0" spc="-80" dirty="0">
                <a:solidFill>
                  <a:schemeClr val="accent6"/>
                </a:solidFill>
              </a:rPr>
              <a:t>CMS only provides APIs — frontend decides the UI.</a:t>
            </a:r>
          </a:p>
          <a:p>
            <a:pPr marL="12700" marR="5080"/>
            <a:r>
              <a:rPr lang="en-US" sz="1350" kern="0" spc="-80" dirty="0">
                <a:solidFill>
                  <a:schemeClr val="accent2"/>
                </a:solidFill>
              </a:rPr>
              <a:t>Examples:</a:t>
            </a:r>
          </a:p>
          <a:p>
            <a:pPr marL="12700" marR="5080"/>
            <a:r>
              <a:rPr lang="en-US" sz="1350" kern="0" spc="-80" dirty="0">
                <a:solidFill>
                  <a:schemeClr val="accent6"/>
                </a:solidFill>
              </a:rPr>
              <a:t>Sanity</a:t>
            </a:r>
          </a:p>
          <a:p>
            <a:pPr marL="12700" marR="5080"/>
            <a:r>
              <a:rPr lang="en-US" sz="1350" kern="0" spc="-80" dirty="0">
                <a:solidFill>
                  <a:schemeClr val="accent6"/>
                </a:solidFill>
              </a:rPr>
              <a:t>Strapi</a:t>
            </a:r>
          </a:p>
          <a:p>
            <a:pPr marL="12700" marR="5080"/>
            <a:r>
              <a:rPr lang="en-US" sz="1350" kern="0" spc="-80" dirty="0" err="1">
                <a:solidFill>
                  <a:schemeClr val="accent6"/>
                </a:solidFill>
              </a:rPr>
              <a:t>Contentful</a:t>
            </a:r>
            <a:endParaRPr lang="en-US" sz="1350" kern="0" spc="-80" dirty="0">
              <a:solidFill>
                <a:schemeClr val="accent6"/>
              </a:solidFill>
            </a:endParaRPr>
          </a:p>
          <a:p>
            <a:pPr marL="12700" marR="5080"/>
            <a:r>
              <a:rPr lang="en-US" sz="1350" kern="0" spc="-80" dirty="0" err="1">
                <a:solidFill>
                  <a:schemeClr val="accent6"/>
                </a:solidFill>
              </a:rPr>
              <a:t>Prismic</a:t>
            </a:r>
            <a:endParaRPr lang="en-US" sz="1350" kern="0" spc="-80" dirty="0">
              <a:solidFill>
                <a:schemeClr val="accent6"/>
              </a:solidFill>
            </a:endParaRPr>
          </a:p>
          <a:p>
            <a:pPr marL="12700" marR="5080"/>
            <a:r>
              <a:rPr lang="en-US" sz="1350" kern="0" spc="-80" dirty="0">
                <a:solidFill>
                  <a:schemeClr val="accent6"/>
                </a:solidFill>
              </a:rPr>
              <a:t>Ghost CMS</a:t>
            </a:r>
          </a:p>
          <a:p>
            <a:pPr marL="12700" marR="5080"/>
            <a:endParaRPr lang="en-US" sz="1350" kern="0" spc="-80" dirty="0">
              <a:solidFill>
                <a:schemeClr val="accent6"/>
              </a:solidFill>
            </a:endParaRPr>
          </a:p>
          <a:p>
            <a:pPr marL="12700" marR="5080"/>
            <a:r>
              <a:rPr lang="en-US" sz="1350" kern="0" spc="-80" dirty="0">
                <a:solidFill>
                  <a:schemeClr val="accent2"/>
                </a:solidFill>
              </a:rPr>
              <a:t>3.6 Serverless Functions</a:t>
            </a:r>
          </a:p>
          <a:p>
            <a:pPr marL="12700" marR="5080"/>
            <a:r>
              <a:rPr lang="en-US" sz="1350" kern="0" spc="-80" dirty="0">
                <a:solidFill>
                  <a:schemeClr val="accent6"/>
                </a:solidFill>
              </a:rPr>
              <a:t>Backend logic without provisioning servers.</a:t>
            </a:r>
          </a:p>
        </p:txBody>
      </p:sp>
    </p:spTree>
    <p:extLst>
      <p:ext uri="{BB962C8B-B14F-4D97-AF65-F5344CB8AC3E}">
        <p14:creationId xmlns:p14="http://schemas.microsoft.com/office/powerpoint/2010/main" val="1869340115"/>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11A6D-261E-E196-B0DC-DCE17151CB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65ECB0F-3AF2-6437-BA70-DC6EA6A09A3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58AF22C-7F45-46DA-733F-E1B4624A105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4E67F9F-118A-C3E6-0E42-7D7D466D352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A98C263-6B1F-33D1-815C-7BE87AB931A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6996756-7501-7C94-65D1-1AD27AE7DA4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7372E10-FFD0-993A-0A03-58E2B5FEB12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C50DB3F-ECF8-616B-9A87-1F772121654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0680AFF-3F57-CE1F-3075-973A63B61CF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6082962-4D69-6ED8-ACE5-9FC671546C5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1366B33-0C7D-61F8-D0B2-BE50E62F7310}"/>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3. Key Concepts</a:t>
            </a:r>
          </a:p>
          <a:p>
            <a:pPr marL="12700" marR="5080"/>
            <a:r>
              <a:rPr lang="en-US" sz="1350" kern="0" spc="-80" dirty="0">
                <a:solidFill>
                  <a:schemeClr val="accent2"/>
                </a:solidFill>
              </a:rPr>
              <a:t>3.6 Serverless Functions</a:t>
            </a:r>
          </a:p>
          <a:p>
            <a:pPr marL="12700" marR="5080"/>
            <a:r>
              <a:rPr lang="en-US" sz="1350" kern="0" spc="-80" dirty="0">
                <a:solidFill>
                  <a:schemeClr val="accent2"/>
                </a:solidFill>
              </a:rPr>
              <a:t>Use cases:</a:t>
            </a:r>
          </a:p>
          <a:p>
            <a:pPr marL="12700" marR="5080"/>
            <a:r>
              <a:rPr lang="en-US" sz="1350" kern="0" spc="-80" dirty="0">
                <a:solidFill>
                  <a:schemeClr val="accent6"/>
                </a:solidFill>
              </a:rPr>
              <a:t>Email</a:t>
            </a:r>
          </a:p>
          <a:p>
            <a:pPr marL="12700" marR="5080"/>
            <a:r>
              <a:rPr lang="en-US" sz="1350" kern="0" spc="-80" dirty="0">
                <a:solidFill>
                  <a:schemeClr val="accent6"/>
                </a:solidFill>
              </a:rPr>
              <a:t>Payments</a:t>
            </a:r>
          </a:p>
          <a:p>
            <a:pPr marL="12700" marR="5080"/>
            <a:r>
              <a:rPr lang="en-US" sz="1350" kern="0" spc="-80" dirty="0">
                <a:solidFill>
                  <a:schemeClr val="accent6"/>
                </a:solidFill>
              </a:rPr>
              <a:t>Authentication</a:t>
            </a:r>
          </a:p>
          <a:p>
            <a:pPr marL="12700" marR="5080"/>
            <a:r>
              <a:rPr lang="en-US" sz="1350" kern="0" spc="-80" dirty="0">
                <a:solidFill>
                  <a:schemeClr val="accent6"/>
                </a:solidFill>
              </a:rPr>
              <a:t>Search indexing</a:t>
            </a:r>
          </a:p>
          <a:p>
            <a:pPr marL="12700" marR="5080"/>
            <a:r>
              <a:rPr lang="en-US" sz="1350" kern="0" spc="-80" dirty="0">
                <a:solidFill>
                  <a:schemeClr val="accent6"/>
                </a:solidFill>
              </a:rPr>
              <a:t>Form submissions</a:t>
            </a:r>
          </a:p>
          <a:p>
            <a:pPr marL="12700" marR="5080"/>
            <a:endParaRPr lang="en-US" sz="1350" kern="0" spc="-80" dirty="0">
              <a:solidFill>
                <a:schemeClr val="accent6"/>
              </a:solidFill>
            </a:endParaRPr>
          </a:p>
          <a:p>
            <a:pPr marL="12700" marR="5080"/>
            <a:r>
              <a:rPr lang="en-US" sz="1350" kern="0" spc="-80" dirty="0">
                <a:solidFill>
                  <a:schemeClr val="accent2"/>
                </a:solidFill>
              </a:rPr>
              <a:t>⭐ 4. Techniques &amp; Practices</a:t>
            </a:r>
          </a:p>
          <a:p>
            <a:pPr marL="12700" marR="5080"/>
            <a:r>
              <a:rPr lang="en-US" sz="1350" kern="0" spc="-80" dirty="0">
                <a:solidFill>
                  <a:schemeClr val="accent2"/>
                </a:solidFill>
              </a:rPr>
              <a:t>4.1 Build-Time Techniques</a:t>
            </a:r>
          </a:p>
          <a:p>
            <a:pPr marL="12700" marR="5080"/>
            <a:r>
              <a:rPr lang="en-US" sz="1350" kern="0" spc="-80" dirty="0">
                <a:solidFill>
                  <a:schemeClr val="accent6"/>
                </a:solidFill>
              </a:rPr>
              <a:t>Markdown → HTML generation</a:t>
            </a:r>
          </a:p>
          <a:p>
            <a:pPr marL="12700" marR="5080"/>
            <a:r>
              <a:rPr lang="en-US" sz="1350" kern="0" spc="-80" dirty="0">
                <a:solidFill>
                  <a:schemeClr val="accent6"/>
                </a:solidFill>
              </a:rPr>
              <a:t>MDX components</a:t>
            </a:r>
          </a:p>
          <a:p>
            <a:pPr marL="12700" marR="5080"/>
            <a:r>
              <a:rPr lang="en-US" sz="1350" kern="0" spc="-80" dirty="0">
                <a:solidFill>
                  <a:schemeClr val="accent6"/>
                </a:solidFill>
              </a:rPr>
              <a:t>Asset optimization (image pipelines)</a:t>
            </a:r>
          </a:p>
          <a:p>
            <a:pPr marL="12700" marR="5080"/>
            <a:r>
              <a:rPr lang="en-US" sz="1350" kern="0" spc="-80" dirty="0">
                <a:solidFill>
                  <a:schemeClr val="accent6"/>
                </a:solidFill>
              </a:rPr>
              <a:t>Route pruning</a:t>
            </a:r>
          </a:p>
          <a:p>
            <a:pPr marL="12700" marR="5080"/>
            <a:r>
              <a:rPr lang="en-US" sz="1350" kern="0" spc="-80" dirty="0">
                <a:solidFill>
                  <a:schemeClr val="accent6"/>
                </a:solidFill>
              </a:rPr>
              <a:t>Prerendering dynamic pages</a:t>
            </a:r>
          </a:p>
          <a:p>
            <a:pPr marL="12700" marR="5080"/>
            <a:endParaRPr lang="en-US" sz="1350" kern="0" spc="-80" dirty="0">
              <a:solidFill>
                <a:schemeClr val="accent6"/>
              </a:solidFill>
            </a:endParaRPr>
          </a:p>
          <a:p>
            <a:pPr marL="12700" marR="5080"/>
            <a:r>
              <a:rPr lang="en-US" sz="1350" kern="0" spc="-80" dirty="0">
                <a:solidFill>
                  <a:schemeClr val="accent2"/>
                </a:solidFill>
              </a:rPr>
              <a:t>4.2 Runtime Techniques</a:t>
            </a:r>
          </a:p>
          <a:p>
            <a:pPr marL="12700" marR="5080"/>
            <a:r>
              <a:rPr lang="en-US" sz="1350" kern="0" spc="-80" dirty="0">
                <a:solidFill>
                  <a:schemeClr val="accent6"/>
                </a:solidFill>
              </a:rPr>
              <a:t>Client-side fetching (fetch in React/Vue)</a:t>
            </a:r>
          </a:p>
          <a:p>
            <a:pPr marL="12700" marR="5080"/>
            <a:r>
              <a:rPr lang="en-US" sz="1350" kern="0" spc="-80" dirty="0">
                <a:solidFill>
                  <a:schemeClr val="accent6"/>
                </a:solidFill>
              </a:rPr>
              <a:t>SWR / React Query for revalidation</a:t>
            </a:r>
          </a:p>
          <a:p>
            <a:pPr marL="12700" marR="5080"/>
            <a:r>
              <a:rPr lang="en-US" sz="1350" kern="0" spc="-80" dirty="0">
                <a:solidFill>
                  <a:schemeClr val="accent6"/>
                </a:solidFill>
              </a:rPr>
              <a:t>Edge caching using stale-while-revalidate (SWR)</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099162833"/>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843F27-A673-C236-C485-61D7C37A3E1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CB90D19-B3ED-BF8D-FE55-AB3DA76FC4E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5C66646-1F63-F168-756D-D89B3CCCD05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ECD15B4-6B01-B84C-6848-C32CFD9F53F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8995012-EB23-AF7E-60C5-C9977E102FE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AFE7D07-CFEA-992C-4B6B-6861B71B5B8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0B5C0C0-ADDA-7DC5-675A-A272F050A7A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D3CB168-6A3D-722D-A6D7-A0A063C6726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39E171D-F722-5940-A289-DC20A44E5B0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F678FE0-08E5-10FC-B51F-EE54D2FC1E2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182F32F-645C-42B5-9837-FCD3627BBAB6}"/>
              </a:ext>
            </a:extLst>
          </p:cNvPr>
          <p:cNvSpPr txBox="1">
            <a:spLocks/>
          </p:cNvSpPr>
          <p:nvPr/>
        </p:nvSpPr>
        <p:spPr>
          <a:xfrm>
            <a:off x="152400" y="685800"/>
            <a:ext cx="8624937" cy="46705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4. Techniques &amp; Practices</a:t>
            </a:r>
          </a:p>
          <a:p>
            <a:pPr marL="12700" marR="5080"/>
            <a:r>
              <a:rPr lang="en-US" sz="1350" kern="0" spc="-80" dirty="0">
                <a:solidFill>
                  <a:schemeClr val="accent2"/>
                </a:solidFill>
              </a:rPr>
              <a:t>4.3 Deployment Techniques</a:t>
            </a:r>
          </a:p>
          <a:p>
            <a:pPr marL="12700" marR="5080"/>
            <a:r>
              <a:rPr lang="en-US" sz="1350" kern="0" spc="-80" dirty="0">
                <a:solidFill>
                  <a:schemeClr val="accent6"/>
                </a:solidFill>
              </a:rPr>
              <a:t>Atomic Deploys (rollback instantly)</a:t>
            </a:r>
          </a:p>
          <a:p>
            <a:pPr marL="12700" marR="5080"/>
            <a:r>
              <a:rPr lang="en-US" sz="1350" kern="0" spc="-80" dirty="0">
                <a:solidFill>
                  <a:schemeClr val="accent6"/>
                </a:solidFill>
              </a:rPr>
              <a:t>CDN-based routing</a:t>
            </a:r>
          </a:p>
          <a:p>
            <a:pPr marL="12700" marR="5080"/>
            <a:r>
              <a:rPr lang="en-US" sz="1350" kern="0" spc="-80" dirty="0">
                <a:solidFill>
                  <a:schemeClr val="accent6"/>
                </a:solidFill>
              </a:rPr>
              <a:t>Cache invalidation</a:t>
            </a:r>
          </a:p>
          <a:p>
            <a:pPr marL="12700" marR="5080"/>
            <a:r>
              <a:rPr lang="en-US" sz="1350" kern="0" spc="-80" dirty="0">
                <a:solidFill>
                  <a:schemeClr val="accent6"/>
                </a:solidFill>
              </a:rPr>
              <a:t>Build hooks</a:t>
            </a:r>
          </a:p>
          <a:p>
            <a:pPr marL="12700" marR="5080"/>
            <a:endParaRPr lang="en-US" sz="1350" kern="0" spc="-80" dirty="0">
              <a:solidFill>
                <a:schemeClr val="accent6"/>
              </a:solidFill>
            </a:endParaRPr>
          </a:p>
          <a:p>
            <a:pPr marL="12700" marR="5080"/>
            <a:r>
              <a:rPr lang="en-US" sz="1350" kern="0" spc="-80" dirty="0">
                <a:solidFill>
                  <a:schemeClr val="accent2"/>
                </a:solidFill>
              </a:rPr>
              <a:t>4.4 Data Fetching Patterns</a:t>
            </a:r>
          </a:p>
          <a:p>
            <a:pPr marL="12700" marR="5080"/>
            <a:r>
              <a:rPr lang="en-US" sz="1350" kern="0" spc="-80" dirty="0">
                <a:solidFill>
                  <a:schemeClr val="accent2"/>
                </a:solidFill>
              </a:rPr>
              <a:t>Pattern	                                          When used	                                                     Example</a:t>
            </a:r>
          </a:p>
          <a:p>
            <a:pPr marL="12700" marR="5080"/>
            <a:r>
              <a:rPr lang="en-US" sz="1350" kern="0" spc="-80" dirty="0">
                <a:solidFill>
                  <a:schemeClr val="accent6"/>
                </a:solidFill>
              </a:rPr>
              <a:t>Build-time fetch	                     Rarely changing data	                                Blog posts</a:t>
            </a:r>
          </a:p>
          <a:p>
            <a:pPr marL="12700" marR="5080"/>
            <a:r>
              <a:rPr lang="en-US" sz="1350" kern="0" spc="-80" dirty="0">
                <a:solidFill>
                  <a:schemeClr val="accent6"/>
                </a:solidFill>
              </a:rPr>
              <a:t>On-demand revalidation	Occasionally changing	                                Product page</a:t>
            </a:r>
          </a:p>
          <a:p>
            <a:pPr marL="12700" marR="5080"/>
            <a:r>
              <a:rPr lang="en-US" sz="1350" kern="0" spc="-80" dirty="0">
                <a:solidFill>
                  <a:schemeClr val="accent6"/>
                </a:solidFill>
              </a:rPr>
              <a:t>Edge fetch	                                          Ultra-fresh data	                                Stock prices</a:t>
            </a:r>
          </a:p>
          <a:p>
            <a:pPr marL="12700" marR="5080"/>
            <a:r>
              <a:rPr lang="en-US" sz="1350" kern="0" spc="-80" dirty="0">
                <a:solidFill>
                  <a:schemeClr val="accent6"/>
                </a:solidFill>
              </a:rPr>
              <a:t>Client fetch                       	User-specific	                                Dashboard</a:t>
            </a:r>
          </a:p>
          <a:p>
            <a:pPr marL="12700" marR="5080"/>
            <a:endParaRPr lang="en-US" sz="1350" kern="0" spc="-80" dirty="0">
              <a:solidFill>
                <a:schemeClr val="accent6"/>
              </a:solidFill>
            </a:endParaRPr>
          </a:p>
          <a:p>
            <a:pPr marL="12700" marR="5080"/>
            <a:r>
              <a:rPr lang="en-US" sz="1350" kern="0" spc="-80" dirty="0">
                <a:solidFill>
                  <a:schemeClr val="accent2"/>
                </a:solidFill>
              </a:rPr>
              <a:t>4.5 Rendering Patterns</a:t>
            </a:r>
          </a:p>
          <a:p>
            <a:pPr marL="12700" marR="5080"/>
            <a:r>
              <a:rPr lang="en-US" sz="1350" kern="0" spc="-80" dirty="0">
                <a:solidFill>
                  <a:schemeClr val="accent6"/>
                </a:solidFill>
              </a:rPr>
              <a:t>Pure SSG</a:t>
            </a:r>
          </a:p>
          <a:p>
            <a:pPr marL="12700" marR="5080"/>
            <a:r>
              <a:rPr lang="en-US" sz="1350" kern="0" spc="-80" dirty="0">
                <a:solidFill>
                  <a:schemeClr val="accent6"/>
                </a:solidFill>
              </a:rPr>
              <a:t>SSG + CSR hydration</a:t>
            </a:r>
          </a:p>
          <a:p>
            <a:pPr marL="12700" marR="5080"/>
            <a:r>
              <a:rPr lang="en-US" sz="1350" kern="0" spc="-80" dirty="0">
                <a:solidFill>
                  <a:schemeClr val="accent6"/>
                </a:solidFill>
              </a:rPr>
              <a:t>SSG + ISR</a:t>
            </a:r>
          </a:p>
          <a:p>
            <a:pPr marL="12700" marR="5080"/>
            <a:r>
              <a:rPr lang="en-US" sz="1350" kern="0" spc="-80" dirty="0">
                <a:solidFill>
                  <a:schemeClr val="accent6"/>
                </a:solidFill>
              </a:rPr>
              <a:t>Hybrid (SSG + SSR + serverless)</a:t>
            </a:r>
          </a:p>
          <a:p>
            <a:pPr marL="12700" marR="5080"/>
            <a:r>
              <a:rPr lang="en-US" sz="1350" kern="0" spc="-80" dirty="0">
                <a:solidFill>
                  <a:schemeClr val="accent6"/>
                </a:solidFill>
              </a:rPr>
              <a:t>Islands Architecture (Astro)</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032584517"/>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B3B9B-5D73-08ED-D209-2F85F13EFCF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BEC3BF7-BD68-A4FA-0FDA-86BE6F878EA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D14C316-132B-A6A4-EB03-07FA882FFFF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2A09183-70C2-2F64-7F2F-CB66166AABB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3E5DD34-B5FA-DEA7-7A29-0CA8BD1ADD9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41C2F4C-295C-25BA-0ED4-9AFD8FC86F8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6CAAEA4-77F3-870E-7D51-A6B38C6CFB8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3C331CA-3ECC-7477-5A42-EA2C7F10B01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FE2CFA5-F04D-1013-726D-1C1F8B0EC5E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92E9BDB-186A-1EB2-D721-3CF0130B720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979BA34-3F3F-29D7-51DC-9F4D0035E27F}"/>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5. </a:t>
            </a:r>
            <a:r>
              <a:rPr lang="en-US" sz="1350" kern="0" spc="-80" dirty="0" err="1">
                <a:solidFill>
                  <a:schemeClr val="accent2"/>
                </a:solidFill>
              </a:rPr>
              <a:t>JAMstack</a:t>
            </a:r>
            <a:r>
              <a:rPr lang="en-US" sz="1350" kern="0" spc="-80" dirty="0">
                <a:solidFill>
                  <a:schemeClr val="accent2"/>
                </a:solidFill>
              </a:rPr>
              <a:t> Patterns</a:t>
            </a:r>
          </a:p>
          <a:p>
            <a:pPr marL="12700" marR="5080"/>
            <a:r>
              <a:rPr lang="en-US" sz="1350" kern="0" spc="-80" dirty="0">
                <a:solidFill>
                  <a:schemeClr val="accent2"/>
                </a:solidFill>
              </a:rPr>
              <a:t>5.1 The Headless Pattern</a:t>
            </a:r>
          </a:p>
          <a:p>
            <a:pPr marL="12700" marR="5080"/>
            <a:r>
              <a:rPr lang="en-US" sz="1350" kern="0" spc="-80" dirty="0">
                <a:solidFill>
                  <a:schemeClr val="accent6"/>
                </a:solidFill>
              </a:rPr>
              <a:t>Frontend = SSG</a:t>
            </a:r>
          </a:p>
          <a:p>
            <a:pPr marL="12700" marR="5080"/>
            <a:r>
              <a:rPr lang="en-US" sz="1350" kern="0" spc="-80" dirty="0">
                <a:solidFill>
                  <a:schemeClr val="accent6"/>
                </a:solidFill>
              </a:rPr>
              <a:t>Backend = CMS API</a:t>
            </a:r>
          </a:p>
          <a:p>
            <a:pPr marL="12700" marR="5080"/>
            <a:endParaRPr lang="en-US" sz="1350" kern="0" spc="-80" dirty="0">
              <a:solidFill>
                <a:schemeClr val="accent6"/>
              </a:solidFill>
            </a:endParaRPr>
          </a:p>
          <a:p>
            <a:pPr marL="12700" marR="5080"/>
            <a:r>
              <a:rPr lang="en-US" sz="1350" kern="0" spc="-80" dirty="0">
                <a:solidFill>
                  <a:schemeClr val="accent2"/>
                </a:solidFill>
              </a:rPr>
              <a:t>5.2 The Serverless Backend Pattern</a:t>
            </a:r>
          </a:p>
          <a:p>
            <a:pPr marL="12700" marR="5080"/>
            <a:r>
              <a:rPr lang="en-US" sz="1350" kern="0" spc="-80" dirty="0">
                <a:solidFill>
                  <a:schemeClr val="accent6"/>
                </a:solidFill>
              </a:rPr>
              <a:t>Frontend → Serverless → Database</a:t>
            </a:r>
          </a:p>
          <a:p>
            <a:pPr marL="12700" marR="5080"/>
            <a:r>
              <a:rPr lang="en-US" sz="1350" kern="0" spc="-80" dirty="0">
                <a:solidFill>
                  <a:schemeClr val="accent6"/>
                </a:solidFill>
              </a:rPr>
              <a:t>(Use DynamoDB, </a:t>
            </a:r>
            <a:r>
              <a:rPr lang="en-US" sz="1350" kern="0" spc="-80" dirty="0" err="1">
                <a:solidFill>
                  <a:schemeClr val="accent6"/>
                </a:solidFill>
              </a:rPr>
              <a:t>FaunaDB</a:t>
            </a:r>
            <a:r>
              <a:rPr lang="en-US" sz="1350" kern="0" spc="-80" dirty="0">
                <a:solidFill>
                  <a:schemeClr val="accent6"/>
                </a:solidFill>
              </a:rPr>
              <a:t>, </a:t>
            </a:r>
            <a:r>
              <a:rPr lang="en-US" sz="1350" kern="0" spc="-80" dirty="0" err="1">
                <a:solidFill>
                  <a:schemeClr val="accent6"/>
                </a:solidFill>
              </a:rPr>
              <a:t>Supabase</a:t>
            </a:r>
            <a:r>
              <a:rPr lang="en-US" sz="1350" kern="0" spc="-80" dirty="0">
                <a:solidFill>
                  <a:schemeClr val="accent6"/>
                </a:solidFill>
              </a:rPr>
              <a:t>)</a:t>
            </a:r>
          </a:p>
          <a:p>
            <a:pPr marL="12700" marR="5080"/>
            <a:endParaRPr lang="en-US" sz="1350" kern="0" spc="-80" dirty="0">
              <a:solidFill>
                <a:schemeClr val="accent6"/>
              </a:solidFill>
            </a:endParaRPr>
          </a:p>
          <a:p>
            <a:pPr marL="12700" marR="5080"/>
            <a:r>
              <a:rPr lang="en-US" sz="1350" kern="0" spc="-80" dirty="0">
                <a:solidFill>
                  <a:schemeClr val="accent2"/>
                </a:solidFill>
              </a:rPr>
              <a:t>5.3 The API Aggregator Pattern</a:t>
            </a:r>
          </a:p>
          <a:p>
            <a:pPr marL="12700" marR="5080"/>
            <a:r>
              <a:rPr lang="en-US" sz="1350" kern="0" spc="-80" dirty="0">
                <a:solidFill>
                  <a:schemeClr val="accent6"/>
                </a:solidFill>
              </a:rPr>
              <a:t>Serverless function acts as:</a:t>
            </a:r>
          </a:p>
          <a:p>
            <a:pPr marL="12700" marR="5080"/>
            <a:r>
              <a:rPr lang="en-US" sz="1350" kern="0" spc="-80" dirty="0">
                <a:solidFill>
                  <a:schemeClr val="accent6"/>
                </a:solidFill>
              </a:rPr>
              <a:t>gateway</a:t>
            </a:r>
          </a:p>
          <a:p>
            <a:pPr marL="12700" marR="5080"/>
            <a:r>
              <a:rPr lang="en-US" sz="1350" kern="0" spc="-80" dirty="0">
                <a:solidFill>
                  <a:schemeClr val="accent6"/>
                </a:solidFill>
              </a:rPr>
              <a:t>cache</a:t>
            </a:r>
          </a:p>
          <a:p>
            <a:pPr marL="12700" marR="5080"/>
            <a:r>
              <a:rPr lang="en-US" sz="1350" kern="0" spc="-80" dirty="0">
                <a:solidFill>
                  <a:schemeClr val="accent6"/>
                </a:solidFill>
              </a:rPr>
              <a:t>auth guard</a:t>
            </a:r>
          </a:p>
          <a:p>
            <a:pPr marL="12700" marR="5080"/>
            <a:r>
              <a:rPr lang="en-US" sz="1350" kern="0" spc="-80" dirty="0">
                <a:solidFill>
                  <a:schemeClr val="accent6"/>
                </a:solidFill>
              </a:rPr>
              <a:t>rate limiter</a:t>
            </a:r>
          </a:p>
          <a:p>
            <a:pPr marL="12700" marR="5080"/>
            <a:endParaRPr lang="en-US" sz="1350" kern="0" spc="-80" dirty="0">
              <a:solidFill>
                <a:schemeClr val="accent6"/>
              </a:solidFill>
            </a:endParaRPr>
          </a:p>
          <a:p>
            <a:pPr marL="12700" marR="5080"/>
            <a:r>
              <a:rPr lang="en-US" sz="1350" kern="0" spc="-80" dirty="0">
                <a:solidFill>
                  <a:schemeClr val="accent2"/>
                </a:solidFill>
              </a:rPr>
              <a:t>5.4 The Edge Personalization Pattern</a:t>
            </a:r>
          </a:p>
          <a:p>
            <a:pPr marL="12700" marR="5080"/>
            <a:r>
              <a:rPr lang="en-US" sz="1350" kern="0" spc="-80" dirty="0">
                <a:solidFill>
                  <a:schemeClr val="accent6"/>
                </a:solidFill>
              </a:rPr>
              <a:t>Static HTML + tiny edge function:</a:t>
            </a:r>
          </a:p>
          <a:p>
            <a:pPr marL="12700" marR="5080"/>
            <a:r>
              <a:rPr lang="en-US" sz="1350" kern="0" spc="-80" dirty="0">
                <a:solidFill>
                  <a:schemeClr val="accent6"/>
                </a:solidFill>
              </a:rPr>
              <a:t>A/B testing</a:t>
            </a:r>
          </a:p>
          <a:p>
            <a:pPr marL="12700" marR="5080"/>
            <a:r>
              <a:rPr lang="en-US" sz="1350" kern="0" spc="-80" dirty="0">
                <a:solidFill>
                  <a:schemeClr val="accent6"/>
                </a:solidFill>
              </a:rPr>
              <a:t>Personal greetings</a:t>
            </a:r>
          </a:p>
          <a:p>
            <a:pPr marL="12700" marR="5080"/>
            <a:r>
              <a:rPr lang="en-US" sz="1350" kern="0" spc="-80" dirty="0">
                <a:solidFill>
                  <a:schemeClr val="accent6"/>
                </a:solidFill>
              </a:rPr>
              <a:t>Geo-based content</a:t>
            </a:r>
          </a:p>
          <a:p>
            <a:pPr marL="12700" marR="5080"/>
            <a:endParaRPr lang="en-US" sz="1350" kern="0" spc="-80" dirty="0">
              <a:solidFill>
                <a:schemeClr val="accent6"/>
              </a:solidFill>
            </a:endParaRPr>
          </a:p>
          <a:p>
            <a:pPr marL="12700" marR="5080"/>
            <a:r>
              <a:rPr lang="en-US" sz="1350" kern="0" spc="-80" dirty="0">
                <a:solidFill>
                  <a:schemeClr val="accent2"/>
                </a:solidFill>
              </a:rPr>
              <a:t>5.5 The Form Handling Pattern</a:t>
            </a:r>
          </a:p>
          <a:p>
            <a:pPr marL="12700" marR="5080"/>
            <a:r>
              <a:rPr lang="en-US" sz="1350" kern="0" spc="-80" dirty="0">
                <a:solidFill>
                  <a:schemeClr val="accent6"/>
                </a:solidFill>
              </a:rPr>
              <a:t>Static form → serverless → email/DB</a:t>
            </a:r>
          </a:p>
        </p:txBody>
      </p:sp>
    </p:spTree>
    <p:extLst>
      <p:ext uri="{BB962C8B-B14F-4D97-AF65-F5344CB8AC3E}">
        <p14:creationId xmlns:p14="http://schemas.microsoft.com/office/powerpoint/2010/main" val="2448669078"/>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63CB4-55C3-FFE8-2ECD-06B262B5828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466311B-EB73-23D4-55B5-1EA1C0F7ECA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94CF97F-3893-45E8-522F-EF3C76FDB6F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DDAC5F4-D8F7-F598-2F32-EE5642AC0CA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92ABC78-1BD8-03BD-7DD6-D3D5118CF2D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A393487-8DDB-68C3-C1CB-715EE39C893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1616244-41FA-B69F-C90A-B383E515F40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A2E5EE4-E934-9B3C-4B62-FD26D1AD7EE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AA074C0-A43A-33DD-EE53-0B386866CC7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D08AF6E-6AB8-7DC2-34D3-FF73ED37C52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5522362-62E6-9A86-9A20-4901A3B6C3F8}"/>
              </a:ext>
            </a:extLst>
          </p:cNvPr>
          <p:cNvSpPr txBox="1">
            <a:spLocks/>
          </p:cNvSpPr>
          <p:nvPr/>
        </p:nvSpPr>
        <p:spPr>
          <a:xfrm>
            <a:off x="152400" y="685800"/>
            <a:ext cx="8624937" cy="241989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5. </a:t>
            </a:r>
            <a:r>
              <a:rPr lang="en-US" sz="1350" kern="0" spc="-80" dirty="0" err="1">
                <a:solidFill>
                  <a:schemeClr val="accent2"/>
                </a:solidFill>
              </a:rPr>
              <a:t>JAMstack</a:t>
            </a:r>
            <a:r>
              <a:rPr lang="en-US" sz="1350" kern="0" spc="-80" dirty="0">
                <a:solidFill>
                  <a:schemeClr val="accent2"/>
                </a:solidFill>
              </a:rPr>
              <a:t> Patterns</a:t>
            </a:r>
          </a:p>
          <a:p>
            <a:pPr marL="12700" marR="5080"/>
            <a:r>
              <a:rPr lang="en-US" sz="1350" kern="0" spc="-80" dirty="0">
                <a:solidFill>
                  <a:schemeClr val="accent2"/>
                </a:solidFill>
              </a:rPr>
              <a:t>5.6 The Hybrid Rendering Pattern</a:t>
            </a:r>
          </a:p>
          <a:p>
            <a:pPr marL="12700" marR="5080"/>
            <a:r>
              <a:rPr lang="en-US" sz="1350" kern="0" spc="-80" dirty="0">
                <a:solidFill>
                  <a:schemeClr val="accent6"/>
                </a:solidFill>
              </a:rPr>
              <a:t>Use SSG for SEO pages, CSR for app screens.</a:t>
            </a:r>
          </a:p>
          <a:p>
            <a:pPr marL="12700" marR="5080"/>
            <a:endParaRPr lang="en-US" sz="1350" kern="0" spc="-80" dirty="0">
              <a:solidFill>
                <a:schemeClr val="accent6"/>
              </a:solidFill>
            </a:endParaRPr>
          </a:p>
          <a:p>
            <a:pPr marL="12700" marR="5080"/>
            <a:r>
              <a:rPr lang="en-US" sz="1350" kern="0" spc="-80" dirty="0">
                <a:solidFill>
                  <a:schemeClr val="accent2"/>
                </a:solidFill>
              </a:rPr>
              <a:t>⭐ 6. </a:t>
            </a:r>
            <a:r>
              <a:rPr lang="en-US" sz="1350" kern="0" spc="-80" dirty="0" err="1">
                <a:solidFill>
                  <a:schemeClr val="accent2"/>
                </a:solidFill>
              </a:rPr>
              <a:t>JAMstack</a:t>
            </a:r>
            <a:r>
              <a:rPr lang="en-US" sz="1350" kern="0" spc="-80" dirty="0">
                <a:solidFill>
                  <a:schemeClr val="accent2"/>
                </a:solidFill>
              </a:rPr>
              <a:t> Performance Engineering</a:t>
            </a:r>
          </a:p>
          <a:p>
            <a:pPr marL="12700" marR="5080"/>
            <a:r>
              <a:rPr lang="en-US" sz="1350" kern="0" spc="-80" dirty="0">
                <a:solidFill>
                  <a:schemeClr val="accent2"/>
                </a:solidFill>
              </a:rPr>
              <a:t>6.1 CDN Caching Strategies</a:t>
            </a:r>
          </a:p>
          <a:p>
            <a:pPr marL="12700" marR="5080"/>
            <a:r>
              <a:rPr lang="en-US" sz="1350" kern="0" spc="-80" dirty="0">
                <a:solidFill>
                  <a:schemeClr val="accent6"/>
                </a:solidFill>
              </a:rPr>
              <a:t>Full-page cache</a:t>
            </a:r>
          </a:p>
          <a:p>
            <a:pPr marL="12700" marR="5080"/>
            <a:r>
              <a:rPr lang="en-US" sz="1350" kern="0" spc="-80" dirty="0">
                <a:solidFill>
                  <a:schemeClr val="accent6"/>
                </a:solidFill>
              </a:rPr>
              <a:t>Stale While Revalidate (SWR)</a:t>
            </a:r>
          </a:p>
          <a:p>
            <a:pPr marL="12700" marR="5080"/>
            <a:r>
              <a:rPr lang="en-US" sz="1350" kern="0" spc="-80" dirty="0">
                <a:solidFill>
                  <a:schemeClr val="accent6"/>
                </a:solidFill>
              </a:rPr>
              <a:t>ETag/Last-Modified</a:t>
            </a:r>
          </a:p>
          <a:p>
            <a:pPr marL="12700" marR="5080"/>
            <a:r>
              <a:rPr lang="en-US" sz="1350" kern="0" spc="-80" dirty="0">
                <a:solidFill>
                  <a:schemeClr val="accent6"/>
                </a:solidFill>
              </a:rPr>
              <a:t>On-demand invalidation</a:t>
            </a:r>
          </a:p>
          <a:p>
            <a:pPr marL="12700" marR="5080"/>
            <a:endParaRPr lang="en-US" sz="1350" kern="0" spc="-80" dirty="0">
              <a:solidFill>
                <a:schemeClr val="accent6"/>
              </a:solidFill>
            </a:endParaRPr>
          </a:p>
          <a:p>
            <a:pPr marL="12700" marR="5080"/>
            <a:r>
              <a:rPr lang="en-US" sz="1350" kern="0" spc="-80" dirty="0">
                <a:solidFill>
                  <a:schemeClr val="accent2"/>
                </a:solidFill>
              </a:rPr>
              <a:t>6.2 Performance Techniques</a:t>
            </a:r>
          </a:p>
          <a:p>
            <a:pPr marL="12700" marR="5080"/>
            <a:r>
              <a:rPr lang="en-US" sz="1350" kern="0" spc="-80" dirty="0">
                <a:solidFill>
                  <a:schemeClr val="accent6"/>
                </a:solidFill>
              </a:rPr>
              <a:t>Tree-shaking + bundling</a:t>
            </a:r>
          </a:p>
          <a:p>
            <a:pPr marL="12700" marR="5080"/>
            <a:r>
              <a:rPr lang="en-US" sz="1350" kern="0" spc="-80" dirty="0">
                <a:solidFill>
                  <a:schemeClr val="accent6"/>
                </a:solidFill>
              </a:rPr>
              <a:t>Lazy loading components</a:t>
            </a:r>
          </a:p>
          <a:p>
            <a:pPr marL="12700" marR="5080"/>
            <a:r>
              <a:rPr lang="en-US" sz="1350" kern="0" spc="-80" dirty="0">
                <a:solidFill>
                  <a:schemeClr val="accent6"/>
                </a:solidFill>
              </a:rPr>
              <a:t>Optimized images</a:t>
            </a:r>
          </a:p>
          <a:p>
            <a:pPr marL="12700" marR="5080"/>
            <a:r>
              <a:rPr lang="en-US" sz="1350" kern="0" spc="-80" dirty="0">
                <a:solidFill>
                  <a:schemeClr val="accent6"/>
                </a:solidFill>
              </a:rPr>
              <a:t>Preload critical JS/CSS</a:t>
            </a:r>
          </a:p>
          <a:p>
            <a:pPr marL="12700" marR="5080"/>
            <a:r>
              <a:rPr lang="en-US" sz="1350" kern="0" spc="-80" dirty="0">
                <a:solidFill>
                  <a:schemeClr val="accent6"/>
                </a:solidFill>
              </a:rPr>
              <a:t>Compression (</a:t>
            </a:r>
            <a:r>
              <a:rPr lang="en-US" sz="1350" kern="0" spc="-80" dirty="0" err="1">
                <a:solidFill>
                  <a:schemeClr val="accent6"/>
                </a:solidFill>
              </a:rPr>
              <a:t>Brotli</a:t>
            </a:r>
            <a:r>
              <a:rPr lang="en-US" sz="1350" kern="0" spc="-80" dirty="0">
                <a:solidFill>
                  <a:schemeClr val="accent6"/>
                </a:solidFill>
              </a:rPr>
              <a:t>)</a:t>
            </a:r>
          </a:p>
          <a:p>
            <a:pPr marL="12700" marR="5080"/>
            <a:endParaRPr lang="en-US" sz="1350" kern="0" spc="-80" dirty="0">
              <a:solidFill>
                <a:schemeClr val="accent6"/>
              </a:solidFill>
            </a:endParaRPr>
          </a:p>
          <a:p>
            <a:pPr marL="12700" marR="5080"/>
            <a:r>
              <a:rPr lang="en-US" sz="1350" kern="0" spc="-80" dirty="0">
                <a:solidFill>
                  <a:schemeClr val="accent2"/>
                </a:solidFill>
              </a:rPr>
              <a:t>6.3 Minimizing JavaScript</a:t>
            </a:r>
          </a:p>
          <a:p>
            <a:pPr marL="12700" marR="5080"/>
            <a:r>
              <a:rPr lang="en-US" sz="1350" kern="0" spc="-80" dirty="0">
                <a:solidFill>
                  <a:schemeClr val="accent2"/>
                </a:solidFill>
              </a:rPr>
              <a:t>Adopt:</a:t>
            </a:r>
          </a:p>
          <a:p>
            <a:pPr marL="12700" marR="5080"/>
            <a:r>
              <a:rPr lang="en-US" sz="1350" kern="0" spc="-80" dirty="0">
                <a:solidFill>
                  <a:schemeClr val="accent6"/>
                </a:solidFill>
              </a:rPr>
              <a:t>Astro (zero-JS islands)</a:t>
            </a:r>
          </a:p>
          <a:p>
            <a:pPr marL="12700" marR="5080"/>
            <a:r>
              <a:rPr lang="en-US" sz="1350" kern="0" spc="-80" dirty="0" err="1">
                <a:solidFill>
                  <a:schemeClr val="accent6"/>
                </a:solidFill>
              </a:rPr>
              <a:t>Qwik</a:t>
            </a:r>
            <a:r>
              <a:rPr lang="en-US" sz="1350" kern="0" spc="-80" dirty="0">
                <a:solidFill>
                  <a:schemeClr val="accent6"/>
                </a:solidFill>
              </a:rPr>
              <a:t> (resumability)</a:t>
            </a:r>
          </a:p>
          <a:p>
            <a:pPr marL="12700" marR="5080"/>
            <a:r>
              <a:rPr lang="en-US" sz="1350" kern="0" spc="-80" dirty="0" err="1">
                <a:solidFill>
                  <a:schemeClr val="accent6"/>
                </a:solidFill>
              </a:rPr>
              <a:t>SvelteKit</a:t>
            </a:r>
            <a:endParaRPr lang="en-US" sz="1350" kern="0" spc="-80" dirty="0">
              <a:solidFill>
                <a:schemeClr val="accent6"/>
              </a:solidFill>
            </a:endParaRPr>
          </a:p>
          <a:p>
            <a:pPr marL="12700" marR="5080"/>
            <a:r>
              <a:rPr lang="en-US" sz="1350" kern="0" spc="-80" dirty="0">
                <a:solidFill>
                  <a:schemeClr val="accent6"/>
                </a:solidFill>
              </a:rPr>
              <a:t>⭐ 7. </a:t>
            </a:r>
            <a:r>
              <a:rPr lang="en-US" sz="1350" kern="0" spc="-80" dirty="0" err="1">
                <a:solidFill>
                  <a:schemeClr val="accent6"/>
                </a:solidFill>
              </a:rPr>
              <a:t>JAMstack</a:t>
            </a:r>
            <a:r>
              <a:rPr lang="en-US" sz="1350" kern="0" spc="-80" dirty="0">
                <a:solidFill>
                  <a:schemeClr val="accent6"/>
                </a:solidFill>
              </a:rPr>
              <a:t> Security</a:t>
            </a:r>
          </a:p>
          <a:p>
            <a:pPr marL="12700" marR="5080"/>
            <a:r>
              <a:rPr lang="en-US" sz="1350" kern="0" spc="-80" dirty="0">
                <a:solidFill>
                  <a:schemeClr val="accent6"/>
                </a:solidFill>
              </a:rPr>
              <a:t>7.1 Static First = Smaller Attack Surface</a:t>
            </a:r>
          </a:p>
          <a:p>
            <a:pPr marL="12700" marR="5080"/>
            <a:r>
              <a:rPr lang="en-US" sz="1350" kern="0" spc="-80" dirty="0">
                <a:solidFill>
                  <a:schemeClr val="accent6"/>
                </a:solidFill>
              </a:rPr>
              <a:t>No server → no SQL injection, no server hacks.</a:t>
            </a:r>
          </a:p>
          <a:p>
            <a:pPr marL="12700" marR="5080"/>
            <a:r>
              <a:rPr lang="en-US" sz="1350" kern="0" spc="-80" dirty="0">
                <a:solidFill>
                  <a:schemeClr val="accent6"/>
                </a:solidFill>
              </a:rPr>
              <a:t>7.2 Serverless Security</a:t>
            </a:r>
          </a:p>
          <a:p>
            <a:pPr marL="12700" marR="5080"/>
            <a:r>
              <a:rPr lang="en-US" sz="1350" kern="0" spc="-80" dirty="0">
                <a:solidFill>
                  <a:schemeClr val="accent6"/>
                </a:solidFill>
              </a:rPr>
              <a:t>Principle of least privilege</a:t>
            </a:r>
          </a:p>
          <a:p>
            <a:pPr marL="12700" marR="5080"/>
            <a:r>
              <a:rPr lang="en-US" sz="1350" kern="0" spc="-80" dirty="0">
                <a:solidFill>
                  <a:schemeClr val="accent6"/>
                </a:solidFill>
              </a:rPr>
              <a:t>Function-level audit logs</a:t>
            </a:r>
          </a:p>
          <a:p>
            <a:pPr marL="12700" marR="5080"/>
            <a:r>
              <a:rPr lang="en-US" sz="1350" kern="0" spc="-80" dirty="0">
                <a:solidFill>
                  <a:schemeClr val="accent6"/>
                </a:solidFill>
              </a:rPr>
              <a:t>Edge tokens &amp; signed cookies</a:t>
            </a:r>
          </a:p>
          <a:p>
            <a:pPr marL="12700" marR="5080"/>
            <a:r>
              <a:rPr lang="en-US" sz="1350" kern="0" spc="-80" dirty="0">
                <a:solidFill>
                  <a:schemeClr val="accent6"/>
                </a:solidFill>
              </a:rPr>
              <a:t>7.3 API Security</a:t>
            </a:r>
          </a:p>
          <a:p>
            <a:pPr marL="12700" marR="5080"/>
            <a:r>
              <a:rPr lang="en-US" sz="1350" kern="0" spc="-80" dirty="0">
                <a:solidFill>
                  <a:schemeClr val="accent6"/>
                </a:solidFill>
              </a:rPr>
              <a:t>OAuth 2.1</a:t>
            </a:r>
          </a:p>
          <a:p>
            <a:pPr marL="12700" marR="5080"/>
            <a:r>
              <a:rPr lang="en-US" sz="1350" kern="0" spc="-80" dirty="0">
                <a:solidFill>
                  <a:schemeClr val="accent6"/>
                </a:solidFill>
              </a:rPr>
              <a:t>JWT/GWT</a:t>
            </a:r>
          </a:p>
          <a:p>
            <a:pPr marL="12700" marR="5080"/>
            <a:r>
              <a:rPr lang="en-US" sz="1350" kern="0" spc="-80" dirty="0">
                <a:solidFill>
                  <a:schemeClr val="accent6"/>
                </a:solidFill>
              </a:rPr>
              <a:t>API gateway WAF</a:t>
            </a:r>
          </a:p>
          <a:p>
            <a:pPr marL="12700" marR="5080"/>
            <a:r>
              <a:rPr lang="en-US" sz="1350" kern="0" spc="-80" dirty="0">
                <a:solidFill>
                  <a:schemeClr val="accent6"/>
                </a:solidFill>
              </a:rPr>
              <a:t>⭐ 8. Scaling Patterns</a:t>
            </a:r>
          </a:p>
          <a:p>
            <a:pPr marL="12700" marR="5080"/>
            <a:r>
              <a:rPr lang="en-US" sz="1350" kern="0" spc="-80" dirty="0">
                <a:solidFill>
                  <a:schemeClr val="accent6"/>
                </a:solidFill>
              </a:rPr>
              <a:t>8.1 Infinite Horizontal Scale</a:t>
            </a:r>
          </a:p>
          <a:p>
            <a:pPr marL="12700" marR="5080"/>
            <a:r>
              <a:rPr lang="en-US" sz="1350" kern="0" spc="-80" dirty="0">
                <a:solidFill>
                  <a:schemeClr val="accent6"/>
                </a:solidFill>
              </a:rPr>
              <a:t>CDN edge gives global scale automatically.</a:t>
            </a:r>
          </a:p>
          <a:p>
            <a:pPr marL="12700" marR="5080"/>
            <a:r>
              <a:rPr lang="en-US" sz="1350" kern="0" spc="-80" dirty="0">
                <a:solidFill>
                  <a:schemeClr val="accent6"/>
                </a:solidFill>
              </a:rPr>
              <a:t>8.2 Serverless Auto-Scale</a:t>
            </a:r>
          </a:p>
          <a:p>
            <a:pPr marL="12700" marR="5080"/>
            <a:r>
              <a:rPr lang="en-US" sz="1350" kern="0" spc="-80" dirty="0">
                <a:solidFill>
                  <a:schemeClr val="accent6"/>
                </a:solidFill>
              </a:rPr>
              <a:t>Functions scale to 0 → infinity.</a:t>
            </a:r>
          </a:p>
          <a:p>
            <a:pPr marL="12700" marR="5080"/>
            <a:r>
              <a:rPr lang="en-US" sz="1350" kern="0" spc="-80" dirty="0">
                <a:solidFill>
                  <a:schemeClr val="accent6"/>
                </a:solidFill>
              </a:rPr>
              <a:t>8.3 Build Scaling</a:t>
            </a:r>
          </a:p>
          <a:p>
            <a:pPr marL="12700" marR="5080"/>
            <a:r>
              <a:rPr lang="en-US" sz="1350" kern="0" spc="-80" dirty="0">
                <a:solidFill>
                  <a:schemeClr val="accent6"/>
                </a:solidFill>
              </a:rPr>
              <a:t>Large sites (100k pages) need:</a:t>
            </a:r>
          </a:p>
          <a:p>
            <a:pPr marL="12700" marR="5080"/>
            <a:r>
              <a:rPr lang="en-US" sz="1350" kern="0" spc="-80" dirty="0">
                <a:solidFill>
                  <a:schemeClr val="accent6"/>
                </a:solidFill>
              </a:rPr>
              <a:t>Distributed builds</a:t>
            </a:r>
          </a:p>
          <a:p>
            <a:pPr marL="12700" marR="5080"/>
            <a:r>
              <a:rPr lang="en-US" sz="1350" kern="0" spc="-80" dirty="0">
                <a:solidFill>
                  <a:schemeClr val="accent6"/>
                </a:solidFill>
              </a:rPr>
              <a:t>ISR caching</a:t>
            </a:r>
          </a:p>
          <a:p>
            <a:pPr marL="12700" marR="5080"/>
            <a:r>
              <a:rPr lang="en-US" sz="1350" kern="0" spc="-80" dirty="0">
                <a:solidFill>
                  <a:schemeClr val="accent6"/>
                </a:solidFill>
              </a:rPr>
              <a:t>Content chunking</a:t>
            </a:r>
          </a:p>
          <a:p>
            <a:pPr marL="12700" marR="5080"/>
            <a:r>
              <a:rPr lang="en-US" sz="1350" kern="0" spc="-80" dirty="0">
                <a:solidFill>
                  <a:schemeClr val="accent6"/>
                </a:solidFill>
              </a:rPr>
              <a:t>⭐ 9. SEO in </a:t>
            </a:r>
            <a:r>
              <a:rPr lang="en-US" sz="1350" kern="0" spc="-80" dirty="0" err="1">
                <a:solidFill>
                  <a:schemeClr val="accent6"/>
                </a:solidFill>
              </a:rPr>
              <a:t>JAMstack</a:t>
            </a:r>
            <a:endParaRPr lang="en-US" sz="1350" kern="0" spc="-80" dirty="0">
              <a:solidFill>
                <a:schemeClr val="accent6"/>
              </a:solidFill>
            </a:endParaRPr>
          </a:p>
          <a:p>
            <a:pPr marL="12700" marR="5080"/>
            <a:r>
              <a:rPr lang="en-US" sz="1350" kern="0" spc="-80" dirty="0">
                <a:solidFill>
                  <a:schemeClr val="accent6"/>
                </a:solidFill>
              </a:rPr>
              <a:t>Pre-rendering = instant SEO boost</a:t>
            </a:r>
          </a:p>
          <a:p>
            <a:pPr marL="12700" marR="5080"/>
            <a:r>
              <a:rPr lang="en-US" sz="1350" kern="0" spc="-80" dirty="0">
                <a:solidFill>
                  <a:schemeClr val="accent6"/>
                </a:solidFill>
              </a:rPr>
              <a:t>Structured data via JSON-LD</a:t>
            </a:r>
          </a:p>
          <a:p>
            <a:pPr marL="12700" marR="5080"/>
            <a:r>
              <a:rPr lang="en-US" sz="1350" kern="0" spc="-80" dirty="0">
                <a:solidFill>
                  <a:schemeClr val="accent6"/>
                </a:solidFill>
              </a:rPr>
              <a:t>Sitemap automation</a:t>
            </a:r>
          </a:p>
          <a:p>
            <a:pPr marL="12700" marR="5080"/>
            <a:r>
              <a:rPr lang="en-US" sz="1350" kern="0" spc="-80" dirty="0">
                <a:solidFill>
                  <a:schemeClr val="accent6"/>
                </a:solidFill>
              </a:rPr>
              <a:t>Canonical URLs</a:t>
            </a:r>
          </a:p>
          <a:p>
            <a:pPr marL="12700" marR="5080"/>
            <a:r>
              <a:rPr lang="en-US" sz="1350" kern="0" spc="-80" dirty="0">
                <a:solidFill>
                  <a:schemeClr val="accent6"/>
                </a:solidFill>
              </a:rPr>
              <a:t>ISR for fresh content</a:t>
            </a:r>
          </a:p>
          <a:p>
            <a:pPr marL="12700" marR="5080"/>
            <a:r>
              <a:rPr lang="en-US" sz="1350" kern="0" spc="-80" dirty="0">
                <a:solidFill>
                  <a:schemeClr val="accent6"/>
                </a:solidFill>
              </a:rPr>
              <a:t>⭐ 10. Tooling in </a:t>
            </a:r>
            <a:r>
              <a:rPr lang="en-US" sz="1350" kern="0" spc="-80" dirty="0" err="1">
                <a:solidFill>
                  <a:schemeClr val="accent6"/>
                </a:solidFill>
              </a:rPr>
              <a:t>JAMstack</a:t>
            </a:r>
            <a:endParaRPr lang="en-US" sz="1350" kern="0" spc="-80" dirty="0">
              <a:solidFill>
                <a:schemeClr val="accent6"/>
              </a:solidFill>
            </a:endParaRPr>
          </a:p>
          <a:p>
            <a:pPr marL="12700" marR="5080"/>
            <a:r>
              <a:rPr lang="en-US" sz="1350" kern="0" spc="-80" dirty="0">
                <a:solidFill>
                  <a:schemeClr val="accent6"/>
                </a:solidFill>
              </a:rPr>
              <a:t>Frameworks</a:t>
            </a:r>
          </a:p>
          <a:p>
            <a:pPr marL="12700" marR="5080"/>
            <a:r>
              <a:rPr lang="en-US" sz="1350" kern="0" spc="-80" dirty="0">
                <a:solidFill>
                  <a:schemeClr val="accent6"/>
                </a:solidFill>
              </a:rPr>
              <a:t>Next.js</a:t>
            </a:r>
          </a:p>
          <a:p>
            <a:pPr marL="12700" marR="5080"/>
            <a:r>
              <a:rPr lang="en-US" sz="1350" kern="0" spc="-80" dirty="0" err="1">
                <a:solidFill>
                  <a:schemeClr val="accent6"/>
                </a:solidFill>
              </a:rPr>
              <a:t>Nuxt</a:t>
            </a:r>
            <a:endParaRPr lang="en-US" sz="1350" kern="0" spc="-80" dirty="0">
              <a:solidFill>
                <a:schemeClr val="accent6"/>
              </a:solidFill>
            </a:endParaRPr>
          </a:p>
          <a:p>
            <a:pPr marL="12700" marR="5080"/>
            <a:r>
              <a:rPr lang="en-US" sz="1350" kern="0" spc="-80" dirty="0">
                <a:solidFill>
                  <a:schemeClr val="accent6"/>
                </a:solidFill>
              </a:rPr>
              <a:t>Gatsby</a:t>
            </a:r>
          </a:p>
          <a:p>
            <a:pPr marL="12700" marR="5080"/>
            <a:r>
              <a:rPr lang="en-US" sz="1350" kern="0" spc="-80" dirty="0">
                <a:solidFill>
                  <a:schemeClr val="accent6"/>
                </a:solidFill>
              </a:rPr>
              <a:t>Astro</a:t>
            </a:r>
          </a:p>
          <a:p>
            <a:pPr marL="12700" marR="5080"/>
            <a:r>
              <a:rPr lang="en-US" sz="1350" kern="0" spc="-80" dirty="0">
                <a:solidFill>
                  <a:schemeClr val="accent6"/>
                </a:solidFill>
              </a:rPr>
              <a:t>11ty</a:t>
            </a:r>
          </a:p>
          <a:p>
            <a:pPr marL="12700" marR="5080"/>
            <a:r>
              <a:rPr lang="en-US" sz="1350" kern="0" spc="-80" dirty="0">
                <a:solidFill>
                  <a:schemeClr val="accent6"/>
                </a:solidFill>
              </a:rPr>
              <a:t>Hugo</a:t>
            </a:r>
          </a:p>
          <a:p>
            <a:pPr marL="12700" marR="5080"/>
            <a:r>
              <a:rPr lang="en-US" sz="1350" kern="0" spc="-80" dirty="0">
                <a:solidFill>
                  <a:schemeClr val="accent6"/>
                </a:solidFill>
              </a:rPr>
              <a:t>Hosting</a:t>
            </a:r>
          </a:p>
          <a:p>
            <a:pPr marL="12700" marR="5080"/>
            <a:r>
              <a:rPr lang="en-US" sz="1350" kern="0" spc="-80" dirty="0">
                <a:solidFill>
                  <a:schemeClr val="accent6"/>
                </a:solidFill>
              </a:rPr>
              <a:t>Netlify</a:t>
            </a:r>
          </a:p>
          <a:p>
            <a:pPr marL="12700" marR="5080"/>
            <a:r>
              <a:rPr lang="en-US" sz="1350" kern="0" spc="-80" dirty="0" err="1">
                <a:solidFill>
                  <a:schemeClr val="accent6"/>
                </a:solidFill>
              </a:rPr>
              <a:t>Vercel</a:t>
            </a:r>
            <a:endParaRPr lang="en-US" sz="1350" kern="0" spc="-80" dirty="0">
              <a:solidFill>
                <a:schemeClr val="accent6"/>
              </a:solidFill>
            </a:endParaRPr>
          </a:p>
          <a:p>
            <a:pPr marL="12700" marR="5080"/>
            <a:r>
              <a:rPr lang="en-US" sz="1350" kern="0" spc="-80" dirty="0">
                <a:solidFill>
                  <a:schemeClr val="accent6"/>
                </a:solidFill>
              </a:rPr>
              <a:t>Cloudflare Pages</a:t>
            </a:r>
          </a:p>
          <a:p>
            <a:pPr marL="12700" marR="5080"/>
            <a:r>
              <a:rPr lang="en-US" sz="1350" kern="0" spc="-80" dirty="0">
                <a:solidFill>
                  <a:schemeClr val="accent6"/>
                </a:solidFill>
              </a:rPr>
              <a:t>AWS Amplify</a:t>
            </a:r>
          </a:p>
          <a:p>
            <a:pPr marL="12700" marR="5080"/>
            <a:r>
              <a:rPr lang="en-US" sz="1350" kern="0" spc="-80" dirty="0">
                <a:solidFill>
                  <a:schemeClr val="accent6"/>
                </a:solidFill>
              </a:rPr>
              <a:t>GitHub Pages</a:t>
            </a:r>
          </a:p>
          <a:p>
            <a:pPr marL="12700" marR="5080"/>
            <a:r>
              <a:rPr lang="en-US" sz="1350" kern="0" spc="-80" dirty="0">
                <a:solidFill>
                  <a:schemeClr val="accent6"/>
                </a:solidFill>
              </a:rPr>
              <a:t>Headless CMS</a:t>
            </a:r>
          </a:p>
          <a:p>
            <a:pPr marL="12700" marR="5080"/>
            <a:r>
              <a:rPr lang="en-US" sz="1350" kern="0" spc="-80" dirty="0">
                <a:solidFill>
                  <a:schemeClr val="accent6"/>
                </a:solidFill>
              </a:rPr>
              <a:t>Sanity</a:t>
            </a:r>
          </a:p>
          <a:p>
            <a:pPr marL="12700" marR="5080"/>
            <a:r>
              <a:rPr lang="en-US" sz="1350" kern="0" spc="-80" dirty="0">
                <a:solidFill>
                  <a:schemeClr val="accent6"/>
                </a:solidFill>
              </a:rPr>
              <a:t>Strapi</a:t>
            </a:r>
          </a:p>
          <a:p>
            <a:pPr marL="12700" marR="5080"/>
            <a:r>
              <a:rPr lang="en-US" sz="1350" kern="0" spc="-80" dirty="0" err="1">
                <a:solidFill>
                  <a:schemeClr val="accent6"/>
                </a:solidFill>
              </a:rPr>
              <a:t>Contentful</a:t>
            </a:r>
            <a:endParaRPr lang="en-US" sz="1350" kern="0" spc="-80" dirty="0">
              <a:solidFill>
                <a:schemeClr val="accent6"/>
              </a:solidFill>
            </a:endParaRPr>
          </a:p>
          <a:p>
            <a:pPr marL="12700" marR="5080"/>
            <a:r>
              <a:rPr lang="en-US" sz="1350" kern="0" spc="-80" dirty="0" err="1">
                <a:solidFill>
                  <a:schemeClr val="accent6"/>
                </a:solidFill>
              </a:rPr>
              <a:t>Prismic</a:t>
            </a:r>
            <a:endParaRPr lang="en-US" sz="1350" kern="0" spc="-80" dirty="0">
              <a:solidFill>
                <a:schemeClr val="accent6"/>
              </a:solidFill>
            </a:endParaRPr>
          </a:p>
          <a:p>
            <a:pPr marL="12700" marR="5080"/>
            <a:r>
              <a:rPr lang="en-US" sz="1350" kern="0" spc="-80" dirty="0" err="1">
                <a:solidFill>
                  <a:schemeClr val="accent6"/>
                </a:solidFill>
              </a:rPr>
              <a:t>Hygraph</a:t>
            </a:r>
            <a:endParaRPr lang="en-US" sz="1350" kern="0" spc="-80" dirty="0">
              <a:solidFill>
                <a:schemeClr val="accent6"/>
              </a:solidFill>
            </a:endParaRPr>
          </a:p>
          <a:p>
            <a:pPr marL="12700" marR="5080"/>
            <a:r>
              <a:rPr lang="en-US" sz="1350" kern="0" spc="-80" dirty="0">
                <a:solidFill>
                  <a:schemeClr val="accent6"/>
                </a:solidFill>
              </a:rPr>
              <a:t>Ghost</a:t>
            </a:r>
          </a:p>
          <a:p>
            <a:pPr marL="12700" marR="5080"/>
            <a:r>
              <a:rPr lang="en-US" sz="1350" kern="0" spc="-80" dirty="0">
                <a:solidFill>
                  <a:schemeClr val="accent6"/>
                </a:solidFill>
              </a:rPr>
              <a:t>Serverless Platforms</a:t>
            </a:r>
          </a:p>
          <a:p>
            <a:pPr marL="12700" marR="5080"/>
            <a:r>
              <a:rPr lang="en-US" sz="1350" kern="0" spc="-80" dirty="0">
                <a:solidFill>
                  <a:schemeClr val="accent6"/>
                </a:solidFill>
              </a:rPr>
              <a:t>AWS Lambda</a:t>
            </a:r>
          </a:p>
          <a:p>
            <a:pPr marL="12700" marR="5080"/>
            <a:r>
              <a:rPr lang="en-US" sz="1350" kern="0" spc="-80" dirty="0">
                <a:solidFill>
                  <a:schemeClr val="accent6"/>
                </a:solidFill>
              </a:rPr>
              <a:t>Netlify Functions</a:t>
            </a:r>
          </a:p>
          <a:p>
            <a:pPr marL="12700" marR="5080"/>
            <a:r>
              <a:rPr lang="en-US" sz="1350" kern="0" spc="-80" dirty="0" err="1">
                <a:solidFill>
                  <a:schemeClr val="accent6"/>
                </a:solidFill>
              </a:rPr>
              <a:t>Vercel</a:t>
            </a:r>
            <a:r>
              <a:rPr lang="en-US" sz="1350" kern="0" spc="-80" dirty="0">
                <a:solidFill>
                  <a:schemeClr val="accent6"/>
                </a:solidFill>
              </a:rPr>
              <a:t> Functions</a:t>
            </a:r>
          </a:p>
          <a:p>
            <a:pPr marL="12700" marR="5080"/>
            <a:r>
              <a:rPr lang="en-US" sz="1350" kern="0" spc="-80" dirty="0">
                <a:solidFill>
                  <a:schemeClr val="accent6"/>
                </a:solidFill>
              </a:rPr>
              <a:t>Cloudflare Workers</a:t>
            </a:r>
          </a:p>
          <a:p>
            <a:pPr marL="12700" marR="5080"/>
            <a:r>
              <a:rPr lang="en-US" sz="1350" kern="0" spc="-80" dirty="0">
                <a:solidFill>
                  <a:schemeClr val="accent6"/>
                </a:solidFill>
              </a:rPr>
              <a:t>Search</a:t>
            </a:r>
          </a:p>
          <a:p>
            <a:pPr marL="12700" marR="5080"/>
            <a:r>
              <a:rPr lang="en-US" sz="1350" kern="0" spc="-80" dirty="0" err="1">
                <a:solidFill>
                  <a:schemeClr val="accent6"/>
                </a:solidFill>
              </a:rPr>
              <a:t>Algolia</a:t>
            </a:r>
            <a:endParaRPr lang="en-US" sz="1350" kern="0" spc="-80" dirty="0">
              <a:solidFill>
                <a:schemeClr val="accent6"/>
              </a:solidFill>
            </a:endParaRPr>
          </a:p>
          <a:p>
            <a:pPr marL="12700" marR="5080"/>
            <a:r>
              <a:rPr lang="en-US" sz="1350" kern="0" spc="-80" dirty="0" err="1">
                <a:solidFill>
                  <a:schemeClr val="accent6"/>
                </a:solidFill>
              </a:rPr>
              <a:t>Typesense</a:t>
            </a:r>
            <a:endParaRPr lang="en-US" sz="1350" kern="0" spc="-80" dirty="0">
              <a:solidFill>
                <a:schemeClr val="accent6"/>
              </a:solidFill>
            </a:endParaRPr>
          </a:p>
          <a:p>
            <a:pPr marL="12700" marR="5080"/>
            <a:r>
              <a:rPr lang="en-US" sz="1350" kern="0" spc="-80" dirty="0" err="1">
                <a:solidFill>
                  <a:schemeClr val="accent6"/>
                </a:solidFill>
              </a:rPr>
              <a:t>Meilisearch</a:t>
            </a:r>
            <a:endParaRPr lang="en-US" sz="1350" kern="0" spc="-80" dirty="0">
              <a:solidFill>
                <a:schemeClr val="accent6"/>
              </a:solidFill>
            </a:endParaRPr>
          </a:p>
          <a:p>
            <a:pPr marL="12700" marR="5080"/>
            <a:r>
              <a:rPr lang="en-US" sz="1350" kern="0" spc="-80" dirty="0">
                <a:solidFill>
                  <a:schemeClr val="accent6"/>
                </a:solidFill>
              </a:rPr>
              <a:t>Databases</a:t>
            </a:r>
          </a:p>
          <a:p>
            <a:pPr marL="12700" marR="5080"/>
            <a:r>
              <a:rPr lang="en-US" sz="1350" kern="0" spc="-80" dirty="0">
                <a:solidFill>
                  <a:schemeClr val="accent6"/>
                </a:solidFill>
              </a:rPr>
              <a:t>Fauna</a:t>
            </a:r>
          </a:p>
          <a:p>
            <a:pPr marL="12700" marR="5080"/>
            <a:r>
              <a:rPr lang="en-US" sz="1350" kern="0" spc="-80" dirty="0" err="1">
                <a:solidFill>
                  <a:schemeClr val="accent6"/>
                </a:solidFill>
              </a:rPr>
              <a:t>Supabase</a:t>
            </a:r>
            <a:endParaRPr lang="en-US" sz="1350" kern="0" spc="-80" dirty="0">
              <a:solidFill>
                <a:schemeClr val="accent6"/>
              </a:solidFill>
            </a:endParaRPr>
          </a:p>
          <a:p>
            <a:pPr marL="12700" marR="5080"/>
            <a:r>
              <a:rPr lang="en-US" sz="1350" kern="0" spc="-80" dirty="0">
                <a:solidFill>
                  <a:schemeClr val="accent6"/>
                </a:solidFill>
              </a:rPr>
              <a:t>Firebase</a:t>
            </a:r>
          </a:p>
          <a:p>
            <a:pPr marL="12700" marR="5080"/>
            <a:r>
              <a:rPr lang="en-US" sz="1350" kern="0" spc="-80" dirty="0">
                <a:solidFill>
                  <a:schemeClr val="accent6"/>
                </a:solidFill>
              </a:rPr>
              <a:t>DynamoDB</a:t>
            </a:r>
          </a:p>
          <a:p>
            <a:pPr marL="12700" marR="5080"/>
            <a:r>
              <a:rPr lang="en-US" sz="1350" kern="0" spc="-80" dirty="0">
                <a:solidFill>
                  <a:schemeClr val="accent6"/>
                </a:solidFill>
              </a:rPr>
              <a:t>⭐ 11. Architectural Styles Related to </a:t>
            </a:r>
            <a:r>
              <a:rPr lang="en-US" sz="1350" kern="0" spc="-80" dirty="0" err="1">
                <a:solidFill>
                  <a:schemeClr val="accent6"/>
                </a:solidFill>
              </a:rPr>
              <a:t>JAMstack</a:t>
            </a:r>
            <a:endParaRPr lang="en-US" sz="1350" kern="0" spc="-80" dirty="0">
              <a:solidFill>
                <a:schemeClr val="accent6"/>
              </a:solidFill>
            </a:endParaRPr>
          </a:p>
          <a:p>
            <a:pPr marL="12700" marR="5080"/>
            <a:r>
              <a:rPr lang="en-US" sz="1350" kern="0" spc="-80" dirty="0">
                <a:solidFill>
                  <a:schemeClr val="accent6"/>
                </a:solidFill>
              </a:rPr>
              <a:t>Micro Frontends</a:t>
            </a:r>
          </a:p>
          <a:p>
            <a:pPr marL="12700" marR="5080"/>
            <a:r>
              <a:rPr lang="en-US" sz="1350" kern="0" spc="-80" dirty="0">
                <a:solidFill>
                  <a:schemeClr val="accent6"/>
                </a:solidFill>
              </a:rPr>
              <a:t>Edge-driven apps</a:t>
            </a:r>
          </a:p>
          <a:p>
            <a:pPr marL="12700" marR="5080"/>
            <a:r>
              <a:rPr lang="en-US" sz="1350" kern="0" spc="-80" dirty="0">
                <a:solidFill>
                  <a:schemeClr val="accent6"/>
                </a:solidFill>
              </a:rPr>
              <a:t>Composable Architecture</a:t>
            </a:r>
          </a:p>
          <a:p>
            <a:pPr marL="12700" marR="5080"/>
            <a:r>
              <a:rPr lang="en-US" sz="1350" kern="0" spc="-80" dirty="0">
                <a:solidFill>
                  <a:schemeClr val="accent6"/>
                </a:solidFill>
              </a:rPr>
              <a:t>Headless Commerce</a:t>
            </a:r>
          </a:p>
          <a:p>
            <a:pPr marL="12700" marR="5080"/>
            <a:r>
              <a:rPr lang="en-US" sz="1350" kern="0" spc="-80" dirty="0">
                <a:solidFill>
                  <a:schemeClr val="accent6"/>
                </a:solidFill>
              </a:rPr>
              <a:t>Islands Architecture</a:t>
            </a:r>
          </a:p>
          <a:p>
            <a:pPr marL="12700" marR="5080"/>
            <a:r>
              <a:rPr lang="en-US" sz="1350" kern="0" spc="-80" dirty="0">
                <a:solidFill>
                  <a:schemeClr val="accent6"/>
                </a:solidFill>
              </a:rPr>
              <a:t>API-first Architecture</a:t>
            </a:r>
          </a:p>
          <a:p>
            <a:pPr marL="12700" marR="5080"/>
            <a:r>
              <a:rPr lang="en-US" sz="1350" kern="0" spc="-80" dirty="0">
                <a:solidFill>
                  <a:schemeClr val="accent6"/>
                </a:solidFill>
              </a:rPr>
              <a:t>⭐ 12. When to Use </a:t>
            </a:r>
            <a:r>
              <a:rPr lang="en-US" sz="1350" kern="0" spc="-80" dirty="0" err="1">
                <a:solidFill>
                  <a:schemeClr val="accent6"/>
                </a:solidFill>
              </a:rPr>
              <a:t>JAMstack</a:t>
            </a:r>
            <a:endParaRPr lang="en-US" sz="1350" kern="0" spc="-80" dirty="0">
              <a:solidFill>
                <a:schemeClr val="accent6"/>
              </a:solidFill>
            </a:endParaRPr>
          </a:p>
          <a:p>
            <a:pPr marL="12700" marR="5080"/>
            <a:r>
              <a:rPr lang="en-US" sz="1350" kern="0" spc="-80" dirty="0">
                <a:solidFill>
                  <a:schemeClr val="accent6"/>
                </a:solidFill>
              </a:rPr>
              <a:t>Perfect for:</a:t>
            </a:r>
          </a:p>
          <a:p>
            <a:pPr marL="12700" marR="5080"/>
            <a:r>
              <a:rPr lang="en-US" sz="1350" kern="0" spc="-80" dirty="0">
                <a:solidFill>
                  <a:schemeClr val="accent6"/>
                </a:solidFill>
              </a:rPr>
              <a:t>Blogs</a:t>
            </a:r>
          </a:p>
          <a:p>
            <a:pPr marL="12700" marR="5080"/>
            <a:r>
              <a:rPr lang="en-US" sz="1350" kern="0" spc="-80" dirty="0">
                <a:solidFill>
                  <a:schemeClr val="accent6"/>
                </a:solidFill>
              </a:rPr>
              <a:t>Marketing sites</a:t>
            </a:r>
          </a:p>
          <a:p>
            <a:pPr marL="12700" marR="5080"/>
            <a:r>
              <a:rPr lang="en-US" sz="1350" kern="0" spc="-80" dirty="0">
                <a:solidFill>
                  <a:schemeClr val="accent6"/>
                </a:solidFill>
              </a:rPr>
              <a:t>E-commerce (headless)</a:t>
            </a:r>
          </a:p>
          <a:p>
            <a:pPr marL="12700" marR="5080"/>
            <a:r>
              <a:rPr lang="en-US" sz="1350" kern="0" spc="-80" dirty="0">
                <a:solidFill>
                  <a:schemeClr val="accent6"/>
                </a:solidFill>
              </a:rPr>
              <a:t>Documentation</a:t>
            </a:r>
          </a:p>
          <a:p>
            <a:pPr marL="12700" marR="5080"/>
            <a:r>
              <a:rPr lang="en-US" sz="1350" kern="0" spc="-80" dirty="0">
                <a:solidFill>
                  <a:schemeClr val="accent6"/>
                </a:solidFill>
              </a:rPr>
              <a:t>Dashboards</a:t>
            </a:r>
          </a:p>
          <a:p>
            <a:pPr marL="12700" marR="5080"/>
            <a:r>
              <a:rPr lang="en-US" sz="1350" kern="0" spc="-80" dirty="0">
                <a:solidFill>
                  <a:schemeClr val="accent6"/>
                </a:solidFill>
              </a:rPr>
              <a:t>Portfolio websites</a:t>
            </a:r>
          </a:p>
          <a:p>
            <a:pPr marL="12700" marR="5080"/>
            <a:r>
              <a:rPr lang="en-US" sz="1350" kern="0" spc="-80" dirty="0">
                <a:solidFill>
                  <a:schemeClr val="accent6"/>
                </a:solidFill>
              </a:rPr>
              <a:t>Developer tools</a:t>
            </a:r>
          </a:p>
          <a:p>
            <a:pPr marL="12700" marR="5080"/>
            <a:r>
              <a:rPr lang="en-US" sz="1350" kern="0" spc="-80" dirty="0">
                <a:solidFill>
                  <a:schemeClr val="accent6"/>
                </a:solidFill>
              </a:rPr>
              <a:t>Low-maintenance high-scale apps</a:t>
            </a:r>
          </a:p>
          <a:p>
            <a:pPr marL="12700" marR="5080"/>
            <a:r>
              <a:rPr lang="en-US" sz="1350" kern="0" spc="-80" dirty="0">
                <a:solidFill>
                  <a:schemeClr val="accent6"/>
                </a:solidFill>
              </a:rPr>
              <a:t>Not perfect for:</a:t>
            </a:r>
          </a:p>
          <a:p>
            <a:pPr marL="12700" marR="5080"/>
            <a:r>
              <a:rPr lang="en-US" sz="1350" kern="0" spc="-80" dirty="0">
                <a:solidFill>
                  <a:schemeClr val="accent6"/>
                </a:solidFill>
              </a:rPr>
              <a:t>Real-time dashboards with ultra dynamic data</a:t>
            </a:r>
          </a:p>
          <a:p>
            <a:pPr marL="12700" marR="5080"/>
            <a:r>
              <a:rPr lang="en-US" sz="1350" kern="0" spc="-80" dirty="0">
                <a:solidFill>
                  <a:schemeClr val="accent6"/>
                </a:solidFill>
              </a:rPr>
              <a:t>Highly interactive apps needing SSR for every request</a:t>
            </a:r>
          </a:p>
          <a:p>
            <a:pPr marL="12700" marR="5080"/>
            <a:r>
              <a:rPr lang="en-US" sz="1350" kern="0" spc="-80" dirty="0">
                <a:solidFill>
                  <a:schemeClr val="accent6"/>
                </a:solidFill>
              </a:rPr>
              <a:t>Apps with huge authenticated content trees (unless hybrid)</a:t>
            </a:r>
          </a:p>
          <a:p>
            <a:pPr marL="12700" marR="5080"/>
            <a:r>
              <a:rPr lang="en-US" sz="1350" kern="0" spc="-80" dirty="0">
                <a:solidFill>
                  <a:schemeClr val="accent6"/>
                </a:solidFill>
              </a:rPr>
              <a:t>⭐ 13. Complete </a:t>
            </a:r>
            <a:r>
              <a:rPr lang="en-US" sz="1350" kern="0" spc="-80" dirty="0" err="1">
                <a:solidFill>
                  <a:schemeClr val="accent6"/>
                </a:solidFill>
              </a:rPr>
              <a:t>JAMstack</a:t>
            </a:r>
            <a:r>
              <a:rPr lang="en-US" sz="1350" kern="0" spc="-80" dirty="0">
                <a:solidFill>
                  <a:schemeClr val="accent6"/>
                </a:solidFill>
              </a:rPr>
              <a:t> Workflow</a:t>
            </a:r>
          </a:p>
          <a:p>
            <a:pPr marL="12700" marR="5080"/>
            <a:r>
              <a:rPr lang="en-US" sz="1350" kern="0" spc="-80" dirty="0">
                <a:solidFill>
                  <a:schemeClr val="accent6"/>
                </a:solidFill>
              </a:rPr>
              <a:t>Author content → Commit → Build (SSG/ISR) → Deploy → CDN Cache → Edge Functions → API fetches</a:t>
            </a:r>
          </a:p>
          <a:p>
            <a:pPr marL="12700" marR="5080"/>
            <a:r>
              <a:rPr lang="en-US" sz="1350" kern="0" spc="-80" dirty="0">
                <a:solidFill>
                  <a:schemeClr val="accent6"/>
                </a:solidFill>
              </a:rPr>
              <a:t>Example:</a:t>
            </a:r>
          </a:p>
          <a:p>
            <a:pPr marL="12700" marR="5080"/>
            <a:r>
              <a:rPr lang="en-US" sz="1350" kern="0" spc="-80" dirty="0">
                <a:solidFill>
                  <a:schemeClr val="accent6"/>
                </a:solidFill>
              </a:rPr>
              <a:t>Markdown content → (Git)</a:t>
            </a:r>
          </a:p>
          <a:p>
            <a:pPr marL="12700" marR="5080"/>
            <a:r>
              <a:rPr lang="en-US" sz="1350" kern="0" spc="-80" dirty="0">
                <a:solidFill>
                  <a:schemeClr val="accent6"/>
                </a:solidFill>
              </a:rPr>
              <a:t>Build with Astro/Next → Static HTML</a:t>
            </a:r>
          </a:p>
          <a:p>
            <a:pPr marL="12700" marR="5080"/>
            <a:r>
              <a:rPr lang="en-US" sz="1350" kern="0" spc="-80" dirty="0">
                <a:solidFill>
                  <a:schemeClr val="accent6"/>
                </a:solidFill>
              </a:rPr>
              <a:t>Publish to Netlify/</a:t>
            </a:r>
            <a:r>
              <a:rPr lang="en-US" sz="1350" kern="0" spc="-80" dirty="0" err="1">
                <a:solidFill>
                  <a:schemeClr val="accent6"/>
                </a:solidFill>
              </a:rPr>
              <a:t>Vercel</a:t>
            </a:r>
            <a:endParaRPr lang="en-US" sz="1350" kern="0" spc="-80" dirty="0">
              <a:solidFill>
                <a:schemeClr val="accent6"/>
              </a:solidFill>
            </a:endParaRPr>
          </a:p>
          <a:p>
            <a:pPr marL="12700" marR="5080"/>
            <a:r>
              <a:rPr lang="en-US" sz="1350" kern="0" spc="-80" dirty="0">
                <a:solidFill>
                  <a:schemeClr val="accent6"/>
                </a:solidFill>
              </a:rPr>
              <a:t>API calls using serverless</a:t>
            </a:r>
          </a:p>
          <a:p>
            <a:pPr marL="12700" marR="5080"/>
            <a:r>
              <a:rPr lang="en-US" sz="1350" kern="0" spc="-80" dirty="0">
                <a:solidFill>
                  <a:schemeClr val="accent6"/>
                </a:solidFill>
              </a:rPr>
              <a:t>ISR regenerates critical pages</a:t>
            </a:r>
          </a:p>
          <a:p>
            <a:pPr marL="12700" marR="5080"/>
            <a:r>
              <a:rPr lang="en-US" sz="1350" kern="0" spc="-80" dirty="0">
                <a:solidFill>
                  <a:schemeClr val="accent6"/>
                </a:solidFill>
              </a:rPr>
              <a:t>Edge functions personalize</a:t>
            </a:r>
          </a:p>
          <a:p>
            <a:pPr marL="12700" marR="5080"/>
            <a:r>
              <a:rPr lang="en-US" sz="1350" kern="0" spc="-80" dirty="0">
                <a:solidFill>
                  <a:schemeClr val="accent6"/>
                </a:solidFill>
              </a:rPr>
              <a:t>Analytics collected client-side</a:t>
            </a:r>
          </a:p>
        </p:txBody>
      </p:sp>
    </p:spTree>
    <p:extLst>
      <p:ext uri="{BB962C8B-B14F-4D97-AF65-F5344CB8AC3E}">
        <p14:creationId xmlns:p14="http://schemas.microsoft.com/office/powerpoint/2010/main" val="2725523182"/>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2EF79-B544-C093-2A00-E15A0ED8D32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950C56B-77EA-A425-AD81-2EB24658AEA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2D8B729-5B58-07C0-7085-C94C5128D32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12A7DDF-DC46-24FA-C0EB-F978029D285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8D57EF6-92BC-6534-F3BE-6A160A4DC1C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DBC0D3-F95B-46D7-CB43-18361F90E7F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CBE6CAC-C5DC-F63F-F414-185E98C76B3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3831A11-3F72-AFEB-941C-B1BFE3CE2FE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7EAA574-79D2-FC1A-6C42-D12A74BFD7F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C13AD3D-827C-1B16-9F36-119EED8709B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2C5B3B2-EE19-8809-AA73-EBE9D986F754}"/>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7. </a:t>
            </a:r>
            <a:r>
              <a:rPr lang="en-US" sz="1350" kern="0" spc="-80" dirty="0" err="1">
                <a:solidFill>
                  <a:schemeClr val="accent2"/>
                </a:solidFill>
              </a:rPr>
              <a:t>JAMstack</a:t>
            </a:r>
            <a:r>
              <a:rPr lang="en-US" sz="1350" kern="0" spc="-80" dirty="0">
                <a:solidFill>
                  <a:schemeClr val="accent2"/>
                </a:solidFill>
              </a:rPr>
              <a:t> Security</a:t>
            </a:r>
          </a:p>
          <a:p>
            <a:pPr marL="12700" marR="5080"/>
            <a:r>
              <a:rPr lang="en-US" sz="1350" kern="0" spc="-80" dirty="0">
                <a:solidFill>
                  <a:schemeClr val="accent2"/>
                </a:solidFill>
              </a:rPr>
              <a:t>7.1 Static First = Smaller Attack Surface</a:t>
            </a:r>
          </a:p>
          <a:p>
            <a:pPr marL="12700" marR="5080"/>
            <a:r>
              <a:rPr lang="en-US" sz="1350" kern="0" spc="-80" dirty="0">
                <a:solidFill>
                  <a:schemeClr val="accent6"/>
                </a:solidFill>
              </a:rPr>
              <a:t>No server → no SQL injection, no server hacks.</a:t>
            </a:r>
          </a:p>
          <a:p>
            <a:pPr marL="12700" marR="5080"/>
            <a:endParaRPr lang="en-US" sz="1350" kern="0" spc="-80" dirty="0">
              <a:solidFill>
                <a:schemeClr val="accent6"/>
              </a:solidFill>
            </a:endParaRPr>
          </a:p>
          <a:p>
            <a:pPr marL="12700" marR="5080"/>
            <a:r>
              <a:rPr lang="en-US" sz="1350" kern="0" spc="-80" dirty="0">
                <a:solidFill>
                  <a:schemeClr val="accent2"/>
                </a:solidFill>
              </a:rPr>
              <a:t>7.2 Serverless Security</a:t>
            </a:r>
          </a:p>
          <a:p>
            <a:pPr marL="12700" marR="5080"/>
            <a:r>
              <a:rPr lang="en-US" sz="1350" kern="0" spc="-80" dirty="0">
                <a:solidFill>
                  <a:schemeClr val="accent6"/>
                </a:solidFill>
              </a:rPr>
              <a:t>Principle of least privilege</a:t>
            </a:r>
          </a:p>
          <a:p>
            <a:pPr marL="12700" marR="5080"/>
            <a:r>
              <a:rPr lang="en-US" sz="1350" kern="0" spc="-80" dirty="0">
                <a:solidFill>
                  <a:schemeClr val="accent6"/>
                </a:solidFill>
              </a:rPr>
              <a:t>Function-level audit logs</a:t>
            </a:r>
          </a:p>
          <a:p>
            <a:pPr marL="12700" marR="5080"/>
            <a:r>
              <a:rPr lang="en-US" sz="1350" kern="0" spc="-80" dirty="0">
                <a:solidFill>
                  <a:schemeClr val="accent6"/>
                </a:solidFill>
              </a:rPr>
              <a:t>Edge tokens &amp; signed cookies</a:t>
            </a:r>
          </a:p>
          <a:p>
            <a:pPr marL="12700" marR="5080"/>
            <a:endParaRPr lang="en-US" sz="1350" kern="0" spc="-80" dirty="0">
              <a:solidFill>
                <a:schemeClr val="accent6"/>
              </a:solidFill>
            </a:endParaRPr>
          </a:p>
          <a:p>
            <a:pPr marL="12700" marR="5080"/>
            <a:r>
              <a:rPr lang="en-US" sz="1350" kern="0" spc="-80" dirty="0">
                <a:solidFill>
                  <a:schemeClr val="accent2"/>
                </a:solidFill>
              </a:rPr>
              <a:t>7.3 API Security</a:t>
            </a:r>
          </a:p>
          <a:p>
            <a:pPr marL="12700" marR="5080"/>
            <a:r>
              <a:rPr lang="en-US" sz="1350" kern="0" spc="-80" dirty="0">
                <a:solidFill>
                  <a:schemeClr val="accent6"/>
                </a:solidFill>
              </a:rPr>
              <a:t>OAuth 2.1</a:t>
            </a:r>
          </a:p>
          <a:p>
            <a:pPr marL="12700" marR="5080"/>
            <a:r>
              <a:rPr lang="en-US" sz="1350" kern="0" spc="-80" dirty="0">
                <a:solidFill>
                  <a:schemeClr val="accent6"/>
                </a:solidFill>
              </a:rPr>
              <a:t>JWT/GWT</a:t>
            </a:r>
          </a:p>
          <a:p>
            <a:pPr marL="12700" marR="5080"/>
            <a:r>
              <a:rPr lang="en-US" sz="1350" kern="0" spc="-80" dirty="0">
                <a:solidFill>
                  <a:schemeClr val="accent6"/>
                </a:solidFill>
              </a:rPr>
              <a:t>API gateway WAF</a:t>
            </a:r>
          </a:p>
          <a:p>
            <a:pPr marL="12700" marR="5080"/>
            <a:endParaRPr lang="en-US" sz="1350" kern="0" spc="-80" dirty="0">
              <a:solidFill>
                <a:schemeClr val="accent6"/>
              </a:solidFill>
            </a:endParaRPr>
          </a:p>
          <a:p>
            <a:pPr marL="12700" marR="5080"/>
            <a:r>
              <a:rPr lang="en-US" sz="1350" kern="0" spc="-80" dirty="0">
                <a:solidFill>
                  <a:schemeClr val="accent2"/>
                </a:solidFill>
              </a:rPr>
              <a:t>⭐ 8. Scaling Patterns</a:t>
            </a:r>
          </a:p>
          <a:p>
            <a:pPr marL="12700" marR="5080"/>
            <a:r>
              <a:rPr lang="en-US" sz="1350" kern="0" spc="-80" dirty="0">
                <a:solidFill>
                  <a:schemeClr val="accent2"/>
                </a:solidFill>
              </a:rPr>
              <a:t>8.1 Infinite Horizontal Scale</a:t>
            </a:r>
          </a:p>
          <a:p>
            <a:pPr marL="12700" marR="5080"/>
            <a:r>
              <a:rPr lang="en-US" sz="1350" kern="0" spc="-80" dirty="0">
                <a:solidFill>
                  <a:schemeClr val="accent6"/>
                </a:solidFill>
              </a:rPr>
              <a:t>CDN edge gives global scale automatically.</a:t>
            </a:r>
          </a:p>
          <a:p>
            <a:pPr marL="12700" marR="5080"/>
            <a:endParaRPr lang="en-US" sz="1350" kern="0" spc="-80" dirty="0">
              <a:solidFill>
                <a:schemeClr val="accent6"/>
              </a:solidFill>
            </a:endParaRPr>
          </a:p>
          <a:p>
            <a:pPr marL="12700" marR="5080"/>
            <a:r>
              <a:rPr lang="en-US" sz="1350" kern="0" spc="-80" dirty="0">
                <a:solidFill>
                  <a:schemeClr val="accent2"/>
                </a:solidFill>
              </a:rPr>
              <a:t>8.2 Serverless Auto-Scale</a:t>
            </a:r>
          </a:p>
          <a:p>
            <a:pPr marL="12700" marR="5080"/>
            <a:r>
              <a:rPr lang="en-US" sz="1350" kern="0" spc="-80" dirty="0">
                <a:solidFill>
                  <a:schemeClr val="accent6"/>
                </a:solidFill>
              </a:rPr>
              <a:t>Functions scale to 0 → infinity.</a:t>
            </a:r>
          </a:p>
          <a:p>
            <a:pPr marL="12700" marR="5080"/>
            <a:endParaRPr lang="en-US" sz="1350" kern="0" spc="-80" dirty="0">
              <a:solidFill>
                <a:schemeClr val="accent6"/>
              </a:solidFill>
            </a:endParaRPr>
          </a:p>
          <a:p>
            <a:pPr marL="12700" marR="5080"/>
            <a:r>
              <a:rPr lang="en-US" sz="1350" kern="0" spc="-80" dirty="0">
                <a:solidFill>
                  <a:schemeClr val="accent2"/>
                </a:solidFill>
              </a:rPr>
              <a:t>8.3 Build Scaling</a:t>
            </a:r>
          </a:p>
          <a:p>
            <a:pPr marL="12700" marR="5080"/>
            <a:r>
              <a:rPr lang="en-US" sz="1350" kern="0" spc="-80" dirty="0">
                <a:solidFill>
                  <a:schemeClr val="accent6"/>
                </a:solidFill>
              </a:rPr>
              <a:t>Large sites (100k pages) need:</a:t>
            </a:r>
          </a:p>
          <a:p>
            <a:pPr marL="12700" marR="5080"/>
            <a:r>
              <a:rPr lang="en-US" sz="1350" kern="0" spc="-80" dirty="0">
                <a:solidFill>
                  <a:schemeClr val="accent6"/>
                </a:solidFill>
              </a:rPr>
              <a:t>Distributed builds</a:t>
            </a:r>
          </a:p>
        </p:txBody>
      </p:sp>
    </p:spTree>
    <p:extLst>
      <p:ext uri="{BB962C8B-B14F-4D97-AF65-F5344CB8AC3E}">
        <p14:creationId xmlns:p14="http://schemas.microsoft.com/office/powerpoint/2010/main" val="301736485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7B429D-DE66-C865-3EC8-DA12EB98338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B4F424-A6BC-58D7-921D-2B7CDD69E33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B776C7F-3E29-273A-11E1-4F911663DE3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BAD10A-8951-288C-1544-04C8AD40937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94FEA5A-5568-8806-C0BC-BBE325410CC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9D5CA7E-18AA-E6FF-5258-BB98135FD1E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99AD098-82D5-EBFC-C5A7-492FD118D7A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46793B0-CB8D-75BA-E211-7E0CC309941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B79A639-9E47-114E-55E3-C316856DBEA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CD30292-0E7B-2506-FE57-7555A123620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2D8FA62-6547-B251-D93C-4AACC83F6A81}"/>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8. Scaling Patterns</a:t>
            </a:r>
          </a:p>
          <a:p>
            <a:pPr marL="12700" marR="5080"/>
            <a:r>
              <a:rPr lang="en-US" sz="1350" kern="0" spc="-80" dirty="0">
                <a:solidFill>
                  <a:schemeClr val="accent2"/>
                </a:solidFill>
              </a:rPr>
              <a:t>8.3 Build Scaling</a:t>
            </a:r>
          </a:p>
          <a:p>
            <a:pPr marL="12700" marR="5080"/>
            <a:r>
              <a:rPr lang="en-US" sz="1350" kern="0" spc="-80" dirty="0">
                <a:solidFill>
                  <a:schemeClr val="accent6"/>
                </a:solidFill>
              </a:rPr>
              <a:t>ISR caching</a:t>
            </a:r>
          </a:p>
          <a:p>
            <a:pPr marL="12700" marR="5080"/>
            <a:r>
              <a:rPr lang="en-US" sz="1350" kern="0" spc="-80" dirty="0">
                <a:solidFill>
                  <a:schemeClr val="accent6"/>
                </a:solidFill>
              </a:rPr>
              <a:t>Content chunking</a:t>
            </a:r>
          </a:p>
          <a:p>
            <a:pPr marL="12700" marR="5080"/>
            <a:endParaRPr lang="en-US" sz="1350" kern="0" spc="-80" dirty="0">
              <a:solidFill>
                <a:schemeClr val="accent6"/>
              </a:solidFill>
            </a:endParaRPr>
          </a:p>
          <a:p>
            <a:pPr marL="12700" marR="5080"/>
            <a:r>
              <a:rPr lang="en-US" sz="1350" kern="0" spc="-80" dirty="0">
                <a:solidFill>
                  <a:schemeClr val="accent2"/>
                </a:solidFill>
              </a:rPr>
              <a:t>⭐ 9. SEO in </a:t>
            </a:r>
            <a:r>
              <a:rPr lang="en-US" sz="1350" kern="0" spc="-80" dirty="0" err="1">
                <a:solidFill>
                  <a:schemeClr val="accent2"/>
                </a:solidFill>
              </a:rPr>
              <a:t>JAMstack</a:t>
            </a:r>
            <a:endParaRPr lang="en-US" sz="1350" kern="0" spc="-80" dirty="0">
              <a:solidFill>
                <a:schemeClr val="accent2"/>
              </a:solidFill>
            </a:endParaRPr>
          </a:p>
          <a:p>
            <a:pPr marL="12700" marR="5080"/>
            <a:r>
              <a:rPr lang="en-US" sz="1350" kern="0" spc="-80" dirty="0">
                <a:solidFill>
                  <a:schemeClr val="accent6"/>
                </a:solidFill>
              </a:rPr>
              <a:t>Pre-rendering = instant SEO boost</a:t>
            </a:r>
          </a:p>
          <a:p>
            <a:pPr marL="12700" marR="5080"/>
            <a:r>
              <a:rPr lang="en-US" sz="1350" kern="0" spc="-80" dirty="0">
                <a:solidFill>
                  <a:schemeClr val="accent6"/>
                </a:solidFill>
              </a:rPr>
              <a:t>Structured data via JSON-LD</a:t>
            </a:r>
          </a:p>
          <a:p>
            <a:pPr marL="12700" marR="5080"/>
            <a:r>
              <a:rPr lang="en-US" sz="1350" kern="0" spc="-80" dirty="0">
                <a:solidFill>
                  <a:schemeClr val="accent6"/>
                </a:solidFill>
              </a:rPr>
              <a:t>Sitemap automation</a:t>
            </a:r>
          </a:p>
          <a:p>
            <a:pPr marL="12700" marR="5080"/>
            <a:r>
              <a:rPr lang="en-US" sz="1350" kern="0" spc="-80" dirty="0">
                <a:solidFill>
                  <a:schemeClr val="accent6"/>
                </a:solidFill>
              </a:rPr>
              <a:t>Canonical URLs</a:t>
            </a:r>
          </a:p>
          <a:p>
            <a:pPr marL="12700" marR="5080"/>
            <a:r>
              <a:rPr lang="en-US" sz="1350" kern="0" spc="-80" dirty="0">
                <a:solidFill>
                  <a:schemeClr val="accent6"/>
                </a:solidFill>
              </a:rPr>
              <a:t>ISR for fresh content</a:t>
            </a:r>
          </a:p>
          <a:p>
            <a:pPr marL="12700" marR="5080"/>
            <a:endParaRPr lang="en-US" sz="1350" kern="0" spc="-80" dirty="0">
              <a:solidFill>
                <a:schemeClr val="accent6"/>
              </a:solidFill>
            </a:endParaRPr>
          </a:p>
          <a:p>
            <a:pPr marL="12700" marR="5080"/>
            <a:r>
              <a:rPr lang="en-US" sz="1350" kern="0" spc="-80" dirty="0">
                <a:solidFill>
                  <a:schemeClr val="accent2"/>
                </a:solidFill>
              </a:rPr>
              <a:t>⭐ 10. Tooling in </a:t>
            </a:r>
            <a:r>
              <a:rPr lang="en-US" sz="1350" kern="0" spc="-80" dirty="0" err="1">
                <a:solidFill>
                  <a:schemeClr val="accent2"/>
                </a:solidFill>
              </a:rPr>
              <a:t>JAMstack</a:t>
            </a:r>
            <a:endParaRPr lang="en-US" sz="1350" kern="0" spc="-80" dirty="0">
              <a:solidFill>
                <a:schemeClr val="accent2"/>
              </a:solidFill>
            </a:endParaRPr>
          </a:p>
          <a:p>
            <a:pPr marL="12700" marR="5080"/>
            <a:r>
              <a:rPr lang="en-US" sz="1350" kern="0" spc="-80" dirty="0">
                <a:solidFill>
                  <a:schemeClr val="accent6"/>
                </a:solidFill>
              </a:rPr>
              <a:t>Frameworks</a:t>
            </a:r>
          </a:p>
          <a:p>
            <a:pPr marL="12700" marR="5080"/>
            <a:r>
              <a:rPr lang="en-US" sz="1350" kern="0" spc="-80" dirty="0">
                <a:solidFill>
                  <a:schemeClr val="accent6"/>
                </a:solidFill>
              </a:rPr>
              <a:t>Next.js</a:t>
            </a:r>
          </a:p>
          <a:p>
            <a:pPr marL="12700" marR="5080"/>
            <a:r>
              <a:rPr lang="en-US" sz="1350" kern="0" spc="-80" dirty="0" err="1">
                <a:solidFill>
                  <a:schemeClr val="accent6"/>
                </a:solidFill>
              </a:rPr>
              <a:t>Nuxt</a:t>
            </a:r>
            <a:endParaRPr lang="en-US" sz="1350" kern="0" spc="-80" dirty="0">
              <a:solidFill>
                <a:schemeClr val="accent6"/>
              </a:solidFill>
            </a:endParaRPr>
          </a:p>
          <a:p>
            <a:pPr marL="12700" marR="5080"/>
            <a:r>
              <a:rPr lang="en-US" sz="1350" kern="0" spc="-80" dirty="0">
                <a:solidFill>
                  <a:schemeClr val="accent6"/>
                </a:solidFill>
              </a:rPr>
              <a:t>Gatsby</a:t>
            </a:r>
          </a:p>
          <a:p>
            <a:pPr marL="12700" marR="5080"/>
            <a:r>
              <a:rPr lang="en-US" sz="1350" kern="0" spc="-80" dirty="0">
                <a:solidFill>
                  <a:schemeClr val="accent6"/>
                </a:solidFill>
              </a:rPr>
              <a:t>Astro</a:t>
            </a:r>
          </a:p>
          <a:p>
            <a:pPr marL="12700" marR="5080"/>
            <a:r>
              <a:rPr lang="en-US" sz="1350" kern="0" spc="-80" dirty="0">
                <a:solidFill>
                  <a:schemeClr val="accent6"/>
                </a:solidFill>
              </a:rPr>
              <a:t>11ty</a:t>
            </a:r>
          </a:p>
          <a:p>
            <a:pPr marL="12700" marR="5080"/>
            <a:r>
              <a:rPr lang="en-US" sz="1350" kern="0" spc="-80" dirty="0">
                <a:solidFill>
                  <a:schemeClr val="accent6"/>
                </a:solidFill>
              </a:rPr>
              <a:t>Hugo</a:t>
            </a:r>
          </a:p>
          <a:p>
            <a:pPr marL="12700" marR="5080"/>
            <a:r>
              <a:rPr lang="en-US" sz="1350" kern="0" spc="-80" dirty="0">
                <a:solidFill>
                  <a:schemeClr val="accent6"/>
                </a:solidFill>
              </a:rPr>
              <a:t>Hosting</a:t>
            </a:r>
          </a:p>
          <a:p>
            <a:pPr marL="12700" marR="5080"/>
            <a:r>
              <a:rPr lang="en-US" sz="1350" kern="0" spc="-80" dirty="0">
                <a:solidFill>
                  <a:schemeClr val="accent6"/>
                </a:solidFill>
              </a:rPr>
              <a:t>Netlify</a:t>
            </a:r>
          </a:p>
          <a:p>
            <a:pPr marL="12700" marR="5080"/>
            <a:r>
              <a:rPr lang="en-US" sz="1350" kern="0" spc="-80" dirty="0" err="1">
                <a:solidFill>
                  <a:schemeClr val="accent6"/>
                </a:solidFill>
              </a:rPr>
              <a:t>Vercel</a:t>
            </a:r>
            <a:endParaRPr lang="en-US" sz="1350" kern="0" spc="-80" dirty="0">
              <a:solidFill>
                <a:schemeClr val="accent6"/>
              </a:solidFill>
            </a:endParaRPr>
          </a:p>
          <a:p>
            <a:pPr marL="12700" marR="5080"/>
            <a:r>
              <a:rPr lang="en-US" sz="1350" kern="0" spc="-80" dirty="0">
                <a:solidFill>
                  <a:schemeClr val="accent6"/>
                </a:solidFill>
              </a:rPr>
              <a:t>Cloudflare Pages</a:t>
            </a:r>
          </a:p>
        </p:txBody>
      </p:sp>
    </p:spTree>
    <p:extLst>
      <p:ext uri="{BB962C8B-B14F-4D97-AF65-F5344CB8AC3E}">
        <p14:creationId xmlns:p14="http://schemas.microsoft.com/office/powerpoint/2010/main" val="408089236"/>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2BA532-6E9A-F144-E265-C3B14E3E0E4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136B99D-36DF-56D3-E5EF-8EDA8746C0C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168A75-0E04-53F9-EE7D-32B9C2E8E26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991D063-608B-5659-70B3-6B74B9F50C1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F541EDC-385C-EB5C-ED0A-50C72411BE8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124EA91-0330-3DCC-4997-3CB421CD707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42734E8-D8AB-2CD9-2059-88D6BF485FF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F8272A7-5323-BDFF-8BED-1535440DC8B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0798ECF-B409-8AB4-6523-42C0600F5C9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B4355F1-4521-D82B-9D45-135AEDC3F75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BE11DD4-3B90-9B9A-84EC-4F4179733627}"/>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10. Tooling in </a:t>
            </a:r>
            <a:r>
              <a:rPr lang="en-US" sz="1350" kern="0" spc="-80" dirty="0" err="1">
                <a:solidFill>
                  <a:schemeClr val="accent2"/>
                </a:solidFill>
              </a:rPr>
              <a:t>JAMstack</a:t>
            </a:r>
            <a:endParaRPr lang="en-US" sz="1350" kern="0" spc="-80" dirty="0">
              <a:solidFill>
                <a:schemeClr val="accent2"/>
              </a:solidFill>
            </a:endParaRPr>
          </a:p>
          <a:p>
            <a:pPr marL="12700" marR="5080"/>
            <a:r>
              <a:rPr lang="en-US" sz="1350" kern="0" spc="-80" dirty="0">
                <a:solidFill>
                  <a:schemeClr val="accent6"/>
                </a:solidFill>
              </a:rPr>
              <a:t>AWS Amplify</a:t>
            </a:r>
          </a:p>
          <a:p>
            <a:pPr marL="12700" marR="5080"/>
            <a:r>
              <a:rPr lang="en-US" sz="1350" kern="0" spc="-80" dirty="0">
                <a:solidFill>
                  <a:schemeClr val="accent6"/>
                </a:solidFill>
              </a:rPr>
              <a:t>GitHub Pages</a:t>
            </a:r>
          </a:p>
          <a:p>
            <a:pPr marL="12700" marR="5080"/>
            <a:r>
              <a:rPr lang="en-US" sz="1350" kern="0" spc="-80" dirty="0">
                <a:solidFill>
                  <a:schemeClr val="accent6"/>
                </a:solidFill>
              </a:rPr>
              <a:t>Headless CMS</a:t>
            </a:r>
          </a:p>
          <a:p>
            <a:pPr marL="12700" marR="5080"/>
            <a:r>
              <a:rPr lang="en-US" sz="1350" kern="0" spc="-80" dirty="0">
                <a:solidFill>
                  <a:schemeClr val="accent6"/>
                </a:solidFill>
              </a:rPr>
              <a:t>Sanity</a:t>
            </a:r>
          </a:p>
          <a:p>
            <a:pPr marL="12700" marR="5080"/>
            <a:r>
              <a:rPr lang="en-US" sz="1350" kern="0" spc="-80" dirty="0">
                <a:solidFill>
                  <a:schemeClr val="accent6"/>
                </a:solidFill>
              </a:rPr>
              <a:t>Strapi</a:t>
            </a:r>
          </a:p>
          <a:p>
            <a:pPr marL="12700" marR="5080"/>
            <a:r>
              <a:rPr lang="en-US" sz="1350" kern="0" spc="-80" dirty="0" err="1">
                <a:solidFill>
                  <a:schemeClr val="accent6"/>
                </a:solidFill>
              </a:rPr>
              <a:t>Contentful</a:t>
            </a:r>
            <a:endParaRPr lang="en-US" sz="1350" kern="0" spc="-80" dirty="0">
              <a:solidFill>
                <a:schemeClr val="accent6"/>
              </a:solidFill>
            </a:endParaRPr>
          </a:p>
          <a:p>
            <a:pPr marL="12700" marR="5080"/>
            <a:r>
              <a:rPr lang="en-US" sz="1350" kern="0" spc="-80" dirty="0" err="1">
                <a:solidFill>
                  <a:schemeClr val="accent6"/>
                </a:solidFill>
              </a:rPr>
              <a:t>Prismic</a:t>
            </a:r>
            <a:endParaRPr lang="en-US" sz="1350" kern="0" spc="-80" dirty="0">
              <a:solidFill>
                <a:schemeClr val="accent6"/>
              </a:solidFill>
            </a:endParaRPr>
          </a:p>
          <a:p>
            <a:pPr marL="12700" marR="5080"/>
            <a:r>
              <a:rPr lang="en-US" sz="1350" kern="0" spc="-80" dirty="0" err="1">
                <a:solidFill>
                  <a:schemeClr val="accent6"/>
                </a:solidFill>
              </a:rPr>
              <a:t>Hygraph</a:t>
            </a:r>
            <a:endParaRPr lang="en-US" sz="1350" kern="0" spc="-80" dirty="0">
              <a:solidFill>
                <a:schemeClr val="accent6"/>
              </a:solidFill>
            </a:endParaRPr>
          </a:p>
          <a:p>
            <a:pPr marL="12700" marR="5080"/>
            <a:r>
              <a:rPr lang="en-US" sz="1350" kern="0" spc="-80" dirty="0">
                <a:solidFill>
                  <a:schemeClr val="accent6"/>
                </a:solidFill>
              </a:rPr>
              <a:t>Ghost</a:t>
            </a:r>
          </a:p>
          <a:p>
            <a:pPr marL="12700" marR="5080"/>
            <a:r>
              <a:rPr lang="en-US" sz="1350" kern="0" spc="-80" dirty="0">
                <a:solidFill>
                  <a:schemeClr val="accent6"/>
                </a:solidFill>
              </a:rPr>
              <a:t>Serverless Platforms</a:t>
            </a:r>
          </a:p>
          <a:p>
            <a:pPr marL="12700" marR="5080"/>
            <a:r>
              <a:rPr lang="en-US" sz="1350" kern="0" spc="-80" dirty="0">
                <a:solidFill>
                  <a:schemeClr val="accent6"/>
                </a:solidFill>
              </a:rPr>
              <a:t>AWS Lambda</a:t>
            </a:r>
          </a:p>
          <a:p>
            <a:pPr marL="12700" marR="5080"/>
            <a:r>
              <a:rPr lang="en-US" sz="1350" kern="0" spc="-80" dirty="0">
                <a:solidFill>
                  <a:schemeClr val="accent6"/>
                </a:solidFill>
              </a:rPr>
              <a:t>Netlify Functions</a:t>
            </a:r>
          </a:p>
          <a:p>
            <a:pPr marL="12700" marR="5080"/>
            <a:r>
              <a:rPr lang="en-US" sz="1350" kern="0" spc="-80" dirty="0" err="1">
                <a:solidFill>
                  <a:schemeClr val="accent6"/>
                </a:solidFill>
              </a:rPr>
              <a:t>Vercel</a:t>
            </a:r>
            <a:r>
              <a:rPr lang="en-US" sz="1350" kern="0" spc="-80" dirty="0">
                <a:solidFill>
                  <a:schemeClr val="accent6"/>
                </a:solidFill>
              </a:rPr>
              <a:t> Functions</a:t>
            </a:r>
          </a:p>
          <a:p>
            <a:pPr marL="12700" marR="5080"/>
            <a:r>
              <a:rPr lang="en-US" sz="1350" kern="0" spc="-80" dirty="0">
                <a:solidFill>
                  <a:schemeClr val="accent6"/>
                </a:solidFill>
              </a:rPr>
              <a:t>Cloudflare Workers</a:t>
            </a:r>
          </a:p>
          <a:p>
            <a:pPr marL="12700" marR="5080"/>
            <a:r>
              <a:rPr lang="en-US" sz="1350" kern="0" spc="-80" dirty="0">
                <a:solidFill>
                  <a:schemeClr val="accent6"/>
                </a:solidFill>
              </a:rPr>
              <a:t>Search</a:t>
            </a:r>
          </a:p>
          <a:p>
            <a:pPr marL="12700" marR="5080"/>
            <a:r>
              <a:rPr lang="en-US" sz="1350" kern="0" spc="-80" dirty="0" err="1">
                <a:solidFill>
                  <a:schemeClr val="accent6"/>
                </a:solidFill>
              </a:rPr>
              <a:t>Algolia</a:t>
            </a:r>
            <a:endParaRPr lang="en-US" sz="1350" kern="0" spc="-80" dirty="0">
              <a:solidFill>
                <a:schemeClr val="accent6"/>
              </a:solidFill>
            </a:endParaRPr>
          </a:p>
          <a:p>
            <a:pPr marL="12700" marR="5080"/>
            <a:r>
              <a:rPr lang="en-US" sz="1350" kern="0" spc="-80" dirty="0" err="1">
                <a:solidFill>
                  <a:schemeClr val="accent6"/>
                </a:solidFill>
              </a:rPr>
              <a:t>Typesense</a:t>
            </a:r>
            <a:endParaRPr lang="en-US" sz="1350" kern="0" spc="-80" dirty="0">
              <a:solidFill>
                <a:schemeClr val="accent6"/>
              </a:solidFill>
            </a:endParaRPr>
          </a:p>
          <a:p>
            <a:pPr marL="12700" marR="5080"/>
            <a:r>
              <a:rPr lang="en-US" sz="1350" kern="0" spc="-80" dirty="0" err="1">
                <a:solidFill>
                  <a:schemeClr val="accent6"/>
                </a:solidFill>
              </a:rPr>
              <a:t>Meilisearch</a:t>
            </a:r>
            <a:endParaRPr lang="en-US" sz="1350" kern="0" spc="-80" dirty="0">
              <a:solidFill>
                <a:schemeClr val="accent6"/>
              </a:solidFill>
            </a:endParaRPr>
          </a:p>
          <a:p>
            <a:pPr marL="12700" marR="5080"/>
            <a:r>
              <a:rPr lang="en-US" sz="1350" kern="0" spc="-80" dirty="0">
                <a:solidFill>
                  <a:schemeClr val="accent6"/>
                </a:solidFill>
              </a:rPr>
              <a:t>Databases</a:t>
            </a:r>
          </a:p>
          <a:p>
            <a:pPr marL="12700" marR="5080"/>
            <a:r>
              <a:rPr lang="en-US" sz="1350" kern="0" spc="-80" dirty="0">
                <a:solidFill>
                  <a:schemeClr val="accent6"/>
                </a:solidFill>
              </a:rPr>
              <a:t>Fauna</a:t>
            </a:r>
          </a:p>
          <a:p>
            <a:pPr marL="12700" marR="5080"/>
            <a:r>
              <a:rPr lang="en-US" sz="1350" kern="0" spc="-80" dirty="0" err="1">
                <a:solidFill>
                  <a:schemeClr val="accent6"/>
                </a:solidFill>
              </a:rPr>
              <a:t>Supabase</a:t>
            </a:r>
            <a:endParaRPr lang="en-US" sz="1350" kern="0" spc="-80" dirty="0">
              <a:solidFill>
                <a:schemeClr val="accent6"/>
              </a:solidFill>
            </a:endParaRPr>
          </a:p>
          <a:p>
            <a:pPr marL="12700" marR="5080"/>
            <a:r>
              <a:rPr lang="en-US" sz="1350" kern="0" spc="-80" dirty="0">
                <a:solidFill>
                  <a:schemeClr val="accent6"/>
                </a:solidFill>
              </a:rPr>
              <a:t>Firebase</a:t>
            </a:r>
          </a:p>
          <a:p>
            <a:pPr marL="12700" marR="5080"/>
            <a:r>
              <a:rPr lang="en-US" sz="1350" kern="0" spc="-80" dirty="0">
                <a:solidFill>
                  <a:schemeClr val="accent6"/>
                </a:solidFill>
              </a:rPr>
              <a:t>DynamoDB</a:t>
            </a:r>
          </a:p>
        </p:txBody>
      </p:sp>
    </p:spTree>
    <p:extLst>
      <p:ext uri="{BB962C8B-B14F-4D97-AF65-F5344CB8AC3E}">
        <p14:creationId xmlns:p14="http://schemas.microsoft.com/office/powerpoint/2010/main" val="3114045765"/>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4F8BA-309A-E68E-AD55-F3692026CC9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9421521-1285-6C5B-547C-A5CB7CF8E42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0F87F5-2ABB-7C45-CBD0-529A7AE9FD3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49DA1CD-200F-FAFE-F6DB-94D97ABF7A1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D5AA5DD-12A7-9FB3-209F-7F34BC3074D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0EA62E2-C4F9-C62B-A5E4-39611965CFA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93598CE-CE16-F24E-A9C6-C7EE91AA4A9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3866D24-4BD5-799C-CB4A-EBEC7D93633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71D186F-BD18-43F5-6506-08727ABD5CD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6B5C0B9-459B-7D67-F036-D661A2274F0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B31FA4A-D6F8-7AD5-8805-93AF449C5098}"/>
              </a:ext>
            </a:extLst>
          </p:cNvPr>
          <p:cNvSpPr txBox="1">
            <a:spLocks/>
          </p:cNvSpPr>
          <p:nvPr/>
        </p:nvSpPr>
        <p:spPr>
          <a:xfrm>
            <a:off x="152400" y="685800"/>
            <a:ext cx="8624937" cy="50860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11. Architectural Styles Related to </a:t>
            </a:r>
            <a:r>
              <a:rPr lang="en-US" sz="1350" kern="0" spc="-80" dirty="0" err="1">
                <a:solidFill>
                  <a:schemeClr val="accent2"/>
                </a:solidFill>
              </a:rPr>
              <a:t>JAMstack</a:t>
            </a:r>
            <a:endParaRPr lang="en-US" sz="1350" kern="0" spc="-80" dirty="0">
              <a:solidFill>
                <a:schemeClr val="accent2"/>
              </a:solidFill>
            </a:endParaRPr>
          </a:p>
          <a:p>
            <a:pPr marL="12700" marR="5080"/>
            <a:r>
              <a:rPr lang="en-US" sz="1350" kern="0" spc="-80" dirty="0">
                <a:solidFill>
                  <a:schemeClr val="accent6"/>
                </a:solidFill>
              </a:rPr>
              <a:t>Micro Frontends</a:t>
            </a:r>
          </a:p>
          <a:p>
            <a:pPr marL="12700" marR="5080"/>
            <a:r>
              <a:rPr lang="en-US" sz="1350" kern="0" spc="-80" dirty="0">
                <a:solidFill>
                  <a:schemeClr val="accent6"/>
                </a:solidFill>
              </a:rPr>
              <a:t>Edge-driven apps</a:t>
            </a:r>
          </a:p>
          <a:p>
            <a:pPr marL="12700" marR="5080"/>
            <a:r>
              <a:rPr lang="en-US" sz="1350" kern="0" spc="-80" dirty="0">
                <a:solidFill>
                  <a:schemeClr val="accent6"/>
                </a:solidFill>
              </a:rPr>
              <a:t>Composable Architecture</a:t>
            </a:r>
          </a:p>
          <a:p>
            <a:pPr marL="12700" marR="5080"/>
            <a:r>
              <a:rPr lang="en-US" sz="1350" kern="0" spc="-80" dirty="0">
                <a:solidFill>
                  <a:schemeClr val="accent6"/>
                </a:solidFill>
              </a:rPr>
              <a:t>Headless Commerce</a:t>
            </a:r>
          </a:p>
          <a:p>
            <a:pPr marL="12700" marR="5080"/>
            <a:r>
              <a:rPr lang="en-US" sz="1350" kern="0" spc="-80" dirty="0">
                <a:solidFill>
                  <a:schemeClr val="accent6"/>
                </a:solidFill>
              </a:rPr>
              <a:t>Islands Architecture</a:t>
            </a:r>
          </a:p>
          <a:p>
            <a:pPr marL="12700" marR="5080"/>
            <a:r>
              <a:rPr lang="en-US" sz="1350" kern="0" spc="-80" dirty="0">
                <a:solidFill>
                  <a:schemeClr val="accent6"/>
                </a:solidFill>
              </a:rPr>
              <a:t>API-first Architecture</a:t>
            </a:r>
          </a:p>
          <a:p>
            <a:pPr marL="12700" marR="5080"/>
            <a:endParaRPr lang="en-US" sz="1350" kern="0" spc="-80" dirty="0">
              <a:solidFill>
                <a:schemeClr val="accent6"/>
              </a:solidFill>
            </a:endParaRPr>
          </a:p>
          <a:p>
            <a:pPr marL="12700" marR="5080"/>
            <a:r>
              <a:rPr lang="en-US" sz="1350" kern="0" spc="-80" dirty="0">
                <a:solidFill>
                  <a:schemeClr val="accent2"/>
                </a:solidFill>
              </a:rPr>
              <a:t>⭐ 12. When to Use </a:t>
            </a:r>
            <a:r>
              <a:rPr lang="en-US" sz="1350" kern="0" spc="-80" dirty="0" err="1">
                <a:solidFill>
                  <a:schemeClr val="accent2"/>
                </a:solidFill>
              </a:rPr>
              <a:t>JAMstack</a:t>
            </a:r>
            <a:endParaRPr lang="en-US" sz="1350" kern="0" spc="-80" dirty="0">
              <a:solidFill>
                <a:schemeClr val="accent2"/>
              </a:solidFill>
            </a:endParaRPr>
          </a:p>
          <a:p>
            <a:pPr marL="12700" marR="5080"/>
            <a:r>
              <a:rPr lang="en-US" sz="1350" kern="0" spc="-80" dirty="0">
                <a:solidFill>
                  <a:schemeClr val="accent2"/>
                </a:solidFill>
              </a:rPr>
              <a:t>Perfect for:</a:t>
            </a:r>
          </a:p>
          <a:p>
            <a:pPr marL="12700" marR="5080"/>
            <a:r>
              <a:rPr lang="en-US" sz="1350" kern="0" spc="-80" dirty="0">
                <a:solidFill>
                  <a:schemeClr val="accent6"/>
                </a:solidFill>
              </a:rPr>
              <a:t>Blogs</a:t>
            </a:r>
          </a:p>
          <a:p>
            <a:pPr marL="12700" marR="5080"/>
            <a:r>
              <a:rPr lang="en-US" sz="1350" kern="0" spc="-80" dirty="0">
                <a:solidFill>
                  <a:schemeClr val="accent6"/>
                </a:solidFill>
              </a:rPr>
              <a:t>Marketing sites</a:t>
            </a:r>
          </a:p>
          <a:p>
            <a:pPr marL="12700" marR="5080"/>
            <a:r>
              <a:rPr lang="en-US" sz="1350" kern="0" spc="-80" dirty="0">
                <a:solidFill>
                  <a:schemeClr val="accent6"/>
                </a:solidFill>
              </a:rPr>
              <a:t>E-commerce (headless)</a:t>
            </a:r>
          </a:p>
          <a:p>
            <a:pPr marL="12700" marR="5080"/>
            <a:r>
              <a:rPr lang="en-US" sz="1350" kern="0" spc="-80" dirty="0">
                <a:solidFill>
                  <a:schemeClr val="accent6"/>
                </a:solidFill>
              </a:rPr>
              <a:t>Documentation</a:t>
            </a:r>
          </a:p>
          <a:p>
            <a:pPr marL="12700" marR="5080"/>
            <a:r>
              <a:rPr lang="en-US" sz="1350" kern="0" spc="-80" dirty="0">
                <a:solidFill>
                  <a:schemeClr val="accent6"/>
                </a:solidFill>
              </a:rPr>
              <a:t>Dashboards</a:t>
            </a:r>
          </a:p>
          <a:p>
            <a:pPr marL="12700" marR="5080"/>
            <a:r>
              <a:rPr lang="en-US" sz="1350" kern="0" spc="-80" dirty="0">
                <a:solidFill>
                  <a:schemeClr val="accent6"/>
                </a:solidFill>
              </a:rPr>
              <a:t>Portfolio websites</a:t>
            </a:r>
          </a:p>
          <a:p>
            <a:pPr marL="12700" marR="5080"/>
            <a:r>
              <a:rPr lang="en-US" sz="1350" kern="0" spc="-80" dirty="0">
                <a:solidFill>
                  <a:schemeClr val="accent6"/>
                </a:solidFill>
              </a:rPr>
              <a:t>Developer tools</a:t>
            </a:r>
          </a:p>
          <a:p>
            <a:pPr marL="12700" marR="5080"/>
            <a:r>
              <a:rPr lang="en-US" sz="1350" kern="0" spc="-80" dirty="0">
                <a:solidFill>
                  <a:schemeClr val="accent6"/>
                </a:solidFill>
              </a:rPr>
              <a:t>Low-maintenance high-scale apps</a:t>
            </a:r>
          </a:p>
          <a:p>
            <a:pPr marL="12700" marR="5080"/>
            <a:r>
              <a:rPr lang="en-US" sz="1350" kern="0" spc="-80" dirty="0">
                <a:solidFill>
                  <a:schemeClr val="accent2"/>
                </a:solidFill>
              </a:rPr>
              <a:t>Not perfect for:</a:t>
            </a:r>
          </a:p>
          <a:p>
            <a:pPr marL="12700" marR="5080"/>
            <a:r>
              <a:rPr lang="en-US" sz="1350" kern="0" spc="-80" dirty="0">
                <a:solidFill>
                  <a:schemeClr val="accent6"/>
                </a:solidFill>
              </a:rPr>
              <a:t>Real-time dashboards with ultra dynamic data</a:t>
            </a:r>
          </a:p>
          <a:p>
            <a:pPr marL="12700" marR="5080"/>
            <a:r>
              <a:rPr lang="en-US" sz="1350" kern="0" spc="-80" dirty="0">
                <a:solidFill>
                  <a:schemeClr val="accent6"/>
                </a:solidFill>
              </a:rPr>
              <a:t>Highly interactive apps needing SSR for every request</a:t>
            </a:r>
          </a:p>
          <a:p>
            <a:pPr marL="12700" marR="5080"/>
            <a:r>
              <a:rPr lang="en-US" sz="1350" kern="0" spc="-80" dirty="0">
                <a:solidFill>
                  <a:schemeClr val="accent6"/>
                </a:solidFill>
              </a:rPr>
              <a:t>Apps with huge authenticated content trees (unless hybrid)</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1167704759"/>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E60B7F-7AD7-C2F4-CC76-0755362E973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BDD47CB-55BA-49D2-3C11-650556F1CF8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142EE24-31B9-C29F-61BA-F3029B2D389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E7CFBFE-5105-7E45-7C9F-6EE5D0CA1E4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0E8014C-2232-ABF8-9A01-7DF829F6091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585D595-14B3-09DC-AA84-C48DEA9D123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DF3D3A9-1ECC-68AC-0C04-E5F66D9DBB5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82D8F0C-9641-16ED-3A1B-C2EAF7A2E07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6132B8E-0486-2336-1D2E-47F53FA26EE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428CD1C-A2BB-BF62-C1A8-0308D689D0A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EC7B163-8FD1-56AD-5AB0-470515D5CEE0}"/>
              </a:ext>
            </a:extLst>
          </p:cNvPr>
          <p:cNvSpPr txBox="1">
            <a:spLocks/>
          </p:cNvSpPr>
          <p:nvPr/>
        </p:nvSpPr>
        <p:spPr>
          <a:xfrm>
            <a:off x="152400" y="685800"/>
            <a:ext cx="8624937" cy="516295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13. Complete </a:t>
            </a:r>
            <a:r>
              <a:rPr lang="en-US" sz="1350" kern="0" spc="-80" dirty="0" err="1">
                <a:solidFill>
                  <a:schemeClr val="accent2"/>
                </a:solidFill>
              </a:rPr>
              <a:t>JAMstack</a:t>
            </a:r>
            <a:r>
              <a:rPr lang="en-US" sz="1350" kern="0" spc="-80" dirty="0">
                <a:solidFill>
                  <a:schemeClr val="accent2"/>
                </a:solidFill>
              </a:rPr>
              <a:t> Workflow</a:t>
            </a:r>
          </a:p>
          <a:p>
            <a:pPr marL="12700" marR="5080"/>
            <a:r>
              <a:rPr lang="en-US" sz="1350" kern="0" spc="-80" dirty="0">
                <a:solidFill>
                  <a:schemeClr val="accent6"/>
                </a:solidFill>
              </a:rPr>
              <a:t>Author content → Commit → Build (SSG/ISR) → Deploy → CDN Cache → Edge Functions → API fetches</a:t>
            </a:r>
          </a:p>
          <a:p>
            <a:pPr marL="12700" marR="5080"/>
            <a:r>
              <a:rPr lang="en-US" sz="1350" kern="0" spc="-80" dirty="0">
                <a:solidFill>
                  <a:schemeClr val="accent2"/>
                </a:solidFill>
              </a:rPr>
              <a:t>Example:</a:t>
            </a:r>
          </a:p>
          <a:p>
            <a:pPr marL="12700" marR="5080"/>
            <a:r>
              <a:rPr lang="en-US" sz="1350" kern="0" spc="-80" dirty="0">
                <a:solidFill>
                  <a:schemeClr val="accent6"/>
                </a:solidFill>
              </a:rPr>
              <a:t>Markdown content → (Git)</a:t>
            </a:r>
          </a:p>
          <a:p>
            <a:pPr marL="12700" marR="5080"/>
            <a:r>
              <a:rPr lang="en-US" sz="1350" kern="0" spc="-80" dirty="0">
                <a:solidFill>
                  <a:schemeClr val="accent6"/>
                </a:solidFill>
              </a:rPr>
              <a:t>Build with Astro/Next → Static HTML</a:t>
            </a:r>
          </a:p>
          <a:p>
            <a:pPr marL="12700" marR="5080"/>
            <a:r>
              <a:rPr lang="en-US" sz="1350" kern="0" spc="-80" dirty="0">
                <a:solidFill>
                  <a:schemeClr val="accent6"/>
                </a:solidFill>
              </a:rPr>
              <a:t>Publish to Netlify/</a:t>
            </a:r>
            <a:r>
              <a:rPr lang="en-US" sz="1350" kern="0" spc="-80" dirty="0" err="1">
                <a:solidFill>
                  <a:schemeClr val="accent6"/>
                </a:solidFill>
              </a:rPr>
              <a:t>Vercel</a:t>
            </a:r>
            <a:endParaRPr lang="en-US" sz="1350" kern="0" spc="-80" dirty="0">
              <a:solidFill>
                <a:schemeClr val="accent6"/>
              </a:solidFill>
            </a:endParaRPr>
          </a:p>
          <a:p>
            <a:pPr marL="12700" marR="5080"/>
            <a:r>
              <a:rPr lang="en-US" sz="1350" kern="0" spc="-80" dirty="0">
                <a:solidFill>
                  <a:schemeClr val="accent6"/>
                </a:solidFill>
              </a:rPr>
              <a:t>API calls using serverless</a:t>
            </a:r>
          </a:p>
          <a:p>
            <a:pPr marL="12700" marR="5080"/>
            <a:r>
              <a:rPr lang="en-US" sz="1350" kern="0" spc="-80" dirty="0">
                <a:solidFill>
                  <a:schemeClr val="accent6"/>
                </a:solidFill>
              </a:rPr>
              <a:t>ISR regenerates critical pages</a:t>
            </a:r>
          </a:p>
          <a:p>
            <a:pPr marL="12700" marR="5080"/>
            <a:r>
              <a:rPr lang="en-US" sz="1350" kern="0" spc="-80" dirty="0">
                <a:solidFill>
                  <a:schemeClr val="accent6"/>
                </a:solidFill>
              </a:rPr>
              <a:t>Edge functions personalize</a:t>
            </a:r>
          </a:p>
          <a:p>
            <a:pPr marL="12700" marR="5080"/>
            <a:r>
              <a:rPr lang="en-US" sz="1350" kern="0" spc="-80" dirty="0">
                <a:solidFill>
                  <a:schemeClr val="accent6"/>
                </a:solidFill>
              </a:rPr>
              <a:t>Analytics collected client-side</a:t>
            </a:r>
          </a:p>
          <a:p>
            <a:pPr marL="12700" marR="5080"/>
            <a:endParaRPr lang="en-US" sz="1350" kern="0" spc="-80" dirty="0">
              <a:solidFill>
                <a:schemeClr val="accent6"/>
              </a:solidFill>
            </a:endParaRPr>
          </a:p>
          <a:p>
            <a:pPr marL="12700" marR="5080"/>
            <a:endParaRPr lang="en-US" sz="1350" kern="0" spc="-80" dirty="0">
              <a:solidFill>
                <a:schemeClr val="accent6"/>
              </a:solidFill>
            </a:endParaRPr>
          </a:p>
          <a:p>
            <a:pPr marL="12700" marR="5080"/>
            <a:r>
              <a:rPr lang="en-US" sz="1350" kern="0" spc="-80" dirty="0">
                <a:solidFill>
                  <a:schemeClr val="accent2"/>
                </a:solidFill>
              </a:rPr>
              <a:t>For Further Exploration</a:t>
            </a:r>
          </a:p>
          <a:p>
            <a:pPr marL="12700" marR="5080"/>
            <a:r>
              <a:rPr lang="en-US" sz="1400" dirty="0">
                <a:hlinkClick r:id="rId8"/>
              </a:rPr>
              <a:t>What is the </a:t>
            </a:r>
            <a:r>
              <a:rPr lang="en-US" sz="1400" dirty="0" err="1">
                <a:hlinkClick r:id="rId8"/>
              </a:rPr>
              <a:t>JAMstack</a:t>
            </a:r>
            <a:r>
              <a:rPr lang="en-US" sz="1400" dirty="0">
                <a:hlinkClick r:id="rId8"/>
              </a:rPr>
              <a:t> and how do I get started?</a:t>
            </a:r>
            <a:endParaRPr lang="en-US" sz="1400" kern="0" spc="-80" dirty="0">
              <a:solidFill>
                <a:schemeClr val="accent2"/>
              </a:solidFill>
            </a:endParaRPr>
          </a:p>
          <a:p>
            <a:pPr marL="12700" marR="5080"/>
            <a:r>
              <a:rPr lang="en-US" sz="1400" dirty="0">
                <a:hlinkClick r:id="rId9"/>
              </a:rPr>
              <a:t>What is the </a:t>
            </a:r>
            <a:r>
              <a:rPr lang="en-US" sz="1400" dirty="0" err="1">
                <a:hlinkClick r:id="rId9"/>
              </a:rPr>
              <a:t>Jamstack</a:t>
            </a:r>
            <a:r>
              <a:rPr lang="en-US" sz="1400" dirty="0">
                <a:hlinkClick r:id="rId9"/>
              </a:rPr>
              <a:t>? Tutorial for Beginners</a:t>
            </a:r>
            <a:endParaRPr lang="en-US" sz="1400" dirty="0"/>
          </a:p>
          <a:p>
            <a:pPr marL="12700" marR="5080"/>
            <a:r>
              <a:rPr lang="en-US" sz="1400" dirty="0">
                <a:hlinkClick r:id="rId10"/>
              </a:rPr>
              <a:t>For fast and secure sites | </a:t>
            </a:r>
            <a:r>
              <a:rPr lang="en-US" sz="1400" dirty="0" err="1">
                <a:hlinkClick r:id="rId10"/>
              </a:rPr>
              <a:t>Jamstack</a:t>
            </a:r>
            <a:endParaRPr lang="en-US" sz="1400" dirty="0"/>
          </a:p>
          <a:p>
            <a:pPr marL="12700" marR="5080"/>
            <a:r>
              <a:rPr lang="en-IN" sz="1400" dirty="0" err="1">
                <a:hlinkClick r:id="rId11"/>
              </a:rPr>
              <a:t>Jamstack</a:t>
            </a:r>
            <a:r>
              <a:rPr lang="en-IN" sz="1400" dirty="0">
                <a:hlinkClick r:id="rId11"/>
              </a:rPr>
              <a:t> — Smashing Magazine</a:t>
            </a:r>
            <a:endParaRPr lang="en-IN" sz="1400" dirty="0"/>
          </a:p>
          <a:p>
            <a:pPr marL="12700" marR="5080"/>
            <a:r>
              <a:rPr lang="en-US" sz="1400" dirty="0" err="1">
                <a:hlinkClick r:id="rId12"/>
              </a:rPr>
              <a:t>JAMstack</a:t>
            </a:r>
            <a:r>
              <a:rPr lang="en-US" sz="1400" dirty="0">
                <a:hlinkClick r:id="rId12"/>
              </a:rPr>
              <a:t> Tools and The Spectrum of Classification | CSS-Tricks</a:t>
            </a:r>
            <a:endParaRPr lang="en-US" sz="1400" dirty="0"/>
          </a:p>
          <a:p>
            <a:pPr marL="12700" marR="5080"/>
            <a:r>
              <a:rPr lang="en-IN" sz="1400" dirty="0">
                <a:hlinkClick r:id="rId13"/>
              </a:rPr>
              <a:t>Astro | Docs</a:t>
            </a:r>
            <a:endParaRPr lang="en-IN" sz="1400" dirty="0"/>
          </a:p>
          <a:p>
            <a:pPr marL="12700" marR="5080"/>
            <a:r>
              <a:rPr lang="en-IN" sz="1400" dirty="0">
                <a:hlinkClick r:id="rId14"/>
              </a:rPr>
              <a:t>Next.js on </a:t>
            </a:r>
            <a:r>
              <a:rPr lang="en-IN" sz="1400" dirty="0" err="1">
                <a:hlinkClick r:id="rId14"/>
              </a:rPr>
              <a:t>Vercel</a:t>
            </a:r>
            <a:endParaRPr lang="en-IN" sz="1400" dirty="0"/>
          </a:p>
          <a:p>
            <a:pPr marL="12700" marR="5080"/>
            <a:r>
              <a:rPr lang="en-US" sz="1400" dirty="0">
                <a:hlinkClick r:id="rId15"/>
              </a:rPr>
              <a:t>Next.js/Examples</a:t>
            </a:r>
            <a:endParaRPr lang="en-US" sz="1400" dirty="0"/>
          </a:p>
          <a:p>
            <a:pPr marL="12700" marR="5080"/>
            <a:r>
              <a:rPr lang="en-US" sz="1400" dirty="0">
                <a:hlinkClick r:id="rId16"/>
              </a:rPr>
              <a:t>Modern Web </a:t>
            </a:r>
            <a:r>
              <a:rPr lang="en-US" sz="1400" dirty="0" err="1">
                <a:hlinkClick r:id="rId16"/>
              </a:rPr>
              <a:t>Develeopment</a:t>
            </a:r>
            <a:r>
              <a:rPr lang="en-US" sz="1400" dirty="0">
                <a:hlinkClick r:id="rId16"/>
              </a:rPr>
              <a:t> on the </a:t>
            </a:r>
            <a:r>
              <a:rPr lang="en-US" sz="1400" dirty="0" err="1">
                <a:hlinkClick r:id="rId16"/>
              </a:rPr>
              <a:t>JAMStack</a:t>
            </a:r>
            <a:endParaRPr lang="en-US" sz="1400" dirty="0"/>
          </a:p>
          <a:p>
            <a:pPr marL="12700" marR="5080"/>
            <a:r>
              <a:rPr lang="en-US" sz="1400" dirty="0">
                <a:hlinkClick r:id="rId17"/>
              </a:rPr>
              <a:t>The-</a:t>
            </a:r>
            <a:r>
              <a:rPr lang="en-US" sz="1400" dirty="0" err="1">
                <a:hlinkClick r:id="rId17"/>
              </a:rPr>
              <a:t>JAMStack</a:t>
            </a:r>
            <a:r>
              <a:rPr lang="en-US" sz="1400" dirty="0">
                <a:hlinkClick r:id="rId17"/>
              </a:rPr>
              <a:t>-Book</a:t>
            </a:r>
            <a:endParaRPr lang="en-US" sz="1350" kern="0" spc="-80" dirty="0">
              <a:solidFill>
                <a:schemeClr val="accent2"/>
              </a:solidFill>
            </a:endParaRPr>
          </a:p>
        </p:txBody>
      </p:sp>
    </p:spTree>
    <p:extLst>
      <p:ext uri="{BB962C8B-B14F-4D97-AF65-F5344CB8AC3E}">
        <p14:creationId xmlns:p14="http://schemas.microsoft.com/office/powerpoint/2010/main" val="2207598236"/>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2F2687-1AA3-26DC-558E-FED1B92145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7E48472-D180-B687-7B86-E5350A750C1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F048AEB-B4DC-044E-B9CD-A6275461269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1FCE57A-58D7-E55E-AC8A-61AB1A205EC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08A11B5-F874-F256-5F46-C849E0DEE43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270A569-66E9-FD6D-24F5-69488E594AF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94F3DDF-12D1-214A-0B78-94E4CA64870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2E2B31D-0C0E-57EE-C78B-A20D73D1465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6F69C05-10B7-D07C-7A41-0BE0A5B7B85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2252602-0597-673B-0A9E-BDB5B434EA8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17093A4-AA94-67D6-3795-A2A1CDFAB85F}"/>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1. INTRODUCTION TO SELENIUM</a:t>
            </a:r>
          </a:p>
          <a:p>
            <a:pPr marL="12700" marR="5080"/>
            <a:r>
              <a:rPr lang="en-US" sz="1350" kern="0" spc="-80" dirty="0">
                <a:solidFill>
                  <a:schemeClr val="accent2"/>
                </a:solidFill>
              </a:rPr>
              <a:t>1.1 What Selenium Is</a:t>
            </a:r>
          </a:p>
          <a:p>
            <a:pPr marL="12700" marR="5080"/>
            <a:r>
              <a:rPr lang="en-US" sz="1350" kern="0" spc="-80" dirty="0">
                <a:solidFill>
                  <a:schemeClr val="accent2"/>
                </a:solidFill>
              </a:rPr>
              <a:t>A suite of tools for automating browsers:</a:t>
            </a:r>
          </a:p>
          <a:p>
            <a:pPr marL="12700" marR="5080"/>
            <a:r>
              <a:rPr lang="en-US" sz="1350" kern="0" spc="-80" dirty="0">
                <a:solidFill>
                  <a:schemeClr val="accent2"/>
                </a:solidFill>
              </a:rPr>
              <a:t>Component	Purpose</a:t>
            </a:r>
          </a:p>
          <a:p>
            <a:pPr marL="12700" marR="5080"/>
            <a:r>
              <a:rPr lang="en-US" sz="1350" kern="0" spc="-80" dirty="0">
                <a:solidFill>
                  <a:schemeClr val="accent6"/>
                </a:solidFill>
              </a:rPr>
              <a:t>Selenium WebDriver	Programmatic browser automation</a:t>
            </a:r>
          </a:p>
          <a:p>
            <a:pPr marL="12700" marR="5080"/>
            <a:r>
              <a:rPr lang="en-US" sz="1350" kern="0" spc="-80" dirty="0">
                <a:solidFill>
                  <a:schemeClr val="accent6"/>
                </a:solidFill>
              </a:rPr>
              <a:t>Selenium Grid	Distributed parallel test execution</a:t>
            </a:r>
          </a:p>
          <a:p>
            <a:pPr marL="12700" marR="5080"/>
            <a:r>
              <a:rPr lang="en-US" sz="1350" kern="0" spc="-80" dirty="0">
                <a:solidFill>
                  <a:schemeClr val="accent6"/>
                </a:solidFill>
              </a:rPr>
              <a:t>Selenium IDE	Record–playback test creation</a:t>
            </a:r>
          </a:p>
          <a:p>
            <a:pPr marL="12700" marR="5080"/>
            <a:r>
              <a:rPr lang="en-US" sz="1350" kern="0" spc="-80" dirty="0">
                <a:solidFill>
                  <a:schemeClr val="accent6"/>
                </a:solidFill>
              </a:rPr>
              <a:t>Selenium Manager	Auto-downloads browser drivers</a:t>
            </a:r>
          </a:p>
          <a:p>
            <a:pPr marL="12700" marR="5080"/>
            <a:endParaRPr lang="en-US" sz="1350" kern="0" spc="-80" dirty="0">
              <a:solidFill>
                <a:schemeClr val="accent6"/>
              </a:solidFill>
            </a:endParaRPr>
          </a:p>
          <a:p>
            <a:pPr marL="12700" marR="5080"/>
            <a:r>
              <a:rPr lang="en-US" sz="1350" kern="0" spc="-80" dirty="0">
                <a:solidFill>
                  <a:schemeClr val="accent2"/>
                </a:solidFill>
              </a:rPr>
              <a:t>1.2 Browser Automation vs Browser Emulation</a:t>
            </a:r>
          </a:p>
          <a:p>
            <a:pPr marL="12700" marR="5080"/>
            <a:r>
              <a:rPr lang="en-US" sz="1350" kern="0" spc="-80" dirty="0">
                <a:solidFill>
                  <a:schemeClr val="accent6"/>
                </a:solidFill>
              </a:rPr>
              <a:t>Selenium automates real browsers using browser-specific drivers (</a:t>
            </a:r>
            <a:r>
              <a:rPr lang="en-US" sz="1350" kern="0" spc="-80" dirty="0" err="1">
                <a:solidFill>
                  <a:schemeClr val="accent6"/>
                </a:solidFill>
              </a:rPr>
              <a:t>ChromeDriver</a:t>
            </a:r>
            <a:r>
              <a:rPr lang="en-US" sz="1350" kern="0" spc="-80" dirty="0">
                <a:solidFill>
                  <a:schemeClr val="accent6"/>
                </a:solidFill>
              </a:rPr>
              <a:t>, </a:t>
            </a:r>
            <a:r>
              <a:rPr lang="en-US" sz="1350" kern="0" spc="-80" dirty="0" err="1">
                <a:solidFill>
                  <a:schemeClr val="accent6"/>
                </a:solidFill>
              </a:rPr>
              <a:t>GeckoDriver</a:t>
            </a:r>
            <a:r>
              <a:rPr lang="en-US" sz="1350" kern="0" spc="-80" dirty="0">
                <a:solidFill>
                  <a:schemeClr val="accent6"/>
                </a:solidFill>
              </a:rPr>
              <a:t>, </a:t>
            </a:r>
            <a:r>
              <a:rPr lang="en-US" sz="1350" kern="0" spc="-80" dirty="0" err="1">
                <a:solidFill>
                  <a:schemeClr val="accent6"/>
                </a:solidFill>
              </a:rPr>
              <a:t>SafariDriver</a:t>
            </a:r>
            <a:r>
              <a:rPr lang="en-US" sz="1350" kern="0" spc="-80" dirty="0">
                <a:solidFill>
                  <a:schemeClr val="accent6"/>
                </a:solidFill>
              </a:rPr>
              <a:t>).</a:t>
            </a:r>
          </a:p>
          <a:p>
            <a:pPr marL="12700" marR="5080"/>
            <a:r>
              <a:rPr lang="en-US" sz="1350" kern="0" spc="-80" dirty="0">
                <a:solidFill>
                  <a:schemeClr val="accent6"/>
                </a:solidFill>
              </a:rPr>
              <a:t>Not a simulation like Cypress or Playwright with custom engines.</a:t>
            </a:r>
          </a:p>
          <a:p>
            <a:pPr marL="12700" marR="5080"/>
            <a:endParaRPr lang="en-US" sz="1350" kern="0" spc="-80" dirty="0">
              <a:solidFill>
                <a:schemeClr val="accent6"/>
              </a:solidFill>
            </a:endParaRPr>
          </a:p>
          <a:p>
            <a:pPr marL="12700" marR="5080"/>
            <a:r>
              <a:rPr lang="en-US" sz="1350" kern="0" spc="-80" dirty="0">
                <a:solidFill>
                  <a:schemeClr val="accent2"/>
                </a:solidFill>
              </a:rPr>
              <a:t>2. SELENIUM INTERNALS</a:t>
            </a:r>
          </a:p>
          <a:p>
            <a:pPr marL="12700" marR="5080"/>
            <a:r>
              <a:rPr lang="en-US" sz="1350" kern="0" spc="-80" dirty="0">
                <a:solidFill>
                  <a:schemeClr val="accent2"/>
                </a:solidFill>
              </a:rPr>
              <a:t>2.1 WebDriver Protocol</a:t>
            </a:r>
          </a:p>
          <a:p>
            <a:pPr marL="12700" marR="5080"/>
            <a:r>
              <a:rPr lang="en-US" sz="1350" kern="0" spc="-80" dirty="0">
                <a:solidFill>
                  <a:schemeClr val="accent6"/>
                </a:solidFill>
              </a:rPr>
              <a:t>Supports two protocols:</a:t>
            </a:r>
          </a:p>
          <a:p>
            <a:pPr marL="12700" marR="5080"/>
            <a:r>
              <a:rPr lang="en-US" sz="1350" kern="0" spc="-80" dirty="0">
                <a:solidFill>
                  <a:schemeClr val="accent6"/>
                </a:solidFill>
              </a:rPr>
              <a:t>W3C WebDriver Standard – current</a:t>
            </a:r>
          </a:p>
          <a:p>
            <a:pPr marL="12700" marR="5080"/>
            <a:r>
              <a:rPr lang="en-US" sz="1350" kern="0" spc="-80" dirty="0">
                <a:solidFill>
                  <a:schemeClr val="accent6"/>
                </a:solidFill>
              </a:rPr>
              <a:t>JSON Wire Protocol – legacy</a:t>
            </a:r>
          </a:p>
          <a:p>
            <a:pPr marL="12700" marR="5080"/>
            <a:r>
              <a:rPr lang="en-US" sz="1350" kern="0" spc="-80" dirty="0">
                <a:solidFill>
                  <a:schemeClr val="accent6"/>
                </a:solidFill>
              </a:rPr>
              <a:t>Key responsibilities:</a:t>
            </a:r>
          </a:p>
          <a:p>
            <a:pPr marL="12700" marR="5080"/>
            <a:r>
              <a:rPr lang="en-US" sz="1350" kern="0" spc="-80" dirty="0">
                <a:solidFill>
                  <a:schemeClr val="accent6"/>
                </a:solidFill>
              </a:rPr>
              <a:t>Locate DOM elements</a:t>
            </a:r>
          </a:p>
          <a:p>
            <a:pPr marL="12700" marR="5080"/>
            <a:r>
              <a:rPr lang="en-US" sz="1350" kern="0" spc="-80" dirty="0">
                <a:solidFill>
                  <a:schemeClr val="accent6"/>
                </a:solidFill>
              </a:rPr>
              <a:t>Execute browser commands</a:t>
            </a:r>
          </a:p>
          <a:p>
            <a:pPr marL="12700" marR="5080"/>
            <a:r>
              <a:rPr lang="en-US" sz="1350" kern="0" spc="-80" dirty="0">
                <a:solidFill>
                  <a:schemeClr val="accent6"/>
                </a:solidFill>
              </a:rPr>
              <a:t>Modify browser state</a:t>
            </a:r>
          </a:p>
          <a:p>
            <a:pPr marL="12700" marR="5080"/>
            <a:r>
              <a:rPr lang="en-US" sz="1350" kern="0" spc="-80" dirty="0">
                <a:solidFill>
                  <a:schemeClr val="accent6"/>
                </a:solidFill>
              </a:rPr>
              <a:t>Inject JS</a:t>
            </a:r>
          </a:p>
          <a:p>
            <a:pPr marL="12700" marR="5080"/>
            <a:r>
              <a:rPr lang="en-US" sz="1350" kern="0" spc="-80" dirty="0">
                <a:solidFill>
                  <a:schemeClr val="accent6"/>
                </a:solidFill>
              </a:rPr>
              <a:t>Manage windows, cookies, permissions</a:t>
            </a:r>
          </a:p>
        </p:txBody>
      </p:sp>
    </p:spTree>
    <p:extLst>
      <p:ext uri="{BB962C8B-B14F-4D97-AF65-F5344CB8AC3E}">
        <p14:creationId xmlns:p14="http://schemas.microsoft.com/office/powerpoint/2010/main" val="919878852"/>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AA486-6719-165E-EBCC-CCC861AF77F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C49A038-A11E-D71B-A7E9-1161A7B5449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6D357A2-9C77-EDC7-44B3-1C0F81C8BC7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A813D51-6573-F5FA-BFF6-97814A307AE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39BE4B9-E0CF-93BC-950C-B9742624FE8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FB842D7-EEE6-E9B1-F71C-4D1BA4F420F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3C86B74-F795-F66F-E99F-16D58792B98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E90488F-3F7A-EA06-7D52-37D33121E57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00C526C-869B-A59C-F7D8-8F8DC719F4A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A309BD1-7364-1935-02FF-2FF674CCD7A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F3B2E2D-C2B6-87BD-D80A-DAA69758C53D}"/>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2. SELENIUM INTERNALS</a:t>
            </a:r>
          </a:p>
          <a:p>
            <a:pPr marL="12700" marR="5080"/>
            <a:r>
              <a:rPr lang="en-US" sz="1350" kern="0" spc="-80" dirty="0">
                <a:solidFill>
                  <a:schemeClr val="accent2"/>
                </a:solidFill>
              </a:rPr>
              <a:t>2.1 WebDriver Protocol</a:t>
            </a:r>
          </a:p>
          <a:p>
            <a:pPr marL="12700" marR="5080"/>
            <a:r>
              <a:rPr lang="en-US" sz="1350" kern="0" spc="-80" dirty="0">
                <a:solidFill>
                  <a:schemeClr val="accent2"/>
                </a:solidFill>
              </a:rPr>
              <a:t>Supports two protocols:</a:t>
            </a:r>
          </a:p>
          <a:p>
            <a:pPr marL="12700" marR="5080"/>
            <a:r>
              <a:rPr lang="en-US" sz="1350" kern="0" spc="-80" dirty="0">
                <a:solidFill>
                  <a:schemeClr val="accent6"/>
                </a:solidFill>
              </a:rPr>
              <a:t>W3C WebDriver Standard – current</a:t>
            </a:r>
          </a:p>
          <a:p>
            <a:pPr marL="12700" marR="5080"/>
            <a:r>
              <a:rPr lang="en-US" sz="1350" kern="0" spc="-80" dirty="0">
                <a:solidFill>
                  <a:schemeClr val="accent6"/>
                </a:solidFill>
              </a:rPr>
              <a:t>JSON Wire Protocol – legacy</a:t>
            </a:r>
          </a:p>
          <a:p>
            <a:pPr marL="12700" marR="5080"/>
            <a:r>
              <a:rPr lang="en-US" sz="1350" kern="0" spc="-80" dirty="0">
                <a:solidFill>
                  <a:schemeClr val="accent2"/>
                </a:solidFill>
              </a:rPr>
              <a:t>Key responsibilities:</a:t>
            </a:r>
          </a:p>
          <a:p>
            <a:pPr marL="12700" marR="5080"/>
            <a:r>
              <a:rPr lang="en-US" sz="1350" kern="0" spc="-80" dirty="0">
                <a:solidFill>
                  <a:schemeClr val="accent6"/>
                </a:solidFill>
              </a:rPr>
              <a:t>Locate DOM elements</a:t>
            </a:r>
          </a:p>
          <a:p>
            <a:pPr marL="12700" marR="5080"/>
            <a:r>
              <a:rPr lang="en-US" sz="1350" kern="0" spc="-80" dirty="0">
                <a:solidFill>
                  <a:schemeClr val="accent6"/>
                </a:solidFill>
              </a:rPr>
              <a:t>Execute browser commands</a:t>
            </a:r>
          </a:p>
          <a:p>
            <a:pPr marL="12700" marR="5080"/>
            <a:r>
              <a:rPr lang="en-US" sz="1350" kern="0" spc="-80" dirty="0">
                <a:solidFill>
                  <a:schemeClr val="accent6"/>
                </a:solidFill>
              </a:rPr>
              <a:t>Modify browser state</a:t>
            </a:r>
          </a:p>
          <a:p>
            <a:pPr marL="12700" marR="5080"/>
            <a:r>
              <a:rPr lang="en-US" sz="1350" kern="0" spc="-80" dirty="0">
                <a:solidFill>
                  <a:schemeClr val="accent6"/>
                </a:solidFill>
              </a:rPr>
              <a:t>Inject JS</a:t>
            </a:r>
          </a:p>
          <a:p>
            <a:pPr marL="12700" marR="5080"/>
            <a:r>
              <a:rPr lang="en-US" sz="1350" kern="0" spc="-80" dirty="0">
                <a:solidFill>
                  <a:schemeClr val="accent6"/>
                </a:solidFill>
              </a:rPr>
              <a:t>Manage windows, cookies, permissions</a:t>
            </a:r>
          </a:p>
          <a:p>
            <a:pPr marL="12700" marR="5080"/>
            <a:endParaRPr lang="en-US" sz="1350" kern="0" spc="-80" dirty="0">
              <a:solidFill>
                <a:schemeClr val="accent6"/>
              </a:solidFill>
            </a:endParaRPr>
          </a:p>
          <a:p>
            <a:pPr marL="12700" marR="5080"/>
            <a:r>
              <a:rPr lang="en-US" sz="1350" kern="0" spc="-80" dirty="0">
                <a:solidFill>
                  <a:schemeClr val="accent2"/>
                </a:solidFill>
              </a:rPr>
              <a:t>2.2 Browser-Specific Drivers</a:t>
            </a:r>
          </a:p>
          <a:p>
            <a:pPr marL="12700" marR="5080"/>
            <a:r>
              <a:rPr lang="en-US" sz="1350" kern="0" spc="-80" dirty="0">
                <a:solidFill>
                  <a:schemeClr val="accent2"/>
                </a:solidFill>
              </a:rPr>
              <a:t>Browser	Driver</a:t>
            </a:r>
          </a:p>
          <a:p>
            <a:pPr marL="12700" marR="5080"/>
            <a:r>
              <a:rPr lang="en-US" sz="1350" kern="0" spc="-80" dirty="0">
                <a:solidFill>
                  <a:schemeClr val="accent6"/>
                </a:solidFill>
              </a:rPr>
              <a:t>Chrome	</a:t>
            </a:r>
            <a:r>
              <a:rPr lang="en-US" sz="1350" kern="0" spc="-80" dirty="0" err="1">
                <a:solidFill>
                  <a:schemeClr val="accent6"/>
                </a:solidFill>
              </a:rPr>
              <a:t>ChromeDriver</a:t>
            </a:r>
            <a:endParaRPr lang="en-US" sz="1350" kern="0" spc="-80" dirty="0">
              <a:solidFill>
                <a:schemeClr val="accent6"/>
              </a:solidFill>
            </a:endParaRPr>
          </a:p>
          <a:p>
            <a:pPr marL="12700" marR="5080"/>
            <a:r>
              <a:rPr lang="en-US" sz="1350" kern="0" spc="-80" dirty="0">
                <a:solidFill>
                  <a:schemeClr val="accent6"/>
                </a:solidFill>
              </a:rPr>
              <a:t>Firefox	</a:t>
            </a:r>
            <a:r>
              <a:rPr lang="en-US" sz="1350" kern="0" spc="-80" dirty="0" err="1">
                <a:solidFill>
                  <a:schemeClr val="accent6"/>
                </a:solidFill>
              </a:rPr>
              <a:t>GeckoDriver</a:t>
            </a:r>
            <a:endParaRPr lang="en-US" sz="1350" kern="0" spc="-80" dirty="0">
              <a:solidFill>
                <a:schemeClr val="accent6"/>
              </a:solidFill>
            </a:endParaRPr>
          </a:p>
          <a:p>
            <a:pPr marL="12700" marR="5080"/>
            <a:r>
              <a:rPr lang="en-US" sz="1350" kern="0" spc="-80" dirty="0">
                <a:solidFill>
                  <a:schemeClr val="accent6"/>
                </a:solidFill>
              </a:rPr>
              <a:t>Edge	</a:t>
            </a:r>
            <a:r>
              <a:rPr lang="en-US" sz="1350" kern="0" spc="-80" dirty="0" err="1">
                <a:solidFill>
                  <a:schemeClr val="accent6"/>
                </a:solidFill>
              </a:rPr>
              <a:t>EdgeDriver</a:t>
            </a:r>
            <a:endParaRPr lang="en-US" sz="1350" kern="0" spc="-80" dirty="0">
              <a:solidFill>
                <a:schemeClr val="accent6"/>
              </a:solidFill>
            </a:endParaRPr>
          </a:p>
          <a:p>
            <a:pPr marL="12700" marR="5080"/>
            <a:r>
              <a:rPr lang="en-US" sz="1350" kern="0" spc="-80" dirty="0">
                <a:solidFill>
                  <a:schemeClr val="accent6"/>
                </a:solidFill>
              </a:rPr>
              <a:t>Safari	</a:t>
            </a:r>
            <a:r>
              <a:rPr lang="en-US" sz="1350" kern="0" spc="-80" dirty="0" err="1">
                <a:solidFill>
                  <a:schemeClr val="accent6"/>
                </a:solidFill>
              </a:rPr>
              <a:t>safaridriver</a:t>
            </a:r>
            <a:endParaRPr lang="en-US" sz="1350" kern="0" spc="-80" dirty="0">
              <a:solidFill>
                <a:schemeClr val="accent6"/>
              </a:solidFill>
            </a:endParaRPr>
          </a:p>
          <a:p>
            <a:pPr marL="12700" marR="5080"/>
            <a:r>
              <a:rPr lang="en-US" sz="1350" kern="0" spc="-80" dirty="0">
                <a:solidFill>
                  <a:schemeClr val="accent6"/>
                </a:solidFill>
              </a:rPr>
              <a:t>Drivers communicate via HTTP:</a:t>
            </a:r>
          </a:p>
          <a:p>
            <a:pPr marL="12700" marR="5080"/>
            <a:r>
              <a:rPr lang="en-US" sz="1350" kern="0" spc="-80" dirty="0">
                <a:solidFill>
                  <a:schemeClr val="accent6"/>
                </a:solidFill>
              </a:rPr>
              <a:t>Client (Test Code) → WebDriver API → Driver (e.g., </a:t>
            </a:r>
            <a:r>
              <a:rPr lang="en-US" sz="1350" kern="0" spc="-80" dirty="0" err="1">
                <a:solidFill>
                  <a:schemeClr val="accent6"/>
                </a:solidFill>
              </a:rPr>
              <a:t>ChromeDriver</a:t>
            </a:r>
            <a:r>
              <a:rPr lang="en-US" sz="1350" kern="0" spc="-80" dirty="0">
                <a:solidFill>
                  <a:schemeClr val="accent6"/>
                </a:solidFill>
              </a:rPr>
              <a:t>)</a:t>
            </a:r>
          </a:p>
          <a:p>
            <a:pPr marL="12700" marR="5080"/>
            <a:r>
              <a:rPr lang="en-US" sz="1350" kern="0" spc="-80" dirty="0">
                <a:solidFill>
                  <a:schemeClr val="accent6"/>
                </a:solidFill>
              </a:rPr>
              <a:t>                     → Browser via </a:t>
            </a:r>
            <a:r>
              <a:rPr lang="en-US" sz="1350" kern="0" spc="-80" dirty="0" err="1">
                <a:solidFill>
                  <a:schemeClr val="accent6"/>
                </a:solidFill>
              </a:rPr>
              <a:t>DevTools</a:t>
            </a:r>
            <a:r>
              <a:rPr lang="en-US" sz="1350" kern="0" spc="-80" dirty="0">
                <a:solidFill>
                  <a:schemeClr val="accent6"/>
                </a:solidFill>
              </a:rPr>
              <a:t> / Native hooks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812585285"/>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349F11-7561-336C-EA73-185D7DD13C5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EE0D8F7-9769-7A28-F436-712F6B661B7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89CC97C-6033-3CA3-6149-37AE75DE744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49BCA97-65F4-8D82-5296-B7482E90387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59B4016-FC2B-56BF-0B08-F3CB6D14EDA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567432D-2BA0-A62A-7E92-7DFF4D88D93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0C285A8-D47D-2303-9589-00F002EF8BE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AFD8A7B-F2D0-0949-B53F-FFBBE07C6F8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33C999F-F10C-837F-CEB5-5EF0139A7C2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DA1F547-20B9-3DDF-72BC-B88CF12E814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07BDA3E-7B70-1F4B-41F0-43825B261BCB}"/>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2. SELENIUM INTERNALS</a:t>
            </a:r>
          </a:p>
          <a:p>
            <a:pPr marL="12700" marR="5080"/>
            <a:r>
              <a:rPr lang="en-US" sz="1350" kern="0" spc="-80" dirty="0">
                <a:solidFill>
                  <a:schemeClr val="accent2"/>
                </a:solidFill>
              </a:rPr>
              <a:t>2.3 </a:t>
            </a:r>
            <a:r>
              <a:rPr lang="en-US" sz="1350" kern="0" spc="-80" dirty="0" err="1">
                <a:solidFill>
                  <a:schemeClr val="accent2"/>
                </a:solidFill>
              </a:rPr>
              <a:t>DevTools</a:t>
            </a:r>
            <a:r>
              <a:rPr lang="en-US" sz="1350" kern="0" spc="-80" dirty="0">
                <a:solidFill>
                  <a:schemeClr val="accent2"/>
                </a:solidFill>
              </a:rPr>
              <a:t> Protocol</a:t>
            </a:r>
          </a:p>
          <a:p>
            <a:pPr marL="12700" marR="5080"/>
            <a:r>
              <a:rPr lang="en-US" sz="1350" kern="0" spc="-80" dirty="0">
                <a:solidFill>
                  <a:schemeClr val="accent6"/>
                </a:solidFill>
              </a:rPr>
              <a:t>Modern Selenium integrates with Chrome </a:t>
            </a:r>
            <a:r>
              <a:rPr lang="en-US" sz="1350" kern="0" spc="-80" dirty="0" err="1">
                <a:solidFill>
                  <a:schemeClr val="accent6"/>
                </a:solidFill>
              </a:rPr>
              <a:t>DevTools</a:t>
            </a:r>
            <a:r>
              <a:rPr lang="en-US" sz="1350" kern="0" spc="-80" dirty="0">
                <a:solidFill>
                  <a:schemeClr val="accent6"/>
                </a:solidFill>
              </a:rPr>
              <a:t> Protocol (CDP)</a:t>
            </a:r>
          </a:p>
          <a:p>
            <a:pPr marL="12700" marR="5080"/>
            <a:r>
              <a:rPr lang="en-US" sz="1350" kern="0" spc="-80" dirty="0">
                <a:solidFill>
                  <a:schemeClr val="accent6"/>
                </a:solidFill>
              </a:rPr>
              <a:t>→ Network interception</a:t>
            </a:r>
          </a:p>
          <a:p>
            <a:pPr marL="12700" marR="5080"/>
            <a:r>
              <a:rPr lang="en-US" sz="1350" kern="0" spc="-80" dirty="0">
                <a:solidFill>
                  <a:schemeClr val="accent6"/>
                </a:solidFill>
              </a:rPr>
              <a:t>→ Performance tracing</a:t>
            </a:r>
          </a:p>
          <a:p>
            <a:pPr marL="12700" marR="5080"/>
            <a:r>
              <a:rPr lang="en-US" sz="1350" kern="0" spc="-80" dirty="0">
                <a:solidFill>
                  <a:schemeClr val="accent6"/>
                </a:solidFill>
              </a:rPr>
              <a:t>→ Console logs</a:t>
            </a:r>
          </a:p>
          <a:p>
            <a:pPr marL="12700" marR="5080"/>
            <a:r>
              <a:rPr lang="en-US" sz="1350" kern="0" spc="-80" dirty="0">
                <a:solidFill>
                  <a:schemeClr val="accent6"/>
                </a:solidFill>
              </a:rPr>
              <a:t>→ Coverage data</a:t>
            </a:r>
          </a:p>
          <a:p>
            <a:pPr marL="12700" marR="5080"/>
            <a:r>
              <a:rPr lang="en-US" sz="1350" kern="0" spc="-80" dirty="0">
                <a:solidFill>
                  <a:schemeClr val="accent6"/>
                </a:solidFill>
              </a:rPr>
              <a:t>→ Emulations</a:t>
            </a:r>
          </a:p>
          <a:p>
            <a:pPr marL="12700" marR="5080"/>
            <a:endParaRPr lang="en-US" sz="1350" kern="0" spc="-80" dirty="0">
              <a:solidFill>
                <a:schemeClr val="accent6"/>
              </a:solidFill>
            </a:endParaRPr>
          </a:p>
          <a:p>
            <a:pPr marL="12700" marR="5080"/>
            <a:r>
              <a:rPr lang="en-US" sz="1350" kern="0" spc="-80" dirty="0">
                <a:solidFill>
                  <a:schemeClr val="accent2"/>
                </a:solidFill>
              </a:rPr>
              <a:t>3. SELENIUM ENVIRONMENT &amp; CONFIGURATION</a:t>
            </a:r>
          </a:p>
          <a:p>
            <a:pPr marL="12700" marR="5080"/>
            <a:r>
              <a:rPr lang="en-US" sz="1350" kern="0" spc="-80" dirty="0">
                <a:solidFill>
                  <a:schemeClr val="accent2"/>
                </a:solidFill>
              </a:rPr>
              <a:t>3.1 Selenium Manager</a:t>
            </a:r>
          </a:p>
          <a:p>
            <a:pPr marL="12700" marR="5080"/>
            <a:r>
              <a:rPr lang="en-US" sz="1350" kern="0" spc="-80" dirty="0">
                <a:solidFill>
                  <a:schemeClr val="accent2"/>
                </a:solidFill>
              </a:rPr>
              <a:t>Auto-installs drivers:</a:t>
            </a:r>
          </a:p>
          <a:p>
            <a:pPr marL="12700" marR="5080"/>
            <a:r>
              <a:rPr lang="en-US" sz="1350" kern="0" spc="-80" dirty="0">
                <a:solidFill>
                  <a:schemeClr val="accent6"/>
                </a:solidFill>
              </a:rPr>
              <a:t>WebDriver driver = new </a:t>
            </a:r>
            <a:r>
              <a:rPr lang="en-US" sz="1350" kern="0" spc="-80" dirty="0" err="1">
                <a:solidFill>
                  <a:schemeClr val="accent6"/>
                </a:solidFill>
              </a:rPr>
              <a:t>ChromeDriver</a:t>
            </a:r>
            <a:r>
              <a:rPr lang="en-US" sz="1350" kern="0" spc="-80" dirty="0">
                <a:solidFill>
                  <a:schemeClr val="accent6"/>
                </a:solidFill>
              </a:rPr>
              <a:t>(); // Manager runs automatically</a:t>
            </a:r>
          </a:p>
          <a:p>
            <a:pPr marL="12700" marR="5080"/>
            <a:endParaRPr lang="en-US" sz="1350" kern="0" spc="-80" dirty="0">
              <a:solidFill>
                <a:schemeClr val="accent6"/>
              </a:solidFill>
            </a:endParaRPr>
          </a:p>
          <a:p>
            <a:pPr marL="12700" marR="5080"/>
            <a:r>
              <a:rPr lang="en-US" sz="1350" kern="0" spc="-80" dirty="0">
                <a:solidFill>
                  <a:schemeClr val="accent2"/>
                </a:solidFill>
              </a:rPr>
              <a:t>3.2 </a:t>
            </a:r>
            <a:r>
              <a:rPr lang="en-US" sz="1350" kern="0" spc="-80" dirty="0" err="1">
                <a:solidFill>
                  <a:schemeClr val="accent2"/>
                </a:solidFill>
              </a:rPr>
              <a:t>DesiredCapabilities</a:t>
            </a:r>
            <a:r>
              <a:rPr lang="en-US" sz="1350" kern="0" spc="-80" dirty="0">
                <a:solidFill>
                  <a:schemeClr val="accent2"/>
                </a:solidFill>
              </a:rPr>
              <a:t> &amp; Options Objects</a:t>
            </a:r>
          </a:p>
          <a:p>
            <a:pPr marL="12700" marR="5080"/>
            <a:r>
              <a:rPr lang="en-US" sz="1350" kern="0" spc="-80" dirty="0">
                <a:solidFill>
                  <a:schemeClr val="accent6"/>
                </a:solidFill>
              </a:rPr>
              <a:t>Capabilities define:</a:t>
            </a:r>
          </a:p>
          <a:p>
            <a:pPr marL="12700" marR="5080"/>
            <a:r>
              <a:rPr lang="en-US" sz="1350" kern="0" spc="-80" dirty="0">
                <a:solidFill>
                  <a:schemeClr val="accent6"/>
                </a:solidFill>
              </a:rPr>
              <a:t>Browser preferences</a:t>
            </a:r>
          </a:p>
          <a:p>
            <a:pPr marL="12700" marR="5080"/>
            <a:r>
              <a:rPr lang="en-US" sz="1350" kern="0" spc="-80" dirty="0">
                <a:solidFill>
                  <a:schemeClr val="accent6"/>
                </a:solidFill>
              </a:rPr>
              <a:t>Headless mode</a:t>
            </a:r>
          </a:p>
          <a:p>
            <a:pPr marL="12700" marR="5080"/>
            <a:r>
              <a:rPr lang="en-US" sz="1350" kern="0" spc="-80" dirty="0">
                <a:solidFill>
                  <a:schemeClr val="accent6"/>
                </a:solidFill>
              </a:rPr>
              <a:t>Extensions</a:t>
            </a:r>
          </a:p>
          <a:p>
            <a:pPr marL="12700" marR="5080"/>
            <a:r>
              <a:rPr lang="en-US" sz="1350" kern="0" spc="-80" dirty="0">
                <a:solidFill>
                  <a:schemeClr val="accent6"/>
                </a:solidFill>
              </a:rPr>
              <a:t>Mobile emulation</a:t>
            </a:r>
          </a:p>
          <a:p>
            <a:pPr marL="12700" marR="5080"/>
            <a:r>
              <a:rPr lang="en-US" sz="1350" kern="0" spc="-80" dirty="0">
                <a:solidFill>
                  <a:schemeClr val="accent6"/>
                </a:solidFill>
              </a:rPr>
              <a:t>SSL certificate handling</a:t>
            </a:r>
          </a:p>
          <a:p>
            <a:pPr marL="12700" marR="5080"/>
            <a:r>
              <a:rPr lang="en-US" sz="1350" kern="0" spc="-80" dirty="0">
                <a:solidFill>
                  <a:schemeClr val="accent6"/>
                </a:solidFill>
              </a:rPr>
              <a:t>Security sandbox settings</a:t>
            </a:r>
          </a:p>
          <a:p>
            <a:pPr marL="12700" marR="5080"/>
            <a:endParaRPr lang="en-US" sz="1350" kern="0" spc="-80" dirty="0">
              <a:solidFill>
                <a:schemeClr val="accent6"/>
              </a:solidFill>
            </a:endParaRP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780218035"/>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FBCAE-6ED9-D179-8432-CD2AF61A454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F720D1-44A5-116D-762D-B5F17EC15EC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F1F8666-8830-DFD9-BF28-378B380891E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527E37C-2B93-56E4-FB53-454932B97DD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8386B32-EC7C-3454-C55B-FF2186FC18D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7462F7E-FFFD-073B-A494-E205A89302A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0D2BA9F-52FC-C9F9-914C-BA3BA321456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9BBF2D4-3706-FA08-6662-6DB006054CF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A25ABD4-104B-821F-F6F3-7C2554793E7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03D4864-22ED-517F-3B74-5D1BBCB1D2D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38790BA-7E1E-EE04-B109-6AF8D0ED7222}"/>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3. SELENIUM ENVIRONMENT &amp; CONFIGURATION</a:t>
            </a:r>
          </a:p>
          <a:p>
            <a:pPr marL="12700" marR="5080"/>
            <a:r>
              <a:rPr lang="en-US" sz="1350" kern="0" spc="-80" dirty="0">
                <a:solidFill>
                  <a:schemeClr val="accent2"/>
                </a:solidFill>
              </a:rPr>
              <a:t>3.2 </a:t>
            </a:r>
            <a:r>
              <a:rPr lang="en-US" sz="1350" kern="0" spc="-80" dirty="0" err="1">
                <a:solidFill>
                  <a:schemeClr val="accent2"/>
                </a:solidFill>
              </a:rPr>
              <a:t>DesiredCapabilities</a:t>
            </a:r>
            <a:r>
              <a:rPr lang="en-US" sz="1350" kern="0" spc="-80" dirty="0">
                <a:solidFill>
                  <a:schemeClr val="accent2"/>
                </a:solidFill>
              </a:rPr>
              <a:t> &amp; Options Objects</a:t>
            </a:r>
          </a:p>
          <a:p>
            <a:pPr marL="12700" marR="5080"/>
            <a:r>
              <a:rPr lang="en-US" sz="1350" kern="0" spc="-80" dirty="0">
                <a:solidFill>
                  <a:schemeClr val="accent2"/>
                </a:solidFill>
              </a:rPr>
              <a:t>Examples:</a:t>
            </a:r>
          </a:p>
          <a:p>
            <a:pPr marL="12700" marR="5080"/>
            <a:r>
              <a:rPr lang="en-US" sz="1350" kern="0" spc="-80" dirty="0" err="1">
                <a:solidFill>
                  <a:schemeClr val="accent6"/>
                </a:solidFill>
              </a:rPr>
              <a:t>ChromeOptions</a:t>
            </a:r>
            <a:endParaRPr lang="en-US" sz="1350" kern="0" spc="-80" dirty="0">
              <a:solidFill>
                <a:schemeClr val="accent6"/>
              </a:solidFill>
            </a:endParaRPr>
          </a:p>
          <a:p>
            <a:pPr marL="12700" marR="5080"/>
            <a:r>
              <a:rPr lang="en-US" sz="1350" kern="0" spc="-80" dirty="0" err="1">
                <a:solidFill>
                  <a:schemeClr val="accent6"/>
                </a:solidFill>
              </a:rPr>
              <a:t>FirefoxOptions</a:t>
            </a:r>
            <a:endParaRPr lang="en-US" sz="1350" kern="0" spc="-80" dirty="0">
              <a:solidFill>
                <a:schemeClr val="accent6"/>
              </a:solidFill>
            </a:endParaRPr>
          </a:p>
          <a:p>
            <a:pPr marL="12700" marR="5080"/>
            <a:r>
              <a:rPr lang="en-US" sz="1350" kern="0" spc="-80" dirty="0" err="1">
                <a:solidFill>
                  <a:schemeClr val="accent6"/>
                </a:solidFill>
              </a:rPr>
              <a:t>EdgeOptions</a:t>
            </a:r>
            <a:endParaRPr lang="en-US" sz="1350" kern="0" spc="-80" dirty="0">
              <a:solidFill>
                <a:schemeClr val="accent6"/>
              </a:solidFill>
            </a:endParaRPr>
          </a:p>
          <a:p>
            <a:pPr marL="12700" marR="5080"/>
            <a:endParaRPr lang="en-US" sz="1350" kern="0" spc="-80" dirty="0">
              <a:solidFill>
                <a:schemeClr val="accent6"/>
              </a:solidFill>
            </a:endParaRPr>
          </a:p>
          <a:p>
            <a:pPr marL="12700" marR="5080"/>
            <a:r>
              <a:rPr lang="en-US" sz="1350" kern="0" spc="-80" dirty="0">
                <a:solidFill>
                  <a:schemeClr val="accent2"/>
                </a:solidFill>
              </a:rPr>
              <a:t>4. SELENIUM LOCATORS — THE FOUNDATIONS</a:t>
            </a:r>
          </a:p>
          <a:p>
            <a:pPr marL="12700" marR="5080"/>
            <a:r>
              <a:rPr lang="en-US" sz="1350" kern="0" spc="-80" dirty="0">
                <a:solidFill>
                  <a:schemeClr val="accent2"/>
                </a:solidFill>
              </a:rPr>
              <a:t>4.1 Supported Locators</a:t>
            </a:r>
          </a:p>
          <a:p>
            <a:pPr marL="12700" marR="5080"/>
            <a:r>
              <a:rPr lang="en-US" sz="1350" kern="0" spc="-80" dirty="0">
                <a:solidFill>
                  <a:schemeClr val="accent2"/>
                </a:solidFill>
              </a:rPr>
              <a:t>Locator	                          Strengths</a:t>
            </a:r>
          </a:p>
          <a:p>
            <a:pPr marL="12700" marR="5080"/>
            <a:r>
              <a:rPr lang="en-US" sz="1350" kern="0" spc="-80" dirty="0">
                <a:solidFill>
                  <a:schemeClr val="accent6"/>
                </a:solidFill>
              </a:rPr>
              <a:t>id	                          Fastest, best</a:t>
            </a:r>
          </a:p>
          <a:p>
            <a:pPr marL="12700" marR="5080"/>
            <a:r>
              <a:rPr lang="en-US" sz="1350" kern="0" spc="-80" dirty="0">
                <a:solidFill>
                  <a:schemeClr val="accent6"/>
                </a:solidFill>
              </a:rPr>
              <a:t>name	                          Good if unique</a:t>
            </a:r>
          </a:p>
          <a:p>
            <a:pPr marL="12700" marR="5080"/>
            <a:r>
              <a:rPr lang="en-US" sz="1350" kern="0" spc="-80" dirty="0" err="1">
                <a:solidFill>
                  <a:schemeClr val="accent6"/>
                </a:solidFill>
              </a:rPr>
              <a:t>className</a:t>
            </a:r>
            <a:r>
              <a:rPr lang="en-US" sz="1350" kern="0" spc="-80" dirty="0">
                <a:solidFill>
                  <a:schemeClr val="accent6"/>
                </a:solidFill>
              </a:rPr>
              <a:t>	                          Avoid if multiple</a:t>
            </a:r>
          </a:p>
          <a:p>
            <a:pPr marL="12700" marR="5080"/>
            <a:r>
              <a:rPr lang="en-US" sz="1350" kern="0" spc="-80" dirty="0" err="1">
                <a:solidFill>
                  <a:schemeClr val="accent6"/>
                </a:solidFill>
              </a:rPr>
              <a:t>cssSelector</a:t>
            </a:r>
            <a:r>
              <a:rPr lang="en-US" sz="1350" kern="0" spc="-80" dirty="0">
                <a:solidFill>
                  <a:schemeClr val="accent6"/>
                </a:solidFill>
              </a:rPr>
              <a:t>	                          Fast, expressive</a:t>
            </a:r>
          </a:p>
          <a:p>
            <a:pPr marL="12700" marR="5080"/>
            <a:r>
              <a:rPr lang="en-US" sz="1350" kern="0" spc="-80" dirty="0" err="1">
                <a:solidFill>
                  <a:schemeClr val="accent6"/>
                </a:solidFill>
              </a:rPr>
              <a:t>xpath</a:t>
            </a:r>
            <a:r>
              <a:rPr lang="en-US" sz="1350" kern="0" spc="-80" dirty="0">
                <a:solidFill>
                  <a:schemeClr val="accent6"/>
                </a:solidFill>
              </a:rPr>
              <a:t>	                          Most flexible, slower</a:t>
            </a:r>
          </a:p>
          <a:p>
            <a:pPr marL="12700" marR="5080"/>
            <a:r>
              <a:rPr lang="en-US" sz="1350" kern="0" spc="-80" dirty="0" err="1">
                <a:solidFill>
                  <a:schemeClr val="accent6"/>
                </a:solidFill>
              </a:rPr>
              <a:t>linkText</a:t>
            </a:r>
            <a:r>
              <a:rPr lang="en-US" sz="1350" kern="0" spc="-80" dirty="0">
                <a:solidFill>
                  <a:schemeClr val="accent6"/>
                </a:solidFill>
              </a:rPr>
              <a:t> / </a:t>
            </a:r>
            <a:r>
              <a:rPr lang="en-US" sz="1350" kern="0" spc="-80" dirty="0" err="1">
                <a:solidFill>
                  <a:schemeClr val="accent6"/>
                </a:solidFill>
              </a:rPr>
              <a:t>partialText</a:t>
            </a:r>
            <a:r>
              <a:rPr lang="en-US" sz="1350" kern="0" spc="-80" dirty="0">
                <a:solidFill>
                  <a:schemeClr val="accent6"/>
                </a:solidFill>
              </a:rPr>
              <a:t>	     Rarely recommended</a:t>
            </a:r>
          </a:p>
          <a:p>
            <a:pPr marL="12700" marR="5080"/>
            <a:r>
              <a:rPr lang="en-US" sz="1350" kern="0" spc="-80" dirty="0" err="1">
                <a:solidFill>
                  <a:schemeClr val="accent6"/>
                </a:solidFill>
              </a:rPr>
              <a:t>tagName</a:t>
            </a:r>
            <a:r>
              <a:rPr lang="en-US" sz="1350" kern="0" spc="-80" dirty="0">
                <a:solidFill>
                  <a:schemeClr val="accent6"/>
                </a:solidFill>
              </a:rPr>
              <a:t>	                          For bulk operations</a:t>
            </a:r>
          </a:p>
          <a:p>
            <a:pPr marL="12700" marR="5080"/>
            <a:endParaRPr lang="en-US" sz="1350" kern="0" spc="-80" dirty="0">
              <a:solidFill>
                <a:schemeClr val="accent6"/>
              </a:solidFill>
            </a:endParaRPr>
          </a:p>
          <a:p>
            <a:pPr marL="12700" marR="5080"/>
            <a:r>
              <a:rPr lang="en-US" sz="1350" kern="0" spc="-80" dirty="0">
                <a:solidFill>
                  <a:schemeClr val="accent2"/>
                </a:solidFill>
              </a:rPr>
              <a:t>5. WAITING STRATEGIES</a:t>
            </a:r>
          </a:p>
          <a:p>
            <a:pPr marL="12700" marR="5080"/>
            <a:r>
              <a:rPr lang="en-US" sz="1350" kern="0" spc="-80" dirty="0">
                <a:solidFill>
                  <a:schemeClr val="accent2"/>
                </a:solidFill>
              </a:rPr>
              <a:t>5.1 Implicit Wait</a:t>
            </a:r>
          </a:p>
          <a:p>
            <a:pPr marL="12700" marR="5080"/>
            <a:r>
              <a:rPr lang="en-US" sz="1350" kern="0" spc="-80" dirty="0">
                <a:solidFill>
                  <a:schemeClr val="accent6"/>
                </a:solidFill>
              </a:rPr>
              <a:t>Global timeout: risky; avoid in large suites.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1300905626"/>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82528B-B94C-3FB1-EE3E-A7A8BF2A25F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346DE53-5D48-9E89-000D-B86085723BE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78994EA-6324-79FA-AA79-631449E9926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0994025-21F2-906A-FDCA-8C63297A708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051C35B-2B4C-1DD1-6A55-F5B2959F240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CF01E65-B1AE-B653-A43C-30ACEC53445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7A6A615-994C-4F0C-A796-99EB68F897A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01E566D-F30C-37AF-B948-C1FFC29F666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41BBE44-FF06-F38C-81A0-A44A5B7EB67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4912C45-5D3F-3F87-3DD9-77348E55B0F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9F4476E-4ACD-A8D1-B95E-7D40ADF3A5F2}"/>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5. WAITING STRATEGIES</a:t>
            </a:r>
          </a:p>
          <a:p>
            <a:pPr marL="12700" marR="5080"/>
            <a:r>
              <a:rPr lang="en-US" sz="1350" kern="0" spc="-80" dirty="0">
                <a:solidFill>
                  <a:schemeClr val="accent2"/>
                </a:solidFill>
              </a:rPr>
              <a:t>5.2 Explicit Wait</a:t>
            </a:r>
          </a:p>
          <a:p>
            <a:pPr marL="12700" marR="5080"/>
            <a:r>
              <a:rPr lang="en-US" sz="1350" kern="0" spc="-80" dirty="0">
                <a:solidFill>
                  <a:schemeClr val="accent6"/>
                </a:solidFill>
              </a:rPr>
              <a:t>Use </a:t>
            </a:r>
            <a:r>
              <a:rPr lang="en-US" sz="1350" kern="0" spc="-80" dirty="0" err="1">
                <a:solidFill>
                  <a:schemeClr val="accent6"/>
                </a:solidFill>
              </a:rPr>
              <a:t>WebDriverWait</a:t>
            </a:r>
            <a:r>
              <a:rPr lang="en-US" sz="1350" kern="0" spc="-80" dirty="0">
                <a:solidFill>
                  <a:schemeClr val="accent6"/>
                </a:solidFill>
              </a:rPr>
              <a:t> and </a:t>
            </a:r>
            <a:r>
              <a:rPr lang="en-US" sz="1350" kern="0" spc="-80" dirty="0" err="1">
                <a:solidFill>
                  <a:schemeClr val="accent6"/>
                </a:solidFill>
              </a:rPr>
              <a:t>ExpectedConditions</a:t>
            </a:r>
            <a:r>
              <a:rPr lang="en-US" sz="1350" kern="0" spc="-80" dirty="0">
                <a:solidFill>
                  <a:schemeClr val="accent6"/>
                </a:solidFill>
              </a:rPr>
              <a:t>.</a:t>
            </a:r>
          </a:p>
          <a:p>
            <a:pPr marL="12700" marR="5080"/>
            <a:r>
              <a:rPr lang="en-US" sz="1350" kern="0" spc="-80" dirty="0">
                <a:solidFill>
                  <a:schemeClr val="accent6"/>
                </a:solidFill>
              </a:rPr>
              <a:t>Core patterns:</a:t>
            </a:r>
          </a:p>
          <a:p>
            <a:pPr marL="12700" marR="5080"/>
            <a:r>
              <a:rPr lang="en-US" sz="1350" kern="0" spc="-80" dirty="0">
                <a:solidFill>
                  <a:schemeClr val="accent6"/>
                </a:solidFill>
              </a:rPr>
              <a:t>Visibility Of Element</a:t>
            </a:r>
          </a:p>
          <a:p>
            <a:pPr marL="12700" marR="5080"/>
            <a:r>
              <a:rPr lang="en-US" sz="1350" kern="0" spc="-80" dirty="0">
                <a:solidFill>
                  <a:schemeClr val="accent6"/>
                </a:solidFill>
              </a:rPr>
              <a:t>Element To Be Clickable</a:t>
            </a:r>
          </a:p>
          <a:p>
            <a:pPr marL="12700" marR="5080"/>
            <a:r>
              <a:rPr lang="en-US" sz="1350" kern="0" spc="-80" dirty="0">
                <a:solidFill>
                  <a:schemeClr val="accent6"/>
                </a:solidFill>
              </a:rPr>
              <a:t>Presence Of Element</a:t>
            </a:r>
          </a:p>
          <a:p>
            <a:pPr marL="12700" marR="5080"/>
            <a:r>
              <a:rPr lang="en-US" sz="1350" kern="0" spc="-80" dirty="0">
                <a:solidFill>
                  <a:schemeClr val="accent6"/>
                </a:solidFill>
              </a:rPr>
              <a:t>Frame To Be Available</a:t>
            </a:r>
          </a:p>
          <a:p>
            <a:pPr marL="12700" marR="5080"/>
            <a:r>
              <a:rPr lang="en-US" sz="1350" kern="0" spc="-80" dirty="0">
                <a:solidFill>
                  <a:schemeClr val="accent6"/>
                </a:solidFill>
              </a:rPr>
              <a:t>Alerts Present</a:t>
            </a:r>
          </a:p>
          <a:p>
            <a:pPr marL="12700" marR="5080"/>
            <a:r>
              <a:rPr lang="en-US" sz="1350" kern="0" spc="-80" dirty="0">
                <a:solidFill>
                  <a:schemeClr val="accent6"/>
                </a:solidFill>
              </a:rPr>
              <a:t>URL Contains</a:t>
            </a:r>
          </a:p>
          <a:p>
            <a:pPr marL="12700" marR="5080"/>
            <a:r>
              <a:rPr lang="en-US" sz="1350" kern="0" spc="-80" dirty="0">
                <a:solidFill>
                  <a:schemeClr val="accent6"/>
                </a:solidFill>
              </a:rPr>
              <a:t>Text To Be Present</a:t>
            </a:r>
          </a:p>
          <a:p>
            <a:pPr marL="12700" marR="5080"/>
            <a:endParaRPr lang="en-US" sz="1350" kern="0" spc="-80" dirty="0">
              <a:solidFill>
                <a:schemeClr val="accent6"/>
              </a:solidFill>
            </a:endParaRPr>
          </a:p>
          <a:p>
            <a:pPr marL="12700" marR="5080"/>
            <a:r>
              <a:rPr lang="en-US" sz="1350" kern="0" spc="-80" dirty="0">
                <a:solidFill>
                  <a:schemeClr val="accent2"/>
                </a:solidFill>
              </a:rPr>
              <a:t>5.3 Fluent Wait</a:t>
            </a:r>
          </a:p>
          <a:p>
            <a:pPr marL="12700" marR="5080"/>
            <a:r>
              <a:rPr lang="en-US" sz="1350" kern="0" spc="-80" dirty="0">
                <a:solidFill>
                  <a:schemeClr val="accent6"/>
                </a:solidFill>
              </a:rPr>
              <a:t>Custom polling intervals + exception ignoring.</a:t>
            </a:r>
          </a:p>
          <a:p>
            <a:pPr marL="12700" marR="5080"/>
            <a:endParaRPr lang="en-US" sz="1350" kern="0" spc="-80" dirty="0">
              <a:solidFill>
                <a:schemeClr val="accent6"/>
              </a:solidFill>
            </a:endParaRPr>
          </a:p>
          <a:p>
            <a:pPr marL="12700" marR="5080"/>
            <a:r>
              <a:rPr lang="en-US" sz="1350" kern="0" spc="-80" dirty="0">
                <a:solidFill>
                  <a:schemeClr val="accent2"/>
                </a:solidFill>
              </a:rPr>
              <a:t>5.4 Smart Wait Patterns</a:t>
            </a:r>
          </a:p>
          <a:p>
            <a:pPr marL="12700" marR="5080"/>
            <a:r>
              <a:rPr lang="en-US" sz="1350" kern="0" spc="-80" dirty="0">
                <a:solidFill>
                  <a:schemeClr val="accent6"/>
                </a:solidFill>
              </a:rPr>
              <a:t>Wait for Angular (Hooks)</a:t>
            </a:r>
          </a:p>
          <a:p>
            <a:pPr marL="12700" marR="5080"/>
            <a:r>
              <a:rPr lang="en-US" sz="1350" kern="0" spc="-80" dirty="0">
                <a:solidFill>
                  <a:schemeClr val="accent6"/>
                </a:solidFill>
              </a:rPr>
              <a:t>Wait for React hydration</a:t>
            </a:r>
          </a:p>
          <a:p>
            <a:pPr marL="12700" marR="5080"/>
            <a:r>
              <a:rPr lang="en-US" sz="1350" kern="0" spc="-80" dirty="0">
                <a:solidFill>
                  <a:schemeClr val="accent6"/>
                </a:solidFill>
              </a:rPr>
              <a:t>Wait for Vue updates</a:t>
            </a:r>
          </a:p>
          <a:p>
            <a:pPr marL="12700" marR="5080"/>
            <a:r>
              <a:rPr lang="en-US" sz="1350" kern="0" spc="-80" dirty="0">
                <a:solidFill>
                  <a:schemeClr val="accent6"/>
                </a:solidFill>
              </a:rPr>
              <a:t>Wait for Fetch/XHR completion</a:t>
            </a:r>
          </a:p>
          <a:p>
            <a:pPr marL="12700" marR="5080"/>
            <a:r>
              <a:rPr lang="en-US" sz="1350" kern="0" spc="-80" dirty="0">
                <a:solidFill>
                  <a:schemeClr val="accent6"/>
                </a:solidFill>
              </a:rPr>
              <a:t>Wait using </a:t>
            </a:r>
            <a:r>
              <a:rPr lang="en-US" sz="1350" kern="0" spc="-80" dirty="0" err="1">
                <a:solidFill>
                  <a:schemeClr val="accent6"/>
                </a:solidFill>
              </a:rPr>
              <a:t>MutationObserver</a:t>
            </a:r>
            <a:r>
              <a:rPr lang="en-US" sz="1350" kern="0" spc="-80" dirty="0">
                <a:solidFill>
                  <a:schemeClr val="accent6"/>
                </a:solidFill>
              </a:rPr>
              <a:t> (custom JS)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1499733481"/>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53FA-73DF-837E-86F2-3FF8C44D345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BE17004-5AB6-A6CF-1DF0-034AE1ECDB5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A56BC61-22FB-B0C0-4516-DC3A3135365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6751168-F536-0676-7C68-3D17DEDF542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5F38BA5-D9A4-96F0-DE1A-CC77D349A91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ED68B78-7A6A-AADC-D9A3-DBED67435CB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9B222D8-1473-AF97-6403-C3FB18DAE7A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D94AB40-DF18-33E0-A03E-B146E2D4768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B9EBC9B-4D3F-7A10-2084-5B9D96B5953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883C0B7-FCAC-C9CD-6371-11EEBB8CE1A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0A67419-DC6E-F3D9-787A-5C8872D35D5E}"/>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6. WEB ELEMENT INTERACTIONS</a:t>
            </a:r>
          </a:p>
          <a:p>
            <a:pPr marL="12700" marR="5080"/>
            <a:r>
              <a:rPr lang="en-US" sz="1350" kern="0" spc="-80" dirty="0">
                <a:solidFill>
                  <a:schemeClr val="accent2"/>
                </a:solidFill>
              </a:rPr>
              <a:t>6.1 Click, Type, Clear</a:t>
            </a:r>
          </a:p>
          <a:p>
            <a:pPr marL="12700" marR="5080"/>
            <a:r>
              <a:rPr lang="en-US" sz="1350" kern="0" spc="-80" dirty="0">
                <a:solidFill>
                  <a:schemeClr val="accent6"/>
                </a:solidFill>
              </a:rPr>
              <a:t>With advanced failure handling.</a:t>
            </a:r>
          </a:p>
          <a:p>
            <a:pPr marL="12700" marR="5080"/>
            <a:endParaRPr lang="en-US" sz="1350" kern="0" spc="-80" dirty="0">
              <a:solidFill>
                <a:schemeClr val="accent6"/>
              </a:solidFill>
            </a:endParaRPr>
          </a:p>
          <a:p>
            <a:pPr marL="12700" marR="5080"/>
            <a:r>
              <a:rPr lang="en-US" sz="1350" kern="0" spc="-80" dirty="0">
                <a:solidFill>
                  <a:schemeClr val="accent2"/>
                </a:solidFill>
              </a:rPr>
              <a:t>6.2 JavaScript Executor</a:t>
            </a:r>
          </a:p>
          <a:p>
            <a:pPr marL="12700" marR="5080"/>
            <a:r>
              <a:rPr lang="en-US" sz="1350" kern="0" spc="-80" dirty="0">
                <a:solidFill>
                  <a:schemeClr val="accent2"/>
                </a:solidFill>
              </a:rPr>
              <a:t>Used when:</a:t>
            </a:r>
          </a:p>
          <a:p>
            <a:pPr marL="12700" marR="5080"/>
            <a:r>
              <a:rPr lang="en-US" sz="1350" kern="0" spc="-80" dirty="0">
                <a:solidFill>
                  <a:schemeClr val="accent6"/>
                </a:solidFill>
              </a:rPr>
              <a:t>Element not interactable</a:t>
            </a:r>
          </a:p>
          <a:p>
            <a:pPr marL="12700" marR="5080"/>
            <a:r>
              <a:rPr lang="en-US" sz="1350" kern="0" spc="-80" dirty="0">
                <a:solidFill>
                  <a:schemeClr val="accent6"/>
                </a:solidFill>
              </a:rPr>
              <a:t>Scroll incorrect</a:t>
            </a:r>
          </a:p>
          <a:p>
            <a:pPr marL="12700" marR="5080"/>
            <a:r>
              <a:rPr lang="en-US" sz="1350" kern="0" spc="-80" dirty="0">
                <a:solidFill>
                  <a:schemeClr val="accent6"/>
                </a:solidFill>
              </a:rPr>
              <a:t>Shadow DOM issues</a:t>
            </a:r>
          </a:p>
          <a:p>
            <a:pPr marL="12700" marR="5080"/>
            <a:r>
              <a:rPr lang="en-US" sz="1350" kern="0" spc="-80" dirty="0">
                <a:solidFill>
                  <a:schemeClr val="accent6"/>
                </a:solidFill>
              </a:rPr>
              <a:t>Stale element problems</a:t>
            </a:r>
          </a:p>
          <a:p>
            <a:pPr marL="12700" marR="5080"/>
            <a:r>
              <a:rPr lang="en-US" sz="1350" kern="0" spc="-80" dirty="0">
                <a:solidFill>
                  <a:schemeClr val="accent6"/>
                </a:solidFill>
              </a:rPr>
              <a:t>Performance metrics</a:t>
            </a:r>
          </a:p>
          <a:p>
            <a:pPr marL="12700" marR="5080"/>
            <a:r>
              <a:rPr lang="en-US" sz="1350" kern="0" spc="-80" dirty="0">
                <a:solidFill>
                  <a:schemeClr val="accent6"/>
                </a:solidFill>
              </a:rPr>
              <a:t>Fetch API mocks</a:t>
            </a:r>
          </a:p>
          <a:p>
            <a:pPr marL="12700" marR="5080"/>
            <a:endParaRPr lang="en-US" sz="1350" kern="0" spc="-80" dirty="0">
              <a:solidFill>
                <a:schemeClr val="accent6"/>
              </a:solidFill>
            </a:endParaRPr>
          </a:p>
          <a:p>
            <a:pPr marL="12700" marR="5080"/>
            <a:r>
              <a:rPr lang="en-US" sz="1350" kern="0" spc="-80" dirty="0">
                <a:solidFill>
                  <a:schemeClr val="accent2"/>
                </a:solidFill>
              </a:rPr>
              <a:t>6.3 Action Chains</a:t>
            </a:r>
          </a:p>
          <a:p>
            <a:pPr marL="12700" marR="5080"/>
            <a:r>
              <a:rPr lang="en-US" sz="1350" kern="0" spc="-80" dirty="0">
                <a:solidFill>
                  <a:schemeClr val="accent2"/>
                </a:solidFill>
              </a:rPr>
              <a:t>Used for:</a:t>
            </a:r>
          </a:p>
          <a:p>
            <a:pPr marL="12700" marR="5080"/>
            <a:r>
              <a:rPr lang="en-US" sz="1350" kern="0" spc="-80" dirty="0">
                <a:solidFill>
                  <a:schemeClr val="accent6"/>
                </a:solidFill>
              </a:rPr>
              <a:t>Drag &amp; drop</a:t>
            </a:r>
          </a:p>
          <a:p>
            <a:pPr marL="12700" marR="5080"/>
            <a:r>
              <a:rPr lang="en-US" sz="1350" kern="0" spc="-80" dirty="0">
                <a:solidFill>
                  <a:schemeClr val="accent6"/>
                </a:solidFill>
              </a:rPr>
              <a:t>Mouse hover</a:t>
            </a:r>
          </a:p>
          <a:p>
            <a:pPr marL="12700" marR="5080"/>
            <a:r>
              <a:rPr lang="en-US" sz="1350" kern="0" spc="-80" dirty="0">
                <a:solidFill>
                  <a:schemeClr val="accent6"/>
                </a:solidFill>
              </a:rPr>
              <a:t>Multi-key sequences</a:t>
            </a:r>
          </a:p>
          <a:p>
            <a:pPr marL="12700" marR="5080"/>
            <a:r>
              <a:rPr lang="en-US" sz="1350" kern="0" spc="-80" dirty="0">
                <a:solidFill>
                  <a:schemeClr val="accent6"/>
                </a:solidFill>
              </a:rPr>
              <a:t>Sliders</a:t>
            </a:r>
          </a:p>
          <a:p>
            <a:pPr marL="12700" marR="5080"/>
            <a:r>
              <a:rPr lang="en-US" sz="1350" kern="0" spc="-80" dirty="0">
                <a:solidFill>
                  <a:schemeClr val="accent6"/>
                </a:solidFill>
              </a:rPr>
              <a:t>Right click</a:t>
            </a:r>
          </a:p>
          <a:p>
            <a:pPr marL="12700" marR="5080"/>
            <a:r>
              <a:rPr lang="en-US" sz="1350" kern="0" spc="-80" dirty="0">
                <a:solidFill>
                  <a:schemeClr val="accent6"/>
                </a:solidFill>
              </a:rPr>
              <a:t>Touch interactions (mobile)</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4166737922"/>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FF978-B831-7536-BD84-E4DF7D7425C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CA23438-F5C2-D853-7704-408E025AD77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2DAD7B0-BE49-AB66-ECB4-DAD10D21622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A6D3E32-6E90-0358-BD40-1B1F42F12CA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5CD808F-CEDD-AAFD-27BC-638DF75E863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6AEB14C-8F71-9311-635E-3A01C4ECC3D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2F71DA3-4F38-066C-89B6-59481325445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1DAC1B9-6F99-1DEB-3DCD-24614268135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9989211-F4BF-E100-4D21-90C46CAF190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EE098AB-2916-0AD7-461F-5AB743E223C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1A577DA-6714-3DB8-5B3B-277D9DE0E0F8}"/>
              </a:ext>
            </a:extLst>
          </p:cNvPr>
          <p:cNvSpPr txBox="1">
            <a:spLocks/>
          </p:cNvSpPr>
          <p:nvPr/>
        </p:nvSpPr>
        <p:spPr>
          <a:xfrm>
            <a:off x="152400" y="685800"/>
            <a:ext cx="8624937" cy="46705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7. ADVANCED DOM TARGETING</a:t>
            </a:r>
          </a:p>
          <a:p>
            <a:pPr marL="12700" marR="5080"/>
            <a:r>
              <a:rPr lang="en-US" sz="1350" kern="0" spc="-80" dirty="0">
                <a:solidFill>
                  <a:schemeClr val="accent2"/>
                </a:solidFill>
              </a:rPr>
              <a:t>7.1 Shadow DOM Automation</a:t>
            </a:r>
          </a:p>
          <a:p>
            <a:pPr marL="12700" marR="5080"/>
            <a:r>
              <a:rPr lang="en-US" sz="1350" kern="0" spc="-80" dirty="0">
                <a:solidFill>
                  <a:schemeClr val="accent2"/>
                </a:solidFill>
              </a:rPr>
              <a:t>Techniques:</a:t>
            </a:r>
          </a:p>
          <a:p>
            <a:pPr marL="12700" marR="5080"/>
            <a:r>
              <a:rPr lang="en-US" sz="1350" kern="0" spc="-80" dirty="0">
                <a:solidFill>
                  <a:schemeClr val="accent6"/>
                </a:solidFill>
              </a:rPr>
              <a:t>JS queries (</a:t>
            </a:r>
            <a:r>
              <a:rPr lang="en-US" sz="1350" kern="0" spc="-80" dirty="0" err="1">
                <a:solidFill>
                  <a:schemeClr val="accent6"/>
                </a:solidFill>
              </a:rPr>
              <a:t>shadowRoot.querySelector</a:t>
            </a:r>
            <a:r>
              <a:rPr lang="en-US" sz="1350" kern="0" spc="-80" dirty="0">
                <a:solidFill>
                  <a:schemeClr val="accent6"/>
                </a:solidFill>
              </a:rPr>
              <a:t>)</a:t>
            </a:r>
          </a:p>
          <a:p>
            <a:pPr marL="12700" marR="5080"/>
            <a:r>
              <a:rPr lang="en-US" sz="1350" kern="0" spc="-80" dirty="0">
                <a:solidFill>
                  <a:schemeClr val="accent6"/>
                </a:solidFill>
              </a:rPr>
              <a:t>Traversal using JS</a:t>
            </a:r>
          </a:p>
          <a:p>
            <a:pPr marL="12700" marR="5080"/>
            <a:r>
              <a:rPr lang="en-US" sz="1350" kern="0" spc="-80" dirty="0">
                <a:solidFill>
                  <a:schemeClr val="accent6"/>
                </a:solidFill>
              </a:rPr>
              <a:t>Deep piercing (when allowed)</a:t>
            </a:r>
          </a:p>
          <a:p>
            <a:pPr marL="12700" marR="5080"/>
            <a:endParaRPr lang="en-US" sz="1350" kern="0" spc="-80" dirty="0">
              <a:solidFill>
                <a:schemeClr val="accent6"/>
              </a:solidFill>
            </a:endParaRPr>
          </a:p>
          <a:p>
            <a:pPr marL="12700" marR="5080"/>
            <a:r>
              <a:rPr lang="en-US" sz="1350" kern="0" spc="-80" dirty="0">
                <a:solidFill>
                  <a:schemeClr val="accent2"/>
                </a:solidFill>
              </a:rPr>
              <a:t>7.2 </a:t>
            </a:r>
            <a:r>
              <a:rPr lang="en-US" sz="1350" kern="0" spc="-80" dirty="0" err="1">
                <a:solidFill>
                  <a:schemeClr val="accent2"/>
                </a:solidFill>
              </a:rPr>
              <a:t>iFrames</a:t>
            </a:r>
            <a:endParaRPr lang="en-US" sz="1350" kern="0" spc="-80" dirty="0">
              <a:solidFill>
                <a:schemeClr val="accent2"/>
              </a:solidFill>
            </a:endParaRPr>
          </a:p>
          <a:p>
            <a:pPr marL="12700" marR="5080"/>
            <a:r>
              <a:rPr lang="en-US" sz="1350" kern="0" spc="-80" dirty="0">
                <a:solidFill>
                  <a:schemeClr val="accent2"/>
                </a:solidFill>
              </a:rPr>
              <a:t>Concepts:</a:t>
            </a:r>
          </a:p>
          <a:p>
            <a:pPr marL="12700" marR="5080"/>
            <a:r>
              <a:rPr lang="en-US" sz="1350" kern="0" spc="-80" dirty="0">
                <a:solidFill>
                  <a:schemeClr val="accent6"/>
                </a:solidFill>
              </a:rPr>
              <a:t>Switch by index</a:t>
            </a:r>
          </a:p>
          <a:p>
            <a:pPr marL="12700" marR="5080"/>
            <a:r>
              <a:rPr lang="en-US" sz="1350" kern="0" spc="-80" dirty="0">
                <a:solidFill>
                  <a:schemeClr val="accent6"/>
                </a:solidFill>
              </a:rPr>
              <a:t>Switch by ID/name</a:t>
            </a:r>
          </a:p>
          <a:p>
            <a:pPr marL="12700" marR="5080"/>
            <a:r>
              <a:rPr lang="en-US" sz="1350" kern="0" spc="-80" dirty="0">
                <a:solidFill>
                  <a:schemeClr val="accent6"/>
                </a:solidFill>
              </a:rPr>
              <a:t>Switch using </a:t>
            </a:r>
            <a:r>
              <a:rPr lang="en-US" sz="1350" kern="0" spc="-80" dirty="0" err="1">
                <a:solidFill>
                  <a:schemeClr val="accent6"/>
                </a:solidFill>
              </a:rPr>
              <a:t>WebElement</a:t>
            </a:r>
            <a:r>
              <a:rPr lang="en-US" sz="1350" kern="0" spc="-80" dirty="0">
                <a:solidFill>
                  <a:schemeClr val="accent6"/>
                </a:solidFill>
              </a:rPr>
              <a:t> reference</a:t>
            </a:r>
          </a:p>
          <a:p>
            <a:pPr marL="12700" marR="5080"/>
            <a:r>
              <a:rPr lang="en-US" sz="1350" kern="0" spc="-80" dirty="0">
                <a:solidFill>
                  <a:schemeClr val="accent6"/>
                </a:solidFill>
              </a:rPr>
              <a:t>Nested </a:t>
            </a:r>
            <a:r>
              <a:rPr lang="en-US" sz="1350" kern="0" spc="-80" dirty="0" err="1">
                <a:solidFill>
                  <a:schemeClr val="accent6"/>
                </a:solidFill>
              </a:rPr>
              <a:t>iframes</a:t>
            </a:r>
            <a:endParaRPr lang="en-US" sz="1350" kern="0" spc="-80" dirty="0">
              <a:solidFill>
                <a:schemeClr val="accent6"/>
              </a:solidFill>
            </a:endParaRPr>
          </a:p>
          <a:p>
            <a:pPr marL="12700" marR="5080"/>
            <a:r>
              <a:rPr lang="en-US" sz="1350" kern="0" spc="-80" dirty="0">
                <a:solidFill>
                  <a:schemeClr val="accent6"/>
                </a:solidFill>
              </a:rPr>
              <a:t>Reverting back to </a:t>
            </a:r>
            <a:r>
              <a:rPr lang="en-US" sz="1350" kern="0" spc="-80" dirty="0" err="1">
                <a:solidFill>
                  <a:schemeClr val="accent6"/>
                </a:solidFill>
              </a:rPr>
              <a:t>defaultContent</a:t>
            </a:r>
            <a:endParaRPr lang="en-US" sz="1350" kern="0" spc="-80" dirty="0">
              <a:solidFill>
                <a:schemeClr val="accent6"/>
              </a:solidFill>
            </a:endParaRPr>
          </a:p>
          <a:p>
            <a:pPr marL="12700" marR="5080"/>
            <a:endParaRPr lang="en-US" sz="1350" kern="0" spc="-80" dirty="0">
              <a:solidFill>
                <a:schemeClr val="accent6"/>
              </a:solidFill>
            </a:endParaRPr>
          </a:p>
          <a:p>
            <a:pPr marL="12700" marR="5080"/>
            <a:r>
              <a:rPr lang="en-US" sz="1350" kern="0" spc="-80" dirty="0">
                <a:solidFill>
                  <a:schemeClr val="accent2"/>
                </a:solidFill>
              </a:rPr>
              <a:t>7.3 Canvas Automation</a:t>
            </a:r>
          </a:p>
          <a:p>
            <a:pPr marL="12700" marR="5080"/>
            <a:r>
              <a:rPr lang="en-US" sz="1350" kern="0" spc="-80" dirty="0">
                <a:solidFill>
                  <a:schemeClr val="accent2"/>
                </a:solidFill>
              </a:rPr>
              <a:t>Strategies:</a:t>
            </a:r>
          </a:p>
          <a:p>
            <a:pPr marL="12700" marR="5080"/>
            <a:r>
              <a:rPr lang="en-US" sz="1350" kern="0" spc="-80" dirty="0">
                <a:solidFill>
                  <a:schemeClr val="accent6"/>
                </a:solidFill>
              </a:rPr>
              <a:t>JavaScript coordinate clicking</a:t>
            </a:r>
          </a:p>
          <a:p>
            <a:pPr marL="12700" marR="5080"/>
            <a:r>
              <a:rPr lang="en-US" sz="1350" kern="0" spc="-80" dirty="0">
                <a:solidFill>
                  <a:schemeClr val="accent6"/>
                </a:solidFill>
              </a:rPr>
              <a:t>Image diff tools (</a:t>
            </a:r>
            <a:r>
              <a:rPr lang="en-US" sz="1350" kern="0" spc="-80" dirty="0" err="1">
                <a:solidFill>
                  <a:schemeClr val="accent6"/>
                </a:solidFill>
              </a:rPr>
              <a:t>Applitools</a:t>
            </a:r>
            <a:r>
              <a:rPr lang="en-US" sz="1350" kern="0" spc="-80" dirty="0">
                <a:solidFill>
                  <a:schemeClr val="accent6"/>
                </a:solidFill>
              </a:rPr>
              <a:t>, Percy)</a:t>
            </a:r>
          </a:p>
          <a:p>
            <a:pPr marL="12700" marR="5080"/>
            <a:r>
              <a:rPr lang="en-US" sz="1350" kern="0" spc="-80" dirty="0">
                <a:solidFill>
                  <a:schemeClr val="accent6"/>
                </a:solidFill>
              </a:rPr>
              <a:t>DOM-backed hidden accessibility trees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2845865438"/>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37CD0-030A-413D-5C4A-7EC337BE12E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3114D0A-3DA2-5891-505A-8044194F64E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6F5421C-0164-D1A6-E938-558F74D0580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692BF00-D4A8-5875-0658-77EEF87971D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F29C1F4-29E3-9A65-13C8-26CBF32EB2B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CF78E-473E-F433-FBE4-FA91AAB2FAA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B5EEC20-D3D3-D3B4-C74D-AD9F8FE7F6F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183CD00-4E1A-2668-5DB0-199C7F99F26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C41682C-18B7-971F-9FD4-6CC914BC6C1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7823A74-9F69-29D9-9FDE-1F579E9E663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E11C4CE-ECD5-EC9C-581A-F5B4D0347BD4}"/>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7.4 File Upload &amp; Download</a:t>
            </a:r>
          </a:p>
          <a:p>
            <a:pPr marL="12700" marR="5080"/>
            <a:r>
              <a:rPr lang="en-US" sz="1350" kern="0" spc="-80" dirty="0">
                <a:solidFill>
                  <a:schemeClr val="accent2"/>
                </a:solidFill>
              </a:rPr>
              <a:t>Upload:</a:t>
            </a:r>
          </a:p>
          <a:p>
            <a:pPr marL="12700" marR="5080"/>
            <a:r>
              <a:rPr lang="en-US" sz="1350" kern="0" spc="-80" dirty="0" err="1">
                <a:solidFill>
                  <a:schemeClr val="accent6"/>
                </a:solidFill>
              </a:rPr>
              <a:t>SendKeys</a:t>
            </a:r>
            <a:r>
              <a:rPr lang="en-US" sz="1350" kern="0" spc="-80" dirty="0">
                <a:solidFill>
                  <a:schemeClr val="accent6"/>
                </a:solidFill>
              </a:rPr>
              <a:t> with file path</a:t>
            </a:r>
          </a:p>
          <a:p>
            <a:pPr marL="12700" marR="5080"/>
            <a:r>
              <a:rPr lang="en-US" sz="1350" kern="0" spc="-80" dirty="0">
                <a:solidFill>
                  <a:schemeClr val="accent2"/>
                </a:solidFill>
              </a:rPr>
              <a:t>Download:</a:t>
            </a:r>
          </a:p>
          <a:p>
            <a:pPr marL="12700" marR="5080"/>
            <a:r>
              <a:rPr lang="en-US" sz="1350" kern="0" spc="-80" dirty="0">
                <a:solidFill>
                  <a:schemeClr val="accent6"/>
                </a:solidFill>
              </a:rPr>
              <a:t>Custom browser profile</a:t>
            </a:r>
          </a:p>
          <a:p>
            <a:pPr marL="12700" marR="5080"/>
            <a:r>
              <a:rPr lang="en-US" sz="1350" kern="0" spc="-80" dirty="0">
                <a:solidFill>
                  <a:schemeClr val="accent6"/>
                </a:solidFill>
              </a:rPr>
              <a:t>Intercept CDP events (Chrome </a:t>
            </a:r>
            <a:r>
              <a:rPr lang="en-US" sz="1350" kern="0" spc="-80" dirty="0" err="1">
                <a:solidFill>
                  <a:schemeClr val="accent6"/>
                </a:solidFill>
              </a:rPr>
              <a:t>DevTools</a:t>
            </a:r>
            <a:r>
              <a:rPr lang="en-US" sz="1350" kern="0" spc="-80" dirty="0">
                <a:solidFill>
                  <a:schemeClr val="accent6"/>
                </a:solidFill>
              </a:rPr>
              <a:t>)</a:t>
            </a:r>
          </a:p>
          <a:p>
            <a:pPr marL="12700" marR="5080"/>
            <a:endParaRPr lang="en-US" sz="1350" kern="0" spc="-80" dirty="0">
              <a:solidFill>
                <a:schemeClr val="accent6"/>
              </a:solidFill>
            </a:endParaRPr>
          </a:p>
          <a:p>
            <a:pPr marL="12700" marR="5080"/>
            <a:r>
              <a:rPr lang="en-US" sz="1350" kern="0" spc="-80" dirty="0">
                <a:solidFill>
                  <a:schemeClr val="accent2"/>
                </a:solidFill>
              </a:rPr>
              <a:t>8. SELENIUM ARCHITECTURE PATTERNS</a:t>
            </a:r>
          </a:p>
          <a:p>
            <a:pPr marL="12700" marR="5080"/>
            <a:r>
              <a:rPr lang="en-US" sz="1350" kern="0" spc="-80" dirty="0">
                <a:solidFill>
                  <a:schemeClr val="accent2"/>
                </a:solidFill>
              </a:rPr>
              <a:t>8.1 Page Object Model (POM)</a:t>
            </a:r>
          </a:p>
          <a:p>
            <a:pPr marL="12700" marR="5080"/>
            <a:r>
              <a:rPr lang="en-US" sz="1350" kern="0" spc="-80" dirty="0">
                <a:solidFill>
                  <a:schemeClr val="accent6"/>
                </a:solidFill>
              </a:rPr>
              <a:t>Most common pattern.</a:t>
            </a:r>
          </a:p>
          <a:p>
            <a:pPr marL="12700" marR="5080"/>
            <a:r>
              <a:rPr lang="en-US" sz="1350" kern="0" spc="-80" dirty="0">
                <a:solidFill>
                  <a:schemeClr val="accent6"/>
                </a:solidFill>
              </a:rPr>
              <a:t>Advantages:</a:t>
            </a:r>
          </a:p>
          <a:p>
            <a:pPr marL="12700" marR="5080"/>
            <a:r>
              <a:rPr lang="en-US" sz="1350" kern="0" spc="-80" dirty="0">
                <a:solidFill>
                  <a:schemeClr val="accent6"/>
                </a:solidFill>
              </a:rPr>
              <a:t>Maintainability</a:t>
            </a:r>
          </a:p>
          <a:p>
            <a:pPr marL="12700" marR="5080"/>
            <a:r>
              <a:rPr lang="en-US" sz="1350" kern="0" spc="-80" dirty="0">
                <a:solidFill>
                  <a:schemeClr val="accent6"/>
                </a:solidFill>
              </a:rPr>
              <a:t>DRY locators</a:t>
            </a:r>
          </a:p>
          <a:p>
            <a:pPr marL="12700" marR="5080"/>
            <a:r>
              <a:rPr lang="en-US" sz="1350" kern="0" spc="-80" dirty="0">
                <a:solidFill>
                  <a:schemeClr val="accent6"/>
                </a:solidFill>
              </a:rPr>
              <a:t>Encapsulation</a:t>
            </a:r>
          </a:p>
          <a:p>
            <a:pPr marL="12700" marR="5080"/>
            <a:r>
              <a:rPr lang="en-US" sz="1350" kern="0" spc="-80" dirty="0">
                <a:solidFill>
                  <a:schemeClr val="accent6"/>
                </a:solidFill>
              </a:rPr>
              <a:t>Challenges:</a:t>
            </a:r>
          </a:p>
          <a:p>
            <a:pPr marL="12700" marR="5080"/>
            <a:r>
              <a:rPr lang="en-US" sz="1350" kern="0" spc="-80" dirty="0">
                <a:solidFill>
                  <a:schemeClr val="accent6"/>
                </a:solidFill>
              </a:rPr>
              <a:t>Excessive method bloat</a:t>
            </a:r>
          </a:p>
          <a:p>
            <a:pPr marL="12700" marR="5080"/>
            <a:r>
              <a:rPr lang="en-US" sz="1350" kern="0" spc="-80" dirty="0">
                <a:solidFill>
                  <a:schemeClr val="accent6"/>
                </a:solidFill>
              </a:rPr>
              <a:t>Hard coupling</a:t>
            </a:r>
          </a:p>
          <a:p>
            <a:pPr marL="12700" marR="5080"/>
            <a:endParaRPr lang="en-US" sz="1350" kern="0" spc="-80" dirty="0">
              <a:solidFill>
                <a:schemeClr val="accent6"/>
              </a:solidFill>
            </a:endParaRPr>
          </a:p>
          <a:p>
            <a:pPr marL="12700" marR="5080"/>
            <a:r>
              <a:rPr lang="en-US" sz="1350" kern="0" spc="-80" dirty="0">
                <a:solidFill>
                  <a:schemeClr val="accent2"/>
                </a:solidFill>
              </a:rPr>
              <a:t>8.2 Page Factory</a:t>
            </a:r>
          </a:p>
          <a:p>
            <a:pPr marL="12700" marR="5080"/>
            <a:r>
              <a:rPr lang="en-US" sz="1350" kern="0" spc="-80" dirty="0">
                <a:solidFill>
                  <a:schemeClr val="accent6"/>
                </a:solidFill>
              </a:rPr>
              <a:t>Lazy initialized elements</a:t>
            </a:r>
          </a:p>
          <a:p>
            <a:pPr marL="12700" marR="5080"/>
            <a:r>
              <a:rPr lang="en-US" sz="1350" kern="0" spc="-80" dirty="0">
                <a:solidFill>
                  <a:schemeClr val="accent6"/>
                </a:solidFill>
              </a:rPr>
              <a:t>→ Now discouraged in large suites.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2653139253"/>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B2E60-F6F9-33E0-498F-E3C14EF5B0D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510FEF3-C37D-D84E-D971-740B26DC7AE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756AF88-66C5-6965-9254-A508E16C45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7B3C39B-3155-51DB-1B15-39CB3F55CA0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59C5207-C2E5-2185-ED36-087E8AB32DF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7ACC556-7AEF-A523-9997-61A9E865AFB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E68C33-A5AB-0A7E-31CA-DAD7B341914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6FBC6A8-F743-8CD8-F115-EB22E5D6233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9226019-F03A-D90E-12E5-0EFA84B37AF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3F77B47-17FC-FBD4-E250-B1C8C4FDB55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421498A-A352-A00D-992E-CA5B04503EB1}"/>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8.3 Screenplay Pattern (Recommended)</a:t>
            </a:r>
          </a:p>
          <a:p>
            <a:pPr marL="12700" marR="5080"/>
            <a:r>
              <a:rPr lang="en-US" sz="1350" kern="0" spc="-80" dirty="0">
                <a:solidFill>
                  <a:schemeClr val="accent6"/>
                </a:solidFill>
              </a:rPr>
              <a:t>Used by </a:t>
            </a:r>
            <a:r>
              <a:rPr lang="en-US" sz="1350" kern="0" spc="-80" dirty="0" err="1">
                <a:solidFill>
                  <a:schemeClr val="accent6"/>
                </a:solidFill>
              </a:rPr>
              <a:t>SerenityBDD</a:t>
            </a:r>
            <a:endParaRPr lang="en-US" sz="1350" kern="0" spc="-80" dirty="0">
              <a:solidFill>
                <a:schemeClr val="accent6"/>
              </a:solidFill>
            </a:endParaRPr>
          </a:p>
          <a:p>
            <a:pPr marL="12700" marR="5080"/>
            <a:r>
              <a:rPr lang="en-US" sz="1350" kern="0" spc="-80" dirty="0">
                <a:solidFill>
                  <a:schemeClr val="accent2"/>
                </a:solidFill>
              </a:rPr>
              <a:t>Entities:</a:t>
            </a:r>
          </a:p>
          <a:p>
            <a:pPr marL="12700" marR="5080"/>
            <a:r>
              <a:rPr lang="en-US" sz="1350" kern="0" spc="-80" dirty="0">
                <a:solidFill>
                  <a:schemeClr val="accent6"/>
                </a:solidFill>
              </a:rPr>
              <a:t>Actors</a:t>
            </a:r>
          </a:p>
          <a:p>
            <a:pPr marL="12700" marR="5080"/>
            <a:r>
              <a:rPr lang="en-US" sz="1350" kern="0" spc="-80" dirty="0">
                <a:solidFill>
                  <a:schemeClr val="accent6"/>
                </a:solidFill>
              </a:rPr>
              <a:t>Abilities</a:t>
            </a:r>
          </a:p>
          <a:p>
            <a:pPr marL="12700" marR="5080"/>
            <a:r>
              <a:rPr lang="en-US" sz="1350" kern="0" spc="-80" dirty="0">
                <a:solidFill>
                  <a:schemeClr val="accent6"/>
                </a:solidFill>
              </a:rPr>
              <a:t>Interactions</a:t>
            </a:r>
          </a:p>
          <a:p>
            <a:pPr marL="12700" marR="5080"/>
            <a:r>
              <a:rPr lang="en-US" sz="1350" kern="0" spc="-80" dirty="0">
                <a:solidFill>
                  <a:schemeClr val="accent6"/>
                </a:solidFill>
              </a:rPr>
              <a:t>Tasks</a:t>
            </a:r>
          </a:p>
          <a:p>
            <a:pPr marL="12700" marR="5080"/>
            <a:r>
              <a:rPr lang="en-US" sz="1350" kern="0" spc="-80" dirty="0">
                <a:solidFill>
                  <a:schemeClr val="accent6"/>
                </a:solidFill>
              </a:rPr>
              <a:t>Questions</a:t>
            </a:r>
          </a:p>
          <a:p>
            <a:pPr marL="12700" marR="5080"/>
            <a:r>
              <a:rPr lang="en-US" sz="1350" kern="0" spc="-80" dirty="0">
                <a:solidFill>
                  <a:schemeClr val="accent6"/>
                </a:solidFill>
              </a:rPr>
              <a:t>Super scalable.</a:t>
            </a:r>
          </a:p>
          <a:p>
            <a:pPr marL="12700" marR="5080"/>
            <a:endParaRPr lang="en-US" sz="1350" kern="0" spc="-80" dirty="0">
              <a:solidFill>
                <a:schemeClr val="accent6"/>
              </a:solidFill>
            </a:endParaRPr>
          </a:p>
          <a:p>
            <a:pPr marL="12700" marR="5080"/>
            <a:r>
              <a:rPr lang="en-US" sz="1350" kern="0" spc="-80" dirty="0">
                <a:solidFill>
                  <a:schemeClr val="accent2"/>
                </a:solidFill>
              </a:rPr>
              <a:t>8.4 Component Object Model</a:t>
            </a:r>
          </a:p>
          <a:p>
            <a:pPr marL="12700" marR="5080"/>
            <a:r>
              <a:rPr lang="en-US" sz="1350" kern="0" spc="-80" dirty="0">
                <a:solidFill>
                  <a:schemeClr val="accent6"/>
                </a:solidFill>
              </a:rPr>
              <a:t>Better for modern SPAs (React/Vue/Angular).</a:t>
            </a:r>
          </a:p>
          <a:p>
            <a:pPr marL="12700" marR="5080"/>
            <a:r>
              <a:rPr lang="en-US" sz="1350" kern="0" spc="-80" dirty="0">
                <a:solidFill>
                  <a:schemeClr val="accent6"/>
                </a:solidFill>
              </a:rPr>
              <a:t>Represent UI as:</a:t>
            </a:r>
          </a:p>
          <a:p>
            <a:pPr marL="12700" marR="5080"/>
            <a:r>
              <a:rPr lang="en-US" sz="1350" kern="0" spc="-80" dirty="0">
                <a:solidFill>
                  <a:schemeClr val="accent6"/>
                </a:solidFill>
              </a:rPr>
              <a:t>Components</a:t>
            </a:r>
          </a:p>
          <a:p>
            <a:pPr marL="12700" marR="5080"/>
            <a:r>
              <a:rPr lang="en-US" sz="1350" kern="0" spc="-80" dirty="0">
                <a:solidFill>
                  <a:schemeClr val="accent6"/>
                </a:solidFill>
              </a:rPr>
              <a:t>Widgets</a:t>
            </a:r>
          </a:p>
          <a:p>
            <a:pPr marL="12700" marR="5080"/>
            <a:r>
              <a:rPr lang="en-US" sz="1350" kern="0" spc="-80" dirty="0">
                <a:solidFill>
                  <a:schemeClr val="accent6"/>
                </a:solidFill>
              </a:rPr>
              <a:t>rather than whole pages.</a:t>
            </a:r>
          </a:p>
          <a:p>
            <a:pPr marL="12700" marR="5080"/>
            <a:endParaRPr lang="en-US" sz="1350" kern="0" spc="-80" dirty="0">
              <a:solidFill>
                <a:schemeClr val="accent6"/>
              </a:solidFill>
            </a:endParaRPr>
          </a:p>
          <a:p>
            <a:pPr marL="12700" marR="5080"/>
            <a:r>
              <a:rPr lang="en-US" sz="1350" kern="0" spc="-80" dirty="0">
                <a:solidFill>
                  <a:schemeClr val="accent2"/>
                </a:solidFill>
              </a:rPr>
              <a:t>8.5 Fluent Interface Pattern</a:t>
            </a:r>
          </a:p>
          <a:p>
            <a:pPr marL="12700" marR="5080"/>
            <a:r>
              <a:rPr lang="en-US" sz="1350" kern="0" spc="-80" dirty="0">
                <a:solidFill>
                  <a:schemeClr val="accent6"/>
                </a:solidFill>
              </a:rPr>
              <a:t>Used for readability.</a:t>
            </a:r>
          </a:p>
          <a:p>
            <a:pPr marL="12700" marR="5080"/>
            <a:r>
              <a:rPr lang="en-US" sz="1350" kern="0" spc="-80" dirty="0" err="1">
                <a:solidFill>
                  <a:schemeClr val="accent6"/>
                </a:solidFill>
              </a:rPr>
              <a:t>loginPage.enterUsername</a:t>
            </a:r>
            <a:r>
              <a:rPr lang="en-US" sz="1350" kern="0" spc="-80" dirty="0">
                <a:solidFill>
                  <a:schemeClr val="accent6"/>
                </a:solidFill>
              </a:rPr>
              <a:t>("a")</a:t>
            </a:r>
          </a:p>
          <a:p>
            <a:pPr marL="12700" marR="5080"/>
            <a:r>
              <a:rPr lang="en-US" sz="1350" kern="0" spc="-80" dirty="0">
                <a:solidFill>
                  <a:schemeClr val="accent6"/>
                </a:solidFill>
              </a:rPr>
              <a:t>         .</a:t>
            </a:r>
            <a:r>
              <a:rPr lang="en-US" sz="1350" kern="0" spc="-80" dirty="0" err="1">
                <a:solidFill>
                  <a:schemeClr val="accent6"/>
                </a:solidFill>
              </a:rPr>
              <a:t>enterPassword</a:t>
            </a:r>
            <a:r>
              <a:rPr lang="en-US" sz="1350" kern="0" spc="-80" dirty="0">
                <a:solidFill>
                  <a:schemeClr val="accent6"/>
                </a:solidFill>
              </a:rPr>
              <a:t>("b")</a:t>
            </a:r>
          </a:p>
          <a:p>
            <a:pPr marL="12700" marR="5080"/>
            <a:r>
              <a:rPr lang="en-US" sz="1350" kern="0" spc="-80" dirty="0">
                <a:solidFill>
                  <a:schemeClr val="accent6"/>
                </a:solidFill>
              </a:rPr>
              <a:t>         .submit();</a:t>
            </a:r>
          </a:p>
        </p:txBody>
      </p:sp>
    </p:spTree>
    <p:extLst>
      <p:ext uri="{BB962C8B-B14F-4D97-AF65-F5344CB8AC3E}">
        <p14:creationId xmlns:p14="http://schemas.microsoft.com/office/powerpoint/2010/main" val="224541647"/>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BC153-BECE-DA26-6CC2-FA1BE748A37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A2E0B4A-364F-E09D-0340-043E794584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43B1C94-E628-0187-1E49-4E082FD9CF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9C073F9-03A4-F406-0124-3A6B507F77A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CEB8154-96B0-841E-8D01-C6168AA750E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C43B0DB-6D24-2908-8DEC-2B91CC6A88B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F63742D-3EB1-E46F-77A3-F8F4B44B02A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23E988C-DF82-6C8C-8EED-351CD07B00E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09F37A5-3339-7DCD-3CC6-09F93F7AF19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A8F7D3C-C95A-CE13-A086-FCA281E3EC2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9E68EC3-4AD1-884C-1F80-B740EAAEAC26}"/>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8.6 Factory Pattern</a:t>
            </a:r>
          </a:p>
          <a:p>
            <a:pPr marL="12700" marR="5080"/>
            <a:r>
              <a:rPr lang="en-US" sz="1350" kern="0" spc="-80" dirty="0">
                <a:solidFill>
                  <a:schemeClr val="accent2"/>
                </a:solidFill>
              </a:rPr>
              <a:t>To instantiate:</a:t>
            </a:r>
          </a:p>
          <a:p>
            <a:pPr marL="12700" marR="5080"/>
            <a:r>
              <a:rPr lang="en-US" sz="1350" kern="0" spc="-80" dirty="0">
                <a:solidFill>
                  <a:schemeClr val="accent6"/>
                </a:solidFill>
              </a:rPr>
              <a:t>Browsers</a:t>
            </a:r>
          </a:p>
          <a:p>
            <a:pPr marL="12700" marR="5080"/>
            <a:r>
              <a:rPr lang="en-US" sz="1350" kern="0" spc="-80" dirty="0">
                <a:solidFill>
                  <a:schemeClr val="accent6"/>
                </a:solidFill>
              </a:rPr>
              <a:t>Driver settings</a:t>
            </a:r>
          </a:p>
          <a:p>
            <a:pPr marL="12700" marR="5080"/>
            <a:r>
              <a:rPr lang="en-US" sz="1350" kern="0" spc="-80" dirty="0">
                <a:solidFill>
                  <a:schemeClr val="accent6"/>
                </a:solidFill>
              </a:rPr>
              <a:t>Grids</a:t>
            </a:r>
          </a:p>
          <a:p>
            <a:pPr marL="12700" marR="5080"/>
            <a:r>
              <a:rPr lang="en-US" sz="1350" kern="0" spc="-80" dirty="0">
                <a:solidFill>
                  <a:schemeClr val="accent6"/>
                </a:solidFill>
              </a:rPr>
              <a:t>Cross-platform drivers</a:t>
            </a:r>
          </a:p>
          <a:p>
            <a:pPr marL="12700" marR="5080"/>
            <a:endParaRPr lang="en-US" sz="1350" kern="0" spc="-80" dirty="0">
              <a:solidFill>
                <a:schemeClr val="accent6"/>
              </a:solidFill>
            </a:endParaRPr>
          </a:p>
          <a:p>
            <a:pPr marL="12700" marR="5080"/>
            <a:r>
              <a:rPr lang="en-US" sz="1350" kern="0" spc="-80" dirty="0">
                <a:solidFill>
                  <a:schemeClr val="accent2"/>
                </a:solidFill>
              </a:rPr>
              <a:t>8.7 Adapter Pattern</a:t>
            </a:r>
          </a:p>
          <a:p>
            <a:pPr marL="12700" marR="5080"/>
            <a:r>
              <a:rPr lang="en-US" sz="1350" kern="0" spc="-80" dirty="0">
                <a:solidFill>
                  <a:schemeClr val="accent2"/>
                </a:solidFill>
              </a:rPr>
              <a:t>To support:</a:t>
            </a:r>
          </a:p>
          <a:p>
            <a:pPr marL="12700" marR="5080"/>
            <a:r>
              <a:rPr lang="en-US" sz="1350" kern="0" spc="-80" dirty="0">
                <a:solidFill>
                  <a:schemeClr val="accent6"/>
                </a:solidFill>
              </a:rPr>
              <a:t>Cross-browser differences</a:t>
            </a:r>
          </a:p>
          <a:p>
            <a:pPr marL="12700" marR="5080"/>
            <a:r>
              <a:rPr lang="en-US" sz="1350" kern="0" spc="-80" dirty="0">
                <a:solidFill>
                  <a:schemeClr val="accent6"/>
                </a:solidFill>
              </a:rPr>
              <a:t>CDP vs WebDriver differences</a:t>
            </a:r>
          </a:p>
          <a:p>
            <a:pPr marL="12700" marR="5080"/>
            <a:r>
              <a:rPr lang="en-US" sz="1350" kern="0" spc="-80" dirty="0" err="1">
                <a:solidFill>
                  <a:schemeClr val="accent6"/>
                </a:solidFill>
              </a:rPr>
              <a:t>JSONWire</a:t>
            </a:r>
            <a:r>
              <a:rPr lang="en-US" sz="1350" kern="0" spc="-80" dirty="0">
                <a:solidFill>
                  <a:schemeClr val="accent6"/>
                </a:solidFill>
              </a:rPr>
              <a:t> fallback</a:t>
            </a:r>
          </a:p>
          <a:p>
            <a:pPr marL="12700" marR="5080"/>
            <a:endParaRPr lang="en-US" sz="1350" kern="0" spc="-80" dirty="0">
              <a:solidFill>
                <a:schemeClr val="accent6"/>
              </a:solidFill>
            </a:endParaRPr>
          </a:p>
          <a:p>
            <a:pPr marL="12700" marR="5080"/>
            <a:r>
              <a:rPr lang="en-US" sz="1350" kern="0" spc="-80" dirty="0">
                <a:solidFill>
                  <a:schemeClr val="accent2"/>
                </a:solidFill>
              </a:rPr>
              <a:t>8.8 Strategy Pattern</a:t>
            </a:r>
          </a:p>
          <a:p>
            <a:pPr marL="12700" marR="5080"/>
            <a:r>
              <a:rPr lang="en-US" sz="1350" kern="0" spc="-80" dirty="0">
                <a:solidFill>
                  <a:schemeClr val="accent6"/>
                </a:solidFill>
              </a:rPr>
              <a:t>For dynamic waits</a:t>
            </a:r>
          </a:p>
          <a:p>
            <a:pPr marL="12700" marR="5080"/>
            <a:r>
              <a:rPr lang="en-US" sz="1350" kern="0" spc="-80" dirty="0">
                <a:solidFill>
                  <a:schemeClr val="accent6"/>
                </a:solidFill>
              </a:rPr>
              <a:t>or multiple locator strategies.</a:t>
            </a:r>
          </a:p>
          <a:p>
            <a:pPr marL="12700" marR="5080"/>
            <a:endParaRPr lang="en-US" sz="1350" kern="0" spc="-80" dirty="0">
              <a:solidFill>
                <a:schemeClr val="accent6"/>
              </a:solidFill>
            </a:endParaRPr>
          </a:p>
          <a:p>
            <a:pPr marL="12700" marR="5080"/>
            <a:r>
              <a:rPr lang="en-US" sz="1350" kern="0" spc="-80" dirty="0">
                <a:solidFill>
                  <a:schemeClr val="accent2"/>
                </a:solidFill>
              </a:rPr>
              <a:t>9. SELENIUM TESTING FRAMEWORK INTEGRATIONS</a:t>
            </a:r>
          </a:p>
          <a:p>
            <a:pPr marL="12700" marR="5080"/>
            <a:r>
              <a:rPr lang="en-US" sz="1350" kern="0" spc="-80" dirty="0">
                <a:solidFill>
                  <a:schemeClr val="accent2"/>
                </a:solidFill>
              </a:rPr>
              <a:t>9.1 JUnit / TestNG / </a:t>
            </a:r>
            <a:r>
              <a:rPr lang="en-US" sz="1350" kern="0" spc="-80" dirty="0" err="1">
                <a:solidFill>
                  <a:schemeClr val="accent2"/>
                </a:solidFill>
              </a:rPr>
              <a:t>NUnit</a:t>
            </a:r>
            <a:endParaRPr lang="en-US" sz="1350" kern="0" spc="-80" dirty="0">
              <a:solidFill>
                <a:schemeClr val="accent2"/>
              </a:solidFill>
            </a:endParaRPr>
          </a:p>
          <a:p>
            <a:pPr marL="12700" marR="5080"/>
            <a:r>
              <a:rPr lang="en-US" sz="1350" kern="0" spc="-80" dirty="0">
                <a:solidFill>
                  <a:schemeClr val="accent2"/>
                </a:solidFill>
              </a:rPr>
              <a:t>Key features:</a:t>
            </a:r>
          </a:p>
          <a:p>
            <a:pPr marL="12700" marR="5080"/>
            <a:r>
              <a:rPr lang="en-US" sz="1350" kern="0" spc="-80" dirty="0">
                <a:solidFill>
                  <a:schemeClr val="accent6"/>
                </a:solidFill>
              </a:rPr>
              <a:t>Setup/Teardown</a:t>
            </a:r>
          </a:p>
          <a:p>
            <a:pPr marL="12700" marR="5080"/>
            <a:r>
              <a:rPr lang="en-US" sz="1350" kern="0" spc="-80" dirty="0">
                <a:solidFill>
                  <a:schemeClr val="accent6"/>
                </a:solidFill>
              </a:rPr>
              <a:t>Parameterized tests</a:t>
            </a:r>
          </a:p>
          <a:p>
            <a:pPr marL="12700" marR="5080"/>
            <a:r>
              <a:rPr lang="en-US" sz="1350" kern="0" spc="-80" dirty="0">
                <a:solidFill>
                  <a:schemeClr val="accent6"/>
                </a:solidFill>
              </a:rPr>
              <a:t>Parallel tests</a:t>
            </a:r>
          </a:p>
          <a:p>
            <a:pPr marL="12700" marR="5080"/>
            <a:r>
              <a:rPr lang="en-US" sz="1350" kern="0" spc="-80" dirty="0">
                <a:solidFill>
                  <a:schemeClr val="accent6"/>
                </a:solidFill>
              </a:rPr>
              <a:t>Dependency tests</a:t>
            </a:r>
          </a:p>
        </p:txBody>
      </p:sp>
    </p:spTree>
    <p:extLst>
      <p:ext uri="{BB962C8B-B14F-4D97-AF65-F5344CB8AC3E}">
        <p14:creationId xmlns:p14="http://schemas.microsoft.com/office/powerpoint/2010/main" val="443766909"/>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0A7FB-4073-2816-463C-05AE805F5EF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D80266B-0197-57F8-DA50-F854BCE4E8A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9F82623-FF38-9FC1-49F2-C16C5420258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626176B-CFEA-0E55-F00C-D6F6EA95201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CEFFC44-1279-6F76-1CB7-78DEAB289EA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D1CB8BB-C1BE-1914-1710-F780C3C6814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8636510-7829-13E0-1EEE-F06C5ADF316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B1ECA98-A07F-2745-B611-28A44736FF7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B2A0D3E-6E71-55B4-1A99-91B0D10F407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51A4CCE-4E1E-354A-C314-69243CB86E3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A084743-1E9E-983E-5119-2689B47A1270}"/>
              </a:ext>
            </a:extLst>
          </p:cNvPr>
          <p:cNvSpPr txBox="1">
            <a:spLocks/>
          </p:cNvSpPr>
          <p:nvPr/>
        </p:nvSpPr>
        <p:spPr>
          <a:xfrm>
            <a:off x="152400" y="685800"/>
            <a:ext cx="8624937" cy="55015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9. SELENIUM TESTING FRAMEWORK INTEGRATIONS</a:t>
            </a:r>
          </a:p>
          <a:p>
            <a:pPr marL="12700" marR="5080"/>
            <a:r>
              <a:rPr lang="en-US" sz="1350" kern="0" spc="-80" dirty="0">
                <a:solidFill>
                  <a:schemeClr val="accent2"/>
                </a:solidFill>
              </a:rPr>
              <a:t>9.2 BDD Frameworks</a:t>
            </a:r>
          </a:p>
          <a:p>
            <a:pPr marL="12700" marR="5080"/>
            <a:r>
              <a:rPr lang="en-US" sz="1350" kern="0" spc="-80" dirty="0">
                <a:solidFill>
                  <a:schemeClr val="accent6"/>
                </a:solidFill>
              </a:rPr>
              <a:t>Cucumber</a:t>
            </a:r>
          </a:p>
          <a:p>
            <a:pPr marL="12700" marR="5080"/>
            <a:r>
              <a:rPr lang="en-US" sz="1350" kern="0" spc="-80" dirty="0">
                <a:solidFill>
                  <a:schemeClr val="accent6"/>
                </a:solidFill>
              </a:rPr>
              <a:t>Behave</a:t>
            </a:r>
          </a:p>
          <a:p>
            <a:pPr marL="12700" marR="5080"/>
            <a:r>
              <a:rPr lang="en-US" sz="1350" kern="0" spc="-80" dirty="0" err="1">
                <a:solidFill>
                  <a:schemeClr val="accent6"/>
                </a:solidFill>
              </a:rPr>
              <a:t>SpecFlow</a:t>
            </a:r>
            <a:endParaRPr lang="en-US" sz="1350" kern="0" spc="-80" dirty="0">
              <a:solidFill>
                <a:schemeClr val="accent6"/>
              </a:solidFill>
            </a:endParaRPr>
          </a:p>
          <a:p>
            <a:pPr marL="12700" marR="5080"/>
            <a:r>
              <a:rPr lang="en-US" sz="1350" kern="0" spc="-80" dirty="0" err="1">
                <a:solidFill>
                  <a:schemeClr val="accent6"/>
                </a:solidFill>
              </a:rPr>
              <a:t>JBehave</a:t>
            </a:r>
            <a:endParaRPr lang="en-US" sz="1350" kern="0" spc="-80" dirty="0">
              <a:solidFill>
                <a:schemeClr val="accent6"/>
              </a:solidFill>
            </a:endParaRPr>
          </a:p>
          <a:p>
            <a:pPr marL="12700" marR="5080"/>
            <a:r>
              <a:rPr lang="en-US" sz="1350" kern="0" spc="-80" dirty="0">
                <a:solidFill>
                  <a:schemeClr val="accent6"/>
                </a:solidFill>
              </a:rPr>
              <a:t>Focus on Gherkin scenarios.</a:t>
            </a:r>
          </a:p>
          <a:p>
            <a:pPr marL="12700" marR="5080"/>
            <a:endParaRPr lang="en-US" sz="1350" kern="0" spc="-80" dirty="0">
              <a:solidFill>
                <a:schemeClr val="accent6"/>
              </a:solidFill>
            </a:endParaRPr>
          </a:p>
          <a:p>
            <a:pPr marL="12700" marR="5080"/>
            <a:r>
              <a:rPr lang="en-US" sz="1350" kern="0" spc="-80" dirty="0">
                <a:solidFill>
                  <a:schemeClr val="accent2"/>
                </a:solidFill>
              </a:rPr>
              <a:t>9.3 Cloud Selenium Providers</a:t>
            </a:r>
          </a:p>
          <a:p>
            <a:pPr marL="12700" marR="5080"/>
            <a:r>
              <a:rPr lang="en-US" sz="1350" kern="0" spc="-80" dirty="0">
                <a:solidFill>
                  <a:schemeClr val="accent2"/>
                </a:solidFill>
              </a:rPr>
              <a:t>Provider	                     Features</a:t>
            </a:r>
          </a:p>
          <a:p>
            <a:pPr marL="12700" marR="5080"/>
            <a:r>
              <a:rPr lang="en-US" sz="1350" kern="0" spc="-80" dirty="0">
                <a:solidFill>
                  <a:schemeClr val="accent6"/>
                </a:solidFill>
              </a:rPr>
              <a:t>BrowserStack	Real devices + browsers</a:t>
            </a:r>
          </a:p>
          <a:p>
            <a:pPr marL="12700" marR="5080"/>
            <a:r>
              <a:rPr lang="en-US" sz="1350" kern="0" spc="-80" dirty="0">
                <a:solidFill>
                  <a:schemeClr val="accent6"/>
                </a:solidFill>
              </a:rPr>
              <a:t>Sauce Labs	                     Detailed logs, video</a:t>
            </a:r>
          </a:p>
          <a:p>
            <a:pPr marL="12700" marR="5080"/>
            <a:r>
              <a:rPr lang="en-US" sz="1350" kern="0" spc="-80" dirty="0" err="1">
                <a:solidFill>
                  <a:schemeClr val="accent6"/>
                </a:solidFill>
              </a:rPr>
              <a:t>LambdaTest</a:t>
            </a:r>
            <a:r>
              <a:rPr lang="en-US" sz="1350" kern="0" spc="-80" dirty="0">
                <a:solidFill>
                  <a:schemeClr val="accent6"/>
                </a:solidFill>
              </a:rPr>
              <a:t>	</a:t>
            </a:r>
            <a:r>
              <a:rPr lang="en-US" sz="1350" kern="0" spc="-80" dirty="0" err="1">
                <a:solidFill>
                  <a:schemeClr val="accent6"/>
                </a:solidFill>
              </a:rPr>
              <a:t>Hyperexecute</a:t>
            </a:r>
            <a:r>
              <a:rPr lang="en-US" sz="1350" kern="0" spc="-80" dirty="0">
                <a:solidFill>
                  <a:schemeClr val="accent6"/>
                </a:solidFill>
              </a:rPr>
              <a:t> grid</a:t>
            </a:r>
          </a:p>
          <a:p>
            <a:pPr marL="12700" marR="5080"/>
            <a:r>
              <a:rPr lang="en-US" sz="1350" kern="0" spc="-80" dirty="0" err="1">
                <a:solidFill>
                  <a:schemeClr val="accent6"/>
                </a:solidFill>
              </a:rPr>
              <a:t>CrossBrowserTesting</a:t>
            </a:r>
            <a:r>
              <a:rPr lang="en-US" sz="1350" kern="0" spc="-80" dirty="0">
                <a:solidFill>
                  <a:schemeClr val="accent6"/>
                </a:solidFill>
              </a:rPr>
              <a:t>	Legacy browsers</a:t>
            </a:r>
          </a:p>
          <a:p>
            <a:pPr marL="12700" marR="5080"/>
            <a:endParaRPr lang="en-US" sz="1350" kern="0" spc="-80" dirty="0">
              <a:solidFill>
                <a:schemeClr val="accent6"/>
              </a:solidFill>
            </a:endParaRPr>
          </a:p>
          <a:p>
            <a:pPr marL="12700" marR="5080"/>
            <a:r>
              <a:rPr lang="en-US" sz="1350" kern="0" spc="-80" dirty="0">
                <a:solidFill>
                  <a:schemeClr val="accent2"/>
                </a:solidFill>
              </a:rPr>
              <a:t>10. SELENIUM GRID IN DEPTH</a:t>
            </a:r>
          </a:p>
          <a:p>
            <a:pPr marL="12700" marR="5080"/>
            <a:r>
              <a:rPr lang="en-US" sz="1350" kern="0" spc="-80" dirty="0">
                <a:solidFill>
                  <a:schemeClr val="accent2"/>
                </a:solidFill>
              </a:rPr>
              <a:t>10.1 Grid Components</a:t>
            </a:r>
          </a:p>
          <a:p>
            <a:pPr marL="12700" marR="5080"/>
            <a:r>
              <a:rPr lang="en-US" sz="1350" kern="0" spc="-80" dirty="0">
                <a:solidFill>
                  <a:schemeClr val="accent2"/>
                </a:solidFill>
              </a:rPr>
              <a:t>Component	Purpose</a:t>
            </a:r>
          </a:p>
          <a:p>
            <a:pPr marL="12700" marR="5080"/>
            <a:r>
              <a:rPr lang="en-US" sz="1350" kern="0" spc="-80" dirty="0">
                <a:solidFill>
                  <a:schemeClr val="accent6"/>
                </a:solidFill>
              </a:rPr>
              <a:t>Hub	                     Central coordinator</a:t>
            </a:r>
          </a:p>
          <a:p>
            <a:pPr marL="12700" marR="5080"/>
            <a:r>
              <a:rPr lang="en-US" sz="1350" kern="0" spc="-80" dirty="0">
                <a:solidFill>
                  <a:schemeClr val="accent6"/>
                </a:solidFill>
              </a:rPr>
              <a:t>Nodes	                     Execute tests</a:t>
            </a:r>
          </a:p>
          <a:p>
            <a:pPr marL="12700" marR="5080"/>
            <a:r>
              <a:rPr lang="en-US" sz="1350" kern="0" spc="-80" dirty="0">
                <a:solidFill>
                  <a:schemeClr val="accent6"/>
                </a:solidFill>
              </a:rPr>
              <a:t>Router	                     Traffic manager</a:t>
            </a:r>
          </a:p>
          <a:p>
            <a:pPr marL="12700" marR="5080"/>
            <a:r>
              <a:rPr lang="en-US" sz="1350" kern="0" spc="-80" dirty="0">
                <a:solidFill>
                  <a:schemeClr val="accent6"/>
                </a:solidFill>
              </a:rPr>
              <a:t>Session Map	Track session state</a:t>
            </a:r>
          </a:p>
          <a:p>
            <a:pPr marL="12700" marR="5080"/>
            <a:r>
              <a:rPr lang="en-US" sz="1350" kern="0" spc="-80" dirty="0">
                <a:solidFill>
                  <a:schemeClr val="accent6"/>
                </a:solidFill>
              </a:rPr>
              <a:t>Distributor	                     Assign sessions</a:t>
            </a:r>
          </a:p>
          <a:p>
            <a:pPr marL="12700" marR="5080"/>
            <a:r>
              <a:rPr lang="en-US" sz="1350" kern="0" spc="-80" dirty="0" err="1">
                <a:solidFill>
                  <a:schemeClr val="accent6"/>
                </a:solidFill>
              </a:rPr>
              <a:t>EventBus</a:t>
            </a:r>
            <a:r>
              <a:rPr lang="en-US" sz="1350" kern="0" spc="-80" dirty="0">
                <a:solidFill>
                  <a:schemeClr val="accent6"/>
                </a:solidFill>
              </a:rPr>
              <a:t>	                     Messaging</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777245836"/>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B8463-DB84-A50A-BED1-3B3FC0AA8B3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EE387AE-9539-2EF8-3CB9-9314DBD5B78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A753E2F-A115-113A-FE5D-21A3F1A34B0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C71F666-5BAC-8F5C-4606-C0A3D8B1648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10E0730-BAE5-91CC-AA55-CB7677FBF45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FB72420-8959-A4B7-4C6E-0F9FA36230B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5A9116D-5BDA-04DE-36CB-EDB5D9B073D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2E4313B-69A2-2666-7639-80EBD7FA386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81F15B9-EA6C-EDE6-050A-26895D2D4A0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489B7BC-F9EA-68A3-240B-E253AD5DD13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27F966F-D3C4-66CC-25E9-9584D3122F8F}"/>
              </a:ext>
            </a:extLst>
          </p:cNvPr>
          <p:cNvSpPr txBox="1">
            <a:spLocks/>
          </p:cNvSpPr>
          <p:nvPr/>
        </p:nvSpPr>
        <p:spPr>
          <a:xfrm>
            <a:off x="152400" y="685800"/>
            <a:ext cx="8624937" cy="254454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10. SELENIUM GRID IN DEPTH</a:t>
            </a:r>
          </a:p>
          <a:p>
            <a:pPr marL="12700" marR="5080"/>
            <a:r>
              <a:rPr lang="en-US" sz="1350" kern="0" spc="-80" dirty="0">
                <a:solidFill>
                  <a:schemeClr val="accent2"/>
                </a:solidFill>
              </a:rPr>
              <a:t>10.2 Grid Architectures</a:t>
            </a:r>
          </a:p>
          <a:p>
            <a:pPr marL="12700" marR="5080"/>
            <a:r>
              <a:rPr lang="en-US" sz="1350" kern="0" spc="-80" dirty="0">
                <a:solidFill>
                  <a:schemeClr val="accent6"/>
                </a:solidFill>
              </a:rPr>
              <a:t>Standalone</a:t>
            </a:r>
          </a:p>
          <a:p>
            <a:pPr marL="12700" marR="5080"/>
            <a:r>
              <a:rPr lang="en-US" sz="1350" kern="0" spc="-80" dirty="0">
                <a:solidFill>
                  <a:schemeClr val="accent6"/>
                </a:solidFill>
              </a:rPr>
              <a:t>Hub + Nodes</a:t>
            </a:r>
          </a:p>
          <a:p>
            <a:pPr marL="12700" marR="5080"/>
            <a:r>
              <a:rPr lang="en-US" sz="1350" kern="0" spc="-80" dirty="0">
                <a:solidFill>
                  <a:schemeClr val="accent6"/>
                </a:solidFill>
              </a:rPr>
              <a:t>Distributed</a:t>
            </a:r>
          </a:p>
          <a:p>
            <a:pPr marL="12700" marR="5080"/>
            <a:r>
              <a:rPr lang="en-US" sz="1350" kern="0" spc="-80" dirty="0">
                <a:solidFill>
                  <a:schemeClr val="accent6"/>
                </a:solidFill>
              </a:rPr>
              <a:t>Kubernetes deployment</a:t>
            </a:r>
          </a:p>
          <a:p>
            <a:pPr marL="12700" marR="5080"/>
            <a:r>
              <a:rPr lang="en-US" sz="1350" kern="0" spc="-80" dirty="0">
                <a:solidFill>
                  <a:schemeClr val="accent6"/>
                </a:solidFill>
              </a:rPr>
              <a:t>Docker Swarm grid</a:t>
            </a:r>
          </a:p>
          <a:p>
            <a:pPr marL="12700" marR="5080"/>
            <a:r>
              <a:rPr lang="en-US" sz="1350" kern="0" spc="-80" dirty="0">
                <a:solidFill>
                  <a:schemeClr val="accent6"/>
                </a:solidFill>
              </a:rPr>
              <a:t>Cloud-hosted grid</a:t>
            </a:r>
          </a:p>
          <a:p>
            <a:pPr marL="12700" marR="5080"/>
            <a:endParaRPr lang="en-US" sz="1350" kern="0" spc="-80" dirty="0">
              <a:solidFill>
                <a:schemeClr val="accent6"/>
              </a:solidFill>
            </a:endParaRPr>
          </a:p>
          <a:p>
            <a:pPr marL="12700" marR="5080"/>
            <a:r>
              <a:rPr lang="en-US" sz="1350" kern="0" spc="-80" dirty="0">
                <a:solidFill>
                  <a:schemeClr val="accent2"/>
                </a:solidFill>
              </a:rPr>
              <a:t>10.3 Parallel Execution Strategies</a:t>
            </a:r>
          </a:p>
          <a:p>
            <a:pPr marL="12700" marR="5080"/>
            <a:r>
              <a:rPr lang="en-US" sz="1350" kern="0" spc="-80" dirty="0">
                <a:solidFill>
                  <a:schemeClr val="accent6"/>
                </a:solidFill>
              </a:rPr>
              <a:t>Method-level parallelism</a:t>
            </a:r>
          </a:p>
          <a:p>
            <a:pPr marL="12700" marR="5080"/>
            <a:r>
              <a:rPr lang="en-US" sz="1350" kern="0" spc="-80" dirty="0">
                <a:solidFill>
                  <a:schemeClr val="accent6"/>
                </a:solidFill>
              </a:rPr>
              <a:t>Class-level parallelism</a:t>
            </a:r>
          </a:p>
          <a:p>
            <a:pPr marL="12700" marR="5080"/>
            <a:r>
              <a:rPr lang="en-US" sz="1350" kern="0" spc="-80" dirty="0">
                <a:solidFill>
                  <a:schemeClr val="accent6"/>
                </a:solidFill>
              </a:rPr>
              <a:t>Test-level parallelism</a:t>
            </a:r>
          </a:p>
          <a:p>
            <a:pPr marL="12700" marR="5080"/>
            <a:r>
              <a:rPr lang="en-US" sz="1350" kern="0" spc="-80" dirty="0">
                <a:solidFill>
                  <a:schemeClr val="accent6"/>
                </a:solidFill>
              </a:rPr>
              <a:t>Cross-browser parallelism</a:t>
            </a:r>
          </a:p>
          <a:p>
            <a:pPr marL="12700" marR="5080"/>
            <a:r>
              <a:rPr lang="en-US" sz="1350" kern="0" spc="-80" dirty="0">
                <a:solidFill>
                  <a:schemeClr val="accent6"/>
                </a:solidFill>
              </a:rPr>
              <a:t>Device parallelism</a:t>
            </a:r>
          </a:p>
          <a:p>
            <a:pPr marL="12700" marR="5080"/>
            <a:endParaRPr lang="en-US" sz="1350" kern="0" spc="-80" dirty="0">
              <a:solidFill>
                <a:schemeClr val="accent6"/>
              </a:solidFill>
            </a:endParaRPr>
          </a:p>
          <a:p>
            <a:pPr marL="12700" marR="5080"/>
            <a:r>
              <a:rPr lang="en-US" sz="1350" kern="0" spc="-80" dirty="0">
                <a:solidFill>
                  <a:schemeClr val="accent2"/>
                </a:solidFill>
              </a:rPr>
              <a:t>11. SELENIUM IN CI/CD PIPELINES</a:t>
            </a:r>
          </a:p>
          <a:p>
            <a:pPr marL="12700" marR="5080"/>
            <a:r>
              <a:rPr lang="en-US" sz="1350" kern="0" spc="-80" dirty="0">
                <a:solidFill>
                  <a:schemeClr val="accent2"/>
                </a:solidFill>
              </a:rPr>
              <a:t>11.1 Tools &amp; Systems</a:t>
            </a:r>
          </a:p>
          <a:p>
            <a:pPr marL="12700" marR="5080"/>
            <a:r>
              <a:rPr lang="en-US" sz="1350" kern="0" spc="-80" dirty="0">
                <a:solidFill>
                  <a:schemeClr val="accent6"/>
                </a:solidFill>
              </a:rPr>
              <a:t>Jenkins</a:t>
            </a:r>
          </a:p>
          <a:p>
            <a:pPr marL="12700" marR="5080"/>
            <a:r>
              <a:rPr lang="en-US" sz="1350" kern="0" spc="-80" dirty="0">
                <a:solidFill>
                  <a:schemeClr val="accent6"/>
                </a:solidFill>
              </a:rPr>
              <a:t>GitHub Actions</a:t>
            </a:r>
          </a:p>
          <a:p>
            <a:pPr marL="12700" marR="5080"/>
            <a:r>
              <a:rPr lang="en-US" sz="1350" kern="0" spc="-80" dirty="0">
                <a:solidFill>
                  <a:schemeClr val="accent6"/>
                </a:solidFill>
              </a:rPr>
              <a:t>GitLab CI</a:t>
            </a:r>
          </a:p>
          <a:p>
            <a:pPr marL="12700" marR="5080"/>
            <a:r>
              <a:rPr lang="en-US" sz="1350" kern="0" spc="-80" dirty="0">
                <a:solidFill>
                  <a:schemeClr val="accent6"/>
                </a:solidFill>
              </a:rPr>
              <a:t>Azure DevOps</a:t>
            </a:r>
          </a:p>
          <a:p>
            <a:pPr marL="12700" marR="5080"/>
            <a:r>
              <a:rPr lang="en-US" sz="1350" kern="0" spc="-80" dirty="0" err="1">
                <a:solidFill>
                  <a:schemeClr val="accent6"/>
                </a:solidFill>
              </a:rPr>
              <a:t>CircleCI</a:t>
            </a:r>
            <a:endParaRPr lang="en-US" sz="1350" kern="0" spc="-80" dirty="0">
              <a:solidFill>
                <a:schemeClr val="accent6"/>
              </a:solidFill>
            </a:endParaRPr>
          </a:p>
          <a:p>
            <a:pPr marL="12700" marR="5080"/>
            <a:r>
              <a:rPr lang="en-US" sz="1350" kern="0" spc="-80" dirty="0" err="1">
                <a:solidFill>
                  <a:schemeClr val="accent6"/>
                </a:solidFill>
              </a:rPr>
              <a:t>Buildkite</a:t>
            </a:r>
            <a:endParaRPr lang="en-US" sz="1350" kern="0" spc="-80" dirty="0">
              <a:solidFill>
                <a:schemeClr val="accent6"/>
              </a:solidFill>
            </a:endParaRPr>
          </a:p>
          <a:p>
            <a:pPr marL="12700" marR="5080"/>
            <a:r>
              <a:rPr lang="en-US" sz="1350" kern="0" spc="-80" dirty="0">
                <a:solidFill>
                  <a:schemeClr val="accent6"/>
                </a:solidFill>
              </a:rPr>
              <a:t>11.2 Best Practices</a:t>
            </a:r>
          </a:p>
          <a:p>
            <a:pPr marL="12700" marR="5080"/>
            <a:r>
              <a:rPr lang="en-US" sz="1350" kern="0" spc="-80" dirty="0">
                <a:solidFill>
                  <a:schemeClr val="accent6"/>
                </a:solidFill>
              </a:rPr>
              <a:t>Headless mode for performance</a:t>
            </a:r>
          </a:p>
          <a:p>
            <a:pPr marL="12700" marR="5080"/>
            <a:r>
              <a:rPr lang="en-US" sz="1350" kern="0" spc="-80" dirty="0">
                <a:solidFill>
                  <a:schemeClr val="accent6"/>
                </a:solidFill>
              </a:rPr>
              <a:t>Parallelization</a:t>
            </a:r>
          </a:p>
          <a:p>
            <a:pPr marL="12700" marR="5080"/>
            <a:r>
              <a:rPr lang="en-US" sz="1350" kern="0" spc="-80" dirty="0">
                <a:solidFill>
                  <a:schemeClr val="accent6"/>
                </a:solidFill>
              </a:rPr>
              <a:t>Test caching</a:t>
            </a:r>
          </a:p>
          <a:p>
            <a:pPr marL="12700" marR="5080"/>
            <a:r>
              <a:rPr lang="en-US" sz="1350" kern="0" spc="-80" dirty="0">
                <a:solidFill>
                  <a:schemeClr val="accent6"/>
                </a:solidFill>
              </a:rPr>
              <a:t>Video recording</a:t>
            </a:r>
          </a:p>
          <a:p>
            <a:pPr marL="12700" marR="5080"/>
            <a:r>
              <a:rPr lang="en-US" sz="1350" kern="0" spc="-80" dirty="0">
                <a:solidFill>
                  <a:schemeClr val="accent6"/>
                </a:solidFill>
              </a:rPr>
              <a:t>Network logs</a:t>
            </a:r>
          </a:p>
          <a:p>
            <a:pPr marL="12700" marR="5080"/>
            <a:r>
              <a:rPr lang="en-US" sz="1350" kern="0" spc="-80" dirty="0">
                <a:solidFill>
                  <a:schemeClr val="accent6"/>
                </a:solidFill>
              </a:rPr>
              <a:t>Test retries</a:t>
            </a:r>
          </a:p>
          <a:p>
            <a:pPr marL="12700" marR="5080"/>
            <a:r>
              <a:rPr lang="en-US" sz="1350" kern="0" spc="-80" dirty="0">
                <a:solidFill>
                  <a:schemeClr val="accent6"/>
                </a:solidFill>
              </a:rPr>
              <a:t>Smart failure screenshots</a:t>
            </a:r>
          </a:p>
          <a:p>
            <a:pPr marL="12700" marR="5080"/>
            <a:r>
              <a:rPr lang="en-US" sz="1350" kern="0" spc="-80" dirty="0">
                <a:solidFill>
                  <a:schemeClr val="accent6"/>
                </a:solidFill>
              </a:rPr>
              <a:t>12. SELENIUM FOR MODERN WEB ARCHITECTURE</a:t>
            </a:r>
          </a:p>
          <a:p>
            <a:pPr marL="12700" marR="5080"/>
            <a:r>
              <a:rPr lang="en-US" sz="1350" kern="0" spc="-80" dirty="0">
                <a:solidFill>
                  <a:schemeClr val="accent6"/>
                </a:solidFill>
              </a:rPr>
              <a:t>12.1 Challenges with SPA Frameworks</a:t>
            </a:r>
          </a:p>
          <a:p>
            <a:pPr marL="12700" marR="5080"/>
            <a:r>
              <a:rPr lang="en-US" sz="1350" kern="0" spc="-80" dirty="0">
                <a:solidFill>
                  <a:schemeClr val="accent6"/>
                </a:solidFill>
              </a:rPr>
              <a:t>Virtual DOM</a:t>
            </a:r>
          </a:p>
          <a:p>
            <a:pPr marL="12700" marR="5080"/>
            <a:r>
              <a:rPr lang="en-US" sz="1350" kern="0" spc="-80" dirty="0">
                <a:solidFill>
                  <a:schemeClr val="accent6"/>
                </a:solidFill>
              </a:rPr>
              <a:t>Shadow DOM</a:t>
            </a:r>
          </a:p>
          <a:p>
            <a:pPr marL="12700" marR="5080"/>
            <a:r>
              <a:rPr lang="en-US" sz="1350" kern="0" spc="-80" dirty="0">
                <a:solidFill>
                  <a:schemeClr val="accent6"/>
                </a:solidFill>
              </a:rPr>
              <a:t>Lazy loading</a:t>
            </a:r>
          </a:p>
          <a:p>
            <a:pPr marL="12700" marR="5080"/>
            <a:r>
              <a:rPr lang="en-US" sz="1350" kern="0" spc="-80" dirty="0">
                <a:solidFill>
                  <a:schemeClr val="accent6"/>
                </a:solidFill>
              </a:rPr>
              <a:t>Client-side routing</a:t>
            </a:r>
          </a:p>
          <a:p>
            <a:pPr marL="12700" marR="5080"/>
            <a:r>
              <a:rPr lang="en-US" sz="1350" kern="0" spc="-80" dirty="0">
                <a:solidFill>
                  <a:schemeClr val="accent6"/>
                </a:solidFill>
              </a:rPr>
              <a:t>Dynamic elements</a:t>
            </a:r>
          </a:p>
          <a:p>
            <a:pPr marL="12700" marR="5080"/>
            <a:r>
              <a:rPr lang="en-US" sz="1350" kern="0" spc="-80" dirty="0">
                <a:solidFill>
                  <a:schemeClr val="accent6"/>
                </a:solidFill>
              </a:rPr>
              <a:t>12.2 Strategies</a:t>
            </a:r>
          </a:p>
          <a:p>
            <a:pPr marL="12700" marR="5080"/>
            <a:r>
              <a:rPr lang="en-US" sz="1350" kern="0" spc="-80" dirty="0">
                <a:solidFill>
                  <a:schemeClr val="accent6"/>
                </a:solidFill>
              </a:rPr>
              <a:t>React fiber wait hooks</a:t>
            </a:r>
          </a:p>
          <a:p>
            <a:pPr marL="12700" marR="5080"/>
            <a:r>
              <a:rPr lang="en-US" sz="1350" kern="0" spc="-80" dirty="0">
                <a:solidFill>
                  <a:schemeClr val="accent6"/>
                </a:solidFill>
              </a:rPr>
              <a:t>Angular zone stabilization</a:t>
            </a:r>
          </a:p>
          <a:p>
            <a:pPr marL="12700" marR="5080"/>
            <a:r>
              <a:rPr lang="en-US" sz="1350" kern="0" spc="-80" dirty="0">
                <a:solidFill>
                  <a:schemeClr val="accent6"/>
                </a:solidFill>
              </a:rPr>
              <a:t>Vue watcher wait</a:t>
            </a:r>
          </a:p>
          <a:p>
            <a:pPr marL="12700" marR="5080"/>
            <a:r>
              <a:rPr lang="en-US" sz="1350" kern="0" spc="-80" dirty="0">
                <a:solidFill>
                  <a:schemeClr val="accent6"/>
                </a:solidFill>
              </a:rPr>
              <a:t>DOM </a:t>
            </a:r>
            <a:r>
              <a:rPr lang="en-US" sz="1350" kern="0" spc="-80" dirty="0" err="1">
                <a:solidFill>
                  <a:schemeClr val="accent6"/>
                </a:solidFill>
              </a:rPr>
              <a:t>MutationObserver</a:t>
            </a:r>
            <a:endParaRPr lang="en-US" sz="1350" kern="0" spc="-80" dirty="0">
              <a:solidFill>
                <a:schemeClr val="accent6"/>
              </a:solidFill>
            </a:endParaRPr>
          </a:p>
          <a:p>
            <a:pPr marL="12700" marR="5080"/>
            <a:r>
              <a:rPr lang="en-US" sz="1350" kern="0" spc="-80" dirty="0">
                <a:solidFill>
                  <a:schemeClr val="accent6"/>
                </a:solidFill>
              </a:rPr>
              <a:t>Fetch/XHR interception</a:t>
            </a:r>
          </a:p>
          <a:p>
            <a:pPr marL="12700" marR="5080"/>
            <a:r>
              <a:rPr lang="en-US" sz="1350" kern="0" spc="-80" dirty="0">
                <a:solidFill>
                  <a:schemeClr val="accent6"/>
                </a:solidFill>
              </a:rPr>
              <a:t>13. SELENIUM PERFORMANCE TECHNIQUES</a:t>
            </a:r>
          </a:p>
          <a:p>
            <a:pPr marL="12700" marR="5080"/>
            <a:r>
              <a:rPr lang="en-US" sz="1350" kern="0" spc="-80" dirty="0">
                <a:solidFill>
                  <a:schemeClr val="accent6"/>
                </a:solidFill>
              </a:rPr>
              <a:t>13.1 Reduce Flakiness</a:t>
            </a:r>
          </a:p>
          <a:p>
            <a:pPr marL="12700" marR="5080"/>
            <a:r>
              <a:rPr lang="en-US" sz="1350" kern="0" spc="-80" dirty="0">
                <a:solidFill>
                  <a:schemeClr val="accent6"/>
                </a:solidFill>
              </a:rPr>
              <a:t>Use explicit waits</a:t>
            </a:r>
          </a:p>
          <a:p>
            <a:pPr marL="12700" marR="5080"/>
            <a:r>
              <a:rPr lang="en-US" sz="1350" kern="0" spc="-80" dirty="0">
                <a:solidFill>
                  <a:schemeClr val="accent6"/>
                </a:solidFill>
              </a:rPr>
              <a:t>Avoid XPath with contains() when possible</a:t>
            </a:r>
          </a:p>
          <a:p>
            <a:pPr marL="12700" marR="5080"/>
            <a:r>
              <a:rPr lang="en-US" sz="1350" kern="0" spc="-80" dirty="0">
                <a:solidFill>
                  <a:schemeClr val="accent6"/>
                </a:solidFill>
              </a:rPr>
              <a:t>Prefer CSS selectors</a:t>
            </a:r>
          </a:p>
          <a:p>
            <a:pPr marL="12700" marR="5080"/>
            <a:r>
              <a:rPr lang="en-US" sz="1350" kern="0" spc="-80" dirty="0">
                <a:solidFill>
                  <a:schemeClr val="accent6"/>
                </a:solidFill>
              </a:rPr>
              <a:t>Avoid chained </a:t>
            </a:r>
            <a:r>
              <a:rPr lang="en-US" sz="1350" kern="0" spc="-80" dirty="0" err="1">
                <a:solidFill>
                  <a:schemeClr val="accent6"/>
                </a:solidFill>
              </a:rPr>
              <a:t>findElements</a:t>
            </a:r>
            <a:endParaRPr lang="en-US" sz="1350" kern="0" spc="-80" dirty="0">
              <a:solidFill>
                <a:schemeClr val="accent6"/>
              </a:solidFill>
            </a:endParaRPr>
          </a:p>
          <a:p>
            <a:pPr marL="12700" marR="5080"/>
            <a:r>
              <a:rPr lang="en-US" sz="1350" kern="0" spc="-80" dirty="0">
                <a:solidFill>
                  <a:schemeClr val="accent6"/>
                </a:solidFill>
              </a:rPr>
              <a:t>Retry stale elements</a:t>
            </a:r>
          </a:p>
          <a:p>
            <a:pPr marL="12700" marR="5080"/>
            <a:r>
              <a:rPr lang="en-US" sz="1350" kern="0" spc="-80" dirty="0">
                <a:solidFill>
                  <a:schemeClr val="accent6"/>
                </a:solidFill>
              </a:rPr>
              <a:t>Handle animations via JS</a:t>
            </a:r>
          </a:p>
          <a:p>
            <a:pPr marL="12700" marR="5080"/>
            <a:r>
              <a:rPr lang="en-US" sz="1350" kern="0" spc="-80" dirty="0">
                <a:solidFill>
                  <a:schemeClr val="accent6"/>
                </a:solidFill>
              </a:rPr>
              <a:t>13.2 Speed Optimizations</a:t>
            </a:r>
          </a:p>
          <a:p>
            <a:pPr marL="12700" marR="5080"/>
            <a:r>
              <a:rPr lang="en-US" sz="1350" kern="0" spc="-80" dirty="0">
                <a:solidFill>
                  <a:schemeClr val="accent6"/>
                </a:solidFill>
              </a:rPr>
              <a:t>Headless mode</a:t>
            </a:r>
          </a:p>
          <a:p>
            <a:pPr marL="12700" marR="5080"/>
            <a:r>
              <a:rPr lang="en-US" sz="1350" kern="0" spc="-80" dirty="0">
                <a:solidFill>
                  <a:schemeClr val="accent6"/>
                </a:solidFill>
              </a:rPr>
              <a:t>Disable images</a:t>
            </a:r>
          </a:p>
          <a:p>
            <a:pPr marL="12700" marR="5080"/>
            <a:r>
              <a:rPr lang="en-US" sz="1350" kern="0" spc="-80" dirty="0">
                <a:solidFill>
                  <a:schemeClr val="accent6"/>
                </a:solidFill>
              </a:rPr>
              <a:t>Disable JS (if possible)</a:t>
            </a:r>
          </a:p>
          <a:p>
            <a:pPr marL="12700" marR="5080"/>
            <a:r>
              <a:rPr lang="en-US" sz="1350" kern="0" spc="-80" dirty="0">
                <a:solidFill>
                  <a:schemeClr val="accent6"/>
                </a:solidFill>
              </a:rPr>
              <a:t>Reduce locator depth</a:t>
            </a:r>
          </a:p>
          <a:p>
            <a:pPr marL="12700" marR="5080"/>
            <a:r>
              <a:rPr lang="en-US" sz="1350" kern="0" spc="-80" dirty="0">
                <a:solidFill>
                  <a:schemeClr val="accent6"/>
                </a:solidFill>
              </a:rPr>
              <a:t>CDP performance tracing</a:t>
            </a:r>
          </a:p>
          <a:p>
            <a:pPr marL="12700" marR="5080"/>
            <a:r>
              <a:rPr lang="en-US" sz="1350" kern="0" spc="-80" dirty="0">
                <a:solidFill>
                  <a:schemeClr val="accent6"/>
                </a:solidFill>
              </a:rPr>
              <a:t>14. SELENIUM SECURITY &amp; HARDENING</a:t>
            </a:r>
          </a:p>
          <a:p>
            <a:pPr marL="12700" marR="5080"/>
            <a:r>
              <a:rPr lang="en-US" sz="1350" kern="0" spc="-80" dirty="0">
                <a:solidFill>
                  <a:schemeClr val="accent6"/>
                </a:solidFill>
              </a:rPr>
              <a:t>Disable insecure certificates</a:t>
            </a:r>
          </a:p>
          <a:p>
            <a:pPr marL="12700" marR="5080"/>
            <a:r>
              <a:rPr lang="en-US" sz="1350" kern="0" spc="-80" dirty="0">
                <a:solidFill>
                  <a:schemeClr val="accent6"/>
                </a:solidFill>
              </a:rPr>
              <a:t>Use secure browser profiles</a:t>
            </a:r>
          </a:p>
          <a:p>
            <a:pPr marL="12700" marR="5080"/>
            <a:r>
              <a:rPr lang="en-US" sz="1350" kern="0" spc="-80" dirty="0">
                <a:solidFill>
                  <a:schemeClr val="accent6"/>
                </a:solidFill>
              </a:rPr>
              <a:t>Handle OAuth/SSO popups</a:t>
            </a:r>
          </a:p>
          <a:p>
            <a:pPr marL="12700" marR="5080"/>
            <a:r>
              <a:rPr lang="en-US" sz="1350" kern="0" spc="-80" dirty="0">
                <a:solidFill>
                  <a:schemeClr val="accent6"/>
                </a:solidFill>
              </a:rPr>
              <a:t>Improve cookie isolation testing</a:t>
            </a:r>
          </a:p>
          <a:p>
            <a:pPr marL="12700" marR="5080"/>
            <a:r>
              <a:rPr lang="en-US" sz="1350" kern="0" spc="-80" dirty="0">
                <a:solidFill>
                  <a:schemeClr val="accent6"/>
                </a:solidFill>
              </a:rPr>
              <a:t>Run in containerized sandboxes</a:t>
            </a:r>
          </a:p>
          <a:p>
            <a:pPr marL="12700" marR="5080"/>
            <a:r>
              <a:rPr lang="en-US" sz="1350" kern="0" spc="-80" dirty="0">
                <a:solidFill>
                  <a:schemeClr val="accent6"/>
                </a:solidFill>
              </a:rPr>
              <a:t>15. SELENIUM ANTI-PATTERNS (Avoid These)</a:t>
            </a:r>
          </a:p>
          <a:p>
            <a:pPr marL="12700" marR="5080"/>
            <a:r>
              <a:rPr lang="en-US" sz="1350" kern="0" spc="-80" dirty="0">
                <a:solidFill>
                  <a:schemeClr val="accent6"/>
                </a:solidFill>
              </a:rPr>
              <a:t>Using </a:t>
            </a:r>
            <a:r>
              <a:rPr lang="en-US" sz="1350" kern="0" spc="-80" dirty="0" err="1">
                <a:solidFill>
                  <a:schemeClr val="accent6"/>
                </a:solidFill>
              </a:rPr>
              <a:t>Thread.sleep</a:t>
            </a:r>
            <a:r>
              <a:rPr lang="en-US" sz="1350" kern="0" spc="-80" dirty="0">
                <a:solidFill>
                  <a:schemeClr val="accent6"/>
                </a:solidFill>
              </a:rPr>
              <a:t> everywhere</a:t>
            </a:r>
          </a:p>
          <a:p>
            <a:pPr marL="12700" marR="5080"/>
            <a:r>
              <a:rPr lang="en-US" sz="1350" kern="0" spc="-80" dirty="0">
                <a:solidFill>
                  <a:schemeClr val="accent6"/>
                </a:solidFill>
              </a:rPr>
              <a:t>Overuse of </a:t>
            </a:r>
            <a:r>
              <a:rPr lang="en-US" sz="1350" kern="0" spc="-80" dirty="0" err="1">
                <a:solidFill>
                  <a:schemeClr val="accent6"/>
                </a:solidFill>
              </a:rPr>
              <a:t>PageFactory</a:t>
            </a:r>
            <a:endParaRPr lang="en-US" sz="1350" kern="0" spc="-80" dirty="0">
              <a:solidFill>
                <a:schemeClr val="accent6"/>
              </a:solidFill>
            </a:endParaRPr>
          </a:p>
          <a:p>
            <a:pPr marL="12700" marR="5080"/>
            <a:r>
              <a:rPr lang="en-US" sz="1350" kern="0" spc="-80" dirty="0">
                <a:solidFill>
                  <a:schemeClr val="accent6"/>
                </a:solidFill>
              </a:rPr>
              <a:t>Inconsistent waits</a:t>
            </a:r>
          </a:p>
          <a:p>
            <a:pPr marL="12700" marR="5080"/>
            <a:r>
              <a:rPr lang="en-US" sz="1350" kern="0" spc="-80" dirty="0">
                <a:solidFill>
                  <a:schemeClr val="accent6"/>
                </a:solidFill>
              </a:rPr>
              <a:t>Very deep XPath</a:t>
            </a:r>
          </a:p>
          <a:p>
            <a:pPr marL="12700" marR="5080"/>
            <a:r>
              <a:rPr lang="en-US" sz="1350" kern="0" spc="-80" dirty="0">
                <a:solidFill>
                  <a:schemeClr val="accent6"/>
                </a:solidFill>
              </a:rPr>
              <a:t>Avoiding test isolation</a:t>
            </a:r>
          </a:p>
          <a:p>
            <a:pPr marL="12700" marR="5080"/>
            <a:r>
              <a:rPr lang="en-US" sz="1350" kern="0" spc="-80" dirty="0">
                <a:solidFill>
                  <a:schemeClr val="accent6"/>
                </a:solidFill>
              </a:rPr>
              <a:t>Keeping browser state between tests</a:t>
            </a:r>
          </a:p>
          <a:p>
            <a:pPr marL="12700" marR="5080"/>
            <a:r>
              <a:rPr lang="en-US" sz="1350" kern="0" spc="-80" dirty="0">
                <a:solidFill>
                  <a:schemeClr val="accent6"/>
                </a:solidFill>
              </a:rPr>
              <a:t>Using brittle CSS indexes</a:t>
            </a:r>
          </a:p>
          <a:p>
            <a:pPr marL="12700" marR="5080"/>
            <a:r>
              <a:rPr lang="en-US" sz="1350" kern="0" spc="-80" dirty="0">
                <a:solidFill>
                  <a:schemeClr val="accent6"/>
                </a:solidFill>
              </a:rPr>
              <a:t>Putting logic inside tests instead of page objects</a:t>
            </a:r>
          </a:p>
          <a:p>
            <a:pPr marL="12700" marR="5080"/>
            <a:r>
              <a:rPr lang="en-US" sz="1350" kern="0" spc="-80" dirty="0">
                <a:solidFill>
                  <a:schemeClr val="accent6"/>
                </a:solidFill>
              </a:rPr>
              <a:t>16. SELENIUM MOBILE AUTOMATION</a:t>
            </a:r>
          </a:p>
          <a:p>
            <a:pPr marL="12700" marR="5080"/>
            <a:r>
              <a:rPr lang="en-US" sz="1350" kern="0" spc="-80" dirty="0">
                <a:solidFill>
                  <a:schemeClr val="accent6"/>
                </a:solidFill>
              </a:rPr>
              <a:t>16.1 Appium Integration</a:t>
            </a:r>
          </a:p>
          <a:p>
            <a:pPr marL="12700" marR="5080"/>
            <a:r>
              <a:rPr lang="en-US" sz="1350" kern="0" spc="-80" dirty="0">
                <a:solidFill>
                  <a:schemeClr val="accent6"/>
                </a:solidFill>
              </a:rPr>
              <a:t>Selenium WebDriver protocol is shared with Appium.</a:t>
            </a:r>
          </a:p>
          <a:p>
            <a:pPr marL="12700" marR="5080"/>
            <a:r>
              <a:rPr lang="en-US" sz="1350" kern="0" spc="-80" dirty="0">
                <a:solidFill>
                  <a:schemeClr val="accent6"/>
                </a:solidFill>
              </a:rPr>
              <a:t>Capabilities:</a:t>
            </a:r>
          </a:p>
          <a:p>
            <a:pPr marL="12700" marR="5080"/>
            <a:r>
              <a:rPr lang="en-US" sz="1350" kern="0" spc="-80" dirty="0">
                <a:solidFill>
                  <a:schemeClr val="accent6"/>
                </a:solidFill>
              </a:rPr>
              <a:t>Android UIAutomator2</a:t>
            </a:r>
          </a:p>
          <a:p>
            <a:pPr marL="12700" marR="5080"/>
            <a:r>
              <a:rPr lang="en-US" sz="1350" kern="0" spc="-80" dirty="0">
                <a:solidFill>
                  <a:schemeClr val="accent6"/>
                </a:solidFill>
              </a:rPr>
              <a:t>iOS </a:t>
            </a:r>
            <a:r>
              <a:rPr lang="en-US" sz="1350" kern="0" spc="-80" dirty="0" err="1">
                <a:solidFill>
                  <a:schemeClr val="accent6"/>
                </a:solidFill>
              </a:rPr>
              <a:t>XCUITest</a:t>
            </a:r>
            <a:endParaRPr lang="en-US" sz="1350" kern="0" spc="-80" dirty="0">
              <a:solidFill>
                <a:schemeClr val="accent6"/>
              </a:solidFill>
            </a:endParaRPr>
          </a:p>
          <a:p>
            <a:pPr marL="12700" marR="5080"/>
            <a:r>
              <a:rPr lang="en-US" sz="1350" kern="0" spc="-80" dirty="0">
                <a:solidFill>
                  <a:schemeClr val="accent6"/>
                </a:solidFill>
              </a:rPr>
              <a:t>Hybrid app contexts (WebView switching)</a:t>
            </a:r>
          </a:p>
          <a:p>
            <a:pPr marL="12700" marR="5080"/>
            <a:r>
              <a:rPr lang="en-US" sz="1350" kern="0" spc="-80" dirty="0">
                <a:solidFill>
                  <a:schemeClr val="accent6"/>
                </a:solidFill>
              </a:rPr>
              <a:t>16.2 Mobile Browser Automation</a:t>
            </a:r>
          </a:p>
          <a:p>
            <a:pPr marL="12700" marR="5080"/>
            <a:r>
              <a:rPr lang="en-US" sz="1350" kern="0" spc="-80" dirty="0">
                <a:solidFill>
                  <a:schemeClr val="accent6"/>
                </a:solidFill>
              </a:rPr>
              <a:t>Chrome mobile debugging</a:t>
            </a:r>
          </a:p>
          <a:p>
            <a:pPr marL="12700" marR="5080"/>
            <a:r>
              <a:rPr lang="en-US" sz="1350" kern="0" spc="-80" dirty="0">
                <a:solidFill>
                  <a:schemeClr val="accent6"/>
                </a:solidFill>
              </a:rPr>
              <a:t>Safari iOS remote automation</a:t>
            </a:r>
          </a:p>
          <a:p>
            <a:pPr marL="12700" marR="5080"/>
            <a:r>
              <a:rPr lang="en-US" sz="1350" kern="0" spc="-80" dirty="0">
                <a:solidFill>
                  <a:schemeClr val="accent6"/>
                </a:solidFill>
              </a:rPr>
              <a:t>17. VISUAL TESTING WITH SELENIUM</a:t>
            </a:r>
          </a:p>
          <a:p>
            <a:pPr marL="12700" marR="5080"/>
            <a:r>
              <a:rPr lang="en-US" sz="1350" kern="0" spc="-80" dirty="0">
                <a:solidFill>
                  <a:schemeClr val="accent6"/>
                </a:solidFill>
              </a:rPr>
              <a:t>Tools:</a:t>
            </a:r>
          </a:p>
          <a:p>
            <a:pPr marL="12700" marR="5080"/>
            <a:r>
              <a:rPr lang="en-US" sz="1350" kern="0" spc="-80" dirty="0" err="1">
                <a:solidFill>
                  <a:schemeClr val="accent6"/>
                </a:solidFill>
              </a:rPr>
              <a:t>Applitools</a:t>
            </a:r>
            <a:endParaRPr lang="en-US" sz="1350" kern="0" spc="-80" dirty="0">
              <a:solidFill>
                <a:schemeClr val="accent6"/>
              </a:solidFill>
            </a:endParaRPr>
          </a:p>
          <a:p>
            <a:pPr marL="12700" marR="5080"/>
            <a:r>
              <a:rPr lang="en-US" sz="1350" kern="0" spc="-80" dirty="0">
                <a:solidFill>
                  <a:schemeClr val="accent6"/>
                </a:solidFill>
              </a:rPr>
              <a:t>Percy</a:t>
            </a:r>
          </a:p>
          <a:p>
            <a:pPr marL="12700" marR="5080"/>
            <a:r>
              <a:rPr lang="en-US" sz="1350" kern="0" spc="-80" dirty="0" err="1">
                <a:solidFill>
                  <a:schemeClr val="accent6"/>
                </a:solidFill>
              </a:rPr>
              <a:t>Happo</a:t>
            </a:r>
            <a:endParaRPr lang="en-US" sz="1350" kern="0" spc="-80" dirty="0">
              <a:solidFill>
                <a:schemeClr val="accent6"/>
              </a:solidFill>
            </a:endParaRPr>
          </a:p>
          <a:p>
            <a:pPr marL="12700" marR="5080"/>
            <a:r>
              <a:rPr lang="en-US" sz="1350" kern="0" spc="-80" dirty="0" err="1">
                <a:solidFill>
                  <a:schemeClr val="accent6"/>
                </a:solidFill>
              </a:rPr>
              <a:t>VisualRegressionTracker</a:t>
            </a:r>
            <a:endParaRPr lang="en-US" sz="1350" kern="0" spc="-80" dirty="0">
              <a:solidFill>
                <a:schemeClr val="accent6"/>
              </a:solidFill>
            </a:endParaRPr>
          </a:p>
          <a:p>
            <a:pPr marL="12700" marR="5080"/>
            <a:r>
              <a:rPr lang="en-US" sz="1350" kern="0" spc="-80" dirty="0">
                <a:solidFill>
                  <a:schemeClr val="accent6"/>
                </a:solidFill>
              </a:rPr>
              <a:t>Techniques:</a:t>
            </a:r>
          </a:p>
          <a:p>
            <a:pPr marL="12700" marR="5080"/>
            <a:r>
              <a:rPr lang="en-US" sz="1350" kern="0" spc="-80" dirty="0">
                <a:solidFill>
                  <a:schemeClr val="accent6"/>
                </a:solidFill>
              </a:rPr>
              <a:t>DOM snapshot diff</a:t>
            </a:r>
          </a:p>
          <a:p>
            <a:pPr marL="12700" marR="5080"/>
            <a:r>
              <a:rPr lang="en-US" sz="1350" kern="0" spc="-80" dirty="0">
                <a:solidFill>
                  <a:schemeClr val="accent6"/>
                </a:solidFill>
              </a:rPr>
              <a:t>Pixel diff</a:t>
            </a:r>
          </a:p>
          <a:p>
            <a:pPr marL="12700" marR="5080"/>
            <a:r>
              <a:rPr lang="en-US" sz="1350" kern="0" spc="-80" dirty="0">
                <a:solidFill>
                  <a:schemeClr val="accent6"/>
                </a:solidFill>
              </a:rPr>
              <a:t>AI-based diff</a:t>
            </a:r>
          </a:p>
          <a:p>
            <a:pPr marL="12700" marR="5080"/>
            <a:r>
              <a:rPr lang="en-US" sz="1350" kern="0" spc="-80" dirty="0">
                <a:solidFill>
                  <a:schemeClr val="accent6"/>
                </a:solidFill>
              </a:rPr>
              <a:t>Layout diff</a:t>
            </a:r>
          </a:p>
          <a:p>
            <a:pPr marL="12700" marR="5080"/>
            <a:r>
              <a:rPr lang="en-US" sz="1350" kern="0" spc="-80" dirty="0">
                <a:solidFill>
                  <a:schemeClr val="accent6"/>
                </a:solidFill>
              </a:rPr>
              <a:t>18. SELENIUM DEBUGGING &amp; LOGS</a:t>
            </a:r>
          </a:p>
          <a:p>
            <a:pPr marL="12700" marR="5080"/>
            <a:r>
              <a:rPr lang="en-US" sz="1350" kern="0" spc="-80" dirty="0">
                <a:solidFill>
                  <a:schemeClr val="accent6"/>
                </a:solidFill>
              </a:rPr>
              <a:t>18.1 Types of Logs</a:t>
            </a:r>
          </a:p>
          <a:p>
            <a:pPr marL="12700" marR="5080"/>
            <a:r>
              <a:rPr lang="en-US" sz="1350" kern="0" spc="-80" dirty="0">
                <a:solidFill>
                  <a:schemeClr val="accent6"/>
                </a:solidFill>
              </a:rPr>
              <a:t>Browser logs</a:t>
            </a:r>
          </a:p>
          <a:p>
            <a:pPr marL="12700" marR="5080"/>
            <a:r>
              <a:rPr lang="en-US" sz="1350" kern="0" spc="-80" dirty="0">
                <a:solidFill>
                  <a:schemeClr val="accent6"/>
                </a:solidFill>
              </a:rPr>
              <a:t>Driver logs</a:t>
            </a:r>
          </a:p>
          <a:p>
            <a:pPr marL="12700" marR="5080"/>
            <a:r>
              <a:rPr lang="en-US" sz="1350" kern="0" spc="-80" dirty="0">
                <a:solidFill>
                  <a:schemeClr val="accent6"/>
                </a:solidFill>
              </a:rPr>
              <a:t>Network logs via CDP</a:t>
            </a:r>
          </a:p>
          <a:p>
            <a:pPr marL="12700" marR="5080"/>
            <a:r>
              <a:rPr lang="en-US" sz="1350" kern="0" spc="-80" dirty="0">
                <a:solidFill>
                  <a:schemeClr val="accent6"/>
                </a:solidFill>
              </a:rPr>
              <a:t>Selenium Grid logs</a:t>
            </a:r>
          </a:p>
          <a:p>
            <a:pPr marL="12700" marR="5080"/>
            <a:r>
              <a:rPr lang="en-US" sz="1350" kern="0" spc="-80" dirty="0">
                <a:solidFill>
                  <a:schemeClr val="accent6"/>
                </a:solidFill>
              </a:rPr>
              <a:t>Video recordings (cloud providers)</a:t>
            </a:r>
          </a:p>
          <a:p>
            <a:pPr marL="12700" marR="5080"/>
            <a:r>
              <a:rPr lang="en-US" sz="1350" kern="0" spc="-80" dirty="0">
                <a:solidFill>
                  <a:schemeClr val="accent6"/>
                </a:solidFill>
              </a:rPr>
              <a:t>19. MOST IMPORTANT SELENIUM DESIGN PATTERNS</a:t>
            </a:r>
          </a:p>
          <a:p>
            <a:pPr marL="12700" marR="5080"/>
            <a:r>
              <a:rPr lang="en-US" sz="1350" kern="0" spc="-80" dirty="0">
                <a:solidFill>
                  <a:schemeClr val="accent6"/>
                </a:solidFill>
              </a:rPr>
              <a:t>✔ Page Object Model (POM)</a:t>
            </a:r>
          </a:p>
          <a:p>
            <a:pPr marL="12700" marR="5080"/>
            <a:r>
              <a:rPr lang="en-US" sz="1350" kern="0" spc="-80" dirty="0">
                <a:solidFill>
                  <a:schemeClr val="accent6"/>
                </a:solidFill>
              </a:rPr>
              <a:t>✔ Page Component Pattern</a:t>
            </a:r>
          </a:p>
          <a:p>
            <a:pPr marL="12700" marR="5080"/>
            <a:r>
              <a:rPr lang="en-US" sz="1350" kern="0" spc="-80" dirty="0">
                <a:solidFill>
                  <a:schemeClr val="accent6"/>
                </a:solidFill>
              </a:rPr>
              <a:t>✔ Screenplay Pattern</a:t>
            </a:r>
          </a:p>
          <a:p>
            <a:pPr marL="12700" marR="5080"/>
            <a:r>
              <a:rPr lang="en-US" sz="1350" kern="0" spc="-80" dirty="0">
                <a:solidFill>
                  <a:schemeClr val="accent6"/>
                </a:solidFill>
              </a:rPr>
              <a:t>✔ Factory Pattern</a:t>
            </a:r>
          </a:p>
          <a:p>
            <a:pPr marL="12700" marR="5080"/>
            <a:r>
              <a:rPr lang="en-US" sz="1350" kern="0" spc="-80" dirty="0">
                <a:solidFill>
                  <a:schemeClr val="accent6"/>
                </a:solidFill>
              </a:rPr>
              <a:t>✔ Builder Pattern</a:t>
            </a:r>
          </a:p>
          <a:p>
            <a:pPr marL="12700" marR="5080"/>
            <a:r>
              <a:rPr lang="en-US" sz="1350" kern="0" spc="-80" dirty="0">
                <a:solidFill>
                  <a:schemeClr val="accent6"/>
                </a:solidFill>
              </a:rPr>
              <a:t>✔ Strategy Pattern</a:t>
            </a:r>
          </a:p>
          <a:p>
            <a:pPr marL="12700" marR="5080"/>
            <a:r>
              <a:rPr lang="en-US" sz="1350" kern="0" spc="-80" dirty="0">
                <a:solidFill>
                  <a:schemeClr val="accent6"/>
                </a:solidFill>
              </a:rPr>
              <a:t>✔ Adapter Pattern</a:t>
            </a:r>
          </a:p>
          <a:p>
            <a:pPr marL="12700" marR="5080"/>
            <a:r>
              <a:rPr lang="en-US" sz="1350" kern="0" spc="-80" dirty="0">
                <a:solidFill>
                  <a:schemeClr val="accent6"/>
                </a:solidFill>
              </a:rPr>
              <a:t>✔ Chain of Responsibility (dynamic waiting)</a:t>
            </a:r>
          </a:p>
          <a:p>
            <a:pPr marL="12700" marR="5080"/>
            <a:r>
              <a:rPr lang="en-US" sz="1350" kern="0" spc="-80" dirty="0">
                <a:solidFill>
                  <a:schemeClr val="accent6"/>
                </a:solidFill>
              </a:rPr>
              <a:t>✔ Decorator Pattern (logging, retrying elements)</a:t>
            </a:r>
          </a:p>
          <a:p>
            <a:pPr marL="12700" marR="5080"/>
            <a:r>
              <a:rPr lang="en-US" sz="1350" kern="0" spc="-80" dirty="0">
                <a:solidFill>
                  <a:schemeClr val="accent6"/>
                </a:solidFill>
              </a:rPr>
              <a:t>20. BEST PRACTICES</a:t>
            </a:r>
          </a:p>
          <a:p>
            <a:pPr marL="12700" marR="5080"/>
            <a:r>
              <a:rPr lang="en-US" sz="1350" kern="0" spc="-80" dirty="0">
                <a:solidFill>
                  <a:schemeClr val="accent6"/>
                </a:solidFill>
              </a:rPr>
              <a:t>✓ Prefer CSS over XPath</a:t>
            </a:r>
          </a:p>
          <a:p>
            <a:pPr marL="12700" marR="5080"/>
            <a:r>
              <a:rPr lang="en-US" sz="1350" kern="0" spc="-80" dirty="0">
                <a:solidFill>
                  <a:schemeClr val="accent6"/>
                </a:solidFill>
              </a:rPr>
              <a:t>✓ Use stable attributes (data-test, data-</a:t>
            </a:r>
            <a:r>
              <a:rPr lang="en-US" sz="1350" kern="0" spc="-80" dirty="0" err="1">
                <a:solidFill>
                  <a:schemeClr val="accent6"/>
                </a:solidFill>
              </a:rPr>
              <a:t>testid</a:t>
            </a:r>
            <a:r>
              <a:rPr lang="en-US" sz="1350" kern="0" spc="-80" dirty="0">
                <a:solidFill>
                  <a:schemeClr val="accent6"/>
                </a:solidFill>
              </a:rPr>
              <a:t>)</a:t>
            </a:r>
          </a:p>
          <a:p>
            <a:pPr marL="12700" marR="5080"/>
            <a:r>
              <a:rPr lang="en-US" sz="1350" kern="0" spc="-80" dirty="0">
                <a:solidFill>
                  <a:schemeClr val="accent6"/>
                </a:solidFill>
              </a:rPr>
              <a:t>✓ Wait smartly</a:t>
            </a:r>
          </a:p>
          <a:p>
            <a:pPr marL="12700" marR="5080"/>
            <a:r>
              <a:rPr lang="en-US" sz="1350" kern="0" spc="-80" dirty="0">
                <a:solidFill>
                  <a:schemeClr val="accent6"/>
                </a:solidFill>
              </a:rPr>
              <a:t>✓ Isolate tests</a:t>
            </a:r>
          </a:p>
          <a:p>
            <a:pPr marL="12700" marR="5080"/>
            <a:r>
              <a:rPr lang="en-US" sz="1350" kern="0" spc="-80" dirty="0">
                <a:solidFill>
                  <a:schemeClr val="accent6"/>
                </a:solidFill>
              </a:rPr>
              <a:t>✓ Use BrowserStack/Sauce for coverage</a:t>
            </a:r>
          </a:p>
          <a:p>
            <a:pPr marL="12700" marR="5080"/>
            <a:r>
              <a:rPr lang="en-US" sz="1350" kern="0" spc="-80" dirty="0">
                <a:solidFill>
                  <a:schemeClr val="accent6"/>
                </a:solidFill>
              </a:rPr>
              <a:t>✓ Use Grid for parallel execution</a:t>
            </a:r>
          </a:p>
          <a:p>
            <a:pPr marL="12700" marR="5080"/>
            <a:r>
              <a:rPr lang="en-US" sz="1350" kern="0" spc="-80" dirty="0">
                <a:solidFill>
                  <a:schemeClr val="accent6"/>
                </a:solidFill>
              </a:rPr>
              <a:t>✓ Use proper architecture pattern (Screenplay recommended)</a:t>
            </a:r>
          </a:p>
          <a:p>
            <a:pPr marL="12700" marR="5080"/>
            <a:r>
              <a:rPr lang="en-US" sz="1350" kern="0" spc="-80" dirty="0">
                <a:solidFill>
                  <a:schemeClr val="accent6"/>
                </a:solidFill>
              </a:rPr>
              <a:t>✓ Keep tests independent of environment</a:t>
            </a:r>
          </a:p>
        </p:txBody>
      </p:sp>
    </p:spTree>
    <p:extLst>
      <p:ext uri="{BB962C8B-B14F-4D97-AF65-F5344CB8AC3E}">
        <p14:creationId xmlns:p14="http://schemas.microsoft.com/office/powerpoint/2010/main" val="1774770476"/>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18332-8779-3E83-B13F-84C75F5BD97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E598A31-FE52-F990-FF5E-EA3062D9723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7778BC6-36D4-2165-8DF5-A4A8673DAE6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BFD5DB9-2779-0950-9914-0AA5EEDC1D8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4FDF8B6-088F-F39B-B30A-B17EF37C54A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6175C46-5F8D-E42D-B00D-5D247A5A824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B2D0700-154B-2830-C284-C49D539F7F1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F4324F7-BDCA-8121-2CB6-DB4608EBE9C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CB0125D-9902-7F80-48BC-5FBB8B70A62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2B91327-E705-1E20-2BE0-789D6C53A7F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92562FC-D706-CD26-3AB3-CE03923A23B4}"/>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11. SELENIUM IN CI/CD PIPELINES</a:t>
            </a:r>
          </a:p>
          <a:p>
            <a:pPr marL="12700" marR="5080"/>
            <a:r>
              <a:rPr lang="en-US" sz="1350" kern="0" spc="-80" dirty="0">
                <a:solidFill>
                  <a:schemeClr val="accent2"/>
                </a:solidFill>
              </a:rPr>
              <a:t>11.2 Best Practices</a:t>
            </a:r>
          </a:p>
          <a:p>
            <a:pPr marL="12700" marR="5080"/>
            <a:r>
              <a:rPr lang="en-US" sz="1350" kern="0" spc="-80" dirty="0">
                <a:solidFill>
                  <a:schemeClr val="accent6"/>
                </a:solidFill>
              </a:rPr>
              <a:t>Headless mode for performance</a:t>
            </a:r>
          </a:p>
          <a:p>
            <a:pPr marL="12700" marR="5080"/>
            <a:r>
              <a:rPr lang="en-US" sz="1350" kern="0" spc="-80" dirty="0">
                <a:solidFill>
                  <a:schemeClr val="accent6"/>
                </a:solidFill>
              </a:rPr>
              <a:t>Parallelization</a:t>
            </a:r>
          </a:p>
          <a:p>
            <a:pPr marL="12700" marR="5080"/>
            <a:r>
              <a:rPr lang="en-US" sz="1350" kern="0" spc="-80" dirty="0">
                <a:solidFill>
                  <a:schemeClr val="accent6"/>
                </a:solidFill>
              </a:rPr>
              <a:t>Test caching</a:t>
            </a:r>
          </a:p>
          <a:p>
            <a:pPr marL="12700" marR="5080"/>
            <a:r>
              <a:rPr lang="en-US" sz="1350" kern="0" spc="-80" dirty="0">
                <a:solidFill>
                  <a:schemeClr val="accent6"/>
                </a:solidFill>
              </a:rPr>
              <a:t>Video recording</a:t>
            </a:r>
          </a:p>
          <a:p>
            <a:pPr marL="12700" marR="5080"/>
            <a:r>
              <a:rPr lang="en-US" sz="1350" kern="0" spc="-80" dirty="0">
                <a:solidFill>
                  <a:schemeClr val="accent6"/>
                </a:solidFill>
              </a:rPr>
              <a:t>Network logs</a:t>
            </a:r>
          </a:p>
          <a:p>
            <a:pPr marL="12700" marR="5080"/>
            <a:r>
              <a:rPr lang="en-US" sz="1350" kern="0" spc="-80" dirty="0">
                <a:solidFill>
                  <a:schemeClr val="accent6"/>
                </a:solidFill>
              </a:rPr>
              <a:t>Test retries</a:t>
            </a:r>
          </a:p>
          <a:p>
            <a:pPr marL="12700" marR="5080"/>
            <a:r>
              <a:rPr lang="en-US" sz="1350" kern="0" spc="-80" dirty="0">
                <a:solidFill>
                  <a:schemeClr val="accent6"/>
                </a:solidFill>
              </a:rPr>
              <a:t>Smart failure screenshots</a:t>
            </a:r>
          </a:p>
          <a:p>
            <a:pPr marL="12700" marR="5080"/>
            <a:endParaRPr lang="en-US" sz="1350" kern="0" spc="-80" dirty="0">
              <a:solidFill>
                <a:schemeClr val="accent6"/>
              </a:solidFill>
            </a:endParaRPr>
          </a:p>
          <a:p>
            <a:pPr marL="12700" marR="5080"/>
            <a:r>
              <a:rPr lang="en-US" sz="1350" kern="0" spc="-80" dirty="0">
                <a:solidFill>
                  <a:schemeClr val="accent2"/>
                </a:solidFill>
              </a:rPr>
              <a:t>12. SELENIUM FOR MODERN WEB ARCHITECTURE</a:t>
            </a:r>
          </a:p>
          <a:p>
            <a:pPr marL="12700" marR="5080"/>
            <a:r>
              <a:rPr lang="en-US" sz="1350" kern="0" spc="-80" dirty="0">
                <a:solidFill>
                  <a:schemeClr val="accent2"/>
                </a:solidFill>
              </a:rPr>
              <a:t>12.1 Challenges with SPA Frameworks</a:t>
            </a:r>
          </a:p>
          <a:p>
            <a:pPr marL="12700" marR="5080"/>
            <a:r>
              <a:rPr lang="en-US" sz="1350" kern="0" spc="-80" dirty="0">
                <a:solidFill>
                  <a:schemeClr val="accent6"/>
                </a:solidFill>
              </a:rPr>
              <a:t>Virtual DOM</a:t>
            </a:r>
          </a:p>
          <a:p>
            <a:pPr marL="12700" marR="5080"/>
            <a:r>
              <a:rPr lang="en-US" sz="1350" kern="0" spc="-80" dirty="0">
                <a:solidFill>
                  <a:schemeClr val="accent6"/>
                </a:solidFill>
              </a:rPr>
              <a:t>Shadow DOM</a:t>
            </a:r>
          </a:p>
          <a:p>
            <a:pPr marL="12700" marR="5080"/>
            <a:r>
              <a:rPr lang="en-US" sz="1350" kern="0" spc="-80" dirty="0">
                <a:solidFill>
                  <a:schemeClr val="accent6"/>
                </a:solidFill>
              </a:rPr>
              <a:t>Lazy loading</a:t>
            </a:r>
          </a:p>
          <a:p>
            <a:pPr marL="12700" marR="5080"/>
            <a:r>
              <a:rPr lang="en-US" sz="1350" kern="0" spc="-80" dirty="0">
                <a:solidFill>
                  <a:schemeClr val="accent6"/>
                </a:solidFill>
              </a:rPr>
              <a:t>Client-side routing</a:t>
            </a:r>
          </a:p>
          <a:p>
            <a:pPr marL="12700" marR="5080"/>
            <a:r>
              <a:rPr lang="en-US" sz="1350" kern="0" spc="-80" dirty="0">
                <a:solidFill>
                  <a:schemeClr val="accent6"/>
                </a:solidFill>
              </a:rPr>
              <a:t>Dynamic elements</a:t>
            </a:r>
          </a:p>
          <a:p>
            <a:pPr marL="12700" marR="5080"/>
            <a:endParaRPr lang="en-US" sz="1350" kern="0" spc="-80" dirty="0">
              <a:solidFill>
                <a:schemeClr val="accent6"/>
              </a:solidFill>
            </a:endParaRPr>
          </a:p>
          <a:p>
            <a:pPr marL="12700" marR="5080"/>
            <a:r>
              <a:rPr lang="en-US" sz="1350" kern="0" spc="-80" dirty="0">
                <a:solidFill>
                  <a:schemeClr val="accent2"/>
                </a:solidFill>
              </a:rPr>
              <a:t>12.2 Strategies</a:t>
            </a:r>
          </a:p>
          <a:p>
            <a:pPr marL="12700" marR="5080"/>
            <a:r>
              <a:rPr lang="en-US" sz="1350" kern="0" spc="-80" dirty="0">
                <a:solidFill>
                  <a:schemeClr val="accent6"/>
                </a:solidFill>
              </a:rPr>
              <a:t>React fiber wait hooks</a:t>
            </a:r>
          </a:p>
          <a:p>
            <a:pPr marL="12700" marR="5080"/>
            <a:r>
              <a:rPr lang="en-US" sz="1350" kern="0" spc="-80" dirty="0">
                <a:solidFill>
                  <a:schemeClr val="accent6"/>
                </a:solidFill>
              </a:rPr>
              <a:t>Angular zone stabilization</a:t>
            </a:r>
          </a:p>
          <a:p>
            <a:pPr marL="12700" marR="5080"/>
            <a:r>
              <a:rPr lang="en-US" sz="1350" kern="0" spc="-80" dirty="0">
                <a:solidFill>
                  <a:schemeClr val="accent6"/>
                </a:solidFill>
              </a:rPr>
              <a:t>Vue watcher wait</a:t>
            </a:r>
          </a:p>
          <a:p>
            <a:pPr marL="12700" marR="5080"/>
            <a:r>
              <a:rPr lang="en-US" sz="1350" kern="0" spc="-80" dirty="0">
                <a:solidFill>
                  <a:schemeClr val="accent6"/>
                </a:solidFill>
              </a:rPr>
              <a:t>DOM </a:t>
            </a:r>
            <a:r>
              <a:rPr lang="en-US" sz="1350" kern="0" spc="-80" dirty="0" err="1">
                <a:solidFill>
                  <a:schemeClr val="accent6"/>
                </a:solidFill>
              </a:rPr>
              <a:t>MutationObserver</a:t>
            </a:r>
            <a:endParaRPr lang="en-US" sz="1350" kern="0" spc="-80" dirty="0">
              <a:solidFill>
                <a:schemeClr val="accent6"/>
              </a:solidFill>
            </a:endParaRPr>
          </a:p>
          <a:p>
            <a:pPr marL="12700" marR="5080"/>
            <a:r>
              <a:rPr lang="en-US" sz="1350" kern="0" spc="-80" dirty="0">
                <a:solidFill>
                  <a:schemeClr val="accent6"/>
                </a:solidFill>
              </a:rPr>
              <a:t>Fetch/XHR interception</a:t>
            </a:r>
          </a:p>
        </p:txBody>
      </p:sp>
    </p:spTree>
    <p:extLst>
      <p:ext uri="{BB962C8B-B14F-4D97-AF65-F5344CB8AC3E}">
        <p14:creationId xmlns:p14="http://schemas.microsoft.com/office/powerpoint/2010/main" val="3813753736"/>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3EEC1F-66A8-DAB0-36A3-E6D8BB1E651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8A19285-C6BA-B8C2-EBFE-DD7F6252BC2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C305D5B-A2AE-19D2-4FD4-88D63A8AD39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CE46061-EF0A-4117-6212-0258ECED5F7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8560B3F-AEBF-62E3-CD1B-FA2230A52DD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C888057-04EC-B990-ACA3-94C17C76C67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9B996BC-982F-F34D-506D-E1738F141AB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5D987D7-BDA8-B675-9BB3-376540B7A9C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1AB1C5D-6E82-A6B3-872E-4A752CC92AA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5069FE9-9DD0-67FF-DC22-F16252D4B9B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4E5465F-30FF-8457-477F-9679727D422D}"/>
              </a:ext>
            </a:extLst>
          </p:cNvPr>
          <p:cNvSpPr txBox="1">
            <a:spLocks/>
          </p:cNvSpPr>
          <p:nvPr/>
        </p:nvSpPr>
        <p:spPr>
          <a:xfrm>
            <a:off x="152400" y="685800"/>
            <a:ext cx="8624937" cy="50860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13. SELENIUM PERFORMANCE TECHNIQUES</a:t>
            </a:r>
          </a:p>
          <a:p>
            <a:pPr marL="12700" marR="5080"/>
            <a:r>
              <a:rPr lang="en-US" sz="1350" kern="0" spc="-80" dirty="0">
                <a:solidFill>
                  <a:schemeClr val="accent2"/>
                </a:solidFill>
              </a:rPr>
              <a:t>13.1 Reduce Flakiness</a:t>
            </a:r>
          </a:p>
          <a:p>
            <a:pPr marL="12700" marR="5080"/>
            <a:r>
              <a:rPr lang="en-US" sz="1350" kern="0" spc="-80" dirty="0">
                <a:solidFill>
                  <a:schemeClr val="accent6"/>
                </a:solidFill>
              </a:rPr>
              <a:t>Use explicit waits</a:t>
            </a:r>
          </a:p>
          <a:p>
            <a:pPr marL="12700" marR="5080"/>
            <a:r>
              <a:rPr lang="en-US" sz="1350" kern="0" spc="-80" dirty="0">
                <a:solidFill>
                  <a:schemeClr val="accent6"/>
                </a:solidFill>
              </a:rPr>
              <a:t>Avoid XPath with contains() when possible</a:t>
            </a:r>
          </a:p>
          <a:p>
            <a:pPr marL="12700" marR="5080"/>
            <a:r>
              <a:rPr lang="en-US" sz="1350" kern="0" spc="-80" dirty="0">
                <a:solidFill>
                  <a:schemeClr val="accent6"/>
                </a:solidFill>
              </a:rPr>
              <a:t>Prefer CSS selectors</a:t>
            </a:r>
          </a:p>
          <a:p>
            <a:pPr marL="12700" marR="5080"/>
            <a:r>
              <a:rPr lang="en-US" sz="1350" kern="0" spc="-80" dirty="0">
                <a:solidFill>
                  <a:schemeClr val="accent6"/>
                </a:solidFill>
              </a:rPr>
              <a:t>Avoid chained </a:t>
            </a:r>
            <a:r>
              <a:rPr lang="en-US" sz="1350" kern="0" spc="-80" dirty="0" err="1">
                <a:solidFill>
                  <a:schemeClr val="accent6"/>
                </a:solidFill>
              </a:rPr>
              <a:t>findElements</a:t>
            </a:r>
            <a:endParaRPr lang="en-US" sz="1350" kern="0" spc="-80" dirty="0">
              <a:solidFill>
                <a:schemeClr val="accent6"/>
              </a:solidFill>
            </a:endParaRPr>
          </a:p>
          <a:p>
            <a:pPr marL="12700" marR="5080"/>
            <a:r>
              <a:rPr lang="en-US" sz="1350" kern="0" spc="-80" dirty="0">
                <a:solidFill>
                  <a:schemeClr val="accent6"/>
                </a:solidFill>
              </a:rPr>
              <a:t>Retry stale elements</a:t>
            </a:r>
          </a:p>
          <a:p>
            <a:pPr marL="12700" marR="5080"/>
            <a:r>
              <a:rPr lang="en-US" sz="1350" kern="0" spc="-80" dirty="0">
                <a:solidFill>
                  <a:schemeClr val="accent6"/>
                </a:solidFill>
              </a:rPr>
              <a:t>Handle animations via JS</a:t>
            </a:r>
          </a:p>
          <a:p>
            <a:pPr marL="12700" marR="5080"/>
            <a:endParaRPr lang="en-US" sz="1350" kern="0" spc="-80" dirty="0">
              <a:solidFill>
                <a:schemeClr val="accent6"/>
              </a:solidFill>
            </a:endParaRPr>
          </a:p>
          <a:p>
            <a:pPr marL="12700" marR="5080"/>
            <a:r>
              <a:rPr lang="en-US" sz="1350" kern="0" spc="-80" dirty="0">
                <a:solidFill>
                  <a:schemeClr val="accent2"/>
                </a:solidFill>
              </a:rPr>
              <a:t>13.2 Speed Optimizations</a:t>
            </a:r>
          </a:p>
          <a:p>
            <a:pPr marL="12700" marR="5080"/>
            <a:r>
              <a:rPr lang="en-US" sz="1350" kern="0" spc="-80" dirty="0">
                <a:solidFill>
                  <a:schemeClr val="accent6"/>
                </a:solidFill>
              </a:rPr>
              <a:t>Headless mode</a:t>
            </a:r>
          </a:p>
          <a:p>
            <a:pPr marL="12700" marR="5080"/>
            <a:r>
              <a:rPr lang="en-US" sz="1350" kern="0" spc="-80" dirty="0">
                <a:solidFill>
                  <a:schemeClr val="accent6"/>
                </a:solidFill>
              </a:rPr>
              <a:t>Disable images</a:t>
            </a:r>
          </a:p>
          <a:p>
            <a:pPr marL="12700" marR="5080"/>
            <a:r>
              <a:rPr lang="en-US" sz="1350" kern="0" spc="-80" dirty="0">
                <a:solidFill>
                  <a:schemeClr val="accent6"/>
                </a:solidFill>
              </a:rPr>
              <a:t>Disable JS (if possible)</a:t>
            </a:r>
          </a:p>
          <a:p>
            <a:pPr marL="12700" marR="5080"/>
            <a:r>
              <a:rPr lang="en-US" sz="1350" kern="0" spc="-80" dirty="0">
                <a:solidFill>
                  <a:schemeClr val="accent6"/>
                </a:solidFill>
              </a:rPr>
              <a:t>Reduce locator depth</a:t>
            </a:r>
          </a:p>
          <a:p>
            <a:pPr marL="12700" marR="5080"/>
            <a:r>
              <a:rPr lang="en-US" sz="1350" kern="0" spc="-80" dirty="0">
                <a:solidFill>
                  <a:schemeClr val="accent6"/>
                </a:solidFill>
              </a:rPr>
              <a:t>CDP performance tracing</a:t>
            </a:r>
          </a:p>
          <a:p>
            <a:pPr marL="12700" marR="5080"/>
            <a:endParaRPr lang="en-US" sz="1350" kern="0" spc="-80" dirty="0">
              <a:solidFill>
                <a:schemeClr val="accent6"/>
              </a:solidFill>
            </a:endParaRPr>
          </a:p>
          <a:p>
            <a:pPr marL="12700" marR="5080"/>
            <a:r>
              <a:rPr lang="en-US" sz="1350" kern="0" spc="-80" dirty="0">
                <a:solidFill>
                  <a:schemeClr val="accent2"/>
                </a:solidFill>
              </a:rPr>
              <a:t>14. SELENIUM SECURITY &amp; HARDENING</a:t>
            </a:r>
          </a:p>
          <a:p>
            <a:pPr marL="12700" marR="5080"/>
            <a:r>
              <a:rPr lang="en-US" sz="1350" kern="0" spc="-80" dirty="0">
                <a:solidFill>
                  <a:schemeClr val="accent6"/>
                </a:solidFill>
              </a:rPr>
              <a:t>Disable insecure certificates</a:t>
            </a:r>
          </a:p>
          <a:p>
            <a:pPr marL="12700" marR="5080"/>
            <a:r>
              <a:rPr lang="en-US" sz="1350" kern="0" spc="-80" dirty="0">
                <a:solidFill>
                  <a:schemeClr val="accent6"/>
                </a:solidFill>
              </a:rPr>
              <a:t>Use secure browser profiles</a:t>
            </a:r>
          </a:p>
          <a:p>
            <a:pPr marL="12700" marR="5080"/>
            <a:r>
              <a:rPr lang="en-US" sz="1350" kern="0" spc="-80" dirty="0">
                <a:solidFill>
                  <a:schemeClr val="accent6"/>
                </a:solidFill>
              </a:rPr>
              <a:t>Handle OAuth/SSO popups</a:t>
            </a:r>
          </a:p>
          <a:p>
            <a:pPr marL="12700" marR="5080"/>
            <a:r>
              <a:rPr lang="en-US" sz="1350" kern="0" spc="-80" dirty="0">
                <a:solidFill>
                  <a:schemeClr val="accent6"/>
                </a:solidFill>
              </a:rPr>
              <a:t>Improve cookie isolation testing</a:t>
            </a:r>
          </a:p>
          <a:p>
            <a:pPr marL="12700" marR="5080"/>
            <a:r>
              <a:rPr lang="en-US" sz="1350" kern="0" spc="-80" dirty="0">
                <a:solidFill>
                  <a:schemeClr val="accent6"/>
                </a:solidFill>
              </a:rPr>
              <a:t>Run in containerized sandboxes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284030606"/>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B195E-CED2-C12B-4976-52BBC38E6F1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87164C-E85C-C7A3-17AE-60CB1654D89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57A955A-0BA7-694B-9BD4-3C3D669D6C9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4A819F8-0ECA-ACAC-3754-91350F65DBF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2D24E67-54A6-E2DC-5070-E970097D8D9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C5CB7F3-F717-DB92-6EE9-303A8F17ED6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1247571-CBAA-CF58-1E50-BB50AC1BCCA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035E7DD-EC64-8E00-FFF0-2DD2FFA1006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9FEE9D4-EF51-4A7B-05E1-48967893335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C68D525-2F12-1CC0-6133-A3C2C1FD53E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4426062-E54D-690A-F258-E2C3D1B8FCFA}"/>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15. SELENIUM ANTI-PATTERNS (Avoid These)</a:t>
            </a:r>
          </a:p>
          <a:p>
            <a:pPr marL="12700" marR="5080"/>
            <a:r>
              <a:rPr lang="en-US" sz="1350" kern="0" spc="-80" dirty="0">
                <a:solidFill>
                  <a:schemeClr val="accent6"/>
                </a:solidFill>
              </a:rPr>
              <a:t>Using </a:t>
            </a:r>
            <a:r>
              <a:rPr lang="en-US" sz="1350" kern="0" spc="-80" dirty="0" err="1">
                <a:solidFill>
                  <a:schemeClr val="accent6"/>
                </a:solidFill>
              </a:rPr>
              <a:t>Thread.sleep</a:t>
            </a:r>
            <a:r>
              <a:rPr lang="en-US" sz="1350" kern="0" spc="-80" dirty="0">
                <a:solidFill>
                  <a:schemeClr val="accent6"/>
                </a:solidFill>
              </a:rPr>
              <a:t> everywhere</a:t>
            </a:r>
          </a:p>
          <a:p>
            <a:pPr marL="12700" marR="5080"/>
            <a:r>
              <a:rPr lang="en-US" sz="1350" kern="0" spc="-80" dirty="0">
                <a:solidFill>
                  <a:schemeClr val="accent6"/>
                </a:solidFill>
              </a:rPr>
              <a:t>Overuse of </a:t>
            </a:r>
            <a:r>
              <a:rPr lang="en-US" sz="1350" kern="0" spc="-80" dirty="0" err="1">
                <a:solidFill>
                  <a:schemeClr val="accent6"/>
                </a:solidFill>
              </a:rPr>
              <a:t>PageFactory</a:t>
            </a:r>
            <a:endParaRPr lang="en-US" sz="1350" kern="0" spc="-80" dirty="0">
              <a:solidFill>
                <a:schemeClr val="accent6"/>
              </a:solidFill>
            </a:endParaRPr>
          </a:p>
          <a:p>
            <a:pPr marL="12700" marR="5080"/>
            <a:r>
              <a:rPr lang="en-US" sz="1350" kern="0" spc="-80" dirty="0">
                <a:solidFill>
                  <a:schemeClr val="accent6"/>
                </a:solidFill>
              </a:rPr>
              <a:t>Inconsistent waits</a:t>
            </a:r>
          </a:p>
          <a:p>
            <a:pPr marL="12700" marR="5080"/>
            <a:r>
              <a:rPr lang="en-US" sz="1350" kern="0" spc="-80" dirty="0">
                <a:solidFill>
                  <a:schemeClr val="accent6"/>
                </a:solidFill>
              </a:rPr>
              <a:t>Very deep XPath</a:t>
            </a:r>
          </a:p>
          <a:p>
            <a:pPr marL="12700" marR="5080"/>
            <a:r>
              <a:rPr lang="en-US" sz="1350" kern="0" spc="-80" dirty="0">
                <a:solidFill>
                  <a:schemeClr val="accent6"/>
                </a:solidFill>
              </a:rPr>
              <a:t>Avoiding test isolation</a:t>
            </a:r>
          </a:p>
          <a:p>
            <a:pPr marL="12700" marR="5080"/>
            <a:r>
              <a:rPr lang="en-US" sz="1350" kern="0" spc="-80" dirty="0">
                <a:solidFill>
                  <a:schemeClr val="accent6"/>
                </a:solidFill>
              </a:rPr>
              <a:t>Keeping browser state between tests</a:t>
            </a:r>
          </a:p>
          <a:p>
            <a:pPr marL="12700" marR="5080"/>
            <a:r>
              <a:rPr lang="en-US" sz="1350" kern="0" spc="-80" dirty="0">
                <a:solidFill>
                  <a:schemeClr val="accent6"/>
                </a:solidFill>
              </a:rPr>
              <a:t>Using brittle CSS indexes</a:t>
            </a:r>
          </a:p>
          <a:p>
            <a:pPr marL="12700" marR="5080"/>
            <a:r>
              <a:rPr lang="en-US" sz="1350" kern="0" spc="-80" dirty="0">
                <a:solidFill>
                  <a:schemeClr val="accent6"/>
                </a:solidFill>
              </a:rPr>
              <a:t>Putting logic inside tests instead of page objects</a:t>
            </a:r>
          </a:p>
          <a:p>
            <a:pPr marL="12700" marR="5080"/>
            <a:endParaRPr lang="en-US" sz="1350" kern="0" spc="-80" dirty="0">
              <a:solidFill>
                <a:schemeClr val="accent6"/>
              </a:solidFill>
            </a:endParaRPr>
          </a:p>
          <a:p>
            <a:pPr marL="12700" marR="5080"/>
            <a:r>
              <a:rPr lang="en-US" sz="1350" kern="0" spc="-80" dirty="0">
                <a:solidFill>
                  <a:schemeClr val="accent2"/>
                </a:solidFill>
              </a:rPr>
              <a:t>16. SELENIUM MOBILE AUTOMATION</a:t>
            </a:r>
          </a:p>
          <a:p>
            <a:pPr marL="12700" marR="5080"/>
            <a:r>
              <a:rPr lang="en-US" sz="1350" kern="0" spc="-80" dirty="0">
                <a:solidFill>
                  <a:schemeClr val="accent2"/>
                </a:solidFill>
              </a:rPr>
              <a:t>16.1 Appium Integration</a:t>
            </a:r>
          </a:p>
          <a:p>
            <a:pPr marL="12700" marR="5080"/>
            <a:r>
              <a:rPr lang="en-US" sz="1350" kern="0" spc="-80" dirty="0">
                <a:solidFill>
                  <a:schemeClr val="accent6"/>
                </a:solidFill>
              </a:rPr>
              <a:t>Selenium WebDriver protocol is shared with Appium.</a:t>
            </a:r>
          </a:p>
          <a:p>
            <a:pPr marL="12700" marR="5080"/>
            <a:r>
              <a:rPr lang="en-US" sz="1350" kern="0" spc="-80" dirty="0">
                <a:solidFill>
                  <a:schemeClr val="accent6"/>
                </a:solidFill>
              </a:rPr>
              <a:t>Capabilities:</a:t>
            </a:r>
          </a:p>
          <a:p>
            <a:pPr marL="12700" marR="5080"/>
            <a:r>
              <a:rPr lang="en-US" sz="1350" kern="0" spc="-80" dirty="0">
                <a:solidFill>
                  <a:schemeClr val="accent6"/>
                </a:solidFill>
              </a:rPr>
              <a:t>Android UIAutomator2</a:t>
            </a:r>
          </a:p>
          <a:p>
            <a:pPr marL="12700" marR="5080"/>
            <a:r>
              <a:rPr lang="en-US" sz="1350" kern="0" spc="-80" dirty="0">
                <a:solidFill>
                  <a:schemeClr val="accent6"/>
                </a:solidFill>
              </a:rPr>
              <a:t>iOS </a:t>
            </a:r>
            <a:r>
              <a:rPr lang="en-US" sz="1350" kern="0" spc="-80" dirty="0" err="1">
                <a:solidFill>
                  <a:schemeClr val="accent6"/>
                </a:solidFill>
              </a:rPr>
              <a:t>XCUITest</a:t>
            </a:r>
            <a:endParaRPr lang="en-US" sz="1350" kern="0" spc="-80" dirty="0">
              <a:solidFill>
                <a:schemeClr val="accent6"/>
              </a:solidFill>
            </a:endParaRPr>
          </a:p>
          <a:p>
            <a:pPr marL="12700" marR="5080"/>
            <a:r>
              <a:rPr lang="en-US" sz="1350" kern="0" spc="-80" dirty="0">
                <a:solidFill>
                  <a:schemeClr val="accent6"/>
                </a:solidFill>
              </a:rPr>
              <a:t>Hybrid app contexts (WebView switching)</a:t>
            </a:r>
          </a:p>
          <a:p>
            <a:pPr marL="12700" marR="5080"/>
            <a:endParaRPr lang="en-US" sz="1350" kern="0" spc="-80" dirty="0">
              <a:solidFill>
                <a:schemeClr val="accent6"/>
              </a:solidFill>
            </a:endParaRPr>
          </a:p>
          <a:p>
            <a:pPr marL="12700" marR="5080"/>
            <a:r>
              <a:rPr lang="en-US" sz="1350" kern="0" spc="-80" dirty="0">
                <a:solidFill>
                  <a:schemeClr val="accent2"/>
                </a:solidFill>
              </a:rPr>
              <a:t>16.2 Mobile Browser Automation</a:t>
            </a:r>
          </a:p>
          <a:p>
            <a:pPr marL="12700" marR="5080"/>
            <a:r>
              <a:rPr lang="en-US" sz="1350" kern="0" spc="-80" dirty="0">
                <a:solidFill>
                  <a:schemeClr val="accent6"/>
                </a:solidFill>
              </a:rPr>
              <a:t>Chrome mobile debugging</a:t>
            </a:r>
          </a:p>
          <a:p>
            <a:pPr marL="12700" marR="5080"/>
            <a:r>
              <a:rPr lang="en-US" sz="1350" kern="0" spc="-80" dirty="0">
                <a:solidFill>
                  <a:schemeClr val="accent6"/>
                </a:solidFill>
              </a:rPr>
              <a:t>Safari iOS remote automation</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253589624"/>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B7089B-B402-748F-534F-6D57FB6B3F0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98CD115-DF63-8444-5379-EE4EA68FD4B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5ED0768-DCF4-A8E2-3BA2-29AB6299A82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BCA2076-C82D-4220-2AB2-9A43ED63121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5C95116-404B-CC39-72F0-31ADA0DAA6C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650E4A8-26C0-7837-E9A1-B0D659E386B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46DDBD5-9BD0-FB44-B69F-1A39390877C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2B64923-F050-0A4A-33E1-D4CD5BED901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B4F835F-AD35-95BB-E29E-C0E9E2AD809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DC3C846-88C9-BBC5-300F-24D95C8F7A0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917A1BE-38DF-7007-575C-287081E7F5B0}"/>
              </a:ext>
            </a:extLst>
          </p:cNvPr>
          <p:cNvSpPr txBox="1">
            <a:spLocks/>
          </p:cNvSpPr>
          <p:nvPr/>
        </p:nvSpPr>
        <p:spPr>
          <a:xfrm>
            <a:off x="152400" y="685800"/>
            <a:ext cx="8624937" cy="44627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17. VISUAL TESTING WITH SELENIUM</a:t>
            </a:r>
          </a:p>
          <a:p>
            <a:pPr marL="12700" marR="5080"/>
            <a:r>
              <a:rPr lang="en-US" sz="1350" kern="0" spc="-80" dirty="0">
                <a:solidFill>
                  <a:schemeClr val="accent2"/>
                </a:solidFill>
              </a:rPr>
              <a:t>Tools:</a:t>
            </a:r>
          </a:p>
          <a:p>
            <a:pPr marL="12700" marR="5080"/>
            <a:r>
              <a:rPr lang="en-US" sz="1350" kern="0" spc="-80" dirty="0" err="1">
                <a:solidFill>
                  <a:schemeClr val="accent6"/>
                </a:solidFill>
              </a:rPr>
              <a:t>Applitools</a:t>
            </a:r>
            <a:endParaRPr lang="en-US" sz="1350" kern="0" spc="-80" dirty="0">
              <a:solidFill>
                <a:schemeClr val="accent6"/>
              </a:solidFill>
            </a:endParaRPr>
          </a:p>
          <a:p>
            <a:pPr marL="12700" marR="5080"/>
            <a:r>
              <a:rPr lang="en-US" sz="1350" kern="0" spc="-80" dirty="0">
                <a:solidFill>
                  <a:schemeClr val="accent6"/>
                </a:solidFill>
              </a:rPr>
              <a:t>Percy</a:t>
            </a:r>
          </a:p>
          <a:p>
            <a:pPr marL="12700" marR="5080"/>
            <a:r>
              <a:rPr lang="en-US" sz="1350" kern="0" spc="-80" dirty="0" err="1">
                <a:solidFill>
                  <a:schemeClr val="accent6"/>
                </a:solidFill>
              </a:rPr>
              <a:t>Happo</a:t>
            </a:r>
            <a:endParaRPr lang="en-US" sz="1350" kern="0" spc="-80" dirty="0">
              <a:solidFill>
                <a:schemeClr val="accent6"/>
              </a:solidFill>
            </a:endParaRPr>
          </a:p>
          <a:p>
            <a:pPr marL="12700" marR="5080"/>
            <a:r>
              <a:rPr lang="en-US" sz="1350" kern="0" spc="-80" dirty="0" err="1">
                <a:solidFill>
                  <a:schemeClr val="accent6"/>
                </a:solidFill>
              </a:rPr>
              <a:t>VisualRegressionTracker</a:t>
            </a:r>
            <a:endParaRPr lang="en-US" sz="1350" kern="0" spc="-80" dirty="0">
              <a:solidFill>
                <a:schemeClr val="accent6"/>
              </a:solidFill>
            </a:endParaRPr>
          </a:p>
          <a:p>
            <a:pPr marL="12700" marR="5080"/>
            <a:r>
              <a:rPr lang="en-US" sz="1350" kern="0" spc="-80" dirty="0">
                <a:solidFill>
                  <a:schemeClr val="accent6"/>
                </a:solidFill>
              </a:rPr>
              <a:t>Techniques:</a:t>
            </a:r>
          </a:p>
          <a:p>
            <a:pPr marL="12700" marR="5080"/>
            <a:r>
              <a:rPr lang="en-US" sz="1350" kern="0" spc="-80" dirty="0">
                <a:solidFill>
                  <a:schemeClr val="accent6"/>
                </a:solidFill>
              </a:rPr>
              <a:t>DOM snapshot diff</a:t>
            </a:r>
          </a:p>
          <a:p>
            <a:pPr marL="12700" marR="5080"/>
            <a:r>
              <a:rPr lang="en-US" sz="1350" kern="0" spc="-80" dirty="0">
                <a:solidFill>
                  <a:schemeClr val="accent6"/>
                </a:solidFill>
              </a:rPr>
              <a:t>Pixel diff</a:t>
            </a:r>
          </a:p>
          <a:p>
            <a:pPr marL="12700" marR="5080"/>
            <a:r>
              <a:rPr lang="en-US" sz="1350" kern="0" spc="-80" dirty="0">
                <a:solidFill>
                  <a:schemeClr val="accent6"/>
                </a:solidFill>
              </a:rPr>
              <a:t>AI-based diff</a:t>
            </a:r>
          </a:p>
          <a:p>
            <a:pPr marL="12700" marR="5080"/>
            <a:r>
              <a:rPr lang="en-US" sz="1350" kern="0" spc="-80" dirty="0">
                <a:solidFill>
                  <a:schemeClr val="accent6"/>
                </a:solidFill>
              </a:rPr>
              <a:t>Layout diff</a:t>
            </a:r>
          </a:p>
          <a:p>
            <a:pPr marL="12700" marR="5080"/>
            <a:endParaRPr lang="en-US" sz="1350" kern="0" spc="-80" dirty="0">
              <a:solidFill>
                <a:schemeClr val="accent6"/>
              </a:solidFill>
            </a:endParaRPr>
          </a:p>
          <a:p>
            <a:pPr marL="12700" marR="5080"/>
            <a:r>
              <a:rPr lang="en-US" sz="1350" kern="0" spc="-80" dirty="0">
                <a:solidFill>
                  <a:schemeClr val="accent2"/>
                </a:solidFill>
              </a:rPr>
              <a:t>18. SELENIUM DEBUGGING &amp; LOGS</a:t>
            </a:r>
          </a:p>
          <a:p>
            <a:pPr marL="12700" marR="5080"/>
            <a:r>
              <a:rPr lang="en-US" sz="1350" kern="0" spc="-80" dirty="0">
                <a:solidFill>
                  <a:schemeClr val="accent2"/>
                </a:solidFill>
              </a:rPr>
              <a:t>18.1 Types of Logs</a:t>
            </a:r>
          </a:p>
          <a:p>
            <a:pPr marL="12700" marR="5080"/>
            <a:r>
              <a:rPr lang="en-US" sz="1350" kern="0" spc="-80" dirty="0">
                <a:solidFill>
                  <a:schemeClr val="accent6"/>
                </a:solidFill>
              </a:rPr>
              <a:t>Browser logs</a:t>
            </a:r>
          </a:p>
          <a:p>
            <a:pPr marL="12700" marR="5080"/>
            <a:r>
              <a:rPr lang="en-US" sz="1350" kern="0" spc="-80" dirty="0">
                <a:solidFill>
                  <a:schemeClr val="accent6"/>
                </a:solidFill>
              </a:rPr>
              <a:t>Driver logs</a:t>
            </a:r>
          </a:p>
          <a:p>
            <a:pPr marL="12700" marR="5080"/>
            <a:r>
              <a:rPr lang="en-US" sz="1350" kern="0" spc="-80" dirty="0">
                <a:solidFill>
                  <a:schemeClr val="accent6"/>
                </a:solidFill>
              </a:rPr>
              <a:t>Network logs via CDP</a:t>
            </a:r>
          </a:p>
          <a:p>
            <a:pPr marL="12700" marR="5080"/>
            <a:r>
              <a:rPr lang="en-US" sz="1350" kern="0" spc="-80" dirty="0">
                <a:solidFill>
                  <a:schemeClr val="accent6"/>
                </a:solidFill>
              </a:rPr>
              <a:t>Selenium Grid logs</a:t>
            </a:r>
          </a:p>
          <a:p>
            <a:pPr marL="12700" marR="5080"/>
            <a:r>
              <a:rPr lang="en-US" sz="1350" kern="0" spc="-80" dirty="0">
                <a:solidFill>
                  <a:schemeClr val="accent6"/>
                </a:solidFill>
              </a:rPr>
              <a:t>Video recordings (cloud providers)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2341260710"/>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115D98-D0EE-DBD6-90CB-5DA4C41CD96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24662C-5E8F-D2C1-7067-9828CB497D0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406487E-1B9D-BC34-0B81-908ACBA1764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795DEDA-84EC-3C10-E8A0-CA5016AED6D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0E6477C-DAD1-9896-D96D-8AB700548B6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67CFCD-4FB2-A487-E49C-AE6B48925C8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B3A1032-FDC1-9B12-AD98-91D6E4D4FCF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F90544A-C3C5-901F-7AA9-83FD978B16B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9E37EB7-8463-8652-064C-DB1D227C35C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02C7B93-F86C-5255-6F19-3359E6E9AD9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A4F0692-BF1A-E3F5-C82B-5010D7839297}"/>
              </a:ext>
            </a:extLst>
          </p:cNvPr>
          <p:cNvSpPr txBox="1">
            <a:spLocks/>
          </p:cNvSpPr>
          <p:nvPr/>
        </p:nvSpPr>
        <p:spPr>
          <a:xfrm>
            <a:off x="152400" y="685800"/>
            <a:ext cx="8624937" cy="44627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19. MOST IMPORTANT SELENIUM DESIGN PATTERNS</a:t>
            </a:r>
          </a:p>
          <a:p>
            <a:pPr marL="12700" marR="5080"/>
            <a:r>
              <a:rPr lang="en-US" sz="1350" kern="0" spc="-80" dirty="0">
                <a:solidFill>
                  <a:schemeClr val="accent6"/>
                </a:solidFill>
              </a:rPr>
              <a:t>✔ Page Object Model (POM)</a:t>
            </a:r>
          </a:p>
          <a:p>
            <a:pPr marL="12700" marR="5080"/>
            <a:r>
              <a:rPr lang="en-US" sz="1350" kern="0" spc="-80" dirty="0">
                <a:solidFill>
                  <a:schemeClr val="accent6"/>
                </a:solidFill>
              </a:rPr>
              <a:t>✔ Page Component Pattern</a:t>
            </a:r>
          </a:p>
          <a:p>
            <a:pPr marL="12700" marR="5080"/>
            <a:r>
              <a:rPr lang="en-US" sz="1350" kern="0" spc="-80" dirty="0">
                <a:solidFill>
                  <a:schemeClr val="accent6"/>
                </a:solidFill>
              </a:rPr>
              <a:t>✔ Screenplay Pattern</a:t>
            </a:r>
          </a:p>
          <a:p>
            <a:pPr marL="12700" marR="5080"/>
            <a:r>
              <a:rPr lang="en-US" sz="1350" kern="0" spc="-80" dirty="0">
                <a:solidFill>
                  <a:schemeClr val="accent6"/>
                </a:solidFill>
              </a:rPr>
              <a:t>✔ Factory Pattern</a:t>
            </a:r>
          </a:p>
          <a:p>
            <a:pPr marL="12700" marR="5080"/>
            <a:r>
              <a:rPr lang="en-US" sz="1350" kern="0" spc="-80" dirty="0">
                <a:solidFill>
                  <a:schemeClr val="accent6"/>
                </a:solidFill>
              </a:rPr>
              <a:t>✔ Builder Pattern</a:t>
            </a:r>
          </a:p>
          <a:p>
            <a:pPr marL="12700" marR="5080"/>
            <a:r>
              <a:rPr lang="en-US" sz="1350" kern="0" spc="-80" dirty="0">
                <a:solidFill>
                  <a:schemeClr val="accent6"/>
                </a:solidFill>
              </a:rPr>
              <a:t>✔ Strategy Pattern</a:t>
            </a:r>
          </a:p>
          <a:p>
            <a:pPr marL="12700" marR="5080"/>
            <a:r>
              <a:rPr lang="en-US" sz="1350" kern="0" spc="-80" dirty="0">
                <a:solidFill>
                  <a:schemeClr val="accent6"/>
                </a:solidFill>
              </a:rPr>
              <a:t>✔ Adapter Pattern</a:t>
            </a:r>
          </a:p>
          <a:p>
            <a:pPr marL="12700" marR="5080"/>
            <a:r>
              <a:rPr lang="en-US" sz="1350" kern="0" spc="-80" dirty="0">
                <a:solidFill>
                  <a:schemeClr val="accent6"/>
                </a:solidFill>
              </a:rPr>
              <a:t>✔ Chain of Responsibility (dynamic waiting)</a:t>
            </a:r>
          </a:p>
          <a:p>
            <a:pPr marL="12700" marR="5080"/>
            <a:r>
              <a:rPr lang="en-US" sz="1350" kern="0" spc="-80" dirty="0">
                <a:solidFill>
                  <a:schemeClr val="accent6"/>
                </a:solidFill>
              </a:rPr>
              <a:t>✔ Decorator Pattern (logging, retrying elements)</a:t>
            </a:r>
          </a:p>
          <a:p>
            <a:pPr marL="12700" marR="5080"/>
            <a:endParaRPr lang="en-US" sz="1350" kern="0" spc="-80" dirty="0">
              <a:solidFill>
                <a:schemeClr val="accent6"/>
              </a:solidFill>
            </a:endParaRPr>
          </a:p>
          <a:p>
            <a:pPr marL="12700" marR="5080"/>
            <a:r>
              <a:rPr lang="en-US" sz="1350" kern="0" spc="-80" dirty="0">
                <a:solidFill>
                  <a:schemeClr val="accent2"/>
                </a:solidFill>
              </a:rPr>
              <a:t>20. BEST PRACTICES</a:t>
            </a:r>
          </a:p>
          <a:p>
            <a:pPr marL="12700" marR="5080"/>
            <a:r>
              <a:rPr lang="en-US" sz="1350" kern="0" spc="-80" dirty="0">
                <a:solidFill>
                  <a:schemeClr val="accent6"/>
                </a:solidFill>
              </a:rPr>
              <a:t>✓ Prefer CSS over XPath</a:t>
            </a:r>
          </a:p>
          <a:p>
            <a:pPr marL="12700" marR="5080"/>
            <a:r>
              <a:rPr lang="en-US" sz="1350" kern="0" spc="-80" dirty="0">
                <a:solidFill>
                  <a:schemeClr val="accent6"/>
                </a:solidFill>
              </a:rPr>
              <a:t>✓ Use stable attributes (data-test, data-</a:t>
            </a:r>
            <a:r>
              <a:rPr lang="en-US" sz="1350" kern="0" spc="-80" dirty="0" err="1">
                <a:solidFill>
                  <a:schemeClr val="accent6"/>
                </a:solidFill>
              </a:rPr>
              <a:t>testid</a:t>
            </a:r>
            <a:r>
              <a:rPr lang="en-US" sz="1350" kern="0" spc="-80" dirty="0">
                <a:solidFill>
                  <a:schemeClr val="accent6"/>
                </a:solidFill>
              </a:rPr>
              <a:t>)</a:t>
            </a:r>
          </a:p>
          <a:p>
            <a:pPr marL="12700" marR="5080"/>
            <a:r>
              <a:rPr lang="en-US" sz="1350" kern="0" spc="-80" dirty="0">
                <a:solidFill>
                  <a:schemeClr val="accent6"/>
                </a:solidFill>
              </a:rPr>
              <a:t>✓ Wait smartly</a:t>
            </a:r>
          </a:p>
          <a:p>
            <a:pPr marL="12700" marR="5080"/>
            <a:r>
              <a:rPr lang="en-US" sz="1350" kern="0" spc="-80" dirty="0">
                <a:solidFill>
                  <a:schemeClr val="accent6"/>
                </a:solidFill>
              </a:rPr>
              <a:t>✓ Isolate tests</a:t>
            </a:r>
          </a:p>
          <a:p>
            <a:pPr marL="12700" marR="5080"/>
            <a:r>
              <a:rPr lang="en-US" sz="1350" kern="0" spc="-80" dirty="0">
                <a:solidFill>
                  <a:schemeClr val="accent6"/>
                </a:solidFill>
              </a:rPr>
              <a:t>✓ Use BrowserStack/Sauce for coverage</a:t>
            </a:r>
          </a:p>
          <a:p>
            <a:pPr marL="12700" marR="5080"/>
            <a:r>
              <a:rPr lang="en-US" sz="1350" kern="0" spc="-80" dirty="0">
                <a:solidFill>
                  <a:schemeClr val="accent6"/>
                </a:solidFill>
              </a:rPr>
              <a:t>✓ Use Grid for parallel execution</a:t>
            </a:r>
          </a:p>
          <a:p>
            <a:pPr marL="12700" marR="5080"/>
            <a:r>
              <a:rPr lang="en-US" sz="1350" kern="0" spc="-80" dirty="0">
                <a:solidFill>
                  <a:schemeClr val="accent6"/>
                </a:solidFill>
              </a:rPr>
              <a:t>✓ Use proper architecture pattern (Screenplay recommended)</a:t>
            </a:r>
          </a:p>
          <a:p>
            <a:pPr marL="12700" marR="5080"/>
            <a:r>
              <a:rPr lang="en-US" sz="1350" kern="0" spc="-80" dirty="0">
                <a:solidFill>
                  <a:schemeClr val="accent6"/>
                </a:solidFill>
              </a:rPr>
              <a:t>✓ Keep tests independent of environment</a:t>
            </a:r>
          </a:p>
        </p:txBody>
      </p:sp>
    </p:spTree>
    <p:extLst>
      <p:ext uri="{BB962C8B-B14F-4D97-AF65-F5344CB8AC3E}">
        <p14:creationId xmlns:p14="http://schemas.microsoft.com/office/powerpoint/2010/main" val="502751808"/>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91E3E-5F55-478D-6957-AD505835379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CFF0247-F4A0-7EC3-2B04-3098A6AC9B3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23D6AB-5BC4-E619-6552-9D44ECE10AD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ED46D75-F917-B94B-2E82-9043F21BDF4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F831FCF-1418-352B-F5BC-85E21F2924D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1DD339C-0948-FF5F-10A5-FA4406DC5C3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ED2C059-F93E-0EA5-0ADD-032B4CD0D69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36DEC1B-0AB6-28F1-F2CB-3ADDA8A6D90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53D6106-EFE7-A5A2-0FEB-BA36EDBCFE2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1E79B09-33BA-6CD5-2F16-8AC25F9EA7D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98B3A55-B771-571C-D60C-12F099907D73}"/>
              </a:ext>
            </a:extLst>
          </p:cNvPr>
          <p:cNvSpPr txBox="1">
            <a:spLocks/>
          </p:cNvSpPr>
          <p:nvPr/>
        </p:nvSpPr>
        <p:spPr>
          <a:xfrm>
            <a:off x="152400" y="685800"/>
            <a:ext cx="8624937" cy="159274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For Further Exploration</a:t>
            </a:r>
          </a:p>
          <a:p>
            <a:pPr marL="12700" marR="5080"/>
            <a:r>
              <a:rPr lang="en-IN" sz="1400" dirty="0">
                <a:hlinkClick r:id="rId8"/>
              </a:rPr>
              <a:t>Free Selenium Tutorial | Selenium WebDriver Tutorials | For Beginners</a:t>
            </a:r>
            <a:endParaRPr lang="en-IN" sz="1400" dirty="0"/>
          </a:p>
          <a:p>
            <a:pPr marL="12700" marR="5080"/>
            <a:r>
              <a:rPr lang="en-IN" sz="1400" dirty="0">
                <a:hlinkClick r:id="rId9"/>
              </a:rPr>
              <a:t>Selenium Tutorial – Guru99</a:t>
            </a:r>
            <a:endParaRPr lang="en-IN" sz="1400" dirty="0"/>
          </a:p>
          <a:p>
            <a:pPr marL="12700" marR="5080"/>
            <a:r>
              <a:rPr lang="en-US" sz="1400" dirty="0">
                <a:hlinkClick r:id="rId10"/>
              </a:rPr>
              <a:t>What Is Selenium? Getting Started With Selenium Testing | </a:t>
            </a:r>
            <a:r>
              <a:rPr lang="en-US" sz="1400" dirty="0" err="1">
                <a:hlinkClick r:id="rId10"/>
              </a:rPr>
              <a:t>LambdaTest</a:t>
            </a:r>
            <a:endParaRPr lang="en-US" sz="1400" dirty="0"/>
          </a:p>
          <a:p>
            <a:pPr marL="12700" marR="5080"/>
            <a:r>
              <a:rPr lang="en-US" sz="1400" dirty="0">
                <a:hlinkClick r:id="rId11"/>
              </a:rPr>
              <a:t>Selenium Testing: Detailed Guide | BrowserStack</a:t>
            </a:r>
            <a:endParaRPr lang="en-US" sz="1400" dirty="0"/>
          </a:p>
          <a:p>
            <a:pPr marL="12700" marR="5080"/>
            <a:r>
              <a:rPr lang="en-US" sz="1400" dirty="0">
                <a:hlinkClick r:id="rId12"/>
              </a:rPr>
              <a:t>Automation testing with Selenium C# .NET Core (Getting started series)</a:t>
            </a:r>
            <a:endParaRPr lang="en-US" sz="1350" kern="0" spc="-80" dirty="0">
              <a:solidFill>
                <a:schemeClr val="accent6"/>
              </a:solidFill>
            </a:endParaRPr>
          </a:p>
        </p:txBody>
      </p:sp>
    </p:spTree>
    <p:extLst>
      <p:ext uri="{BB962C8B-B14F-4D97-AF65-F5344CB8AC3E}">
        <p14:creationId xmlns:p14="http://schemas.microsoft.com/office/powerpoint/2010/main" val="3443719238"/>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37A45-E4E6-4461-D1DB-DD47DACFA54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C177518-6C62-FCF7-D79B-09C7ADA0257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B13D66A-21DC-CB3B-9E53-804CD630237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BC4EA85-C7D7-97A5-1ACA-4D5E151F651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FBAA3E6-6504-2E3C-9EC7-217701EDF16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3D4F7C1-BC24-4CA1-75D1-24E916E381F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7BD27B0-91B1-A49B-F83B-E278E67E12E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6B4570F-16D7-434A-2536-BE89FF79048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D433540-E62B-BFA8-8EAB-3AAC03109E7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8821962-C144-AF9C-52B9-A8D949FF325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2DEB29B-585D-438E-B49F-732C0A947E47}"/>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1. Playwright Fundamentals</a:t>
            </a:r>
          </a:p>
          <a:p>
            <a:pPr marL="12700" marR="5080"/>
            <a:r>
              <a:rPr lang="en-US" sz="1350" kern="0" spc="-80" dirty="0">
                <a:solidFill>
                  <a:schemeClr val="accent2"/>
                </a:solidFill>
              </a:rPr>
              <a:t>1.1 What is Playwright</a:t>
            </a:r>
          </a:p>
          <a:p>
            <a:pPr marL="12700" marR="5080"/>
            <a:r>
              <a:rPr lang="en-US" sz="1350" kern="0" spc="-80" dirty="0">
                <a:solidFill>
                  <a:schemeClr val="accent6"/>
                </a:solidFill>
              </a:rPr>
              <a:t>A modern, fast, reliable, cross-browser Web Automation &amp; Testing </a:t>
            </a:r>
            <a:r>
              <a:rPr lang="en-US" sz="1350" kern="0" spc="-80" dirty="0" err="1">
                <a:solidFill>
                  <a:schemeClr val="accent6"/>
                </a:solidFill>
              </a:rPr>
              <a:t>framework.Built</a:t>
            </a:r>
            <a:r>
              <a:rPr lang="en-US" sz="1350" kern="0" spc="-80" dirty="0">
                <a:solidFill>
                  <a:schemeClr val="accent6"/>
                </a:solidFill>
              </a:rPr>
              <a:t> by Microsoft.</a:t>
            </a:r>
          </a:p>
          <a:p>
            <a:pPr marL="12700" marR="5080"/>
            <a:r>
              <a:rPr lang="en-US" sz="1350" kern="0" spc="-80" dirty="0">
                <a:solidFill>
                  <a:schemeClr val="accent2"/>
                </a:solidFill>
              </a:rPr>
              <a:t>Supports: </a:t>
            </a:r>
            <a:r>
              <a:rPr lang="en-US" sz="1350" kern="0" spc="-80" dirty="0">
                <a:solidFill>
                  <a:schemeClr val="accent6"/>
                </a:solidFill>
              </a:rPr>
              <a:t>Chromium, Firefox, WebKit, Mobile emulation, API testing, Visual testing, Component testing.</a:t>
            </a:r>
          </a:p>
          <a:p>
            <a:pPr marL="12700" marR="5080"/>
            <a:r>
              <a:rPr lang="en-US" sz="1350" kern="0" spc="-80" dirty="0">
                <a:solidFill>
                  <a:schemeClr val="accent6"/>
                </a:solidFill>
              </a:rPr>
              <a:t>Auto-waiting + built-in retries → very stable tests.</a:t>
            </a:r>
          </a:p>
          <a:p>
            <a:pPr marL="12700" marR="5080"/>
            <a:endParaRPr lang="en-US" sz="1350" kern="0" spc="-80" dirty="0">
              <a:solidFill>
                <a:schemeClr val="accent6"/>
              </a:solidFill>
            </a:endParaRPr>
          </a:p>
          <a:p>
            <a:pPr marL="12700" marR="5080"/>
            <a:r>
              <a:rPr lang="en-US" sz="1350" kern="0" spc="-80" dirty="0">
                <a:solidFill>
                  <a:schemeClr val="accent2"/>
                </a:solidFill>
              </a:rPr>
              <a:t>2. Core Concepts</a:t>
            </a:r>
          </a:p>
          <a:p>
            <a:pPr marL="12700" marR="5080"/>
            <a:r>
              <a:rPr lang="en-US" sz="1350" kern="0" spc="-80" dirty="0">
                <a:solidFill>
                  <a:schemeClr val="accent2"/>
                </a:solidFill>
              </a:rPr>
              <a:t>2.1 Browsers, Contexts and Pages</a:t>
            </a:r>
          </a:p>
          <a:p>
            <a:pPr marL="12700" marR="5080"/>
            <a:r>
              <a:rPr lang="en-US" sz="1350" kern="0" spc="-80" dirty="0">
                <a:solidFill>
                  <a:schemeClr val="accent6"/>
                </a:solidFill>
              </a:rPr>
              <a:t>Browser = Top-level instance (Chromium, Firefox, WebKit)</a:t>
            </a:r>
          </a:p>
          <a:p>
            <a:pPr marL="12700" marR="5080"/>
            <a:r>
              <a:rPr lang="en-US" sz="1350" kern="0" spc="-80" dirty="0">
                <a:solidFill>
                  <a:schemeClr val="accent6"/>
                </a:solidFill>
              </a:rPr>
              <a:t>Browser Context = Browser profile (cookies, storage) → isolated environment</a:t>
            </a:r>
          </a:p>
          <a:p>
            <a:pPr marL="12700" marR="5080"/>
            <a:r>
              <a:rPr lang="en-US" sz="1350" kern="0" spc="-80" dirty="0">
                <a:solidFill>
                  <a:schemeClr val="accent6"/>
                </a:solidFill>
              </a:rPr>
              <a:t>Page = Tab in a context</a:t>
            </a:r>
          </a:p>
          <a:p>
            <a:pPr marL="12700" marR="5080"/>
            <a:endParaRPr lang="en-US" sz="1350" kern="0" spc="-80" dirty="0">
              <a:solidFill>
                <a:schemeClr val="accent6"/>
              </a:solidFill>
            </a:endParaRPr>
          </a:p>
          <a:p>
            <a:pPr marL="12700" marR="5080"/>
            <a:r>
              <a:rPr lang="en-US" sz="1350" kern="0" spc="-80" dirty="0">
                <a:solidFill>
                  <a:schemeClr val="accent2"/>
                </a:solidFill>
              </a:rPr>
              <a:t>2.2 Auto-Waiting</a:t>
            </a:r>
          </a:p>
          <a:p>
            <a:pPr marL="12700" marR="5080"/>
            <a:r>
              <a:rPr lang="en-US" sz="1350" kern="0" spc="-80" dirty="0">
                <a:solidFill>
                  <a:schemeClr val="accent6"/>
                </a:solidFill>
              </a:rPr>
              <a:t>Playwright automatically waits for:</a:t>
            </a:r>
          </a:p>
          <a:p>
            <a:pPr marL="12700" marR="5080"/>
            <a:r>
              <a:rPr lang="en-US" sz="1350" kern="0" spc="-80" dirty="0">
                <a:solidFill>
                  <a:schemeClr val="accent6"/>
                </a:solidFill>
              </a:rPr>
              <a:t>Element visible</a:t>
            </a:r>
          </a:p>
          <a:p>
            <a:pPr marL="12700" marR="5080"/>
            <a:r>
              <a:rPr lang="en-US" sz="1350" kern="0" spc="-80" dirty="0">
                <a:solidFill>
                  <a:schemeClr val="accent6"/>
                </a:solidFill>
              </a:rPr>
              <a:t>Element enabled</a:t>
            </a:r>
          </a:p>
          <a:p>
            <a:pPr marL="12700" marR="5080"/>
            <a:r>
              <a:rPr lang="en-US" sz="1350" kern="0" spc="-80" dirty="0">
                <a:solidFill>
                  <a:schemeClr val="accent6"/>
                </a:solidFill>
              </a:rPr>
              <a:t>Stable and not detached</a:t>
            </a:r>
          </a:p>
          <a:p>
            <a:pPr marL="12700" marR="5080"/>
            <a:r>
              <a:rPr lang="en-US" sz="1350" kern="0" spc="-80" dirty="0">
                <a:solidFill>
                  <a:schemeClr val="accent6"/>
                </a:solidFill>
              </a:rPr>
              <a:t>Network idle (for some actions)</a:t>
            </a:r>
          </a:p>
          <a:p>
            <a:pPr marL="12700" marR="5080"/>
            <a:endParaRPr lang="en-US" sz="1350" kern="0" spc="-80" dirty="0">
              <a:solidFill>
                <a:schemeClr val="accent6"/>
              </a:solidFill>
            </a:endParaRPr>
          </a:p>
          <a:p>
            <a:pPr marL="12700" marR="5080"/>
            <a:r>
              <a:rPr lang="en-US" sz="1350" kern="0" spc="-80" dirty="0">
                <a:solidFill>
                  <a:schemeClr val="accent2"/>
                </a:solidFill>
              </a:rPr>
              <a:t>2.3 Selectors</a:t>
            </a:r>
          </a:p>
          <a:p>
            <a:pPr marL="12700" marR="5080"/>
            <a:r>
              <a:rPr lang="en-US" sz="1350" kern="0" spc="-80" dirty="0">
                <a:solidFill>
                  <a:schemeClr val="accent2"/>
                </a:solidFill>
              </a:rPr>
              <a:t>Types of selectors:</a:t>
            </a:r>
          </a:p>
          <a:p>
            <a:pPr marL="12700" marR="5080"/>
            <a:r>
              <a:rPr lang="en-US" sz="1350" kern="0" spc="-80" dirty="0">
                <a:solidFill>
                  <a:schemeClr val="accent6"/>
                </a:solidFill>
              </a:rPr>
              <a:t>CSS</a:t>
            </a:r>
          </a:p>
          <a:p>
            <a:pPr marL="12700" marR="5080"/>
            <a:r>
              <a:rPr lang="en-US" sz="1350" kern="0" spc="-80" dirty="0">
                <a:solidFill>
                  <a:schemeClr val="accent6"/>
                </a:solidFill>
              </a:rPr>
              <a:t>XPath</a:t>
            </a:r>
          </a:p>
          <a:p>
            <a:pPr marL="12700" marR="5080"/>
            <a:r>
              <a:rPr lang="en-US" sz="1350" kern="0" spc="-80" dirty="0">
                <a:solidFill>
                  <a:schemeClr val="accent6"/>
                </a:solidFill>
              </a:rPr>
              <a:t>Text selectors</a:t>
            </a:r>
          </a:p>
        </p:txBody>
      </p:sp>
    </p:spTree>
    <p:extLst>
      <p:ext uri="{BB962C8B-B14F-4D97-AF65-F5344CB8AC3E}">
        <p14:creationId xmlns:p14="http://schemas.microsoft.com/office/powerpoint/2010/main" val="101942584"/>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97E1B2-D7C6-4560-2572-63000E234F6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55B67AC-9013-62FA-ED18-CAA7EE28C17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96D1604-B669-83AF-8BD2-34396AB128C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67EB47E-52EF-DF84-46BD-70B07E0558A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F9E0865-F32E-91F5-5B41-E7C660319AF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1C7AEB6-8447-8210-60AE-1CF2FB0615E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F49F162-0212-EBBB-D656-A52535826DD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25F3B90-B9AC-F5AF-AFC0-375D08EF677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8E8EEFF-76AA-5D40-1065-337FBD4B512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1908332-54D4-4CA0-55B0-8F128AE862E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DF71C72-9F7F-9FAD-4F03-67F63BE516D0}"/>
              </a:ext>
            </a:extLst>
          </p:cNvPr>
          <p:cNvSpPr txBox="1">
            <a:spLocks/>
          </p:cNvSpPr>
          <p:nvPr/>
        </p:nvSpPr>
        <p:spPr>
          <a:xfrm>
            <a:off x="152400" y="685800"/>
            <a:ext cx="8624937" cy="50860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2.3 Selectors</a:t>
            </a:r>
          </a:p>
          <a:p>
            <a:pPr marL="12700" marR="5080"/>
            <a:r>
              <a:rPr lang="en-US" sz="1350" kern="0" spc="-80" dirty="0">
                <a:solidFill>
                  <a:schemeClr val="accent2"/>
                </a:solidFill>
              </a:rPr>
              <a:t>Types of selectors:</a:t>
            </a:r>
          </a:p>
          <a:p>
            <a:pPr marL="12700" marR="5080"/>
            <a:r>
              <a:rPr lang="en-US" sz="1350" kern="0" spc="-80" dirty="0">
                <a:solidFill>
                  <a:schemeClr val="accent6"/>
                </a:solidFill>
              </a:rPr>
              <a:t>Role selectors (recommended)</a:t>
            </a:r>
          </a:p>
          <a:p>
            <a:pPr marL="12700" marR="5080"/>
            <a:r>
              <a:rPr lang="en-US" sz="1350" kern="0" spc="-80" dirty="0">
                <a:solidFill>
                  <a:schemeClr val="accent6"/>
                </a:solidFill>
              </a:rPr>
              <a:t>Data-test selectors</a:t>
            </a:r>
          </a:p>
          <a:p>
            <a:pPr marL="12700" marR="5080"/>
            <a:r>
              <a:rPr lang="en-US" sz="1350" kern="0" spc="-80" dirty="0">
                <a:solidFill>
                  <a:schemeClr val="accent6"/>
                </a:solidFill>
              </a:rPr>
              <a:t>Regex selectors</a:t>
            </a:r>
          </a:p>
          <a:p>
            <a:pPr marL="12700" marR="5080"/>
            <a:r>
              <a:rPr lang="en-US" sz="1350" kern="0" spc="-80" dirty="0">
                <a:solidFill>
                  <a:schemeClr val="accent6"/>
                </a:solidFill>
              </a:rPr>
              <a:t>Best Practice: Use </a:t>
            </a:r>
            <a:r>
              <a:rPr lang="en-US" sz="1350" kern="0" spc="-80" dirty="0" err="1">
                <a:solidFill>
                  <a:schemeClr val="accent6"/>
                </a:solidFill>
              </a:rPr>
              <a:t>getByRole</a:t>
            </a:r>
            <a:r>
              <a:rPr lang="en-US" sz="1350" kern="0" spc="-80" dirty="0">
                <a:solidFill>
                  <a:schemeClr val="accent6"/>
                </a:solidFill>
              </a:rPr>
              <a:t>, </a:t>
            </a:r>
            <a:r>
              <a:rPr lang="en-US" sz="1350" kern="0" spc="-80" dirty="0" err="1">
                <a:solidFill>
                  <a:schemeClr val="accent6"/>
                </a:solidFill>
              </a:rPr>
              <a:t>getByTestId</a:t>
            </a:r>
            <a:r>
              <a:rPr lang="en-US" sz="1350" kern="0" spc="-80" dirty="0">
                <a:solidFill>
                  <a:schemeClr val="accent6"/>
                </a:solidFill>
              </a:rPr>
              <a:t>.</a:t>
            </a:r>
          </a:p>
          <a:p>
            <a:pPr marL="12700" marR="5080"/>
            <a:endParaRPr lang="en-US" sz="1350" kern="0" spc="-80" dirty="0">
              <a:solidFill>
                <a:schemeClr val="accent6"/>
              </a:solidFill>
            </a:endParaRPr>
          </a:p>
          <a:p>
            <a:pPr marL="12700" marR="5080"/>
            <a:r>
              <a:rPr lang="en-US" sz="1350" kern="0" spc="-80" dirty="0">
                <a:solidFill>
                  <a:schemeClr val="accent2"/>
                </a:solidFill>
              </a:rPr>
              <a:t>3. Test Runner Concepts</a:t>
            </a:r>
          </a:p>
          <a:p>
            <a:pPr marL="12700" marR="5080"/>
            <a:r>
              <a:rPr lang="en-US" sz="1350" kern="0" spc="-80" dirty="0">
                <a:solidFill>
                  <a:schemeClr val="accent6"/>
                </a:solidFill>
              </a:rPr>
              <a:t>Playwright has a built-in test runner.</a:t>
            </a:r>
          </a:p>
          <a:p>
            <a:pPr marL="12700" marR="5080"/>
            <a:r>
              <a:rPr lang="en-US" sz="1350" kern="0" spc="-80" dirty="0">
                <a:solidFill>
                  <a:schemeClr val="accent2"/>
                </a:solidFill>
              </a:rPr>
              <a:t>3.1 Test Syntax</a:t>
            </a:r>
          </a:p>
          <a:p>
            <a:pPr marL="12700" marR="5080"/>
            <a:r>
              <a:rPr lang="en-US" sz="1350" kern="0" spc="-80" dirty="0">
                <a:solidFill>
                  <a:schemeClr val="accent6"/>
                </a:solidFill>
              </a:rPr>
              <a:t>test() for test</a:t>
            </a:r>
          </a:p>
          <a:p>
            <a:pPr marL="12700" marR="5080"/>
            <a:r>
              <a:rPr lang="en-US" sz="1350" kern="0" spc="-80" dirty="0">
                <a:solidFill>
                  <a:schemeClr val="accent6"/>
                </a:solidFill>
              </a:rPr>
              <a:t>expect() for assertions</a:t>
            </a:r>
          </a:p>
          <a:p>
            <a:pPr marL="12700" marR="5080"/>
            <a:r>
              <a:rPr lang="en-US" sz="1350" kern="0" spc="-80" dirty="0" err="1">
                <a:solidFill>
                  <a:schemeClr val="accent6"/>
                </a:solidFill>
              </a:rPr>
              <a:t>test.describe</a:t>
            </a:r>
            <a:r>
              <a:rPr lang="en-US" sz="1350" kern="0" spc="-80" dirty="0">
                <a:solidFill>
                  <a:schemeClr val="accent6"/>
                </a:solidFill>
              </a:rPr>
              <a:t>() for grouping</a:t>
            </a:r>
          </a:p>
          <a:p>
            <a:pPr marL="12700" marR="5080"/>
            <a:r>
              <a:rPr lang="en-US" sz="1350" kern="0" spc="-80" dirty="0" err="1">
                <a:solidFill>
                  <a:schemeClr val="accent6"/>
                </a:solidFill>
              </a:rPr>
              <a:t>test.beforeAll</a:t>
            </a:r>
            <a:r>
              <a:rPr lang="en-US" sz="1350" kern="0" spc="-80" dirty="0">
                <a:solidFill>
                  <a:schemeClr val="accent6"/>
                </a:solidFill>
              </a:rPr>
              <a:t>/</a:t>
            </a:r>
            <a:r>
              <a:rPr lang="en-US" sz="1350" kern="0" spc="-80" dirty="0" err="1">
                <a:solidFill>
                  <a:schemeClr val="accent6"/>
                </a:solidFill>
              </a:rPr>
              <a:t>afterAll</a:t>
            </a:r>
            <a:endParaRPr lang="en-US" sz="1350" kern="0" spc="-80" dirty="0">
              <a:solidFill>
                <a:schemeClr val="accent6"/>
              </a:solidFill>
            </a:endParaRPr>
          </a:p>
          <a:p>
            <a:pPr marL="12700" marR="5080"/>
            <a:r>
              <a:rPr lang="en-US" sz="1350" kern="0" spc="-80" dirty="0" err="1">
                <a:solidFill>
                  <a:schemeClr val="accent6"/>
                </a:solidFill>
              </a:rPr>
              <a:t>test.beforeEach</a:t>
            </a:r>
            <a:r>
              <a:rPr lang="en-US" sz="1350" kern="0" spc="-80" dirty="0">
                <a:solidFill>
                  <a:schemeClr val="accent6"/>
                </a:solidFill>
              </a:rPr>
              <a:t>/</a:t>
            </a:r>
            <a:r>
              <a:rPr lang="en-US" sz="1350" kern="0" spc="-80" dirty="0" err="1">
                <a:solidFill>
                  <a:schemeClr val="accent6"/>
                </a:solidFill>
              </a:rPr>
              <a:t>afterEach</a:t>
            </a:r>
            <a:endParaRPr lang="en-US" sz="1350" kern="0" spc="-80" dirty="0">
              <a:solidFill>
                <a:schemeClr val="accent6"/>
              </a:solidFill>
            </a:endParaRPr>
          </a:p>
          <a:p>
            <a:pPr marL="12700" marR="5080"/>
            <a:endParaRPr lang="en-US" sz="1350" kern="0" spc="-80" dirty="0">
              <a:solidFill>
                <a:schemeClr val="accent6"/>
              </a:solidFill>
            </a:endParaRPr>
          </a:p>
          <a:p>
            <a:pPr marL="12700" marR="5080"/>
            <a:r>
              <a:rPr lang="en-US" sz="1350" kern="0" spc="-80" dirty="0">
                <a:solidFill>
                  <a:schemeClr val="accent2"/>
                </a:solidFill>
              </a:rPr>
              <a:t>3.2 Fixtures</a:t>
            </a:r>
          </a:p>
          <a:p>
            <a:pPr marL="12700" marR="5080"/>
            <a:r>
              <a:rPr lang="en-US" sz="1350" kern="0" spc="-80" dirty="0">
                <a:solidFill>
                  <a:schemeClr val="accent6"/>
                </a:solidFill>
              </a:rPr>
              <a:t>Fixtures provide reusable test setup.</a:t>
            </a:r>
          </a:p>
          <a:p>
            <a:pPr marL="12700" marR="5080"/>
            <a:r>
              <a:rPr lang="en-US" sz="1350" kern="0" spc="-80" dirty="0">
                <a:solidFill>
                  <a:schemeClr val="accent2"/>
                </a:solidFill>
              </a:rPr>
              <a:t>Types:</a:t>
            </a:r>
          </a:p>
          <a:p>
            <a:pPr marL="12700" marR="5080"/>
            <a:r>
              <a:rPr lang="en-US" sz="1350" kern="0" spc="-80" dirty="0">
                <a:solidFill>
                  <a:schemeClr val="accent6"/>
                </a:solidFill>
              </a:rPr>
              <a:t>Test Fixtures (per test)</a:t>
            </a:r>
          </a:p>
          <a:p>
            <a:pPr marL="12700" marR="5080"/>
            <a:r>
              <a:rPr lang="en-US" sz="1350" kern="0" spc="-80" dirty="0">
                <a:solidFill>
                  <a:schemeClr val="accent6"/>
                </a:solidFill>
              </a:rPr>
              <a:t>Worker Fixtures (per worker)</a:t>
            </a:r>
          </a:p>
          <a:p>
            <a:pPr marL="12700" marR="5080"/>
            <a:r>
              <a:rPr lang="en-US" sz="1350" kern="0" spc="-80" dirty="0">
                <a:solidFill>
                  <a:schemeClr val="accent6"/>
                </a:solidFill>
              </a:rPr>
              <a:t>Auto Fixtures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219834709"/>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4446A3-BEA2-16D3-CA9B-E425E5F2CE9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0A6A6D6-9893-78F4-CAE0-7434357AD27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F547B5B-DD40-D36E-C8BA-2803D829E54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842F543-B856-6213-55F9-906627AECE8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6855507-FDD8-28E8-1A46-BB45DAF5FDE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7345BFD-4E11-6A39-DECD-593A9762282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CFC25FA-4CCC-2932-0690-8E7E27C6A1C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200234A-A8CB-E8C8-B028-35D473B5874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92E07A9-C448-9D08-C48D-5A75F82BE64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F98CFE1-5347-9C30-4731-136685BEA6F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CCEBF04-0EF7-4389-E66F-E97126882BEB}"/>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3.2 Fixtures</a:t>
            </a:r>
          </a:p>
          <a:p>
            <a:pPr marL="12700" marR="5080"/>
            <a:r>
              <a:rPr lang="en-US" sz="1350" kern="0" spc="-80" dirty="0">
                <a:solidFill>
                  <a:schemeClr val="accent2"/>
                </a:solidFill>
              </a:rPr>
              <a:t>Examples:</a:t>
            </a:r>
          </a:p>
          <a:p>
            <a:pPr marL="12700" marR="5080"/>
            <a:r>
              <a:rPr lang="en-US" sz="1350" kern="0" spc="-80" dirty="0">
                <a:solidFill>
                  <a:schemeClr val="accent6"/>
                </a:solidFill>
              </a:rPr>
              <a:t>page</a:t>
            </a:r>
          </a:p>
          <a:p>
            <a:pPr marL="12700" marR="5080"/>
            <a:r>
              <a:rPr lang="en-US" sz="1350" kern="0" spc="-80" dirty="0">
                <a:solidFill>
                  <a:schemeClr val="accent6"/>
                </a:solidFill>
              </a:rPr>
              <a:t>browser</a:t>
            </a:r>
          </a:p>
          <a:p>
            <a:pPr marL="12700" marR="5080"/>
            <a:r>
              <a:rPr lang="en-US" sz="1350" kern="0" spc="-80" dirty="0">
                <a:solidFill>
                  <a:schemeClr val="accent6"/>
                </a:solidFill>
              </a:rPr>
              <a:t>context</a:t>
            </a:r>
          </a:p>
          <a:p>
            <a:pPr marL="12700" marR="5080"/>
            <a:r>
              <a:rPr lang="en-US" sz="1350" kern="0" spc="-80" dirty="0">
                <a:solidFill>
                  <a:schemeClr val="accent6"/>
                </a:solidFill>
              </a:rPr>
              <a:t>Custom fixtures (DB setup, API clients, test users)</a:t>
            </a:r>
          </a:p>
          <a:p>
            <a:pPr marL="12700" marR="5080"/>
            <a:endParaRPr lang="en-US" sz="1350" kern="0" spc="-80" dirty="0">
              <a:solidFill>
                <a:schemeClr val="accent6"/>
              </a:solidFill>
            </a:endParaRPr>
          </a:p>
          <a:p>
            <a:pPr marL="12700" marR="5080"/>
            <a:r>
              <a:rPr lang="en-US" sz="1350" kern="0" spc="-80" dirty="0">
                <a:solidFill>
                  <a:schemeClr val="accent2"/>
                </a:solidFill>
              </a:rPr>
              <a:t>3.3 Parameterized Tests</a:t>
            </a:r>
          </a:p>
          <a:p>
            <a:pPr marL="12700" marR="5080"/>
            <a:r>
              <a:rPr lang="en-US" sz="1350" kern="0" spc="-80" dirty="0" err="1">
                <a:solidFill>
                  <a:schemeClr val="accent6"/>
                </a:solidFill>
              </a:rPr>
              <a:t>test.describe</a:t>
            </a:r>
            <a:r>
              <a:rPr lang="en-US" sz="1350" kern="0" spc="-80" dirty="0">
                <a:solidFill>
                  <a:schemeClr val="accent6"/>
                </a:solidFill>
              </a:rPr>
              <a:t>("multiple data sets", () =&gt; {</a:t>
            </a:r>
          </a:p>
          <a:p>
            <a:pPr marL="12700" marR="5080"/>
            <a:r>
              <a:rPr lang="en-US" sz="1350" kern="0" spc="-80" dirty="0">
                <a:solidFill>
                  <a:schemeClr val="accent6"/>
                </a:solidFill>
              </a:rPr>
              <a:t>  for (const user of users) {</a:t>
            </a:r>
          </a:p>
          <a:p>
            <a:pPr marL="12700" marR="5080"/>
            <a:r>
              <a:rPr lang="en-US" sz="1350" kern="0" spc="-80" dirty="0">
                <a:solidFill>
                  <a:schemeClr val="accent6"/>
                </a:solidFill>
              </a:rPr>
              <a:t>    test(`login as ${user}`, async ({ page }) =&gt; { ... });</a:t>
            </a:r>
          </a:p>
          <a:p>
            <a:pPr marL="12700" marR="5080"/>
            <a:r>
              <a:rPr lang="en-US" sz="1350" kern="0" spc="-80" dirty="0">
                <a:solidFill>
                  <a:schemeClr val="accent6"/>
                </a:solidFill>
              </a:rPr>
              <a:t>  }</a:t>
            </a:r>
          </a:p>
          <a:p>
            <a:pPr marL="12700" marR="5080"/>
            <a:r>
              <a:rPr lang="en-US" sz="1350" kern="0" spc="-80" dirty="0">
                <a:solidFill>
                  <a:schemeClr val="accent6"/>
                </a:solidFill>
              </a:rPr>
              <a:t>});</a:t>
            </a:r>
          </a:p>
          <a:p>
            <a:pPr marL="12700" marR="5080"/>
            <a:endParaRPr lang="en-US" sz="1350" kern="0" spc="-80" dirty="0">
              <a:solidFill>
                <a:schemeClr val="accent6"/>
              </a:solidFill>
            </a:endParaRPr>
          </a:p>
          <a:p>
            <a:pPr marL="12700" marR="5080"/>
            <a:r>
              <a:rPr lang="en-US" sz="1350" kern="0" spc="-80" dirty="0">
                <a:solidFill>
                  <a:schemeClr val="accent2"/>
                </a:solidFill>
              </a:rPr>
              <a:t>4. Locators</a:t>
            </a:r>
          </a:p>
          <a:p>
            <a:pPr marL="12700" marR="5080"/>
            <a:r>
              <a:rPr lang="en-US" sz="1350" kern="0" spc="-80" dirty="0">
                <a:solidFill>
                  <a:schemeClr val="accent2"/>
                </a:solidFill>
              </a:rPr>
              <a:t>4.1 Locator API</a:t>
            </a:r>
          </a:p>
          <a:p>
            <a:pPr marL="12700" marR="5080"/>
            <a:r>
              <a:rPr lang="en-US" sz="1350" kern="0" spc="-80" dirty="0" err="1">
                <a:solidFill>
                  <a:schemeClr val="accent6"/>
                </a:solidFill>
              </a:rPr>
              <a:t>page.locator</a:t>
            </a:r>
            <a:r>
              <a:rPr lang="en-US" sz="1350" kern="0" spc="-80" dirty="0">
                <a:solidFill>
                  <a:schemeClr val="accent6"/>
                </a:solidFill>
              </a:rPr>
              <a:t>(selector)</a:t>
            </a:r>
          </a:p>
          <a:p>
            <a:pPr marL="12700" marR="5080"/>
            <a:r>
              <a:rPr lang="en-US" sz="1350" kern="0" spc="-80" dirty="0">
                <a:solidFill>
                  <a:schemeClr val="accent6"/>
                </a:solidFill>
              </a:rPr>
              <a:t>Stable, auto-retrying</a:t>
            </a:r>
          </a:p>
          <a:p>
            <a:pPr marL="12700" marR="5080"/>
            <a:r>
              <a:rPr lang="en-US" sz="1350" kern="0" spc="-80" dirty="0">
                <a:solidFill>
                  <a:schemeClr val="accent6"/>
                </a:solidFill>
              </a:rPr>
              <a:t>Supports chaining</a:t>
            </a:r>
          </a:p>
          <a:p>
            <a:pPr marL="12700" marR="5080"/>
            <a:endParaRPr lang="en-US" sz="1350" kern="0" spc="-80" dirty="0">
              <a:solidFill>
                <a:schemeClr val="accent6"/>
              </a:solidFill>
            </a:endParaRPr>
          </a:p>
          <a:p>
            <a:pPr marL="12700" marR="5080"/>
            <a:r>
              <a:rPr lang="en-US" sz="1350" kern="0" spc="-80" dirty="0">
                <a:solidFill>
                  <a:schemeClr val="accent2"/>
                </a:solidFill>
              </a:rPr>
              <a:t>4.2 Locator Methods</a:t>
            </a:r>
          </a:p>
          <a:p>
            <a:pPr marL="12700" marR="5080"/>
            <a:r>
              <a:rPr lang="en-US" sz="1350" kern="0" spc="-80" dirty="0">
                <a:solidFill>
                  <a:schemeClr val="accent6"/>
                </a:solidFill>
              </a:rPr>
              <a:t>click()</a:t>
            </a:r>
          </a:p>
          <a:p>
            <a:pPr marL="12700" marR="5080"/>
            <a:r>
              <a:rPr lang="en-US" sz="1350" kern="0" spc="-80" dirty="0">
                <a:solidFill>
                  <a:schemeClr val="accent6"/>
                </a:solidFill>
              </a:rPr>
              <a:t>fill()</a:t>
            </a:r>
          </a:p>
          <a:p>
            <a:pPr marL="12700" marR="5080"/>
            <a:r>
              <a:rPr lang="en-US" sz="1350" kern="0" spc="-80" dirty="0">
                <a:solidFill>
                  <a:schemeClr val="accent6"/>
                </a:solidFill>
              </a:rPr>
              <a:t>press()</a:t>
            </a:r>
          </a:p>
        </p:txBody>
      </p:sp>
    </p:spTree>
    <p:extLst>
      <p:ext uri="{BB962C8B-B14F-4D97-AF65-F5344CB8AC3E}">
        <p14:creationId xmlns:p14="http://schemas.microsoft.com/office/powerpoint/2010/main" val="2170653544"/>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17F06-9D86-75AE-D81B-BC10A7AFC0E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24AEA58-3FA6-1E12-6BA6-0428C09FE45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C917939-AA5F-9B19-506A-C2F54566459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E6BDFC9-3317-EAEE-CCDF-255B987A87B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E6FE779-3B0F-E1A4-B05C-0E68461E1ED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64A71A0-3281-3EBA-A804-400ED1B5BC0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A29C9A7-77D6-62E4-D50A-199B78954BF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9B9EDF7-279C-23C3-6926-E9948831DF6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EAD9B85-5E83-F124-0A03-36757621DFC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14E3F31-6E3D-85BA-A47F-57D9E175C25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A4BE2A7-6A8C-699F-C7EC-AB4A84AFABAC}"/>
              </a:ext>
            </a:extLst>
          </p:cNvPr>
          <p:cNvSpPr txBox="1">
            <a:spLocks/>
          </p:cNvSpPr>
          <p:nvPr/>
        </p:nvSpPr>
        <p:spPr>
          <a:xfrm>
            <a:off x="152400" y="685800"/>
            <a:ext cx="8624937" cy="57092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00" kern="0" spc="-80" dirty="0">
                <a:solidFill>
                  <a:schemeClr val="accent2"/>
                </a:solidFill>
              </a:rPr>
              <a:t>4.2 Locator Methods</a:t>
            </a:r>
          </a:p>
          <a:p>
            <a:pPr marL="12700" marR="5080"/>
            <a:r>
              <a:rPr lang="en-US" sz="1300" kern="0" spc="-80" dirty="0">
                <a:solidFill>
                  <a:schemeClr val="accent6"/>
                </a:solidFill>
              </a:rPr>
              <a:t>nth()</a:t>
            </a:r>
          </a:p>
          <a:p>
            <a:pPr marL="12700" marR="5080"/>
            <a:r>
              <a:rPr lang="en-US" sz="1300" kern="0" spc="-80" dirty="0">
                <a:solidFill>
                  <a:schemeClr val="accent6"/>
                </a:solidFill>
              </a:rPr>
              <a:t>first(), last()</a:t>
            </a:r>
          </a:p>
          <a:p>
            <a:pPr marL="12700" marR="5080"/>
            <a:r>
              <a:rPr lang="en-US" sz="1300" kern="0" spc="-80" dirty="0">
                <a:solidFill>
                  <a:schemeClr val="accent6"/>
                </a:solidFill>
              </a:rPr>
              <a:t>filter()</a:t>
            </a:r>
          </a:p>
          <a:p>
            <a:pPr marL="12700" marR="5080"/>
            <a:r>
              <a:rPr lang="en-US" sz="1300" kern="0" spc="-80" dirty="0" err="1">
                <a:solidFill>
                  <a:schemeClr val="accent6"/>
                </a:solidFill>
              </a:rPr>
              <a:t>getByRole</a:t>
            </a:r>
            <a:r>
              <a:rPr lang="en-US" sz="1300" kern="0" spc="-80" dirty="0">
                <a:solidFill>
                  <a:schemeClr val="accent6"/>
                </a:solidFill>
              </a:rPr>
              <a:t>(), </a:t>
            </a:r>
            <a:r>
              <a:rPr lang="en-US" sz="1300" kern="0" spc="-80" dirty="0" err="1">
                <a:solidFill>
                  <a:schemeClr val="accent6"/>
                </a:solidFill>
              </a:rPr>
              <a:t>getByLabel</a:t>
            </a:r>
            <a:r>
              <a:rPr lang="en-US" sz="1300" kern="0" spc="-80" dirty="0">
                <a:solidFill>
                  <a:schemeClr val="accent6"/>
                </a:solidFill>
              </a:rPr>
              <a:t>(), </a:t>
            </a:r>
            <a:r>
              <a:rPr lang="en-US" sz="1300" kern="0" spc="-80" dirty="0" err="1">
                <a:solidFill>
                  <a:schemeClr val="accent6"/>
                </a:solidFill>
              </a:rPr>
              <a:t>getByText</a:t>
            </a:r>
            <a:r>
              <a:rPr lang="en-US" sz="1300" kern="0" spc="-80" dirty="0">
                <a:solidFill>
                  <a:schemeClr val="accent6"/>
                </a:solidFill>
              </a:rPr>
              <a:t>()</a:t>
            </a:r>
          </a:p>
          <a:p>
            <a:pPr marL="12700" marR="5080"/>
            <a:endParaRPr lang="en-US" sz="1300" kern="0" spc="-80" dirty="0">
              <a:solidFill>
                <a:schemeClr val="accent6"/>
              </a:solidFill>
            </a:endParaRPr>
          </a:p>
          <a:p>
            <a:pPr marL="12700" marR="5080"/>
            <a:r>
              <a:rPr lang="en-US" sz="1300" kern="0" spc="-80" dirty="0">
                <a:solidFill>
                  <a:schemeClr val="accent2"/>
                </a:solidFill>
              </a:rPr>
              <a:t>5. Assertions</a:t>
            </a:r>
          </a:p>
          <a:p>
            <a:pPr marL="12700" marR="5080"/>
            <a:r>
              <a:rPr lang="en-US" sz="1300" kern="0" spc="-80" dirty="0">
                <a:solidFill>
                  <a:schemeClr val="accent2"/>
                </a:solidFill>
              </a:rPr>
              <a:t>5.1 Types of Assertions</a:t>
            </a:r>
          </a:p>
          <a:p>
            <a:pPr marL="12700" marR="5080"/>
            <a:r>
              <a:rPr lang="en-US" sz="1300" kern="0" spc="-80" dirty="0">
                <a:solidFill>
                  <a:schemeClr val="accent2"/>
                </a:solidFill>
              </a:rPr>
              <a:t>Locator Assertions</a:t>
            </a:r>
          </a:p>
          <a:p>
            <a:pPr marL="12700" marR="5080"/>
            <a:r>
              <a:rPr lang="en-US" sz="1300" kern="0" spc="-80" dirty="0" err="1">
                <a:solidFill>
                  <a:schemeClr val="accent6"/>
                </a:solidFill>
              </a:rPr>
              <a:t>toBeVisible</a:t>
            </a:r>
            <a:r>
              <a:rPr lang="en-US" sz="1300" kern="0" spc="-80" dirty="0">
                <a:solidFill>
                  <a:schemeClr val="accent6"/>
                </a:solidFill>
              </a:rPr>
              <a:t>()</a:t>
            </a:r>
          </a:p>
          <a:p>
            <a:pPr marL="12700" marR="5080"/>
            <a:r>
              <a:rPr lang="en-US" sz="1300" kern="0" spc="-80" dirty="0" err="1">
                <a:solidFill>
                  <a:schemeClr val="accent6"/>
                </a:solidFill>
              </a:rPr>
              <a:t>toHaveText</a:t>
            </a:r>
            <a:r>
              <a:rPr lang="en-US" sz="1300" kern="0" spc="-80" dirty="0">
                <a:solidFill>
                  <a:schemeClr val="accent6"/>
                </a:solidFill>
              </a:rPr>
              <a:t>()</a:t>
            </a:r>
          </a:p>
          <a:p>
            <a:pPr marL="12700" marR="5080"/>
            <a:r>
              <a:rPr lang="en-US" sz="1300" kern="0" spc="-80" dirty="0" err="1">
                <a:solidFill>
                  <a:schemeClr val="accent6"/>
                </a:solidFill>
              </a:rPr>
              <a:t>toBeEnabled</a:t>
            </a:r>
            <a:r>
              <a:rPr lang="en-US" sz="1300" kern="0" spc="-80" dirty="0">
                <a:solidFill>
                  <a:schemeClr val="accent6"/>
                </a:solidFill>
              </a:rPr>
              <a:t>()</a:t>
            </a:r>
          </a:p>
          <a:p>
            <a:pPr marL="12700" marR="5080"/>
            <a:r>
              <a:rPr lang="en-US" sz="1300" kern="0" spc="-80" dirty="0" err="1">
                <a:solidFill>
                  <a:schemeClr val="accent6"/>
                </a:solidFill>
              </a:rPr>
              <a:t>toHaveAttribute</a:t>
            </a:r>
            <a:r>
              <a:rPr lang="en-US" sz="1300" kern="0" spc="-80" dirty="0">
                <a:solidFill>
                  <a:schemeClr val="accent6"/>
                </a:solidFill>
              </a:rPr>
              <a:t>()</a:t>
            </a:r>
          </a:p>
          <a:p>
            <a:pPr marL="12700" marR="5080"/>
            <a:r>
              <a:rPr lang="en-US" sz="1300" kern="0" spc="-80" dirty="0">
                <a:solidFill>
                  <a:schemeClr val="accent2"/>
                </a:solidFill>
              </a:rPr>
              <a:t>Page Assertions</a:t>
            </a:r>
          </a:p>
          <a:p>
            <a:pPr marL="12700" marR="5080"/>
            <a:r>
              <a:rPr lang="en-US" sz="1300" kern="0" spc="-80" dirty="0" err="1">
                <a:solidFill>
                  <a:schemeClr val="accent6"/>
                </a:solidFill>
              </a:rPr>
              <a:t>toHaveURL</a:t>
            </a:r>
            <a:r>
              <a:rPr lang="en-US" sz="1300" kern="0" spc="-80" dirty="0">
                <a:solidFill>
                  <a:schemeClr val="accent6"/>
                </a:solidFill>
              </a:rPr>
              <a:t>()</a:t>
            </a:r>
          </a:p>
          <a:p>
            <a:pPr marL="12700" marR="5080"/>
            <a:r>
              <a:rPr lang="en-US" sz="1300" kern="0" spc="-80" dirty="0" err="1">
                <a:solidFill>
                  <a:schemeClr val="accent6"/>
                </a:solidFill>
              </a:rPr>
              <a:t>toHaveTitle</a:t>
            </a:r>
            <a:r>
              <a:rPr lang="en-US" sz="1300" kern="0" spc="-80" dirty="0">
                <a:solidFill>
                  <a:schemeClr val="accent6"/>
                </a:solidFill>
              </a:rPr>
              <a:t>()</a:t>
            </a:r>
          </a:p>
          <a:p>
            <a:pPr marL="12700" marR="5080"/>
            <a:r>
              <a:rPr lang="en-US" sz="1300" kern="0" spc="-80" dirty="0">
                <a:solidFill>
                  <a:schemeClr val="accent6"/>
                </a:solidFill>
              </a:rPr>
              <a:t>API Assertions</a:t>
            </a:r>
          </a:p>
          <a:p>
            <a:pPr marL="12700" marR="5080"/>
            <a:r>
              <a:rPr lang="en-US" sz="1300" kern="0" spc="-80" dirty="0">
                <a:solidFill>
                  <a:schemeClr val="accent6"/>
                </a:solidFill>
              </a:rPr>
              <a:t>Soft Assertions</a:t>
            </a:r>
          </a:p>
          <a:p>
            <a:pPr marL="12700" marR="5080"/>
            <a:r>
              <a:rPr lang="en-US" sz="1300" kern="0" spc="-80" dirty="0">
                <a:solidFill>
                  <a:schemeClr val="accent6"/>
                </a:solidFill>
              </a:rPr>
              <a:t>Retrying Assertions (built-in)</a:t>
            </a:r>
          </a:p>
          <a:p>
            <a:pPr marL="12700" marR="5080"/>
            <a:endParaRPr lang="en-US" sz="1300" kern="0" spc="-80" dirty="0">
              <a:solidFill>
                <a:schemeClr val="accent6"/>
              </a:solidFill>
            </a:endParaRPr>
          </a:p>
          <a:p>
            <a:pPr marL="12700" marR="5080"/>
            <a:r>
              <a:rPr lang="en-US" sz="1300" kern="0" spc="-80" dirty="0">
                <a:solidFill>
                  <a:schemeClr val="accent2"/>
                </a:solidFill>
              </a:rPr>
              <a:t>6. Page Object Model (POM)</a:t>
            </a:r>
          </a:p>
          <a:p>
            <a:pPr marL="12700" marR="5080"/>
            <a:r>
              <a:rPr lang="en-US" sz="1300" kern="0" spc="-80" dirty="0">
                <a:solidFill>
                  <a:schemeClr val="accent2"/>
                </a:solidFill>
              </a:rPr>
              <a:t>6.1 Why POM</a:t>
            </a:r>
          </a:p>
          <a:p>
            <a:pPr marL="12700" marR="5080"/>
            <a:r>
              <a:rPr lang="en-US" sz="1300" kern="0" spc="-80" dirty="0">
                <a:solidFill>
                  <a:schemeClr val="accent6"/>
                </a:solidFill>
              </a:rPr>
              <a:t>Reusability</a:t>
            </a:r>
          </a:p>
          <a:p>
            <a:pPr marL="12700" marR="5080"/>
            <a:r>
              <a:rPr lang="en-US" sz="1300" kern="0" spc="-80" dirty="0">
                <a:solidFill>
                  <a:schemeClr val="accent6"/>
                </a:solidFill>
              </a:rPr>
              <a:t>Maintainability</a:t>
            </a:r>
          </a:p>
          <a:p>
            <a:pPr marL="12700" marR="5080"/>
            <a:r>
              <a:rPr lang="en-US" sz="1300" kern="0" spc="-80" dirty="0">
                <a:solidFill>
                  <a:schemeClr val="accent6"/>
                </a:solidFill>
              </a:rPr>
              <a:t>Reduces test duplication</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159799765"/>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A3AEB-7E6C-C20C-FEDE-C3A4649085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38A5F4-FF8F-97A4-ACA2-D7A4AA008C2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A6B00A0-1E23-ACAF-09E5-C0B93450443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AD445E5-D358-2193-1040-394694F8BCD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1C6165B-F39E-102D-4101-C74A08FF179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1F1CB99-89B9-4253-2B09-CFAEFC6B1D6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5AE2B55-DC13-9D08-D666-57C2443563C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5934806-6A5E-1549-85BD-9AE170C75EF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C2DA313-F6F5-329B-6086-1A257101FCE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17A4BCF-0640-7045-CD41-88D03FFA8C8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D4E6066-A3AB-42C7-0992-6D998265A6C7}"/>
              </a:ext>
            </a:extLst>
          </p:cNvPr>
          <p:cNvSpPr txBox="1">
            <a:spLocks/>
          </p:cNvSpPr>
          <p:nvPr/>
        </p:nvSpPr>
        <p:spPr>
          <a:xfrm>
            <a:off x="152400" y="685800"/>
            <a:ext cx="8624937" cy="50860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6. Page Object Model (POM)</a:t>
            </a:r>
          </a:p>
          <a:p>
            <a:pPr marL="12700" marR="5080"/>
            <a:r>
              <a:rPr lang="en-US" sz="1350" kern="0" spc="-80" dirty="0">
                <a:solidFill>
                  <a:schemeClr val="accent2"/>
                </a:solidFill>
              </a:rPr>
              <a:t>6.2 Patterns</a:t>
            </a:r>
          </a:p>
          <a:p>
            <a:pPr marL="12700" marR="5080"/>
            <a:r>
              <a:rPr lang="en-US" sz="1350" kern="0" spc="-80" dirty="0">
                <a:solidFill>
                  <a:schemeClr val="accent2"/>
                </a:solidFill>
              </a:rPr>
              <a:t>Class-based POM</a:t>
            </a:r>
          </a:p>
          <a:p>
            <a:pPr marL="12700" marR="5080"/>
            <a:r>
              <a:rPr lang="en-US" sz="1350" kern="0" spc="-80" dirty="0">
                <a:solidFill>
                  <a:schemeClr val="accent6"/>
                </a:solidFill>
              </a:rPr>
              <a:t>class </a:t>
            </a:r>
            <a:r>
              <a:rPr lang="en-US" sz="1350" kern="0" spc="-80" dirty="0" err="1">
                <a:solidFill>
                  <a:schemeClr val="accent6"/>
                </a:solidFill>
              </a:rPr>
              <a:t>LoginPage</a:t>
            </a:r>
            <a:r>
              <a:rPr lang="en-US" sz="1350" kern="0" spc="-80" dirty="0">
                <a:solidFill>
                  <a:schemeClr val="accent6"/>
                </a:solidFill>
              </a:rPr>
              <a:t> {</a:t>
            </a:r>
          </a:p>
          <a:p>
            <a:pPr marL="12700" marR="5080"/>
            <a:r>
              <a:rPr lang="en-US" sz="1350" kern="0" spc="-80" dirty="0">
                <a:solidFill>
                  <a:schemeClr val="accent6"/>
                </a:solidFill>
              </a:rPr>
              <a:t>  constructor(page) {</a:t>
            </a:r>
          </a:p>
          <a:p>
            <a:pPr marL="12700" marR="5080"/>
            <a:r>
              <a:rPr lang="en-US" sz="1350" kern="0" spc="-80" dirty="0">
                <a:solidFill>
                  <a:schemeClr val="accent6"/>
                </a:solidFill>
              </a:rPr>
              <a:t>    </a:t>
            </a:r>
            <a:r>
              <a:rPr lang="en-US" sz="1350" kern="0" spc="-80" dirty="0" err="1">
                <a:solidFill>
                  <a:schemeClr val="accent6"/>
                </a:solidFill>
              </a:rPr>
              <a:t>this.page</a:t>
            </a:r>
            <a:r>
              <a:rPr lang="en-US" sz="1350" kern="0" spc="-80" dirty="0">
                <a:solidFill>
                  <a:schemeClr val="accent6"/>
                </a:solidFill>
              </a:rPr>
              <a:t> = page;</a:t>
            </a:r>
          </a:p>
          <a:p>
            <a:pPr marL="12700" marR="5080"/>
            <a:r>
              <a:rPr lang="en-US" sz="1350" kern="0" spc="-80" dirty="0">
                <a:solidFill>
                  <a:schemeClr val="accent6"/>
                </a:solidFill>
              </a:rPr>
              <a:t>    </a:t>
            </a:r>
            <a:r>
              <a:rPr lang="en-US" sz="1350" kern="0" spc="-80" dirty="0" err="1">
                <a:solidFill>
                  <a:schemeClr val="accent6"/>
                </a:solidFill>
              </a:rPr>
              <a:t>this.username</a:t>
            </a:r>
            <a:r>
              <a:rPr lang="en-US" sz="1350" kern="0" spc="-80" dirty="0">
                <a:solidFill>
                  <a:schemeClr val="accent6"/>
                </a:solidFill>
              </a:rPr>
              <a:t> = </a:t>
            </a:r>
            <a:r>
              <a:rPr lang="en-US" sz="1350" kern="0" spc="-80" dirty="0" err="1">
                <a:solidFill>
                  <a:schemeClr val="accent6"/>
                </a:solidFill>
              </a:rPr>
              <a:t>page.getByLabel</a:t>
            </a:r>
            <a:r>
              <a:rPr lang="en-US" sz="1350" kern="0" spc="-80" dirty="0">
                <a:solidFill>
                  <a:schemeClr val="accent6"/>
                </a:solidFill>
              </a:rPr>
              <a:t>("Email");</a:t>
            </a:r>
          </a:p>
          <a:p>
            <a:pPr marL="12700" marR="5080"/>
            <a:r>
              <a:rPr lang="en-US" sz="1350" kern="0" spc="-80" dirty="0">
                <a:solidFill>
                  <a:schemeClr val="accent6"/>
                </a:solidFill>
              </a:rPr>
              <a:t>  }</a:t>
            </a:r>
          </a:p>
          <a:p>
            <a:pPr marL="12700" marR="5080"/>
            <a:r>
              <a:rPr lang="en-US" sz="1350" kern="0" spc="-80" dirty="0">
                <a:solidFill>
                  <a:schemeClr val="accent6"/>
                </a:solidFill>
              </a:rPr>
              <a:t>  async login(u, p) {</a:t>
            </a:r>
          </a:p>
          <a:p>
            <a:pPr marL="12700" marR="5080"/>
            <a:r>
              <a:rPr lang="en-US" sz="1350" kern="0" spc="-80" dirty="0">
                <a:solidFill>
                  <a:schemeClr val="accent6"/>
                </a:solidFill>
              </a:rPr>
              <a:t>    await </a:t>
            </a:r>
            <a:r>
              <a:rPr lang="en-US" sz="1350" kern="0" spc="-80" dirty="0" err="1">
                <a:solidFill>
                  <a:schemeClr val="accent6"/>
                </a:solidFill>
              </a:rPr>
              <a:t>this.username.fill</a:t>
            </a:r>
            <a:r>
              <a:rPr lang="en-US" sz="1350" kern="0" spc="-80" dirty="0">
                <a:solidFill>
                  <a:schemeClr val="accent6"/>
                </a:solidFill>
              </a:rPr>
              <a:t>(u);</a:t>
            </a:r>
          </a:p>
          <a:p>
            <a:pPr marL="12700" marR="5080"/>
            <a:r>
              <a:rPr lang="en-US" sz="1350" kern="0" spc="-80" dirty="0">
                <a:solidFill>
                  <a:schemeClr val="accent6"/>
                </a:solidFill>
              </a:rPr>
              <a:t>    await </a:t>
            </a:r>
            <a:r>
              <a:rPr lang="en-US" sz="1350" kern="0" spc="-80" dirty="0" err="1">
                <a:solidFill>
                  <a:schemeClr val="accent6"/>
                </a:solidFill>
              </a:rPr>
              <a:t>this.page.getByLabel</a:t>
            </a:r>
            <a:r>
              <a:rPr lang="en-US" sz="1350" kern="0" spc="-80" dirty="0">
                <a:solidFill>
                  <a:schemeClr val="accent6"/>
                </a:solidFill>
              </a:rPr>
              <a:t>("Password").fill(p);</a:t>
            </a:r>
          </a:p>
          <a:p>
            <a:pPr marL="12700" marR="5080"/>
            <a:r>
              <a:rPr lang="en-US" sz="1350" kern="0" spc="-80" dirty="0">
                <a:solidFill>
                  <a:schemeClr val="accent6"/>
                </a:solidFill>
              </a:rPr>
              <a:t>  }</a:t>
            </a:r>
          </a:p>
          <a:p>
            <a:pPr marL="12700" marR="5080"/>
            <a:r>
              <a:rPr lang="en-US" sz="1350" kern="0" spc="-80" dirty="0">
                <a:solidFill>
                  <a:schemeClr val="accent6"/>
                </a:solidFill>
              </a:rPr>
              <a:t>}</a:t>
            </a:r>
          </a:p>
          <a:p>
            <a:pPr marL="12700" marR="5080"/>
            <a:r>
              <a:rPr lang="en-US" sz="1350" kern="0" spc="-80" dirty="0">
                <a:solidFill>
                  <a:schemeClr val="accent2"/>
                </a:solidFill>
              </a:rPr>
              <a:t>Component Objects</a:t>
            </a:r>
          </a:p>
          <a:p>
            <a:pPr marL="12700" marR="5080"/>
            <a:r>
              <a:rPr lang="en-US" sz="1350" kern="0" spc="-80" dirty="0">
                <a:solidFill>
                  <a:schemeClr val="accent6"/>
                </a:solidFill>
              </a:rPr>
              <a:t>Break UI into units (Navbar, Sidebar, Footer)</a:t>
            </a:r>
          </a:p>
          <a:p>
            <a:pPr marL="12700" marR="5080"/>
            <a:r>
              <a:rPr lang="en-US" sz="1350" kern="0" spc="-80" dirty="0">
                <a:solidFill>
                  <a:schemeClr val="accent2"/>
                </a:solidFill>
              </a:rPr>
              <a:t>Service Objects</a:t>
            </a:r>
          </a:p>
          <a:p>
            <a:pPr marL="12700" marR="5080"/>
            <a:r>
              <a:rPr lang="en-US" sz="1350" kern="0" spc="-80" dirty="0">
                <a:solidFill>
                  <a:schemeClr val="accent6"/>
                </a:solidFill>
              </a:rPr>
              <a:t>For APIs and backend calls.</a:t>
            </a:r>
          </a:p>
          <a:p>
            <a:pPr marL="12700" marR="5080"/>
            <a:r>
              <a:rPr lang="en-US" sz="1350" kern="0" spc="-80" dirty="0">
                <a:solidFill>
                  <a:schemeClr val="accent6"/>
                </a:solidFill>
              </a:rPr>
              <a:t>Screenplay Pattern (Advanced)</a:t>
            </a:r>
          </a:p>
          <a:p>
            <a:pPr marL="12700" marR="5080"/>
            <a:r>
              <a:rPr lang="en-US" sz="1350" kern="0" spc="-80" dirty="0">
                <a:solidFill>
                  <a:schemeClr val="accent6"/>
                </a:solidFill>
              </a:rPr>
              <a:t>Actors</a:t>
            </a:r>
          </a:p>
          <a:p>
            <a:pPr marL="12700" marR="5080"/>
            <a:r>
              <a:rPr lang="en-US" sz="1350" kern="0" spc="-80" dirty="0">
                <a:solidFill>
                  <a:schemeClr val="accent6"/>
                </a:solidFill>
              </a:rPr>
              <a:t>Abilities</a:t>
            </a:r>
          </a:p>
          <a:p>
            <a:pPr marL="12700" marR="5080"/>
            <a:r>
              <a:rPr lang="en-US" sz="1350" kern="0" spc="-80" dirty="0">
                <a:solidFill>
                  <a:schemeClr val="accent6"/>
                </a:solidFill>
              </a:rPr>
              <a:t>Tasks</a:t>
            </a:r>
          </a:p>
          <a:p>
            <a:pPr marL="12700" marR="5080"/>
            <a:r>
              <a:rPr lang="en-US" sz="1350" kern="0" spc="-80" dirty="0">
                <a:solidFill>
                  <a:schemeClr val="accent6"/>
                </a:solidFill>
              </a:rPr>
              <a:t>Interactions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2308819832"/>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040B3-B33D-9E39-CB64-9F10EDD142A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F7E5F95-3836-DAF6-194A-58F212FFEA7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9A05A54-267E-A107-823E-4E783C1AE5E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9138AE0-204B-D466-CD95-60C618302F1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BED250A-A99D-FA7D-E477-57653F0BF77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F3E5BDF-E147-2978-26F7-AC46E4E4580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4DBCE03-CB37-7F3F-2810-987EA631C62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3F4471A-DA5F-150E-4E6A-D8701395966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B01B7BC-DAA3-51BA-79B6-C8F0F304278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919939C-40D6-DDE2-DEE8-E58D2B3DD78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2A6AE8B-3081-0139-F4BD-19925A17DBAE}"/>
              </a:ext>
            </a:extLst>
          </p:cNvPr>
          <p:cNvSpPr txBox="1">
            <a:spLocks/>
          </p:cNvSpPr>
          <p:nvPr/>
        </p:nvSpPr>
        <p:spPr>
          <a:xfrm>
            <a:off x="152400" y="685800"/>
            <a:ext cx="8624937" cy="55015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250" kern="0" spc="-80" dirty="0">
                <a:solidFill>
                  <a:schemeClr val="accent2"/>
                </a:solidFill>
              </a:rPr>
              <a:t>7. Patterns &amp; Best Practices</a:t>
            </a:r>
          </a:p>
          <a:p>
            <a:pPr marL="12700" marR="5080"/>
            <a:r>
              <a:rPr lang="en-US" sz="1250" kern="0" spc="-80" dirty="0">
                <a:solidFill>
                  <a:schemeClr val="accent2"/>
                </a:solidFill>
              </a:rPr>
              <a:t>7.1 Test Structure Patterns</a:t>
            </a:r>
          </a:p>
          <a:p>
            <a:pPr marL="12700" marR="5080"/>
            <a:r>
              <a:rPr lang="en-US" sz="1250" kern="0" spc="-80" dirty="0">
                <a:solidFill>
                  <a:schemeClr val="accent6"/>
                </a:solidFill>
              </a:rPr>
              <a:t>AAA Pattern (Arrange → Act → Assert)</a:t>
            </a:r>
          </a:p>
          <a:p>
            <a:pPr marL="12700" marR="5080"/>
            <a:r>
              <a:rPr lang="en-US" sz="1250" kern="0" spc="-80" dirty="0">
                <a:solidFill>
                  <a:schemeClr val="accent6"/>
                </a:solidFill>
              </a:rPr>
              <a:t>GWT Pattern (Given → When → Then)</a:t>
            </a:r>
          </a:p>
          <a:p>
            <a:pPr marL="12700" marR="5080"/>
            <a:r>
              <a:rPr lang="en-US" sz="1250" kern="0" spc="-80" dirty="0">
                <a:solidFill>
                  <a:schemeClr val="accent6"/>
                </a:solidFill>
              </a:rPr>
              <a:t>Fixture Pattern</a:t>
            </a:r>
          </a:p>
          <a:p>
            <a:pPr marL="12700" marR="5080"/>
            <a:r>
              <a:rPr lang="en-US" sz="1250" kern="0" spc="-80" dirty="0">
                <a:solidFill>
                  <a:schemeClr val="accent6"/>
                </a:solidFill>
              </a:rPr>
              <a:t>Factory Pattern for test data</a:t>
            </a:r>
          </a:p>
          <a:p>
            <a:pPr marL="12700" marR="5080"/>
            <a:r>
              <a:rPr lang="en-US" sz="1250" kern="0" spc="-80" dirty="0">
                <a:solidFill>
                  <a:schemeClr val="accent6"/>
                </a:solidFill>
              </a:rPr>
              <a:t>Builder Pattern for complex objects</a:t>
            </a:r>
          </a:p>
          <a:p>
            <a:pPr marL="12700" marR="5080"/>
            <a:r>
              <a:rPr lang="en-US" sz="1250" kern="0" spc="-80" dirty="0">
                <a:solidFill>
                  <a:schemeClr val="accent6"/>
                </a:solidFill>
              </a:rPr>
              <a:t>Command Pattern for custom interactions</a:t>
            </a:r>
          </a:p>
          <a:p>
            <a:pPr marL="12700" marR="5080"/>
            <a:r>
              <a:rPr lang="en-US" sz="1250" kern="0" spc="-80" dirty="0">
                <a:solidFill>
                  <a:schemeClr val="accent6"/>
                </a:solidFill>
              </a:rPr>
              <a:t>Repository Pattern for test data &amp; API models</a:t>
            </a:r>
          </a:p>
          <a:p>
            <a:pPr marL="12700" marR="5080"/>
            <a:endParaRPr lang="en-US" sz="1250" kern="0" spc="-80" dirty="0">
              <a:solidFill>
                <a:schemeClr val="accent6"/>
              </a:solidFill>
            </a:endParaRPr>
          </a:p>
          <a:p>
            <a:pPr marL="12700" marR="5080"/>
            <a:r>
              <a:rPr lang="en-US" sz="1250" kern="0" spc="-80" dirty="0">
                <a:solidFill>
                  <a:schemeClr val="accent2"/>
                </a:solidFill>
              </a:rPr>
              <a:t>7.2 Best Practices</a:t>
            </a:r>
          </a:p>
          <a:p>
            <a:pPr marL="12700" marR="5080"/>
            <a:r>
              <a:rPr lang="en-US" sz="1250" kern="0" spc="-80" dirty="0">
                <a:solidFill>
                  <a:schemeClr val="accent6"/>
                </a:solidFill>
              </a:rPr>
              <a:t>Prefer locators over page.$</a:t>
            </a:r>
          </a:p>
          <a:p>
            <a:pPr marL="12700" marR="5080"/>
            <a:r>
              <a:rPr lang="en-US" sz="1250" kern="0" spc="-80" dirty="0">
                <a:solidFill>
                  <a:schemeClr val="accent6"/>
                </a:solidFill>
              </a:rPr>
              <a:t>Always use data-test-id</a:t>
            </a:r>
          </a:p>
          <a:p>
            <a:pPr marL="12700" marR="5080"/>
            <a:r>
              <a:rPr lang="en-US" sz="1250" kern="0" spc="-80" dirty="0">
                <a:solidFill>
                  <a:schemeClr val="accent6"/>
                </a:solidFill>
              </a:rPr>
              <a:t>Avoid static waits (</a:t>
            </a:r>
            <a:r>
              <a:rPr lang="en-US" sz="1250" kern="0" spc="-80" dirty="0" err="1">
                <a:solidFill>
                  <a:schemeClr val="accent6"/>
                </a:solidFill>
              </a:rPr>
              <a:t>page.waitForTimeout</a:t>
            </a:r>
            <a:r>
              <a:rPr lang="en-US" sz="1250" kern="0" spc="-80" dirty="0">
                <a:solidFill>
                  <a:schemeClr val="accent6"/>
                </a:solidFill>
              </a:rPr>
              <a:t>)</a:t>
            </a:r>
          </a:p>
          <a:p>
            <a:pPr marL="12700" marR="5080"/>
            <a:r>
              <a:rPr lang="en-US" sz="1250" kern="0" spc="-80" dirty="0">
                <a:solidFill>
                  <a:schemeClr val="accent6"/>
                </a:solidFill>
              </a:rPr>
              <a:t>Use </a:t>
            </a:r>
            <a:r>
              <a:rPr lang="en-US" sz="1250" kern="0" spc="-80" dirty="0" err="1">
                <a:solidFill>
                  <a:schemeClr val="accent6"/>
                </a:solidFill>
              </a:rPr>
              <a:t>test.use</a:t>
            </a:r>
            <a:r>
              <a:rPr lang="en-US" sz="1250" kern="0" spc="-80" dirty="0">
                <a:solidFill>
                  <a:schemeClr val="accent6"/>
                </a:solidFill>
              </a:rPr>
              <a:t>() for test-level config</a:t>
            </a:r>
          </a:p>
          <a:p>
            <a:pPr marL="12700" marR="5080"/>
            <a:r>
              <a:rPr lang="en-US" sz="1250" kern="0" spc="-80" dirty="0">
                <a:solidFill>
                  <a:schemeClr val="accent6"/>
                </a:solidFill>
              </a:rPr>
              <a:t>Use parallel workers properly</a:t>
            </a:r>
          </a:p>
          <a:p>
            <a:pPr marL="12700" marR="5080"/>
            <a:r>
              <a:rPr lang="en-US" sz="1250" kern="0" spc="-80" dirty="0">
                <a:solidFill>
                  <a:schemeClr val="accent6"/>
                </a:solidFill>
              </a:rPr>
              <a:t>Make tests independent</a:t>
            </a:r>
          </a:p>
          <a:p>
            <a:pPr marL="12700" marR="5080"/>
            <a:r>
              <a:rPr lang="en-US" sz="1250" kern="0" spc="-80" dirty="0">
                <a:solidFill>
                  <a:schemeClr val="accent6"/>
                </a:solidFill>
              </a:rPr>
              <a:t>Store auth state using </a:t>
            </a:r>
            <a:r>
              <a:rPr lang="en-US" sz="1250" kern="0" spc="-80" dirty="0" err="1">
                <a:solidFill>
                  <a:schemeClr val="accent6"/>
                </a:solidFill>
              </a:rPr>
              <a:t>storageState</a:t>
            </a:r>
            <a:endParaRPr lang="en-US" sz="1250" kern="0" spc="-80" dirty="0">
              <a:solidFill>
                <a:schemeClr val="accent6"/>
              </a:solidFill>
            </a:endParaRPr>
          </a:p>
          <a:p>
            <a:pPr marL="12700" marR="5080"/>
            <a:endParaRPr lang="en-US" sz="1250" kern="0" spc="-80" dirty="0">
              <a:solidFill>
                <a:schemeClr val="accent6"/>
              </a:solidFill>
            </a:endParaRPr>
          </a:p>
          <a:p>
            <a:pPr marL="12700" marR="5080"/>
            <a:r>
              <a:rPr lang="en-US" sz="1250" kern="0" spc="-80" dirty="0">
                <a:solidFill>
                  <a:schemeClr val="accent2"/>
                </a:solidFill>
              </a:rPr>
              <a:t>8. Advanced Playwright Internals</a:t>
            </a:r>
          </a:p>
          <a:p>
            <a:pPr marL="12700" marR="5080"/>
            <a:r>
              <a:rPr lang="en-US" sz="1250" kern="0" spc="-80" dirty="0">
                <a:solidFill>
                  <a:schemeClr val="accent2"/>
                </a:solidFill>
              </a:rPr>
              <a:t>8.1 Auto-Waiting Mechanism</a:t>
            </a:r>
          </a:p>
          <a:p>
            <a:pPr marL="12700" marR="5080"/>
            <a:r>
              <a:rPr lang="en-US" sz="1250" kern="0" spc="-80" dirty="0">
                <a:solidFill>
                  <a:schemeClr val="accent2"/>
                </a:solidFill>
              </a:rPr>
              <a:t>Playwright waits for:</a:t>
            </a:r>
          </a:p>
          <a:p>
            <a:pPr marL="12700" marR="5080"/>
            <a:r>
              <a:rPr lang="en-US" sz="1250" kern="0" spc="-80" dirty="0">
                <a:solidFill>
                  <a:schemeClr val="accent6"/>
                </a:solidFill>
              </a:rPr>
              <a:t>Actionability</a:t>
            </a:r>
          </a:p>
          <a:p>
            <a:pPr marL="12700" marR="5080"/>
            <a:r>
              <a:rPr lang="en-US" sz="1250" kern="0" spc="-80" dirty="0">
                <a:solidFill>
                  <a:schemeClr val="accent6"/>
                </a:solidFill>
              </a:rPr>
              <a:t>DOM stability</a:t>
            </a:r>
          </a:p>
          <a:p>
            <a:pPr marL="12700" marR="5080"/>
            <a:r>
              <a:rPr lang="en-US" sz="1250" kern="0" spc="-80" dirty="0">
                <a:solidFill>
                  <a:schemeClr val="accent6"/>
                </a:solidFill>
              </a:rPr>
              <a:t>Animation completion</a:t>
            </a:r>
          </a:p>
          <a:p>
            <a:pPr marL="12700" marR="5080"/>
            <a:r>
              <a:rPr lang="en-US" sz="1250" kern="0" spc="-80" dirty="0">
                <a:solidFill>
                  <a:schemeClr val="accent6"/>
                </a:solidFill>
              </a:rPr>
              <a:t>Network idle</a:t>
            </a:r>
          </a:p>
          <a:p>
            <a:pPr marL="12700" marR="5080"/>
            <a:endParaRPr lang="en-US" sz="1250" kern="0" spc="-80" dirty="0">
              <a:solidFill>
                <a:schemeClr val="accent6"/>
              </a:solidFill>
            </a:endParaRPr>
          </a:p>
        </p:txBody>
      </p:sp>
    </p:spTree>
    <p:extLst>
      <p:ext uri="{BB962C8B-B14F-4D97-AF65-F5344CB8AC3E}">
        <p14:creationId xmlns:p14="http://schemas.microsoft.com/office/powerpoint/2010/main" val="1031514623"/>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4EA0D-7AAD-5566-F15B-010EE5A9493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E40C1C9-DF55-86AD-AADD-DE6EE4537E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8C79D0F-AFF8-C5EE-4703-4604747EBBB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2A00FA5-9B00-4EBD-0903-BFDE6AF4EDC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A6DEFDB-9912-1E7C-1C51-123DE1EE72E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E177EA0-2E66-81F6-8D56-DC2BA06F596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F4DEFFC-3BA6-B4BE-A05A-C2E011C6C55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5CBF94C-688D-CD35-8720-8A3ED302D50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ADBD16F-0C1D-A86D-5321-33770DCFED9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4EC9D85-403B-9130-DB7B-2AF760ADABD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DC2D03F-E6CA-E6D0-2233-5903EC0B9234}"/>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8. Advanced Playwright Internals</a:t>
            </a:r>
          </a:p>
          <a:p>
            <a:pPr marL="12700" marR="5080"/>
            <a:r>
              <a:rPr lang="en-US" sz="1350" kern="0" spc="-80" dirty="0">
                <a:solidFill>
                  <a:schemeClr val="accent2"/>
                </a:solidFill>
              </a:rPr>
              <a:t>8.1 Auto-Waiting Mechanism</a:t>
            </a:r>
          </a:p>
          <a:p>
            <a:pPr marL="12700" marR="5080"/>
            <a:r>
              <a:rPr lang="en-US" sz="1350" kern="0" spc="-80" dirty="0">
                <a:solidFill>
                  <a:schemeClr val="accent2"/>
                </a:solidFill>
              </a:rPr>
              <a:t>Playwright waits for:</a:t>
            </a:r>
          </a:p>
          <a:p>
            <a:pPr marL="12700" marR="5080"/>
            <a:r>
              <a:rPr lang="en-US" sz="1350" kern="0" spc="-80" dirty="0">
                <a:solidFill>
                  <a:schemeClr val="accent6"/>
                </a:solidFill>
              </a:rPr>
              <a:t>Actionability</a:t>
            </a:r>
          </a:p>
          <a:p>
            <a:pPr marL="12700" marR="5080"/>
            <a:r>
              <a:rPr lang="en-US" sz="1350" kern="0" spc="-80" dirty="0">
                <a:solidFill>
                  <a:schemeClr val="accent6"/>
                </a:solidFill>
              </a:rPr>
              <a:t>DOM stability</a:t>
            </a:r>
          </a:p>
          <a:p>
            <a:pPr marL="12700" marR="5080"/>
            <a:r>
              <a:rPr lang="en-US" sz="1350" kern="0" spc="-80" dirty="0">
                <a:solidFill>
                  <a:schemeClr val="accent6"/>
                </a:solidFill>
              </a:rPr>
              <a:t>Animation completion</a:t>
            </a:r>
          </a:p>
          <a:p>
            <a:pPr marL="12700" marR="5080"/>
            <a:r>
              <a:rPr lang="en-US" sz="1350" kern="0" spc="-80" dirty="0">
                <a:solidFill>
                  <a:schemeClr val="accent6"/>
                </a:solidFill>
              </a:rPr>
              <a:t>Network idle</a:t>
            </a:r>
          </a:p>
          <a:p>
            <a:pPr marL="12700" marR="5080"/>
            <a:endParaRPr lang="en-US" sz="1350" kern="0" spc="-80" dirty="0">
              <a:solidFill>
                <a:schemeClr val="accent6"/>
              </a:solidFill>
            </a:endParaRPr>
          </a:p>
          <a:p>
            <a:pPr marL="12700" marR="5080"/>
            <a:r>
              <a:rPr lang="en-US" sz="1350" kern="0" spc="-80" dirty="0">
                <a:solidFill>
                  <a:schemeClr val="accent2"/>
                </a:solidFill>
              </a:rPr>
              <a:t>8.2 Event Loop Model</a:t>
            </a:r>
          </a:p>
          <a:p>
            <a:pPr marL="12700" marR="5080"/>
            <a:r>
              <a:rPr lang="en-US" sz="1350" kern="0" spc="-80" dirty="0">
                <a:solidFill>
                  <a:schemeClr val="accent2"/>
                </a:solidFill>
              </a:rPr>
              <a:t>Playwright uses:</a:t>
            </a:r>
          </a:p>
          <a:p>
            <a:pPr marL="12700" marR="5080"/>
            <a:r>
              <a:rPr lang="en-US" sz="1350" kern="0" spc="-80" dirty="0">
                <a:solidFill>
                  <a:schemeClr val="accent6"/>
                </a:solidFill>
              </a:rPr>
              <a:t>Async</a:t>
            </a:r>
          </a:p>
          <a:p>
            <a:pPr marL="12700" marR="5080"/>
            <a:r>
              <a:rPr lang="en-US" sz="1350" kern="0" spc="-80" dirty="0">
                <a:solidFill>
                  <a:schemeClr val="accent6"/>
                </a:solidFill>
              </a:rPr>
              <a:t>Fiber tasks</a:t>
            </a:r>
          </a:p>
          <a:p>
            <a:pPr marL="12700" marR="5080"/>
            <a:r>
              <a:rPr lang="en-US" sz="1350" kern="0" spc="-80" dirty="0">
                <a:solidFill>
                  <a:schemeClr val="accent6"/>
                </a:solidFill>
              </a:rPr>
              <a:t>CDP (Chrome Dev Tools Protocol) for Chromium</a:t>
            </a:r>
          </a:p>
          <a:p>
            <a:pPr marL="12700" marR="5080"/>
            <a:endParaRPr lang="en-US" sz="1350" kern="0" spc="-80" dirty="0">
              <a:solidFill>
                <a:schemeClr val="accent6"/>
              </a:solidFill>
            </a:endParaRPr>
          </a:p>
          <a:p>
            <a:pPr marL="12700" marR="5080"/>
            <a:r>
              <a:rPr lang="en-US" sz="1350" kern="0" spc="-80" dirty="0">
                <a:solidFill>
                  <a:schemeClr val="accent2"/>
                </a:solidFill>
              </a:rPr>
              <a:t>8.3 Browser Process Model</a:t>
            </a:r>
          </a:p>
          <a:p>
            <a:pPr marL="12700" marR="5080"/>
            <a:r>
              <a:rPr lang="en-US" sz="1350" kern="0" spc="-80" dirty="0">
                <a:solidFill>
                  <a:schemeClr val="accent6"/>
                </a:solidFill>
              </a:rPr>
              <a:t>Browser → Context → Page → Frames</a:t>
            </a:r>
          </a:p>
          <a:p>
            <a:pPr marL="12700" marR="5080"/>
            <a:r>
              <a:rPr lang="en-US" sz="1350" kern="0" spc="-80" dirty="0">
                <a:solidFill>
                  <a:schemeClr val="accent6"/>
                </a:solidFill>
              </a:rPr>
              <a:t>Multiple contexts per browser</a:t>
            </a:r>
          </a:p>
          <a:p>
            <a:pPr marL="12700" marR="5080"/>
            <a:r>
              <a:rPr lang="en-US" sz="1350" kern="0" spc="-80" dirty="0">
                <a:solidFill>
                  <a:schemeClr val="accent6"/>
                </a:solidFill>
              </a:rPr>
              <a:t>Test runner manages workers per CPU core</a:t>
            </a:r>
          </a:p>
          <a:p>
            <a:pPr marL="12700" marR="5080"/>
            <a:endParaRPr lang="en-US" sz="1350" kern="0" spc="-80" dirty="0">
              <a:solidFill>
                <a:schemeClr val="accent6"/>
              </a:solidFill>
            </a:endParaRPr>
          </a:p>
          <a:p>
            <a:pPr marL="12700" marR="5080"/>
            <a:r>
              <a:rPr lang="en-US" sz="1350" kern="0" spc="-80" dirty="0">
                <a:solidFill>
                  <a:schemeClr val="accent2"/>
                </a:solidFill>
              </a:rPr>
              <a:t>9. Web Testing Techniques</a:t>
            </a:r>
          </a:p>
          <a:p>
            <a:pPr marL="12700" marR="5080"/>
            <a:r>
              <a:rPr lang="en-US" sz="1350" kern="0" spc="-80" dirty="0">
                <a:solidFill>
                  <a:schemeClr val="accent2"/>
                </a:solidFill>
              </a:rPr>
              <a:t>9.1 Handling Web Components &amp; Shadow DOM</a:t>
            </a:r>
          </a:p>
          <a:p>
            <a:pPr marL="12700" marR="5080"/>
            <a:r>
              <a:rPr lang="en-US" sz="1350" kern="0" spc="-80" dirty="0">
                <a:solidFill>
                  <a:schemeClr val="accent2"/>
                </a:solidFill>
              </a:rPr>
              <a:t>Use:</a:t>
            </a:r>
          </a:p>
          <a:p>
            <a:pPr marL="12700" marR="5080"/>
            <a:r>
              <a:rPr lang="en-US" sz="1350" kern="0" spc="-80" dirty="0">
                <a:solidFill>
                  <a:schemeClr val="accent6"/>
                </a:solidFill>
              </a:rPr>
              <a:t>pierce: selector</a:t>
            </a:r>
          </a:p>
          <a:p>
            <a:pPr marL="12700" marR="5080"/>
            <a:r>
              <a:rPr lang="en-US" sz="1350" kern="0" spc="-80" dirty="0">
                <a:solidFill>
                  <a:schemeClr val="accent6"/>
                </a:solidFill>
              </a:rPr>
              <a:t>locator() auto-detects shadow roots</a:t>
            </a:r>
          </a:p>
        </p:txBody>
      </p:sp>
    </p:spTree>
    <p:extLst>
      <p:ext uri="{BB962C8B-B14F-4D97-AF65-F5344CB8AC3E}">
        <p14:creationId xmlns:p14="http://schemas.microsoft.com/office/powerpoint/2010/main" val="317989813"/>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5D9B79-EF9D-65D4-3A7D-C6F0BF756E2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920DFAF-0950-CE93-3DC0-847D91F0E6F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7D10847-15C3-A89D-FCE9-4568285F0AE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92FCFAC-4A2F-B328-EB24-64A121A07C4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DBD76B3-E0F5-8894-5C5E-B2A92E7D86B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D244B0D-8452-6936-190D-2E23C44EBD6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47CAF2F-F23D-D32F-43DA-146FB7CD336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63F7324-9C42-D389-E235-F87045D6E74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2FFA1C4-CDAD-5225-FFD2-AA07C0FDA7F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1C31764-9EED-BB1B-08E6-AEDE10FBC00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7CC0298-D4DA-E9D9-44BE-C632BE0B75EC}"/>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9. Web Testing Techniques</a:t>
            </a:r>
          </a:p>
          <a:p>
            <a:pPr marL="12700" marR="5080"/>
            <a:r>
              <a:rPr lang="en-US" sz="1350" kern="0" spc="-80" dirty="0">
                <a:solidFill>
                  <a:schemeClr val="accent2"/>
                </a:solidFill>
              </a:rPr>
              <a:t>9.2 </a:t>
            </a:r>
            <a:r>
              <a:rPr lang="en-US" sz="1350" kern="0" spc="-80" dirty="0" err="1">
                <a:solidFill>
                  <a:schemeClr val="accent2"/>
                </a:solidFill>
              </a:rPr>
              <a:t>iFrames</a:t>
            </a:r>
            <a:endParaRPr lang="en-US" sz="1350" kern="0" spc="-80" dirty="0">
              <a:solidFill>
                <a:schemeClr val="accent2"/>
              </a:solidFill>
            </a:endParaRPr>
          </a:p>
          <a:p>
            <a:pPr marL="12700" marR="5080"/>
            <a:r>
              <a:rPr lang="en-US" sz="1350" kern="0" spc="-80" dirty="0">
                <a:solidFill>
                  <a:schemeClr val="accent6"/>
                </a:solidFill>
              </a:rPr>
              <a:t>frame = </a:t>
            </a:r>
            <a:r>
              <a:rPr lang="en-US" sz="1350" kern="0" spc="-80" dirty="0" err="1">
                <a:solidFill>
                  <a:schemeClr val="accent6"/>
                </a:solidFill>
              </a:rPr>
              <a:t>page.frame</a:t>
            </a:r>
            <a:r>
              <a:rPr lang="en-US" sz="1350" kern="0" spc="-80" dirty="0">
                <a:solidFill>
                  <a:schemeClr val="accent6"/>
                </a:solidFill>
              </a:rPr>
              <a:t>({ name: "main" })</a:t>
            </a:r>
          </a:p>
          <a:p>
            <a:pPr marL="12700" marR="5080"/>
            <a:r>
              <a:rPr lang="en-US" sz="1350" kern="0" spc="-80" dirty="0" err="1">
                <a:solidFill>
                  <a:schemeClr val="accent6"/>
                </a:solidFill>
              </a:rPr>
              <a:t>frame.locator</a:t>
            </a:r>
            <a:r>
              <a:rPr lang="en-US" sz="1350" kern="0" spc="-80" dirty="0">
                <a:solidFill>
                  <a:schemeClr val="accent6"/>
                </a:solidFill>
              </a:rPr>
              <a:t>()</a:t>
            </a:r>
          </a:p>
          <a:p>
            <a:pPr marL="12700" marR="5080"/>
            <a:endParaRPr lang="en-US" sz="1350" kern="0" spc="-80" dirty="0">
              <a:solidFill>
                <a:schemeClr val="accent6"/>
              </a:solidFill>
            </a:endParaRPr>
          </a:p>
          <a:p>
            <a:pPr marL="12700" marR="5080"/>
            <a:r>
              <a:rPr lang="en-US" sz="1350" kern="0" spc="-80" dirty="0">
                <a:solidFill>
                  <a:schemeClr val="accent2"/>
                </a:solidFill>
              </a:rPr>
              <a:t>9.3 Network Interception</a:t>
            </a:r>
          </a:p>
          <a:p>
            <a:pPr marL="12700" marR="5080"/>
            <a:r>
              <a:rPr lang="en-US" sz="1350" kern="0" spc="-80" dirty="0">
                <a:solidFill>
                  <a:schemeClr val="accent6"/>
                </a:solidFill>
              </a:rPr>
              <a:t>Mock responses</a:t>
            </a:r>
          </a:p>
          <a:p>
            <a:pPr marL="12700" marR="5080"/>
            <a:r>
              <a:rPr lang="en-US" sz="1350" kern="0" spc="-80" dirty="0">
                <a:solidFill>
                  <a:schemeClr val="accent6"/>
                </a:solidFill>
              </a:rPr>
              <a:t>Stub APIs</a:t>
            </a:r>
          </a:p>
          <a:p>
            <a:pPr marL="12700" marR="5080"/>
            <a:r>
              <a:rPr lang="en-US" sz="1350" kern="0" spc="-80" dirty="0">
                <a:solidFill>
                  <a:schemeClr val="accent6"/>
                </a:solidFill>
              </a:rPr>
              <a:t>Record/replay API calls</a:t>
            </a:r>
          </a:p>
          <a:p>
            <a:pPr marL="12700" marR="5080"/>
            <a:r>
              <a:rPr lang="en-US" sz="1350" kern="0" spc="-80" dirty="0" err="1">
                <a:solidFill>
                  <a:schemeClr val="accent6"/>
                </a:solidFill>
              </a:rPr>
              <a:t>page.route</a:t>
            </a:r>
            <a:r>
              <a:rPr lang="en-US" sz="1350" kern="0" spc="-80" dirty="0">
                <a:solidFill>
                  <a:schemeClr val="accent6"/>
                </a:solidFill>
              </a:rPr>
              <a:t>('/</a:t>
            </a:r>
            <a:r>
              <a:rPr lang="en-US" sz="1350" kern="0" spc="-80" dirty="0" err="1">
                <a:solidFill>
                  <a:schemeClr val="accent6"/>
                </a:solidFill>
              </a:rPr>
              <a:t>api</a:t>
            </a:r>
            <a:r>
              <a:rPr lang="en-US" sz="1350" kern="0" spc="-80" dirty="0">
                <a:solidFill>
                  <a:schemeClr val="accent6"/>
                </a:solidFill>
              </a:rPr>
              <a:t>/products', route =&gt; </a:t>
            </a:r>
            <a:r>
              <a:rPr lang="en-US" sz="1350" kern="0" spc="-80" dirty="0" err="1">
                <a:solidFill>
                  <a:schemeClr val="accent6"/>
                </a:solidFill>
              </a:rPr>
              <a:t>route.fulfill</a:t>
            </a:r>
            <a:r>
              <a:rPr lang="en-US" sz="1350" kern="0" spc="-80" dirty="0">
                <a:solidFill>
                  <a:schemeClr val="accent6"/>
                </a:solidFill>
              </a:rPr>
              <a:t>({...}))</a:t>
            </a:r>
          </a:p>
          <a:p>
            <a:pPr marL="12700" marR="5080"/>
            <a:endParaRPr lang="en-US" sz="1350" kern="0" spc="-80" dirty="0">
              <a:solidFill>
                <a:schemeClr val="accent6"/>
              </a:solidFill>
            </a:endParaRPr>
          </a:p>
          <a:p>
            <a:pPr marL="12700" marR="5080"/>
            <a:r>
              <a:rPr lang="en-US" sz="1350" kern="0" spc="-80" dirty="0">
                <a:solidFill>
                  <a:schemeClr val="accent2"/>
                </a:solidFill>
              </a:rPr>
              <a:t>9.4 File Uploads</a:t>
            </a:r>
          </a:p>
          <a:p>
            <a:pPr marL="12700" marR="5080"/>
            <a:r>
              <a:rPr lang="en-US" sz="1350" kern="0" spc="-80" dirty="0" err="1">
                <a:solidFill>
                  <a:schemeClr val="accent6"/>
                </a:solidFill>
              </a:rPr>
              <a:t>input.setInputFiles</a:t>
            </a:r>
            <a:r>
              <a:rPr lang="en-US" sz="1350" kern="0" spc="-80" dirty="0">
                <a:solidFill>
                  <a:schemeClr val="accent6"/>
                </a:solidFill>
              </a:rPr>
              <a:t>()</a:t>
            </a:r>
          </a:p>
          <a:p>
            <a:pPr marL="12700" marR="5080"/>
            <a:endParaRPr lang="en-US" sz="1350" kern="0" spc="-80" dirty="0">
              <a:solidFill>
                <a:schemeClr val="accent6"/>
              </a:solidFill>
            </a:endParaRPr>
          </a:p>
          <a:p>
            <a:pPr marL="12700" marR="5080"/>
            <a:r>
              <a:rPr lang="en-US" sz="1350" kern="0" spc="-80" dirty="0">
                <a:solidFill>
                  <a:schemeClr val="accent2"/>
                </a:solidFill>
              </a:rPr>
              <a:t>9.5 Downloads</a:t>
            </a:r>
          </a:p>
          <a:p>
            <a:pPr marL="12700" marR="5080"/>
            <a:r>
              <a:rPr lang="en-US" sz="1350" kern="0" spc="-80" dirty="0" err="1">
                <a:solidFill>
                  <a:schemeClr val="accent6"/>
                </a:solidFill>
              </a:rPr>
              <a:t>page.waitForEvent</a:t>
            </a:r>
            <a:r>
              <a:rPr lang="en-US" sz="1350" kern="0" spc="-80" dirty="0">
                <a:solidFill>
                  <a:schemeClr val="accent6"/>
                </a:solidFill>
              </a:rPr>
              <a:t>('download’)</a:t>
            </a:r>
          </a:p>
          <a:p>
            <a:pPr marL="12700" marR="5080"/>
            <a:endParaRPr lang="en-US" sz="1350" kern="0" spc="-80" dirty="0">
              <a:solidFill>
                <a:schemeClr val="accent6"/>
              </a:solidFill>
            </a:endParaRPr>
          </a:p>
          <a:p>
            <a:pPr marL="12700" marR="5080"/>
            <a:r>
              <a:rPr lang="en-US" sz="1350" kern="0" spc="-80" dirty="0">
                <a:solidFill>
                  <a:schemeClr val="accent2"/>
                </a:solidFill>
              </a:rPr>
              <a:t>10. API Testing</a:t>
            </a:r>
          </a:p>
          <a:p>
            <a:pPr marL="12700" marR="5080"/>
            <a:r>
              <a:rPr lang="en-US" sz="1350" kern="0" spc="-80" dirty="0">
                <a:solidFill>
                  <a:schemeClr val="accent6"/>
                </a:solidFill>
              </a:rPr>
              <a:t>Playwright has a native </a:t>
            </a:r>
            <a:r>
              <a:rPr lang="en-US" sz="1350" kern="0" spc="-80" dirty="0" err="1">
                <a:solidFill>
                  <a:schemeClr val="accent6"/>
                </a:solidFill>
              </a:rPr>
              <a:t>apiRequestContext</a:t>
            </a:r>
            <a:r>
              <a:rPr lang="en-US" sz="1350" kern="0" spc="-80" dirty="0">
                <a:solidFill>
                  <a:schemeClr val="accent6"/>
                </a:solidFill>
              </a:rPr>
              <a:t>.</a:t>
            </a:r>
          </a:p>
          <a:p>
            <a:pPr marL="12700" marR="5080"/>
            <a:r>
              <a:rPr lang="en-US" sz="1350" kern="0" spc="-80" dirty="0">
                <a:solidFill>
                  <a:schemeClr val="accent2"/>
                </a:solidFill>
              </a:rPr>
              <a:t>10.1 API Requests</a:t>
            </a:r>
          </a:p>
          <a:p>
            <a:pPr marL="12700" marR="5080"/>
            <a:r>
              <a:rPr lang="en-US" sz="1350" kern="0" spc="-80" dirty="0">
                <a:solidFill>
                  <a:schemeClr val="accent6"/>
                </a:solidFill>
              </a:rPr>
              <a:t>const res = await </a:t>
            </a:r>
            <a:r>
              <a:rPr lang="en-US" sz="1350" kern="0" spc="-80" dirty="0" err="1">
                <a:solidFill>
                  <a:schemeClr val="accent6"/>
                </a:solidFill>
              </a:rPr>
              <a:t>request.get</a:t>
            </a:r>
            <a:r>
              <a:rPr lang="en-US" sz="1350" kern="0" spc="-80" dirty="0">
                <a:solidFill>
                  <a:schemeClr val="accent6"/>
                </a:solidFill>
              </a:rPr>
              <a:t>('/</a:t>
            </a:r>
            <a:r>
              <a:rPr lang="en-US" sz="1350" kern="0" spc="-80" dirty="0" err="1">
                <a:solidFill>
                  <a:schemeClr val="accent6"/>
                </a:solidFill>
              </a:rPr>
              <a:t>api</a:t>
            </a:r>
            <a:r>
              <a:rPr lang="en-US" sz="1350" kern="0" spc="-80" dirty="0">
                <a:solidFill>
                  <a:schemeClr val="accent6"/>
                </a:solidFill>
              </a:rPr>
              <a:t>/users’);</a:t>
            </a:r>
          </a:p>
          <a:p>
            <a:pPr marL="12700" marR="5080"/>
            <a:endParaRPr lang="en-US" sz="1350" kern="0" spc="-80" dirty="0">
              <a:solidFill>
                <a:schemeClr val="accent6"/>
              </a:solidFill>
            </a:endParaRPr>
          </a:p>
          <a:p>
            <a:pPr marL="12700" marR="5080"/>
            <a:r>
              <a:rPr lang="en-US" sz="1350" kern="0" spc="-80" dirty="0">
                <a:solidFill>
                  <a:schemeClr val="accent2"/>
                </a:solidFill>
              </a:rPr>
              <a:t>10.2 Authenticated API Testing</a:t>
            </a:r>
          </a:p>
          <a:p>
            <a:pPr marL="12700" marR="5080"/>
            <a:r>
              <a:rPr lang="en-US" sz="1350" kern="0" spc="-80" dirty="0">
                <a:solidFill>
                  <a:schemeClr val="accent6"/>
                </a:solidFill>
              </a:rPr>
              <a:t>Using </a:t>
            </a:r>
            <a:r>
              <a:rPr lang="en-US" sz="1350" kern="0" spc="-80" dirty="0" err="1">
                <a:solidFill>
                  <a:schemeClr val="accent6"/>
                </a:solidFill>
              </a:rPr>
              <a:t>storageState</a:t>
            </a:r>
            <a:r>
              <a:rPr lang="en-US" sz="1350" kern="0" spc="-80" dirty="0">
                <a:solidFill>
                  <a:schemeClr val="accent6"/>
                </a:solidFill>
              </a:rPr>
              <a:t> or explicit headers.</a:t>
            </a:r>
          </a:p>
        </p:txBody>
      </p:sp>
    </p:spTree>
    <p:extLst>
      <p:ext uri="{BB962C8B-B14F-4D97-AF65-F5344CB8AC3E}">
        <p14:creationId xmlns:p14="http://schemas.microsoft.com/office/powerpoint/2010/main" val="2755836014"/>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60D1D-8C94-DA25-9109-EF7DF5C4249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47E6809-D5AD-0A50-AEEC-49AA5F2AEED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65F319-9B6A-0A89-F4D2-CDFAB6984A3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70D6805-6853-C12F-47C1-9F638E6B625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7AE5B45-DDEE-C48F-C674-C5016B47DB6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1490C02-EB29-7B87-C7FF-729E3B549DA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87C2A36-910D-04A9-5CFA-412FFA8183C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CADE6FC-596B-DD45-2850-3587F2B3888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CBDEFFE-48E6-8257-6100-3BDE70E4E1C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F755FB5-EA56-56C9-B968-F9A01008359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A497654-A6F5-CBAE-B3FC-17B665838CD9}"/>
              </a:ext>
            </a:extLst>
          </p:cNvPr>
          <p:cNvSpPr txBox="1">
            <a:spLocks/>
          </p:cNvSpPr>
          <p:nvPr/>
        </p:nvSpPr>
        <p:spPr>
          <a:xfrm>
            <a:off x="152400" y="685800"/>
            <a:ext cx="8624937" cy="46705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10. API Testing</a:t>
            </a:r>
          </a:p>
          <a:p>
            <a:pPr marL="12700" marR="5080"/>
            <a:r>
              <a:rPr lang="en-US" sz="1350" kern="0" spc="-80" dirty="0">
                <a:solidFill>
                  <a:schemeClr val="accent2"/>
                </a:solidFill>
              </a:rPr>
              <a:t>10.3 Contract Testing</a:t>
            </a:r>
          </a:p>
          <a:p>
            <a:pPr marL="12700" marR="5080"/>
            <a:r>
              <a:rPr lang="en-US" sz="1350" kern="0" spc="-80" dirty="0">
                <a:solidFill>
                  <a:schemeClr val="accent6"/>
                </a:solidFill>
              </a:rPr>
              <a:t>Validate response schema</a:t>
            </a:r>
          </a:p>
          <a:p>
            <a:pPr marL="12700" marR="5080"/>
            <a:r>
              <a:rPr lang="en-US" sz="1350" kern="0" spc="-80" dirty="0">
                <a:solidFill>
                  <a:schemeClr val="accent6"/>
                </a:solidFill>
              </a:rPr>
              <a:t>JSON Schema</a:t>
            </a:r>
          </a:p>
          <a:p>
            <a:pPr marL="12700" marR="5080"/>
            <a:r>
              <a:rPr lang="en-US" sz="1350" kern="0" spc="-80" dirty="0">
                <a:solidFill>
                  <a:schemeClr val="accent6"/>
                </a:solidFill>
              </a:rPr>
              <a:t>Zod schema validation</a:t>
            </a:r>
          </a:p>
          <a:p>
            <a:pPr marL="12700" marR="5080"/>
            <a:endParaRPr lang="en-US" sz="1350" kern="0" spc="-80" dirty="0">
              <a:solidFill>
                <a:schemeClr val="accent6"/>
              </a:solidFill>
            </a:endParaRPr>
          </a:p>
          <a:p>
            <a:pPr marL="12700" marR="5080"/>
            <a:r>
              <a:rPr lang="en-US" sz="1350" kern="0" spc="-80" dirty="0">
                <a:solidFill>
                  <a:schemeClr val="accent2"/>
                </a:solidFill>
              </a:rPr>
              <a:t>10.4 Combine UI + API Testing</a:t>
            </a:r>
          </a:p>
          <a:p>
            <a:pPr marL="12700" marR="5080"/>
            <a:r>
              <a:rPr lang="en-US" sz="1350" kern="0" spc="-80" dirty="0">
                <a:solidFill>
                  <a:schemeClr val="accent6"/>
                </a:solidFill>
              </a:rPr>
              <a:t>Precondition setup using API</a:t>
            </a:r>
          </a:p>
          <a:p>
            <a:pPr marL="12700" marR="5080"/>
            <a:r>
              <a:rPr lang="en-US" sz="1350" kern="0" spc="-80" dirty="0">
                <a:solidFill>
                  <a:schemeClr val="accent6"/>
                </a:solidFill>
              </a:rPr>
              <a:t>Faster tests</a:t>
            </a:r>
          </a:p>
          <a:p>
            <a:pPr marL="12700" marR="5080"/>
            <a:endParaRPr lang="en-US" sz="1350" kern="0" spc="-80" dirty="0">
              <a:solidFill>
                <a:schemeClr val="accent6"/>
              </a:solidFill>
            </a:endParaRPr>
          </a:p>
          <a:p>
            <a:pPr marL="12700" marR="5080"/>
            <a:r>
              <a:rPr lang="en-US" sz="1350" kern="0" spc="-80" dirty="0">
                <a:solidFill>
                  <a:schemeClr val="accent2"/>
                </a:solidFill>
              </a:rPr>
              <a:t>11. Visual Regression Testing</a:t>
            </a:r>
          </a:p>
          <a:p>
            <a:pPr marL="12700" marR="5080"/>
            <a:r>
              <a:rPr lang="en-US" sz="1350" kern="0" spc="-80" dirty="0">
                <a:solidFill>
                  <a:schemeClr val="accent2"/>
                </a:solidFill>
              </a:rPr>
              <a:t>11.1 Screenshot Types</a:t>
            </a:r>
          </a:p>
          <a:p>
            <a:pPr marL="12700" marR="5080"/>
            <a:r>
              <a:rPr lang="en-US" sz="1350" kern="0" spc="-80" dirty="0">
                <a:solidFill>
                  <a:schemeClr val="accent6"/>
                </a:solidFill>
              </a:rPr>
              <a:t>Full page</a:t>
            </a:r>
          </a:p>
          <a:p>
            <a:pPr marL="12700" marR="5080"/>
            <a:r>
              <a:rPr lang="en-US" sz="1350" kern="0" spc="-80" dirty="0">
                <a:solidFill>
                  <a:schemeClr val="accent6"/>
                </a:solidFill>
              </a:rPr>
              <a:t>Element screenshot</a:t>
            </a:r>
          </a:p>
          <a:p>
            <a:pPr marL="12700" marR="5080"/>
            <a:r>
              <a:rPr lang="en-US" sz="1350" kern="0" spc="-80" dirty="0">
                <a:solidFill>
                  <a:schemeClr val="accent6"/>
                </a:solidFill>
              </a:rPr>
              <a:t>Snapshot comparison</a:t>
            </a:r>
          </a:p>
          <a:p>
            <a:pPr marL="12700" marR="5080"/>
            <a:endParaRPr lang="en-US" sz="1350" kern="0" spc="-80" dirty="0">
              <a:solidFill>
                <a:schemeClr val="accent6"/>
              </a:solidFill>
            </a:endParaRPr>
          </a:p>
          <a:p>
            <a:pPr marL="12700" marR="5080"/>
            <a:r>
              <a:rPr lang="en-US" sz="1350" kern="0" spc="-80" dirty="0">
                <a:solidFill>
                  <a:schemeClr val="accent2"/>
                </a:solidFill>
              </a:rPr>
              <a:t>11.2 Snapshot Best Practices</a:t>
            </a:r>
          </a:p>
          <a:p>
            <a:pPr marL="12700" marR="5080"/>
            <a:r>
              <a:rPr lang="en-US" sz="1350" kern="0" spc="-80" dirty="0">
                <a:solidFill>
                  <a:schemeClr val="accent6"/>
                </a:solidFill>
              </a:rPr>
              <a:t>Disable animations</a:t>
            </a:r>
          </a:p>
          <a:p>
            <a:pPr marL="12700" marR="5080"/>
            <a:r>
              <a:rPr lang="en-US" sz="1350" kern="0" spc="-80" dirty="0">
                <a:solidFill>
                  <a:schemeClr val="accent6"/>
                </a:solidFill>
              </a:rPr>
              <a:t>Set deterministic time</a:t>
            </a:r>
          </a:p>
          <a:p>
            <a:pPr marL="12700" marR="5080"/>
            <a:r>
              <a:rPr lang="en-US" sz="1350" kern="0" spc="-80" dirty="0">
                <a:solidFill>
                  <a:schemeClr val="accent6"/>
                </a:solidFill>
              </a:rPr>
              <a:t>Set fixed viewport</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20409153"/>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35D99-39CD-1C32-8875-D90BBE05A6B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86552FE-FA4B-1B3C-6200-008CE004FB1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03DB8C-1FA7-F341-15B7-7840911B95E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204D61-E1E6-0B2D-E6F0-99C175CA7CC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C64F0C6-26F6-EB61-CAA0-DDDAC721139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A1FE968-3EA5-F745-B04F-BF49B057ADE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FA3EF63-CE89-8E88-AC7E-0A4DD5F323E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196CAB1-5EC0-09B2-E84A-A3DD379F60F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C440616-A234-EFF2-9CD2-14B1949F9D4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2E560AD-06EE-52A9-41EA-AF044513CC1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A8EF343-6977-7FD7-DFDC-BB110AAB7492}"/>
              </a:ext>
            </a:extLst>
          </p:cNvPr>
          <p:cNvSpPr txBox="1">
            <a:spLocks/>
          </p:cNvSpPr>
          <p:nvPr/>
        </p:nvSpPr>
        <p:spPr>
          <a:xfrm>
            <a:off x="152400" y="685800"/>
            <a:ext cx="8624937" cy="46705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12. Performance Testing</a:t>
            </a:r>
          </a:p>
          <a:p>
            <a:pPr marL="12700" marR="5080"/>
            <a:r>
              <a:rPr lang="en-US" sz="1350" kern="0" spc="-80" dirty="0">
                <a:solidFill>
                  <a:schemeClr val="accent2"/>
                </a:solidFill>
              </a:rPr>
              <a:t>12.1 Metrics</a:t>
            </a:r>
          </a:p>
          <a:p>
            <a:pPr marL="12700" marR="5080"/>
            <a:r>
              <a:rPr lang="en-US" sz="1350" kern="0" spc="-80" dirty="0">
                <a:solidFill>
                  <a:schemeClr val="accent6"/>
                </a:solidFill>
              </a:rPr>
              <a:t>LCP, CLS, FID</a:t>
            </a:r>
          </a:p>
          <a:p>
            <a:pPr marL="12700" marR="5080"/>
            <a:r>
              <a:rPr lang="en-US" sz="1350" kern="0" spc="-80" dirty="0">
                <a:solidFill>
                  <a:schemeClr val="accent6"/>
                </a:solidFill>
              </a:rPr>
              <a:t>Navigation timing</a:t>
            </a:r>
          </a:p>
          <a:p>
            <a:pPr marL="12700" marR="5080"/>
            <a:r>
              <a:rPr lang="en-US" sz="1350" kern="0" spc="-80" dirty="0">
                <a:solidFill>
                  <a:schemeClr val="accent6"/>
                </a:solidFill>
              </a:rPr>
              <a:t>Resource timings</a:t>
            </a:r>
          </a:p>
          <a:p>
            <a:pPr marL="12700" marR="5080"/>
            <a:endParaRPr lang="en-US" sz="1350" kern="0" spc="-80" dirty="0">
              <a:solidFill>
                <a:schemeClr val="accent6"/>
              </a:solidFill>
            </a:endParaRPr>
          </a:p>
          <a:p>
            <a:pPr marL="12700" marR="5080"/>
            <a:r>
              <a:rPr lang="en-US" sz="1350" kern="0" spc="-80" dirty="0">
                <a:solidFill>
                  <a:schemeClr val="accent2"/>
                </a:solidFill>
              </a:rPr>
              <a:t>12.2 Tracing</a:t>
            </a:r>
          </a:p>
          <a:p>
            <a:pPr marL="12700" marR="5080"/>
            <a:r>
              <a:rPr lang="en-US" sz="1350" kern="0" spc="-80" dirty="0">
                <a:solidFill>
                  <a:schemeClr val="accent6"/>
                </a:solidFill>
              </a:rPr>
              <a:t>Playwright supports:</a:t>
            </a:r>
          </a:p>
          <a:p>
            <a:pPr marL="12700" marR="5080"/>
            <a:r>
              <a:rPr lang="en-US" sz="1350" kern="0" spc="-80" dirty="0">
                <a:solidFill>
                  <a:schemeClr val="accent6"/>
                </a:solidFill>
              </a:rPr>
              <a:t>CPU profiling</a:t>
            </a:r>
          </a:p>
          <a:p>
            <a:pPr marL="12700" marR="5080"/>
            <a:r>
              <a:rPr lang="en-US" sz="1350" kern="0" spc="-80" dirty="0">
                <a:solidFill>
                  <a:schemeClr val="accent6"/>
                </a:solidFill>
              </a:rPr>
              <a:t>Network recording</a:t>
            </a:r>
          </a:p>
          <a:p>
            <a:pPr marL="12700" marR="5080"/>
            <a:r>
              <a:rPr lang="en-US" sz="1350" kern="0" spc="-80" dirty="0">
                <a:solidFill>
                  <a:schemeClr val="accent6"/>
                </a:solidFill>
              </a:rPr>
              <a:t>Step-by-step timeline</a:t>
            </a:r>
          </a:p>
          <a:p>
            <a:pPr marL="12700" marR="5080"/>
            <a:endParaRPr lang="en-US" sz="1350" kern="0" spc="-80" dirty="0">
              <a:solidFill>
                <a:schemeClr val="accent6"/>
              </a:solidFill>
            </a:endParaRPr>
          </a:p>
          <a:p>
            <a:pPr marL="12700" marR="5080"/>
            <a:r>
              <a:rPr lang="en-US" sz="1350" kern="0" spc="-80" dirty="0">
                <a:solidFill>
                  <a:schemeClr val="accent2"/>
                </a:solidFill>
              </a:rPr>
              <a:t>13. Mobile Testing</a:t>
            </a:r>
          </a:p>
          <a:p>
            <a:pPr marL="12700" marR="5080"/>
            <a:r>
              <a:rPr lang="en-US" sz="1350" kern="0" spc="-80" dirty="0">
                <a:solidFill>
                  <a:schemeClr val="accent2"/>
                </a:solidFill>
              </a:rPr>
              <a:t>13.1 Mobile Emulation</a:t>
            </a:r>
          </a:p>
          <a:p>
            <a:pPr marL="12700" marR="5080"/>
            <a:r>
              <a:rPr lang="en-US" sz="1350" kern="0" spc="-80" dirty="0">
                <a:solidFill>
                  <a:schemeClr val="accent6"/>
                </a:solidFill>
              </a:rPr>
              <a:t>iPhone 12, Pixel 5 presets</a:t>
            </a:r>
          </a:p>
          <a:p>
            <a:pPr marL="12700" marR="5080"/>
            <a:r>
              <a:rPr lang="en-US" sz="1350" kern="0" spc="-80" dirty="0">
                <a:solidFill>
                  <a:schemeClr val="accent6"/>
                </a:solidFill>
              </a:rPr>
              <a:t>Touch events</a:t>
            </a:r>
          </a:p>
          <a:p>
            <a:pPr marL="12700" marR="5080"/>
            <a:r>
              <a:rPr lang="en-US" sz="1350" kern="0" spc="-80" dirty="0">
                <a:solidFill>
                  <a:schemeClr val="accent6"/>
                </a:solidFill>
              </a:rPr>
              <a:t>Geolocation</a:t>
            </a:r>
          </a:p>
          <a:p>
            <a:pPr marL="12700" marR="5080"/>
            <a:endParaRPr lang="en-US" sz="1350" kern="0" spc="-80" dirty="0">
              <a:solidFill>
                <a:schemeClr val="accent6"/>
              </a:solidFill>
            </a:endParaRPr>
          </a:p>
          <a:p>
            <a:pPr marL="12700" marR="5080"/>
            <a:r>
              <a:rPr lang="en-US" sz="1350" kern="0" spc="-80" dirty="0">
                <a:solidFill>
                  <a:schemeClr val="accent2"/>
                </a:solidFill>
              </a:rPr>
              <a:t>13.2 Mobile Viewports</a:t>
            </a:r>
          </a:p>
          <a:p>
            <a:pPr marL="12700" marR="5080"/>
            <a:r>
              <a:rPr lang="en-US" sz="1350" kern="0" spc="-80" dirty="0" err="1">
                <a:solidFill>
                  <a:schemeClr val="accent6"/>
                </a:solidFill>
              </a:rPr>
              <a:t>test.use</a:t>
            </a:r>
            <a:r>
              <a:rPr lang="en-US" sz="1350" kern="0" spc="-80" dirty="0">
                <a:solidFill>
                  <a:schemeClr val="accent6"/>
                </a:solidFill>
              </a:rPr>
              <a:t>({ viewport: { width: 375, height: 812 } });</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1554596064"/>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D524D-F4A0-EA66-9F37-85C39110F74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1065DCC-DF09-B27A-5A31-D9299FFF2D8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29D3C23-DA01-C931-D602-8D755C2B32A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EC1D2BF-15B9-0CDA-D8BF-1874A8C2C31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9F21ED0-0AF0-2F19-7E6D-C01B7243D3D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930DC60-B219-D510-1039-D4F34A02174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BCB4FD5-B217-2546-27BC-4E36971912C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825251F-964B-CAAA-A3D5-D63F61DFAB6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CF9BE00-9D17-8380-2B06-2055251B2AE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6E9B621-01DD-8A93-1D6A-0F07A74329B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3EDA698-C3F3-47E9-6E50-1D6AFD054A8F}"/>
              </a:ext>
            </a:extLst>
          </p:cNvPr>
          <p:cNvSpPr txBox="1">
            <a:spLocks/>
          </p:cNvSpPr>
          <p:nvPr/>
        </p:nvSpPr>
        <p:spPr>
          <a:xfrm>
            <a:off x="152400" y="685800"/>
            <a:ext cx="8624937" cy="46705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14. Component Testing</a:t>
            </a:r>
          </a:p>
          <a:p>
            <a:pPr marL="12700" marR="5080"/>
            <a:r>
              <a:rPr lang="en-US" sz="1350" kern="0" spc="-80" dirty="0">
                <a:solidFill>
                  <a:schemeClr val="accent2"/>
                </a:solidFill>
              </a:rPr>
              <a:t>Supported for:</a:t>
            </a:r>
          </a:p>
          <a:p>
            <a:pPr marL="12700" marR="5080"/>
            <a:r>
              <a:rPr lang="en-US" sz="1350" kern="0" spc="-80" dirty="0">
                <a:solidFill>
                  <a:schemeClr val="accent6"/>
                </a:solidFill>
              </a:rPr>
              <a:t>React</a:t>
            </a:r>
          </a:p>
          <a:p>
            <a:pPr marL="12700" marR="5080"/>
            <a:r>
              <a:rPr lang="en-US" sz="1350" kern="0" spc="-80" dirty="0">
                <a:solidFill>
                  <a:schemeClr val="accent6"/>
                </a:solidFill>
              </a:rPr>
              <a:t>Vue</a:t>
            </a:r>
          </a:p>
          <a:p>
            <a:pPr marL="12700" marR="5080"/>
            <a:r>
              <a:rPr lang="en-US" sz="1350" kern="0" spc="-80" dirty="0">
                <a:solidFill>
                  <a:schemeClr val="accent6"/>
                </a:solidFill>
              </a:rPr>
              <a:t>Svelte</a:t>
            </a:r>
          </a:p>
          <a:p>
            <a:pPr marL="12700" marR="5080"/>
            <a:r>
              <a:rPr lang="en-US" sz="1350" kern="0" spc="-80" dirty="0">
                <a:solidFill>
                  <a:schemeClr val="accent6"/>
                </a:solidFill>
              </a:rPr>
              <a:t>Solid</a:t>
            </a:r>
          </a:p>
          <a:p>
            <a:pPr marL="12700" marR="5080"/>
            <a:r>
              <a:rPr lang="en-US" sz="1350" kern="0" spc="-80" dirty="0">
                <a:solidFill>
                  <a:schemeClr val="accent6"/>
                </a:solidFill>
              </a:rPr>
              <a:t>Angular (coming)</a:t>
            </a:r>
          </a:p>
          <a:p>
            <a:pPr marL="12700" marR="5080"/>
            <a:r>
              <a:rPr lang="en-US" sz="1350" kern="0" spc="-80" dirty="0">
                <a:solidFill>
                  <a:schemeClr val="accent2"/>
                </a:solidFill>
              </a:rPr>
              <a:t>Techniques:</a:t>
            </a:r>
          </a:p>
          <a:p>
            <a:pPr marL="12700" marR="5080"/>
            <a:r>
              <a:rPr lang="en-US" sz="1350" kern="0" spc="-80" dirty="0">
                <a:solidFill>
                  <a:schemeClr val="accent6"/>
                </a:solidFill>
              </a:rPr>
              <a:t>Shallow rendering</a:t>
            </a:r>
          </a:p>
          <a:p>
            <a:pPr marL="12700" marR="5080"/>
            <a:r>
              <a:rPr lang="en-US" sz="1350" kern="0" spc="-80" dirty="0">
                <a:solidFill>
                  <a:schemeClr val="accent6"/>
                </a:solidFill>
              </a:rPr>
              <a:t>Mocking APIs</a:t>
            </a:r>
          </a:p>
          <a:p>
            <a:pPr marL="12700" marR="5080"/>
            <a:r>
              <a:rPr lang="en-US" sz="1350" kern="0" spc="-80" dirty="0">
                <a:solidFill>
                  <a:schemeClr val="accent6"/>
                </a:solidFill>
              </a:rPr>
              <a:t>Visual comparison</a:t>
            </a:r>
          </a:p>
          <a:p>
            <a:pPr marL="12700" marR="5080"/>
            <a:r>
              <a:rPr lang="en-US" sz="1350" kern="0" spc="-80" dirty="0">
                <a:solidFill>
                  <a:schemeClr val="accent6"/>
                </a:solidFill>
              </a:rPr>
              <a:t>Accessibility testing</a:t>
            </a:r>
          </a:p>
          <a:p>
            <a:pPr marL="12700" marR="5080"/>
            <a:endParaRPr lang="en-US" sz="1350" kern="0" spc="-80" dirty="0">
              <a:solidFill>
                <a:schemeClr val="accent6"/>
              </a:solidFill>
            </a:endParaRPr>
          </a:p>
          <a:p>
            <a:pPr marL="12700" marR="5080"/>
            <a:r>
              <a:rPr lang="en-US" sz="1350" kern="0" spc="-80" dirty="0">
                <a:solidFill>
                  <a:schemeClr val="accent2"/>
                </a:solidFill>
              </a:rPr>
              <a:t>15. Accessibility Testing</a:t>
            </a:r>
          </a:p>
          <a:p>
            <a:pPr marL="12700" marR="5080"/>
            <a:r>
              <a:rPr lang="en-US" sz="1350" kern="0" spc="-80" dirty="0">
                <a:solidFill>
                  <a:schemeClr val="accent2"/>
                </a:solidFill>
              </a:rPr>
              <a:t>Use:</a:t>
            </a:r>
          </a:p>
          <a:p>
            <a:pPr marL="12700" marR="5080"/>
            <a:r>
              <a:rPr lang="en-US" sz="1350" kern="0" spc="-80" dirty="0" err="1">
                <a:solidFill>
                  <a:schemeClr val="accent6"/>
                </a:solidFill>
              </a:rPr>
              <a:t>page.getByRole</a:t>
            </a:r>
            <a:r>
              <a:rPr lang="en-US" sz="1350" kern="0" spc="-80" dirty="0">
                <a:solidFill>
                  <a:schemeClr val="accent6"/>
                </a:solidFill>
              </a:rPr>
              <a:t>() ensures a11y</a:t>
            </a:r>
          </a:p>
          <a:p>
            <a:pPr marL="12700" marR="5080"/>
            <a:r>
              <a:rPr lang="en-US" sz="1350" kern="0" spc="-80" dirty="0" err="1">
                <a:solidFill>
                  <a:schemeClr val="accent6"/>
                </a:solidFill>
              </a:rPr>
              <a:t>page.accessibility.snapshot</a:t>
            </a:r>
            <a:r>
              <a:rPr lang="en-US" sz="1350" kern="0" spc="-80" dirty="0">
                <a:solidFill>
                  <a:schemeClr val="accent6"/>
                </a:solidFill>
              </a:rPr>
              <a:t>()</a:t>
            </a:r>
          </a:p>
          <a:p>
            <a:pPr marL="12700" marR="5080"/>
            <a:r>
              <a:rPr lang="en-US" sz="1350" kern="0" spc="-80" dirty="0">
                <a:solidFill>
                  <a:schemeClr val="accent6"/>
                </a:solidFill>
              </a:rPr>
              <a:t>Integrate with:</a:t>
            </a:r>
          </a:p>
          <a:p>
            <a:pPr marL="12700" marR="5080"/>
            <a:r>
              <a:rPr lang="en-US" sz="1350" kern="0" spc="-80" dirty="0">
                <a:solidFill>
                  <a:schemeClr val="accent6"/>
                </a:solidFill>
              </a:rPr>
              <a:t>axe-core</a:t>
            </a:r>
          </a:p>
          <a:p>
            <a:pPr marL="12700" marR="5080"/>
            <a:r>
              <a:rPr lang="en-US" sz="1350" kern="0" spc="-80" dirty="0">
                <a:solidFill>
                  <a:schemeClr val="accent6"/>
                </a:solidFill>
              </a:rPr>
              <a:t>Pa11y</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40154869"/>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C3867-F614-9BB2-010E-A601000F3E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30BF729-9A32-A5A4-4F21-D0D94700D0B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0F79581-2696-BCD0-6A18-774E7508E76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B22444A-BDA2-0205-9A7F-A3A8D5FBCEC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43939CF-FB85-8347-CB8B-B30FF1089CC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DB757C-C6FE-B690-11F0-0D120E0CA80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B40924-1484-3B32-52FC-7BE7CB2BCDA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20C42DB-B7EF-498F-59F3-E812903D461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0FF1B5B-613F-F165-ED0F-C772E6C0D7C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E05B976-3DFE-F3E1-AC7F-A6487312AD5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0044B06-A99C-4823-92AB-A535718C68E5}"/>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a:t>
            </a:r>
            <a:r>
              <a:rPr lang="en-US" sz="2000" kern="0" spc="-80" dirty="0" err="1">
                <a:solidFill>
                  <a:schemeClr val="accent2"/>
                </a:solidFill>
              </a:rPr>
              <a:t>PlayWright</a:t>
            </a:r>
            <a:endParaRPr lang="en-US" sz="2000" kern="0" spc="-80" dirty="0">
              <a:solidFill>
                <a:schemeClr val="accent2"/>
              </a:solidFill>
            </a:endParaRPr>
          </a:p>
          <a:p>
            <a:pPr marL="12700" marR="5080"/>
            <a:r>
              <a:rPr lang="en-US" sz="1350" kern="0" spc="-80" dirty="0">
                <a:solidFill>
                  <a:schemeClr val="accent2"/>
                </a:solidFill>
              </a:rPr>
              <a:t>16. Authentication Strategies</a:t>
            </a:r>
          </a:p>
          <a:p>
            <a:pPr marL="12700" marR="5080"/>
            <a:r>
              <a:rPr lang="en-US" sz="1350" kern="0" spc="-80" dirty="0">
                <a:solidFill>
                  <a:schemeClr val="accent2"/>
                </a:solidFill>
              </a:rPr>
              <a:t>16.1 Reuse Login State</a:t>
            </a:r>
          </a:p>
          <a:p>
            <a:pPr marL="12700" marR="5080"/>
            <a:r>
              <a:rPr lang="en-US" sz="1350" kern="0" spc="-80" dirty="0">
                <a:solidFill>
                  <a:schemeClr val="accent6"/>
                </a:solidFill>
              </a:rPr>
              <a:t>await </a:t>
            </a:r>
            <a:r>
              <a:rPr lang="en-US" sz="1350" kern="0" spc="-80" dirty="0" err="1">
                <a:solidFill>
                  <a:schemeClr val="accent6"/>
                </a:solidFill>
              </a:rPr>
              <a:t>page.context</a:t>
            </a:r>
            <a:r>
              <a:rPr lang="en-US" sz="1350" kern="0" spc="-80" dirty="0">
                <a:solidFill>
                  <a:schemeClr val="accent6"/>
                </a:solidFill>
              </a:rPr>
              <a:t>().</a:t>
            </a:r>
            <a:r>
              <a:rPr lang="en-US" sz="1350" kern="0" spc="-80" dirty="0" err="1">
                <a:solidFill>
                  <a:schemeClr val="accent6"/>
                </a:solidFill>
              </a:rPr>
              <a:t>storageState</a:t>
            </a:r>
            <a:r>
              <a:rPr lang="en-US" sz="1350" kern="0" spc="-80" dirty="0">
                <a:solidFill>
                  <a:schemeClr val="accent6"/>
                </a:solidFill>
              </a:rPr>
              <a:t>({ path: '</a:t>
            </a:r>
            <a:r>
              <a:rPr lang="en-US" sz="1350" kern="0" spc="-80" dirty="0" err="1">
                <a:solidFill>
                  <a:schemeClr val="accent6"/>
                </a:solidFill>
              </a:rPr>
              <a:t>auth.json</a:t>
            </a:r>
            <a:r>
              <a:rPr lang="en-US" sz="1350" kern="0" spc="-80" dirty="0">
                <a:solidFill>
                  <a:schemeClr val="accent6"/>
                </a:solidFill>
              </a:rPr>
              <a:t>' });</a:t>
            </a:r>
          </a:p>
          <a:p>
            <a:pPr marL="12700" marR="5080"/>
            <a:endParaRPr lang="en-US" sz="1350" kern="0" spc="-80" dirty="0">
              <a:solidFill>
                <a:schemeClr val="accent6"/>
              </a:solidFill>
            </a:endParaRPr>
          </a:p>
          <a:p>
            <a:pPr marL="12700" marR="5080"/>
            <a:r>
              <a:rPr lang="en-US" sz="1350" kern="0" spc="-80" dirty="0">
                <a:solidFill>
                  <a:schemeClr val="accent2"/>
                </a:solidFill>
              </a:rPr>
              <a:t>16.2 OAuth Login</a:t>
            </a:r>
          </a:p>
          <a:p>
            <a:pPr marL="12700" marR="5080"/>
            <a:r>
              <a:rPr lang="en-US" sz="1350" kern="0" spc="-80" dirty="0">
                <a:solidFill>
                  <a:schemeClr val="accent6"/>
                </a:solidFill>
              </a:rPr>
              <a:t>Intercept redirect</a:t>
            </a:r>
          </a:p>
          <a:p>
            <a:pPr marL="12700" marR="5080"/>
            <a:r>
              <a:rPr lang="en-US" sz="1350" kern="0" spc="-80" dirty="0">
                <a:solidFill>
                  <a:schemeClr val="accent6"/>
                </a:solidFill>
              </a:rPr>
              <a:t>Inject tokens</a:t>
            </a:r>
          </a:p>
          <a:p>
            <a:pPr marL="12700" marR="5080"/>
            <a:endParaRPr lang="en-US" sz="1350" kern="0" spc="-80" dirty="0">
              <a:solidFill>
                <a:schemeClr val="accent6"/>
              </a:solidFill>
            </a:endParaRPr>
          </a:p>
          <a:p>
            <a:pPr marL="12700" marR="5080"/>
            <a:r>
              <a:rPr lang="en-US" sz="1350" kern="0" spc="-80" dirty="0">
                <a:solidFill>
                  <a:schemeClr val="accent2"/>
                </a:solidFill>
              </a:rPr>
              <a:t>16.3 SSO Strategies</a:t>
            </a:r>
          </a:p>
          <a:p>
            <a:pPr marL="12700" marR="5080"/>
            <a:r>
              <a:rPr lang="en-US" sz="1350" kern="0" spc="-80" dirty="0">
                <a:solidFill>
                  <a:schemeClr val="accent6"/>
                </a:solidFill>
              </a:rPr>
              <a:t>Bypass login using API</a:t>
            </a:r>
          </a:p>
          <a:p>
            <a:pPr marL="12700" marR="5080"/>
            <a:r>
              <a:rPr lang="en-US" sz="1350" kern="0" spc="-80" dirty="0">
                <a:solidFill>
                  <a:schemeClr val="accent6"/>
                </a:solidFill>
              </a:rPr>
              <a:t>Use cookie injection</a:t>
            </a:r>
          </a:p>
          <a:p>
            <a:pPr marL="12700" marR="5080"/>
            <a:endParaRPr lang="en-US" sz="1350" kern="0" spc="-80" dirty="0">
              <a:solidFill>
                <a:schemeClr val="accent6"/>
              </a:solidFill>
            </a:endParaRPr>
          </a:p>
          <a:p>
            <a:pPr marL="12700" marR="5080"/>
            <a:r>
              <a:rPr lang="en-US" sz="1350" kern="0" spc="-80" dirty="0">
                <a:solidFill>
                  <a:schemeClr val="accent2"/>
                </a:solidFill>
              </a:rPr>
              <a:t>17. Parallelization &amp; Sharding</a:t>
            </a:r>
          </a:p>
          <a:p>
            <a:pPr marL="12700" marR="5080"/>
            <a:r>
              <a:rPr lang="en-US" sz="1350" kern="0" spc="-80" dirty="0">
                <a:solidFill>
                  <a:schemeClr val="accent6"/>
                </a:solidFill>
              </a:rPr>
              <a:t>Test-level parallelism</a:t>
            </a:r>
          </a:p>
          <a:p>
            <a:pPr marL="12700" marR="5080"/>
            <a:r>
              <a:rPr lang="en-US" sz="1350" kern="0" spc="-80" dirty="0">
                <a:solidFill>
                  <a:schemeClr val="accent6"/>
                </a:solidFill>
              </a:rPr>
              <a:t>File-level parallelism</a:t>
            </a:r>
          </a:p>
          <a:p>
            <a:pPr marL="12700" marR="5080"/>
            <a:r>
              <a:rPr lang="en-US" sz="1350" kern="0" spc="-80" dirty="0">
                <a:solidFill>
                  <a:schemeClr val="accent6"/>
                </a:solidFill>
              </a:rPr>
              <a:t>Split CI workload by test files</a:t>
            </a:r>
          </a:p>
          <a:p>
            <a:pPr marL="12700" marR="5080"/>
            <a:r>
              <a:rPr lang="en-US" sz="1350" kern="0" spc="-80" dirty="0">
                <a:solidFill>
                  <a:schemeClr val="accent6"/>
                </a:solidFill>
              </a:rPr>
              <a:t>Shard by directories</a:t>
            </a:r>
          </a:p>
          <a:p>
            <a:pPr marL="12700" marR="5080"/>
            <a:endParaRPr lang="en-US" sz="1350" kern="0" spc="-80" dirty="0">
              <a:solidFill>
                <a:schemeClr val="accent6"/>
              </a:solidFill>
            </a:endParaRPr>
          </a:p>
          <a:p>
            <a:pPr marL="12700" marR="5080"/>
            <a:r>
              <a:rPr lang="en-US" sz="1350" kern="0" spc="-80" dirty="0">
                <a:solidFill>
                  <a:schemeClr val="accent2"/>
                </a:solidFill>
              </a:rPr>
              <a:t>18. CI/CD Integration</a:t>
            </a:r>
          </a:p>
          <a:p>
            <a:pPr marL="12700" marR="5080"/>
            <a:r>
              <a:rPr lang="en-US" sz="1350" kern="0" spc="-80" dirty="0">
                <a:solidFill>
                  <a:schemeClr val="accent2"/>
                </a:solidFill>
              </a:rPr>
              <a:t>Supported in:</a:t>
            </a:r>
          </a:p>
          <a:p>
            <a:pPr marL="12700" marR="5080"/>
            <a:r>
              <a:rPr lang="en-US" sz="1350" kern="0" spc="-80" dirty="0">
                <a:solidFill>
                  <a:schemeClr val="accent6"/>
                </a:solidFill>
              </a:rPr>
              <a:t>GitHub Actions</a:t>
            </a:r>
          </a:p>
          <a:p>
            <a:pPr marL="12700" marR="5080"/>
            <a:r>
              <a:rPr lang="en-US" sz="1350" kern="0" spc="-80" dirty="0">
                <a:solidFill>
                  <a:schemeClr val="accent6"/>
                </a:solidFill>
              </a:rPr>
              <a:t>GitLab CI</a:t>
            </a:r>
          </a:p>
          <a:p>
            <a:pPr marL="12700" marR="5080"/>
            <a:r>
              <a:rPr lang="en-US" sz="1350" kern="0" spc="-80" dirty="0">
                <a:solidFill>
                  <a:schemeClr val="accent6"/>
                </a:solidFill>
              </a:rPr>
              <a:t>Jenkins</a:t>
            </a:r>
          </a:p>
          <a:p>
            <a:pPr marL="12700" marR="5080"/>
            <a:r>
              <a:rPr lang="en-US" sz="1350" kern="0" spc="-80" dirty="0">
                <a:solidFill>
                  <a:schemeClr val="accent6"/>
                </a:solidFill>
              </a:rPr>
              <a:t>Azure DevOps</a:t>
            </a:r>
          </a:p>
        </p:txBody>
      </p:sp>
    </p:spTree>
    <p:extLst>
      <p:ext uri="{BB962C8B-B14F-4D97-AF65-F5344CB8AC3E}">
        <p14:creationId xmlns:p14="http://schemas.microsoft.com/office/powerpoint/2010/main" val="1822641698"/>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88EC3-56F0-A1BF-9444-9B62E301442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8E130F5-E430-5BE3-50BD-45526547D5D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3302B9C-A839-49BC-52B5-15D27A29FE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444BB6C-9FE4-94B7-C1A4-A1EDD473BF7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6FA163F-4840-C6AD-7117-C67EB15338E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60CD8D7-7945-2C00-F9DC-F3A4C510884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981B916-87C3-AB64-5248-E41BA6552E6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DC5B654-CE83-6CB7-EDAD-1EAD6A2D70A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113CCE4-E53B-8C01-23A3-9AF63B43728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55EF215-2B66-456F-B198-15F62D49742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7A1985B-3AB1-BCED-E3CC-866E84ACDA32}"/>
              </a:ext>
            </a:extLst>
          </p:cNvPr>
          <p:cNvSpPr txBox="1">
            <a:spLocks/>
          </p:cNvSpPr>
          <p:nvPr/>
        </p:nvSpPr>
        <p:spPr>
          <a:xfrm>
            <a:off x="152400" y="685800"/>
            <a:ext cx="8624937" cy="46705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18. CI/CD Integration</a:t>
            </a:r>
          </a:p>
          <a:p>
            <a:pPr marL="12700" marR="5080"/>
            <a:r>
              <a:rPr lang="en-US" sz="1350" kern="0" spc="-80" dirty="0">
                <a:solidFill>
                  <a:schemeClr val="accent2"/>
                </a:solidFill>
              </a:rPr>
              <a:t>Supported in:</a:t>
            </a:r>
          </a:p>
          <a:p>
            <a:pPr marL="12700" marR="5080"/>
            <a:r>
              <a:rPr lang="en-US" sz="1350" kern="0" spc="-80" dirty="0" err="1">
                <a:solidFill>
                  <a:schemeClr val="accent6"/>
                </a:solidFill>
              </a:rPr>
              <a:t>CircleCI</a:t>
            </a:r>
            <a:endParaRPr lang="en-US" sz="1350" kern="0" spc="-80" dirty="0">
              <a:solidFill>
                <a:schemeClr val="accent6"/>
              </a:solidFill>
            </a:endParaRPr>
          </a:p>
          <a:p>
            <a:pPr marL="12700" marR="5080"/>
            <a:r>
              <a:rPr lang="en-US" sz="1350" kern="0" spc="-80" dirty="0">
                <a:solidFill>
                  <a:schemeClr val="accent6"/>
                </a:solidFill>
              </a:rPr>
              <a:t>Bitbucket</a:t>
            </a:r>
          </a:p>
          <a:p>
            <a:pPr marL="12700" marR="5080"/>
            <a:r>
              <a:rPr lang="en-US" sz="1350" kern="0" spc="-80" dirty="0">
                <a:solidFill>
                  <a:schemeClr val="accent2"/>
                </a:solidFill>
              </a:rPr>
              <a:t>Best practices:</a:t>
            </a:r>
          </a:p>
          <a:p>
            <a:pPr marL="12700" marR="5080"/>
            <a:r>
              <a:rPr lang="en-US" sz="1350" kern="0" spc="-80" dirty="0">
                <a:solidFill>
                  <a:schemeClr val="accent6"/>
                </a:solidFill>
              </a:rPr>
              <a:t>Upload traces as artifacts</a:t>
            </a:r>
          </a:p>
          <a:p>
            <a:pPr marL="12700" marR="5080"/>
            <a:r>
              <a:rPr lang="en-US" sz="1350" kern="0" spc="-80" dirty="0">
                <a:solidFill>
                  <a:schemeClr val="accent6"/>
                </a:solidFill>
              </a:rPr>
              <a:t>Use </a:t>
            </a:r>
            <a:r>
              <a:rPr lang="en-US" sz="1350" kern="0" spc="-80" dirty="0" err="1">
                <a:solidFill>
                  <a:schemeClr val="accent6"/>
                </a:solidFill>
              </a:rPr>
              <a:t>npx</a:t>
            </a:r>
            <a:r>
              <a:rPr lang="en-US" sz="1350" kern="0" spc="-80" dirty="0">
                <a:solidFill>
                  <a:schemeClr val="accent6"/>
                </a:solidFill>
              </a:rPr>
              <a:t> playwright install-deps</a:t>
            </a:r>
          </a:p>
          <a:p>
            <a:pPr marL="12700" marR="5080"/>
            <a:r>
              <a:rPr lang="en-US" sz="1350" kern="0" spc="-80" dirty="0">
                <a:solidFill>
                  <a:schemeClr val="accent6"/>
                </a:solidFill>
              </a:rPr>
              <a:t>Shard execution</a:t>
            </a:r>
          </a:p>
          <a:p>
            <a:pPr marL="12700" marR="5080"/>
            <a:endParaRPr lang="en-US" sz="1350" kern="0" spc="-80" dirty="0">
              <a:solidFill>
                <a:schemeClr val="accent6"/>
              </a:solidFill>
            </a:endParaRPr>
          </a:p>
          <a:p>
            <a:pPr marL="12700" marR="5080"/>
            <a:r>
              <a:rPr lang="en-US" sz="1350" kern="0" spc="-80" dirty="0">
                <a:solidFill>
                  <a:schemeClr val="accent2"/>
                </a:solidFill>
              </a:rPr>
              <a:t>19. Reporting</a:t>
            </a:r>
          </a:p>
          <a:p>
            <a:pPr marL="12700" marR="5080"/>
            <a:r>
              <a:rPr lang="en-US" sz="1350" kern="0" spc="-80" dirty="0">
                <a:solidFill>
                  <a:schemeClr val="accent2"/>
                </a:solidFill>
              </a:rPr>
              <a:t>Built-in reporters:</a:t>
            </a:r>
          </a:p>
          <a:p>
            <a:pPr marL="12700" marR="5080"/>
            <a:r>
              <a:rPr lang="en-US" sz="1350" kern="0" spc="-80" dirty="0">
                <a:solidFill>
                  <a:schemeClr val="accent6"/>
                </a:solidFill>
              </a:rPr>
              <a:t>HTML Reporter</a:t>
            </a:r>
          </a:p>
          <a:p>
            <a:pPr marL="12700" marR="5080"/>
            <a:r>
              <a:rPr lang="en-US" sz="1350" kern="0" spc="-80" dirty="0">
                <a:solidFill>
                  <a:schemeClr val="accent6"/>
                </a:solidFill>
              </a:rPr>
              <a:t>Line</a:t>
            </a:r>
          </a:p>
          <a:p>
            <a:pPr marL="12700" marR="5080"/>
            <a:r>
              <a:rPr lang="en-US" sz="1350" kern="0" spc="-80" dirty="0">
                <a:solidFill>
                  <a:schemeClr val="accent6"/>
                </a:solidFill>
              </a:rPr>
              <a:t>List</a:t>
            </a:r>
          </a:p>
          <a:p>
            <a:pPr marL="12700" marR="5080"/>
            <a:r>
              <a:rPr lang="en-US" sz="1350" kern="0" spc="-80" dirty="0">
                <a:solidFill>
                  <a:schemeClr val="accent6"/>
                </a:solidFill>
              </a:rPr>
              <a:t>JSON</a:t>
            </a:r>
          </a:p>
          <a:p>
            <a:pPr marL="12700" marR="5080"/>
            <a:r>
              <a:rPr lang="en-US" sz="1350" kern="0" spc="-80" dirty="0">
                <a:solidFill>
                  <a:schemeClr val="accent6"/>
                </a:solidFill>
              </a:rPr>
              <a:t>JUnit</a:t>
            </a:r>
          </a:p>
          <a:p>
            <a:pPr marL="12700" marR="5080"/>
            <a:r>
              <a:rPr lang="en-US" sz="1350" kern="0" spc="-80" dirty="0">
                <a:solidFill>
                  <a:schemeClr val="accent2"/>
                </a:solidFill>
              </a:rPr>
              <a:t>Third-party:</a:t>
            </a:r>
          </a:p>
          <a:p>
            <a:pPr marL="12700" marR="5080"/>
            <a:r>
              <a:rPr lang="en-US" sz="1350" kern="0" spc="-80" dirty="0">
                <a:solidFill>
                  <a:schemeClr val="accent6"/>
                </a:solidFill>
              </a:rPr>
              <a:t>Allure</a:t>
            </a:r>
          </a:p>
          <a:p>
            <a:pPr marL="12700" marR="5080"/>
            <a:r>
              <a:rPr lang="en-US" sz="1350" kern="0" spc="-80" dirty="0">
                <a:solidFill>
                  <a:schemeClr val="accent6"/>
                </a:solidFill>
              </a:rPr>
              <a:t>Playwright Test Reporter</a:t>
            </a:r>
          </a:p>
          <a:p>
            <a:pPr marL="12700" marR="5080"/>
            <a:r>
              <a:rPr lang="en-US" sz="1350" kern="0" spc="-80" dirty="0">
                <a:solidFill>
                  <a:schemeClr val="accent6"/>
                </a:solidFill>
              </a:rPr>
              <a:t>Extent Reports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2965141670"/>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E6A6D-BED8-9324-54C7-E3CABA2BC4D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A4A07D3-8A36-482A-30E5-F3E699622BF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9FB125-C64A-0F98-DE41-008FFF62646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3EA72B8-5AB8-44EB-8AC4-CBBDAE77EEF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A671C2C-6F05-157F-3C7D-17DFA28CE9A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478F707-6CCA-FA7B-E689-AA64B22A936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FAC20BA-FC50-F442-67FD-185041E6888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5AA3957-364B-FB04-89CF-1263707BDB8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ADC1605-E894-5FE9-229A-D45A3009606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AD20E3A-377F-7D07-0E39-67B1B39B47D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C29722D-4F1A-2C52-657D-524FA06F8EA9}"/>
              </a:ext>
            </a:extLst>
          </p:cNvPr>
          <p:cNvSpPr txBox="1">
            <a:spLocks/>
          </p:cNvSpPr>
          <p:nvPr/>
        </p:nvSpPr>
        <p:spPr>
          <a:xfrm>
            <a:off x="152400" y="685800"/>
            <a:ext cx="8624937" cy="46705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20. Debugging</a:t>
            </a:r>
          </a:p>
          <a:p>
            <a:pPr marL="12700" marR="5080"/>
            <a:r>
              <a:rPr lang="en-US" sz="1350" kern="0" spc="-80" dirty="0">
                <a:solidFill>
                  <a:schemeClr val="accent2"/>
                </a:solidFill>
              </a:rPr>
              <a:t>20.1 Playwright Inspector</a:t>
            </a:r>
          </a:p>
          <a:p>
            <a:pPr marL="12700" marR="5080"/>
            <a:r>
              <a:rPr lang="en-US" sz="1350" kern="0" spc="-80" dirty="0">
                <a:solidFill>
                  <a:schemeClr val="accent6"/>
                </a:solidFill>
              </a:rPr>
              <a:t>PWDEBUG=1</a:t>
            </a:r>
          </a:p>
          <a:p>
            <a:pPr marL="12700" marR="5080"/>
            <a:r>
              <a:rPr lang="en-US" sz="1350" kern="0" spc="-80" dirty="0">
                <a:solidFill>
                  <a:schemeClr val="accent6"/>
                </a:solidFill>
              </a:rPr>
              <a:t>Step-through mode</a:t>
            </a:r>
          </a:p>
          <a:p>
            <a:pPr marL="12700" marR="5080"/>
            <a:r>
              <a:rPr lang="en-US" sz="1350" kern="0" spc="-80" dirty="0">
                <a:solidFill>
                  <a:schemeClr val="accent6"/>
                </a:solidFill>
              </a:rPr>
              <a:t>20.2 VS Code Plugin</a:t>
            </a:r>
          </a:p>
          <a:p>
            <a:pPr marL="12700" marR="5080"/>
            <a:r>
              <a:rPr lang="en-US" sz="1350" kern="0" spc="-80" dirty="0">
                <a:solidFill>
                  <a:schemeClr val="accent6"/>
                </a:solidFill>
              </a:rPr>
              <a:t>Breakpoints</a:t>
            </a:r>
          </a:p>
          <a:p>
            <a:pPr marL="12700" marR="5080"/>
            <a:r>
              <a:rPr lang="en-US" sz="1350" kern="0" spc="-80" dirty="0">
                <a:solidFill>
                  <a:schemeClr val="accent6"/>
                </a:solidFill>
              </a:rPr>
              <a:t>Live execution</a:t>
            </a:r>
          </a:p>
          <a:p>
            <a:pPr marL="12700" marR="5080"/>
            <a:endParaRPr lang="en-US" sz="1350" kern="0" spc="-80" dirty="0">
              <a:solidFill>
                <a:schemeClr val="accent6"/>
              </a:solidFill>
            </a:endParaRPr>
          </a:p>
          <a:p>
            <a:pPr marL="12700" marR="5080"/>
            <a:r>
              <a:rPr lang="en-US" sz="1350" kern="0" spc="-80" dirty="0">
                <a:solidFill>
                  <a:schemeClr val="accent2"/>
                </a:solidFill>
              </a:rPr>
              <a:t>20.3 Tracing Viewer</a:t>
            </a:r>
          </a:p>
          <a:p>
            <a:pPr marL="12700" marR="5080"/>
            <a:r>
              <a:rPr lang="en-US" sz="1350" kern="0" spc="-80" dirty="0">
                <a:solidFill>
                  <a:schemeClr val="accent6"/>
                </a:solidFill>
              </a:rPr>
              <a:t>Open trace.zip</a:t>
            </a:r>
          </a:p>
          <a:p>
            <a:pPr marL="12700" marR="5080"/>
            <a:r>
              <a:rPr lang="en-US" sz="1350" kern="0" spc="-80" dirty="0">
                <a:solidFill>
                  <a:schemeClr val="accent6"/>
                </a:solidFill>
              </a:rPr>
              <a:t>Step by step actions</a:t>
            </a:r>
          </a:p>
          <a:p>
            <a:pPr marL="12700" marR="5080"/>
            <a:endParaRPr lang="en-US" sz="1350" kern="0" spc="-80" dirty="0">
              <a:solidFill>
                <a:schemeClr val="accent6"/>
              </a:solidFill>
            </a:endParaRPr>
          </a:p>
          <a:p>
            <a:pPr marL="12700" marR="5080"/>
            <a:r>
              <a:rPr lang="en-US" sz="1350" kern="0" spc="-80" dirty="0">
                <a:solidFill>
                  <a:schemeClr val="accent2"/>
                </a:solidFill>
              </a:rPr>
              <a:t>21. Reliability &amp; Flakiness Prevention</a:t>
            </a:r>
          </a:p>
          <a:p>
            <a:pPr marL="12700" marR="5080"/>
            <a:r>
              <a:rPr lang="en-US" sz="1350" kern="0" spc="-80" dirty="0">
                <a:solidFill>
                  <a:schemeClr val="accent2"/>
                </a:solidFill>
              </a:rPr>
              <a:t>Techniques:</a:t>
            </a:r>
          </a:p>
          <a:p>
            <a:pPr marL="12700" marR="5080"/>
            <a:r>
              <a:rPr lang="en-US" sz="1350" kern="0" spc="-80" dirty="0">
                <a:solidFill>
                  <a:schemeClr val="accent6"/>
                </a:solidFill>
              </a:rPr>
              <a:t>Avoid race conditions</a:t>
            </a:r>
          </a:p>
          <a:p>
            <a:pPr marL="12700" marR="5080"/>
            <a:r>
              <a:rPr lang="en-US" sz="1350" kern="0" spc="-80" dirty="0">
                <a:solidFill>
                  <a:schemeClr val="accent6"/>
                </a:solidFill>
              </a:rPr>
              <a:t>Use locators instead of waits</a:t>
            </a:r>
          </a:p>
          <a:p>
            <a:pPr marL="12700" marR="5080"/>
            <a:r>
              <a:rPr lang="en-US" sz="1350" kern="0" spc="-80" dirty="0">
                <a:solidFill>
                  <a:schemeClr val="accent6"/>
                </a:solidFill>
              </a:rPr>
              <a:t>Handle flaky network</a:t>
            </a:r>
          </a:p>
          <a:p>
            <a:pPr marL="12700" marR="5080"/>
            <a:r>
              <a:rPr lang="en-US" sz="1350" kern="0" spc="-80" dirty="0">
                <a:solidFill>
                  <a:schemeClr val="accent6"/>
                </a:solidFill>
              </a:rPr>
              <a:t>Retries per test</a:t>
            </a:r>
          </a:p>
          <a:p>
            <a:pPr marL="12700" marR="5080"/>
            <a:r>
              <a:rPr lang="en-US" sz="1350" kern="0" spc="-80" dirty="0">
                <a:solidFill>
                  <a:schemeClr val="accent6"/>
                </a:solidFill>
              </a:rPr>
              <a:t>Retries per worker</a:t>
            </a:r>
          </a:p>
          <a:p>
            <a:pPr marL="12700" marR="5080"/>
            <a:r>
              <a:rPr lang="en-US" sz="1350" kern="0" spc="-80" dirty="0">
                <a:solidFill>
                  <a:schemeClr val="accent6"/>
                </a:solidFill>
              </a:rPr>
              <a:t>Use </a:t>
            </a:r>
            <a:r>
              <a:rPr lang="en-US" sz="1350" kern="0" spc="-80" dirty="0" err="1">
                <a:solidFill>
                  <a:schemeClr val="accent6"/>
                </a:solidFill>
              </a:rPr>
              <a:t>expect.poll</a:t>
            </a:r>
            <a:r>
              <a:rPr lang="en-US" sz="1350" kern="0" spc="-80" dirty="0">
                <a:solidFill>
                  <a:schemeClr val="accent6"/>
                </a:solidFill>
              </a:rPr>
              <a:t>() for async polling</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629108159"/>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E8DC82-BD7A-D9CC-FF6E-6D8A2C14A7A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4F83132-D293-1DF5-8116-AE474071B7E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8AE240-CCB8-356B-5EC3-E702E589F0A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954082E-BEF5-735C-0DFA-48AC0301BAF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9A06FAB-87AC-E745-6A92-B35F525A1A7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1832FC8-9477-EA2A-5629-BB929C8B96E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7AD8A5E-B2F1-687B-936A-1301915595E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5FD9B5F-A5FF-42DC-050C-048F47D2C16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5897F43-C06F-BDD6-7DDC-B45171EF3E6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EAE4F2F-8BBB-B9B3-AA79-E79F66DA641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59C4468-1890-89E2-2413-35F7EBC622D4}"/>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22. Security &amp; Compliance Testing</a:t>
            </a:r>
          </a:p>
          <a:p>
            <a:pPr marL="12700" marR="5080"/>
            <a:r>
              <a:rPr lang="en-US" sz="1350" kern="0" spc="-80" dirty="0">
                <a:solidFill>
                  <a:schemeClr val="accent6"/>
                </a:solidFill>
              </a:rPr>
              <a:t>Capture security headers</a:t>
            </a:r>
          </a:p>
          <a:p>
            <a:pPr marL="12700" marR="5080"/>
            <a:r>
              <a:rPr lang="en-US" sz="1350" kern="0" spc="-80" dirty="0">
                <a:solidFill>
                  <a:schemeClr val="accent6"/>
                </a:solidFill>
              </a:rPr>
              <a:t>Scan cookies</a:t>
            </a:r>
          </a:p>
          <a:p>
            <a:pPr marL="12700" marR="5080"/>
            <a:r>
              <a:rPr lang="en-US" sz="1350" kern="0" spc="-80" dirty="0">
                <a:solidFill>
                  <a:schemeClr val="accent6"/>
                </a:solidFill>
              </a:rPr>
              <a:t>Validate CSP</a:t>
            </a:r>
          </a:p>
          <a:p>
            <a:pPr marL="12700" marR="5080"/>
            <a:r>
              <a:rPr lang="en-US" sz="1350" kern="0" spc="-80" dirty="0">
                <a:solidFill>
                  <a:schemeClr val="accent6"/>
                </a:solidFill>
              </a:rPr>
              <a:t>Check XSS via DOM injection</a:t>
            </a:r>
          </a:p>
          <a:p>
            <a:pPr marL="12700" marR="5080"/>
            <a:r>
              <a:rPr lang="en-US" sz="1350" kern="0" spc="-80" dirty="0">
                <a:solidFill>
                  <a:schemeClr val="accent6"/>
                </a:solidFill>
              </a:rPr>
              <a:t>Automated SQLi payload tests (only allowed if authorized!)</a:t>
            </a:r>
          </a:p>
          <a:p>
            <a:pPr marL="12700" marR="5080"/>
            <a:endParaRPr lang="en-US" sz="1350" kern="0" spc="-80" dirty="0">
              <a:solidFill>
                <a:schemeClr val="accent6"/>
              </a:solidFill>
            </a:endParaRPr>
          </a:p>
          <a:p>
            <a:pPr marL="12700" marR="5080"/>
            <a:r>
              <a:rPr lang="en-US" sz="1350" kern="0" spc="-80" dirty="0">
                <a:solidFill>
                  <a:schemeClr val="accent2"/>
                </a:solidFill>
              </a:rPr>
              <a:t>23. Test Data Management Patterns</a:t>
            </a:r>
          </a:p>
          <a:p>
            <a:pPr marL="12700" marR="5080"/>
            <a:r>
              <a:rPr lang="en-US" sz="1350" kern="0" spc="-80" dirty="0">
                <a:solidFill>
                  <a:schemeClr val="accent6"/>
                </a:solidFill>
              </a:rPr>
              <a:t>Static Test Data</a:t>
            </a:r>
          </a:p>
          <a:p>
            <a:pPr marL="12700" marR="5080"/>
            <a:r>
              <a:rPr lang="en-US" sz="1350" kern="0" spc="-80" dirty="0">
                <a:solidFill>
                  <a:schemeClr val="accent6"/>
                </a:solidFill>
              </a:rPr>
              <a:t>Dynamic Factories</a:t>
            </a:r>
          </a:p>
          <a:p>
            <a:pPr marL="12700" marR="5080"/>
            <a:r>
              <a:rPr lang="en-US" sz="1350" kern="0" spc="-80" dirty="0">
                <a:solidFill>
                  <a:schemeClr val="accent6"/>
                </a:solidFill>
              </a:rPr>
              <a:t>Randomized Data (Faker)</a:t>
            </a:r>
          </a:p>
          <a:p>
            <a:pPr marL="12700" marR="5080"/>
            <a:r>
              <a:rPr lang="en-US" sz="1350" kern="0" spc="-80" dirty="0">
                <a:solidFill>
                  <a:schemeClr val="accent6"/>
                </a:solidFill>
              </a:rPr>
              <a:t>Fixtures</a:t>
            </a:r>
          </a:p>
          <a:p>
            <a:pPr marL="12700" marR="5080"/>
            <a:r>
              <a:rPr lang="en-US" sz="1350" kern="0" spc="-80" dirty="0">
                <a:solidFill>
                  <a:schemeClr val="accent6"/>
                </a:solidFill>
              </a:rPr>
              <a:t>API-driven data setup</a:t>
            </a:r>
          </a:p>
          <a:p>
            <a:pPr marL="12700" marR="5080"/>
            <a:r>
              <a:rPr lang="en-US" sz="1350" kern="0" spc="-80" dirty="0">
                <a:solidFill>
                  <a:schemeClr val="accent6"/>
                </a:solidFill>
              </a:rPr>
              <a:t>DB seeding</a:t>
            </a:r>
          </a:p>
          <a:p>
            <a:pPr marL="12700" marR="5080"/>
            <a:endParaRPr lang="en-US" sz="1350" kern="0" spc="-80" dirty="0">
              <a:solidFill>
                <a:schemeClr val="accent6"/>
              </a:solidFill>
            </a:endParaRPr>
          </a:p>
          <a:p>
            <a:pPr marL="12700" marR="5080"/>
            <a:r>
              <a:rPr lang="en-US" sz="1350" kern="0" spc="-80" dirty="0">
                <a:solidFill>
                  <a:schemeClr val="accent2"/>
                </a:solidFill>
              </a:rPr>
              <a:t>24. Anti-Patterns</a:t>
            </a:r>
          </a:p>
          <a:p>
            <a:pPr marL="12700" marR="5080"/>
            <a:r>
              <a:rPr lang="en-US" sz="1350" kern="0" spc="-80" dirty="0">
                <a:solidFill>
                  <a:schemeClr val="accent6"/>
                </a:solidFill>
              </a:rPr>
              <a:t>❌ Do not test through UI what can be tested through API</a:t>
            </a:r>
          </a:p>
          <a:p>
            <a:pPr marL="12700" marR="5080"/>
            <a:r>
              <a:rPr lang="en-US" sz="1350" kern="0" spc="-80" dirty="0">
                <a:solidFill>
                  <a:schemeClr val="accent6"/>
                </a:solidFill>
              </a:rPr>
              <a:t>❌ Do not use static waits</a:t>
            </a:r>
          </a:p>
          <a:p>
            <a:pPr marL="12700" marR="5080"/>
            <a:r>
              <a:rPr lang="en-US" sz="1350" kern="0" spc="-80" dirty="0">
                <a:solidFill>
                  <a:schemeClr val="accent6"/>
                </a:solidFill>
              </a:rPr>
              <a:t>❌ Do not share state between tests</a:t>
            </a:r>
          </a:p>
          <a:p>
            <a:pPr marL="12700" marR="5080"/>
            <a:r>
              <a:rPr lang="en-US" sz="1350" kern="0" spc="-80" dirty="0">
                <a:solidFill>
                  <a:schemeClr val="accent6"/>
                </a:solidFill>
              </a:rPr>
              <a:t>❌ Do not use brittle XPath selectors</a:t>
            </a:r>
          </a:p>
          <a:p>
            <a:pPr marL="12700" marR="5080"/>
            <a:r>
              <a:rPr lang="en-US" sz="1350" kern="0" spc="-80" dirty="0">
                <a:solidFill>
                  <a:schemeClr val="accent6"/>
                </a:solidFill>
              </a:rPr>
              <a:t>❌ Do not create mega-tests (long scenario tests)</a:t>
            </a:r>
          </a:p>
          <a:p>
            <a:pPr marL="12700" marR="5080"/>
            <a:r>
              <a:rPr lang="en-US" sz="1350" kern="0" spc="-80" dirty="0">
                <a:solidFill>
                  <a:schemeClr val="accent6"/>
                </a:solidFill>
              </a:rPr>
              <a:t>❌ Avoid global variables</a:t>
            </a:r>
          </a:p>
          <a:p>
            <a:pPr marL="12700" marR="5080"/>
            <a:endParaRPr lang="en-US" sz="1350" kern="0" spc="-80" dirty="0">
              <a:solidFill>
                <a:schemeClr val="accent6"/>
              </a:solidFill>
            </a:endParaRP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844522998"/>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0D9526-A1BA-67B6-00FA-1756D008550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ED71E96-81BF-F6D8-B3E8-D94E0443966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4D01B34-D00D-ED19-3794-3024C534F07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28BCA2B-E358-CACA-7609-048705AE2B0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41449C5-3A9F-A9AF-7599-DAA68F830B1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7B0EA35-F54E-C58C-3A13-C9DF70A828C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0CD649D-241B-B626-67AA-17F116C174F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29F6BF0-3603-6FD7-33E5-8FF51D19934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03E22EB-44B0-079F-E573-D4F32C14D87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760CF8E-931C-8658-BFBD-C83CCD9FB69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79BF162-B2A2-F608-AAC8-0369F8E57464}"/>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25. Architecture Patterns for Large Playwright Projects</a:t>
            </a:r>
          </a:p>
          <a:p>
            <a:pPr marL="12700" marR="5080"/>
            <a:r>
              <a:rPr lang="en-US" sz="1350" kern="0" spc="-80" dirty="0">
                <a:solidFill>
                  <a:schemeClr val="accent2"/>
                </a:solidFill>
              </a:rPr>
              <a:t>25.1 Layered Architecture</a:t>
            </a:r>
          </a:p>
          <a:p>
            <a:pPr marL="12700" marR="5080"/>
            <a:r>
              <a:rPr lang="en-US" sz="1350" kern="0" spc="-80" dirty="0">
                <a:solidFill>
                  <a:schemeClr val="accent6"/>
                </a:solidFill>
              </a:rPr>
              <a:t>Tests</a:t>
            </a:r>
          </a:p>
          <a:p>
            <a:pPr marL="12700" marR="5080"/>
            <a:r>
              <a:rPr lang="en-US" sz="1350" kern="0" spc="-80" dirty="0">
                <a:solidFill>
                  <a:schemeClr val="accent6"/>
                </a:solidFill>
              </a:rPr>
              <a:t>Page Objects</a:t>
            </a:r>
          </a:p>
          <a:p>
            <a:pPr marL="12700" marR="5080"/>
            <a:r>
              <a:rPr lang="en-US" sz="1350" kern="0" spc="-80" dirty="0">
                <a:solidFill>
                  <a:schemeClr val="accent6"/>
                </a:solidFill>
              </a:rPr>
              <a:t>Components</a:t>
            </a:r>
          </a:p>
          <a:p>
            <a:pPr marL="12700" marR="5080"/>
            <a:r>
              <a:rPr lang="en-US" sz="1350" kern="0" spc="-80" dirty="0">
                <a:solidFill>
                  <a:schemeClr val="accent6"/>
                </a:solidFill>
              </a:rPr>
              <a:t>Services</a:t>
            </a:r>
          </a:p>
          <a:p>
            <a:pPr marL="12700" marR="5080"/>
            <a:r>
              <a:rPr lang="en-US" sz="1350" kern="0" spc="-80" dirty="0">
                <a:solidFill>
                  <a:schemeClr val="accent6"/>
                </a:solidFill>
              </a:rPr>
              <a:t>Data Factories</a:t>
            </a:r>
          </a:p>
          <a:p>
            <a:pPr marL="12700" marR="5080"/>
            <a:r>
              <a:rPr lang="en-US" sz="1350" kern="0" spc="-80" dirty="0">
                <a:solidFill>
                  <a:schemeClr val="accent6"/>
                </a:solidFill>
              </a:rPr>
              <a:t>Utilities</a:t>
            </a:r>
          </a:p>
          <a:p>
            <a:pPr marL="12700" marR="5080"/>
            <a:endParaRPr lang="en-US" sz="1350" kern="0" spc="-80" dirty="0">
              <a:solidFill>
                <a:schemeClr val="accent6"/>
              </a:solidFill>
            </a:endParaRPr>
          </a:p>
          <a:p>
            <a:pPr marL="12700" marR="5080"/>
            <a:r>
              <a:rPr lang="en-US" sz="1350" kern="0" spc="-80" dirty="0">
                <a:solidFill>
                  <a:schemeClr val="accent2"/>
                </a:solidFill>
              </a:rPr>
              <a:t>25.2 Domain-Centric Architecture</a:t>
            </a:r>
          </a:p>
          <a:p>
            <a:pPr marL="12700" marR="5080"/>
            <a:r>
              <a:rPr lang="en-US" sz="1350" kern="0" spc="-80" dirty="0">
                <a:solidFill>
                  <a:schemeClr val="accent6"/>
                </a:solidFill>
              </a:rPr>
              <a:t>Group by domain (Orders, Users, Checkout)</a:t>
            </a:r>
          </a:p>
          <a:p>
            <a:pPr marL="12700" marR="5080"/>
            <a:endParaRPr lang="en-US" sz="1350" kern="0" spc="-80" dirty="0">
              <a:solidFill>
                <a:schemeClr val="accent6"/>
              </a:solidFill>
            </a:endParaRPr>
          </a:p>
          <a:p>
            <a:pPr marL="12700" marR="5080"/>
            <a:r>
              <a:rPr lang="en-US" sz="1350" kern="0" spc="-80" dirty="0">
                <a:solidFill>
                  <a:schemeClr val="accent2"/>
                </a:solidFill>
              </a:rPr>
              <a:t>25.3 Micro-Test Services</a:t>
            </a:r>
          </a:p>
          <a:p>
            <a:pPr marL="12700" marR="5080"/>
            <a:r>
              <a:rPr lang="en-US" sz="1350" kern="0" spc="-80" dirty="0">
                <a:solidFill>
                  <a:schemeClr val="accent6"/>
                </a:solidFill>
              </a:rPr>
              <a:t>Separate test suites per service.</a:t>
            </a:r>
          </a:p>
          <a:p>
            <a:pPr marL="12700" marR="5080"/>
            <a:endParaRPr lang="en-US" sz="1350" kern="0" spc="-80" dirty="0">
              <a:solidFill>
                <a:schemeClr val="accent6"/>
              </a:solidFill>
            </a:endParaRPr>
          </a:p>
          <a:p>
            <a:pPr marL="12700" marR="5080"/>
            <a:r>
              <a:rPr lang="en-US" sz="1350" kern="0" spc="-80" dirty="0">
                <a:solidFill>
                  <a:schemeClr val="accent2"/>
                </a:solidFill>
              </a:rPr>
              <a:t>25.4 Hybrid Architecture</a:t>
            </a:r>
          </a:p>
          <a:p>
            <a:pPr marL="12700" marR="5080"/>
            <a:r>
              <a:rPr lang="en-US" sz="1350" kern="0" spc="-80" dirty="0">
                <a:solidFill>
                  <a:schemeClr val="accent6"/>
                </a:solidFill>
              </a:rPr>
              <a:t>Balanced domain + abstraction.</a:t>
            </a:r>
          </a:p>
          <a:p>
            <a:pPr marL="12700" marR="5080"/>
            <a:endParaRPr lang="en-US" sz="1350" kern="0" spc="-80" dirty="0">
              <a:solidFill>
                <a:schemeClr val="accent6"/>
              </a:solidFill>
            </a:endParaRPr>
          </a:p>
          <a:p>
            <a:pPr marL="12700" marR="5080"/>
            <a:r>
              <a:rPr lang="en-US" sz="1350" kern="0" spc="-80" dirty="0">
                <a:solidFill>
                  <a:schemeClr val="accent2"/>
                </a:solidFill>
              </a:rPr>
              <a:t>26. Playwright with Other Technologies</a:t>
            </a:r>
          </a:p>
          <a:p>
            <a:pPr marL="12700" marR="5080"/>
            <a:r>
              <a:rPr lang="en-US" sz="1350" kern="0" spc="-80" dirty="0">
                <a:solidFill>
                  <a:schemeClr val="accent6"/>
                </a:solidFill>
              </a:rPr>
              <a:t>Playwright + TypeScript (best)</a:t>
            </a:r>
          </a:p>
          <a:p>
            <a:pPr marL="12700" marR="5080"/>
            <a:r>
              <a:rPr lang="en-US" sz="1350" kern="0" spc="-80" dirty="0">
                <a:solidFill>
                  <a:schemeClr val="accent6"/>
                </a:solidFill>
              </a:rPr>
              <a:t>Playwright + JavaScript</a:t>
            </a:r>
          </a:p>
          <a:p>
            <a:pPr marL="12700" marR="5080"/>
            <a:r>
              <a:rPr lang="en-US" sz="1350" kern="0" spc="-80" dirty="0">
                <a:solidFill>
                  <a:schemeClr val="accent6"/>
                </a:solidFill>
              </a:rPr>
              <a:t>Playwright + Java</a:t>
            </a:r>
          </a:p>
          <a:p>
            <a:pPr marL="12700" marR="5080"/>
            <a:r>
              <a:rPr lang="en-US" sz="1350" kern="0" spc="-80" dirty="0">
                <a:solidFill>
                  <a:schemeClr val="accent6"/>
                </a:solidFill>
              </a:rPr>
              <a:t>Playwright + Python</a:t>
            </a:r>
          </a:p>
          <a:p>
            <a:pPr marL="12700" marR="5080"/>
            <a:r>
              <a:rPr lang="en-US" sz="1350" kern="0" spc="-80" dirty="0">
                <a:solidFill>
                  <a:schemeClr val="accent6"/>
                </a:solidFill>
              </a:rPr>
              <a:t>Playwright + .NET</a:t>
            </a:r>
          </a:p>
        </p:txBody>
      </p:sp>
    </p:spTree>
    <p:extLst>
      <p:ext uri="{BB962C8B-B14F-4D97-AF65-F5344CB8AC3E}">
        <p14:creationId xmlns:p14="http://schemas.microsoft.com/office/powerpoint/2010/main" val="187249769"/>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609F3-1BA4-C801-0FFE-437CCBF632E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29B3F7E-E3AF-D4F2-2B77-A2BB8B25CA1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1ED5A32-36B1-5898-5007-B13EBF7C433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940E185-19B0-20C1-1D7E-7F1799BE367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F0EF74B-2BB5-56EE-9CCD-7E88430318F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F3346CA-21B8-4D23-9812-0EE4B13BB05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C37D37E-0333-80B4-B61B-A47B2007178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11A39FD-1770-B4D2-361B-4C0EAAC198D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9170FD5-C171-FA9D-97AA-18076DA63FE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F404425-AD97-AFE1-540E-9F90D949CC7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506B80D-8771-ED21-5BB4-EBBF3D8797FE}"/>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27. Migration Guides</a:t>
            </a:r>
          </a:p>
          <a:p>
            <a:pPr marL="12700" marR="5080"/>
            <a:r>
              <a:rPr lang="en-US" sz="1350" kern="0" spc="-80" dirty="0">
                <a:solidFill>
                  <a:schemeClr val="accent6"/>
                </a:solidFill>
              </a:rPr>
              <a:t>From Selenium to Playwright</a:t>
            </a:r>
          </a:p>
          <a:p>
            <a:pPr marL="12700" marR="5080"/>
            <a:r>
              <a:rPr lang="en-US" sz="1350" kern="0" spc="-80" dirty="0">
                <a:solidFill>
                  <a:schemeClr val="accent6"/>
                </a:solidFill>
              </a:rPr>
              <a:t>Replace WebDriver waits → Playwright auto-wait</a:t>
            </a:r>
          </a:p>
          <a:p>
            <a:pPr marL="12700" marR="5080"/>
            <a:r>
              <a:rPr lang="en-US" sz="1350" kern="0" spc="-80" dirty="0">
                <a:solidFill>
                  <a:schemeClr val="accent6"/>
                </a:solidFill>
              </a:rPr>
              <a:t>Replace selectors → role selectors</a:t>
            </a:r>
          </a:p>
          <a:p>
            <a:pPr marL="12700" marR="5080"/>
            <a:r>
              <a:rPr lang="en-US" sz="1350" kern="0" spc="-80" dirty="0">
                <a:solidFill>
                  <a:schemeClr val="accent6"/>
                </a:solidFill>
              </a:rPr>
              <a:t>Replace </a:t>
            </a:r>
            <a:r>
              <a:rPr lang="en-US" sz="1350" kern="0" spc="-80" dirty="0" err="1">
                <a:solidFill>
                  <a:schemeClr val="accent6"/>
                </a:solidFill>
              </a:rPr>
              <a:t>Thread.sleep</a:t>
            </a:r>
            <a:r>
              <a:rPr lang="en-US" sz="1350" kern="0" spc="-80" dirty="0">
                <a:solidFill>
                  <a:schemeClr val="accent6"/>
                </a:solidFill>
              </a:rPr>
              <a:t> → no waits</a:t>
            </a:r>
          </a:p>
          <a:p>
            <a:pPr marL="12700" marR="5080"/>
            <a:r>
              <a:rPr lang="en-US" sz="1350" kern="0" spc="-80" dirty="0">
                <a:solidFill>
                  <a:schemeClr val="accent6"/>
                </a:solidFill>
              </a:rPr>
              <a:t>Parallel by default</a:t>
            </a:r>
          </a:p>
          <a:p>
            <a:pPr marL="12700" marR="5080"/>
            <a:r>
              <a:rPr lang="en-US" sz="1350" kern="0" spc="-80" dirty="0">
                <a:solidFill>
                  <a:schemeClr val="accent6"/>
                </a:solidFill>
              </a:rPr>
              <a:t>Headless/hybrid mode</a:t>
            </a:r>
          </a:p>
          <a:p>
            <a:pPr marL="12700" marR="5080"/>
            <a:endParaRPr lang="en-US" sz="1350" kern="0" spc="-80" dirty="0">
              <a:solidFill>
                <a:schemeClr val="accent6"/>
              </a:solidFill>
            </a:endParaRPr>
          </a:p>
          <a:p>
            <a:pPr marL="12700" marR="5080"/>
            <a:r>
              <a:rPr lang="en-US" sz="1350" kern="0" spc="-80" dirty="0">
                <a:solidFill>
                  <a:schemeClr val="accent2"/>
                </a:solidFill>
              </a:rPr>
              <a:t>28. Tools &amp; Ecosystem</a:t>
            </a:r>
          </a:p>
          <a:p>
            <a:pPr marL="12700" marR="5080"/>
            <a:r>
              <a:rPr lang="en-US" sz="1350" kern="0" spc="-80" dirty="0">
                <a:solidFill>
                  <a:schemeClr val="accent6"/>
                </a:solidFill>
              </a:rPr>
              <a:t>Playwright Test Runner</a:t>
            </a:r>
          </a:p>
          <a:p>
            <a:pPr marL="12700" marR="5080"/>
            <a:r>
              <a:rPr lang="en-US" sz="1350" kern="0" spc="-80" dirty="0">
                <a:solidFill>
                  <a:schemeClr val="accent6"/>
                </a:solidFill>
              </a:rPr>
              <a:t>Trace Viewer</a:t>
            </a:r>
          </a:p>
          <a:p>
            <a:pPr marL="12700" marR="5080"/>
            <a:r>
              <a:rPr lang="en-US" sz="1350" kern="0" spc="-80" dirty="0" err="1">
                <a:solidFill>
                  <a:schemeClr val="accent6"/>
                </a:solidFill>
              </a:rPr>
              <a:t>Codegen</a:t>
            </a:r>
            <a:r>
              <a:rPr lang="en-US" sz="1350" kern="0" spc="-80" dirty="0">
                <a:solidFill>
                  <a:schemeClr val="accent6"/>
                </a:solidFill>
              </a:rPr>
              <a:t> (</a:t>
            </a:r>
            <a:r>
              <a:rPr lang="en-US" sz="1350" kern="0" spc="-80" dirty="0" err="1">
                <a:solidFill>
                  <a:schemeClr val="accent6"/>
                </a:solidFill>
              </a:rPr>
              <a:t>npx</a:t>
            </a:r>
            <a:r>
              <a:rPr lang="en-US" sz="1350" kern="0" spc="-80" dirty="0">
                <a:solidFill>
                  <a:schemeClr val="accent6"/>
                </a:solidFill>
              </a:rPr>
              <a:t> playwright </a:t>
            </a:r>
            <a:r>
              <a:rPr lang="en-US" sz="1350" kern="0" spc="-80" dirty="0" err="1">
                <a:solidFill>
                  <a:schemeClr val="accent6"/>
                </a:solidFill>
              </a:rPr>
              <a:t>codegen</a:t>
            </a:r>
            <a:r>
              <a:rPr lang="en-US" sz="1350" kern="0" spc="-80" dirty="0">
                <a:solidFill>
                  <a:schemeClr val="accent6"/>
                </a:solidFill>
              </a:rPr>
              <a:t>)</a:t>
            </a:r>
          </a:p>
          <a:p>
            <a:pPr marL="12700" marR="5080"/>
            <a:r>
              <a:rPr lang="en-US" sz="1350" kern="0" spc="-80" dirty="0">
                <a:solidFill>
                  <a:schemeClr val="accent6"/>
                </a:solidFill>
              </a:rPr>
              <a:t>Test Generator</a:t>
            </a:r>
          </a:p>
          <a:p>
            <a:pPr marL="12700" marR="5080"/>
            <a:r>
              <a:rPr lang="en-US" sz="1350" kern="0" spc="-80" dirty="0">
                <a:solidFill>
                  <a:schemeClr val="accent6"/>
                </a:solidFill>
              </a:rPr>
              <a:t>VS Code Extension</a:t>
            </a:r>
          </a:p>
          <a:p>
            <a:pPr marL="12700" marR="5080"/>
            <a:endParaRPr lang="en-US" sz="1350" kern="0" spc="-80" dirty="0">
              <a:solidFill>
                <a:schemeClr val="accent6"/>
              </a:solidFill>
            </a:endParaRPr>
          </a:p>
          <a:p>
            <a:pPr marL="12700" marR="5080"/>
            <a:r>
              <a:rPr lang="en-US" sz="1350" kern="0" spc="-80" dirty="0">
                <a:solidFill>
                  <a:schemeClr val="accent2"/>
                </a:solidFill>
              </a:rPr>
              <a:t>29. Real-World Techniques</a:t>
            </a:r>
          </a:p>
          <a:p>
            <a:pPr marL="12700" marR="5080"/>
            <a:r>
              <a:rPr lang="en-US" sz="1350" kern="0" spc="-80" dirty="0">
                <a:solidFill>
                  <a:schemeClr val="accent2"/>
                </a:solidFill>
              </a:rPr>
              <a:t>29.1 Testing </a:t>
            </a:r>
            <a:r>
              <a:rPr lang="en-US" sz="1350" kern="0" spc="-80" dirty="0" err="1">
                <a:solidFill>
                  <a:schemeClr val="accent2"/>
                </a:solidFill>
              </a:rPr>
              <a:t>Microfrontends</a:t>
            </a:r>
            <a:endParaRPr lang="en-US" sz="1350" kern="0" spc="-80" dirty="0">
              <a:solidFill>
                <a:schemeClr val="accent2"/>
              </a:solidFill>
            </a:endParaRPr>
          </a:p>
          <a:p>
            <a:pPr marL="12700" marR="5080"/>
            <a:r>
              <a:rPr lang="en-US" sz="1350" kern="0" spc="-80" dirty="0">
                <a:solidFill>
                  <a:schemeClr val="accent6"/>
                </a:solidFill>
              </a:rPr>
              <a:t>Handle multiple origins</a:t>
            </a:r>
          </a:p>
          <a:p>
            <a:pPr marL="12700" marR="5080"/>
            <a:r>
              <a:rPr lang="en-US" sz="1350" kern="0" spc="-80" dirty="0">
                <a:solidFill>
                  <a:schemeClr val="accent6"/>
                </a:solidFill>
              </a:rPr>
              <a:t>Multi-domain contexts</a:t>
            </a:r>
          </a:p>
          <a:p>
            <a:pPr marL="12700" marR="5080"/>
            <a:endParaRPr lang="en-US" sz="1350" kern="0" spc="-80" dirty="0">
              <a:solidFill>
                <a:schemeClr val="accent6"/>
              </a:solidFill>
            </a:endParaRPr>
          </a:p>
          <a:p>
            <a:pPr marL="12700" marR="5080"/>
            <a:r>
              <a:rPr lang="en-US" sz="1350" kern="0" spc="-80" dirty="0">
                <a:solidFill>
                  <a:schemeClr val="accent2"/>
                </a:solidFill>
              </a:rPr>
              <a:t>29.2 Testing SPAs</a:t>
            </a:r>
          </a:p>
          <a:p>
            <a:pPr marL="12700" marR="5080"/>
            <a:r>
              <a:rPr lang="en-US" sz="1350" kern="0" spc="-80" dirty="0">
                <a:solidFill>
                  <a:schemeClr val="accent6"/>
                </a:solidFill>
              </a:rPr>
              <a:t>Mock </a:t>
            </a:r>
            <a:r>
              <a:rPr lang="en-US" sz="1350" kern="0" spc="-80" dirty="0" err="1">
                <a:solidFill>
                  <a:schemeClr val="accent6"/>
                </a:solidFill>
              </a:rPr>
              <a:t>GraphQL</a:t>
            </a:r>
            <a:endParaRPr lang="en-US" sz="1350" kern="0" spc="-80" dirty="0">
              <a:solidFill>
                <a:schemeClr val="accent6"/>
              </a:solidFill>
            </a:endParaRPr>
          </a:p>
          <a:p>
            <a:pPr marL="12700" marR="5080"/>
            <a:r>
              <a:rPr lang="en-US" sz="1350" kern="0" spc="-80" dirty="0">
                <a:solidFill>
                  <a:schemeClr val="accent6"/>
                </a:solidFill>
              </a:rPr>
              <a:t>Intercept REST</a:t>
            </a:r>
          </a:p>
          <a:p>
            <a:pPr marL="12700" marR="5080"/>
            <a:r>
              <a:rPr lang="en-US" sz="1350" kern="0" spc="-80" dirty="0">
                <a:solidFill>
                  <a:schemeClr val="accent6"/>
                </a:solidFill>
              </a:rPr>
              <a:t>Lazy loading handling</a:t>
            </a:r>
          </a:p>
        </p:txBody>
      </p:sp>
    </p:spTree>
    <p:extLst>
      <p:ext uri="{BB962C8B-B14F-4D97-AF65-F5344CB8AC3E}">
        <p14:creationId xmlns:p14="http://schemas.microsoft.com/office/powerpoint/2010/main" val="88914473"/>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CFA0AB-7F98-30B3-11F5-F7F624A01C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E6C79FE-5FEE-192D-E15A-0267273FC7E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8F6BBFB-5B24-C43D-1F92-C2D189EED5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A33AE39-ACED-D437-D37E-1A596FF5480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48C2D69-1002-9449-7817-D31377ECE16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9C13031-BA81-849F-895C-155104960E4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ABABECD-D46A-6B4F-CDEC-775DCCB92A9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85A0912-A3B3-6B50-988A-8DBE8860F66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C151C35-7DBC-7B1F-3F0E-5F25D7292C2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435FABA-A419-E6AD-C020-65E2EAC44B8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4582849-78C3-7F11-0657-9CFCABB32EB3}"/>
              </a:ext>
            </a:extLst>
          </p:cNvPr>
          <p:cNvSpPr txBox="1">
            <a:spLocks/>
          </p:cNvSpPr>
          <p:nvPr/>
        </p:nvSpPr>
        <p:spPr>
          <a:xfrm>
            <a:off x="152400" y="685800"/>
            <a:ext cx="8624937" cy="33162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29. Real-World Techniques</a:t>
            </a:r>
          </a:p>
          <a:p>
            <a:pPr marL="12700" marR="5080"/>
            <a:r>
              <a:rPr lang="en-US" sz="1350" kern="0" spc="-80" dirty="0">
                <a:solidFill>
                  <a:schemeClr val="accent2"/>
                </a:solidFill>
              </a:rPr>
              <a:t>29.3 Testing </a:t>
            </a:r>
            <a:r>
              <a:rPr lang="en-US" sz="1350" kern="0" spc="-80" dirty="0" err="1">
                <a:solidFill>
                  <a:schemeClr val="accent2"/>
                </a:solidFill>
              </a:rPr>
              <a:t>WebSockets</a:t>
            </a:r>
            <a:endParaRPr lang="en-US" sz="1350" kern="0" spc="-80" dirty="0">
              <a:solidFill>
                <a:schemeClr val="accent2"/>
              </a:solidFill>
            </a:endParaRPr>
          </a:p>
          <a:p>
            <a:pPr marL="12700" marR="5080"/>
            <a:r>
              <a:rPr lang="en-US" sz="1350" kern="0" spc="-80" dirty="0">
                <a:solidFill>
                  <a:schemeClr val="accent6"/>
                </a:solidFill>
              </a:rPr>
              <a:t>Capture socket events</a:t>
            </a:r>
          </a:p>
          <a:p>
            <a:pPr marL="12700" marR="5080"/>
            <a:r>
              <a:rPr lang="en-US" sz="1350" kern="0" spc="-80" dirty="0">
                <a:solidFill>
                  <a:schemeClr val="accent6"/>
                </a:solidFill>
              </a:rPr>
              <a:t>Assert socket messages</a:t>
            </a:r>
          </a:p>
          <a:p>
            <a:pPr marL="12700" marR="5080"/>
            <a:endParaRPr lang="en-US" sz="1350" kern="0" spc="-80" dirty="0">
              <a:solidFill>
                <a:schemeClr val="accent6"/>
              </a:solidFill>
            </a:endParaRPr>
          </a:p>
          <a:p>
            <a:pPr marL="12700" marR="5080"/>
            <a:r>
              <a:rPr lang="en-US" sz="1350" kern="0" spc="-80" dirty="0">
                <a:solidFill>
                  <a:schemeClr val="accent2"/>
                </a:solidFill>
              </a:rPr>
              <a:t>29.4 Testing Payments</a:t>
            </a:r>
          </a:p>
          <a:p>
            <a:pPr marL="12700" marR="5080"/>
            <a:r>
              <a:rPr lang="en-US" sz="1350" kern="0" spc="-80" dirty="0">
                <a:solidFill>
                  <a:schemeClr val="accent6"/>
                </a:solidFill>
              </a:rPr>
              <a:t>Stripe test mode</a:t>
            </a:r>
          </a:p>
          <a:p>
            <a:pPr marL="12700" marR="5080"/>
            <a:r>
              <a:rPr lang="en-US" sz="1350" kern="0" spc="-80" dirty="0" err="1">
                <a:solidFill>
                  <a:schemeClr val="accent6"/>
                </a:solidFill>
              </a:rPr>
              <a:t>RazorPay</a:t>
            </a:r>
            <a:r>
              <a:rPr lang="en-US" sz="1350" kern="0" spc="-80" dirty="0">
                <a:solidFill>
                  <a:schemeClr val="accent6"/>
                </a:solidFill>
              </a:rPr>
              <a:t> sandbox</a:t>
            </a:r>
          </a:p>
          <a:p>
            <a:pPr marL="12700" marR="5080"/>
            <a:r>
              <a:rPr lang="en-US" sz="1350" kern="0" spc="-80" dirty="0">
                <a:solidFill>
                  <a:schemeClr val="accent6"/>
                </a:solidFill>
              </a:rPr>
              <a:t>Intercept card pages</a:t>
            </a:r>
          </a:p>
          <a:p>
            <a:pPr marL="12700" marR="5080"/>
            <a:endParaRPr lang="en-US" sz="1350" kern="0" spc="-80" dirty="0">
              <a:solidFill>
                <a:schemeClr val="accent6"/>
              </a:solidFill>
            </a:endParaRPr>
          </a:p>
          <a:p>
            <a:pPr marL="12700" marR="5080"/>
            <a:r>
              <a:rPr lang="en-US" sz="1350" kern="0" spc="-80" dirty="0">
                <a:solidFill>
                  <a:schemeClr val="accent2"/>
                </a:solidFill>
              </a:rPr>
              <a:t>29.5 Testing 2FA</a:t>
            </a:r>
          </a:p>
          <a:p>
            <a:pPr marL="12700" marR="5080"/>
            <a:r>
              <a:rPr lang="en-US" sz="1350" kern="0" spc="-80" dirty="0">
                <a:solidFill>
                  <a:schemeClr val="accent6"/>
                </a:solidFill>
              </a:rPr>
              <a:t>OTP interception via API</a:t>
            </a:r>
          </a:p>
          <a:p>
            <a:pPr marL="12700" marR="5080"/>
            <a:r>
              <a:rPr lang="en-US" sz="1350" kern="0" spc="-80" dirty="0">
                <a:solidFill>
                  <a:schemeClr val="accent6"/>
                </a:solidFill>
              </a:rPr>
              <a:t>Mock OTP email/SMS</a:t>
            </a:r>
          </a:p>
          <a:p>
            <a:pPr marL="12700" marR="5080"/>
            <a:endParaRPr lang="en-US" sz="2000" kern="0" spc="-80" dirty="0">
              <a:solidFill>
                <a:schemeClr val="accent2"/>
              </a:solidFill>
            </a:endParaRPr>
          </a:p>
        </p:txBody>
      </p:sp>
    </p:spTree>
    <p:extLst>
      <p:ext uri="{BB962C8B-B14F-4D97-AF65-F5344CB8AC3E}">
        <p14:creationId xmlns:p14="http://schemas.microsoft.com/office/powerpoint/2010/main" val="309728309"/>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24ECD-BE4C-EACA-EA2E-0794B602C62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4861435-9AA2-E4F6-27BB-0E24907B49E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1222578-B111-5ABA-FB3C-F5996968F2E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D8E0F9B-FF6F-CA38-0A11-99A46283FE7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393BC27-D2A2-673B-1C96-E224F0E6E67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B0F858D-930A-79E0-CF83-7728810C723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2020D87-B7B6-BC23-8D7A-26EB2715E23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EAF0EA8-7754-66C5-2B50-7DB1C8AC6E6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B87134E-DFD6-57D1-CC34-208AC8FFA46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1CA241D-CD35-A141-9608-BFF6F617660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70E8526-DA7A-6BFB-A123-7744C91417A6}"/>
              </a:ext>
            </a:extLst>
          </p:cNvPr>
          <p:cNvSpPr txBox="1">
            <a:spLocks/>
          </p:cNvSpPr>
          <p:nvPr/>
        </p:nvSpPr>
        <p:spPr>
          <a:xfrm>
            <a:off x="152400" y="685800"/>
            <a:ext cx="8624937" cy="17081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500" kern="0" spc="-80" dirty="0">
                <a:solidFill>
                  <a:schemeClr val="accent2"/>
                </a:solidFill>
              </a:rPr>
              <a:t>For Further Exploration</a:t>
            </a:r>
          </a:p>
          <a:p>
            <a:pPr marL="12700" marR="5080"/>
            <a:r>
              <a:rPr lang="en-US" sz="1500" dirty="0">
                <a:hlinkClick r:id="rId8"/>
              </a:rPr>
              <a:t>Playwright Tutorial Series - DEV Community</a:t>
            </a:r>
            <a:endParaRPr lang="en-US" sz="1500" kern="0" spc="-80" dirty="0">
              <a:solidFill>
                <a:schemeClr val="accent2"/>
              </a:solidFill>
            </a:endParaRPr>
          </a:p>
          <a:p>
            <a:pPr marL="12700" marR="5080"/>
            <a:r>
              <a:rPr lang="en-US" sz="1500" dirty="0">
                <a:hlinkClick r:id="rId9"/>
              </a:rPr>
              <a:t>Learn Playwright Automation In 7 Hours | Complete Playwright Tutorial For Beginners</a:t>
            </a:r>
            <a:endParaRPr lang="en-US" sz="1500" kern="0" spc="-80" dirty="0">
              <a:solidFill>
                <a:schemeClr val="accent2"/>
              </a:solidFill>
            </a:endParaRPr>
          </a:p>
          <a:p>
            <a:pPr marL="12700" marR="5080"/>
            <a:r>
              <a:rPr lang="en-US" sz="1500" dirty="0">
                <a:hlinkClick r:id="rId10"/>
              </a:rPr>
              <a:t>Playwright Automation Tutorial for Beginners from Scratch – YouTube</a:t>
            </a:r>
            <a:endParaRPr lang="en-US" sz="1500" dirty="0"/>
          </a:p>
          <a:p>
            <a:pPr marL="12700" marR="5080"/>
            <a:r>
              <a:rPr lang="en-US" sz="1500" dirty="0">
                <a:hlinkClick r:id="rId11"/>
              </a:rPr>
              <a:t>Playwright Automation Testing: From Basics to Advanced Framework Development</a:t>
            </a:r>
            <a:endParaRPr lang="en-US" sz="1500" kern="0" spc="-80" dirty="0">
              <a:solidFill>
                <a:schemeClr val="accent6"/>
              </a:solidFill>
            </a:endParaRPr>
          </a:p>
          <a:p>
            <a:pPr marL="12700" marR="5080"/>
            <a:r>
              <a:rPr lang="en-US" sz="1500" dirty="0">
                <a:hlinkClick r:id="rId12"/>
              </a:rPr>
              <a:t>Automation using Playwright | </a:t>
            </a:r>
            <a:r>
              <a:rPr lang="en-US" sz="1500" dirty="0" err="1">
                <a:hlinkClick r:id="rId12"/>
              </a:rPr>
              <a:t>BigBinary</a:t>
            </a:r>
            <a:r>
              <a:rPr lang="en-US" sz="1500" dirty="0">
                <a:hlinkClick r:id="rId12"/>
              </a:rPr>
              <a:t> Academy</a:t>
            </a:r>
            <a:endParaRPr lang="en-US" sz="1500" kern="0" spc="-80" dirty="0">
              <a:solidFill>
                <a:schemeClr val="accent2"/>
              </a:solidFill>
            </a:endParaRPr>
          </a:p>
        </p:txBody>
      </p:sp>
    </p:spTree>
    <p:extLst>
      <p:ext uri="{BB962C8B-B14F-4D97-AF65-F5344CB8AC3E}">
        <p14:creationId xmlns:p14="http://schemas.microsoft.com/office/powerpoint/2010/main" val="2949840839"/>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DC77D-8884-D7E2-C505-7BF3145313D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81FC58E-9C28-1052-DA4E-BF73BB2C189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A78EAF-7BE9-5ACA-D8C1-58850F97C45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12B486C-7355-502D-6E33-7D94BBC0E5D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A5894AD-99F6-47E3-0CB8-CE2577A111C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459A922-5804-3BF2-4E3A-70490AD051E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1C6287C-CA0B-C3F7-DA8E-D06A71A8689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71D78ED-5A7F-0BA3-BEFF-A71F061CEDA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AE850FB-1AA3-5C98-35F2-C71DBF82313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F599F89-4D0E-9760-0BF9-7AE5EB18DAB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C56FC39-11EE-A04B-4D3A-4EAF2BDA7EC6}"/>
              </a:ext>
            </a:extLst>
          </p:cNvPr>
          <p:cNvSpPr txBox="1">
            <a:spLocks/>
          </p:cNvSpPr>
          <p:nvPr/>
        </p:nvSpPr>
        <p:spPr>
          <a:xfrm>
            <a:off x="152400" y="685800"/>
            <a:ext cx="8624937" cy="56015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Tooling</a:t>
            </a:r>
          </a:p>
          <a:p>
            <a:pPr marL="12700" marR="5080"/>
            <a:r>
              <a:rPr lang="en-US" sz="1350" kern="0" spc="-80" dirty="0">
                <a:solidFill>
                  <a:schemeClr val="accent2"/>
                </a:solidFill>
              </a:rPr>
              <a:t>Best Package Manager:</a:t>
            </a:r>
          </a:p>
          <a:p>
            <a:pPr marL="12700" marR="5080"/>
            <a:r>
              <a:rPr lang="en-US" sz="1350" kern="0" spc="-80" dirty="0">
                <a:solidFill>
                  <a:schemeClr val="accent6"/>
                </a:solidFill>
              </a:rPr>
              <a:t>➡️ </a:t>
            </a:r>
            <a:r>
              <a:rPr lang="en-US" sz="1350" kern="0" spc="-80" dirty="0" err="1">
                <a:solidFill>
                  <a:schemeClr val="accent6"/>
                </a:solidFill>
              </a:rPr>
              <a:t>pnpm</a:t>
            </a:r>
            <a:r>
              <a:rPr lang="en-US" sz="1350" kern="0" spc="-80" dirty="0">
                <a:solidFill>
                  <a:schemeClr val="accent6"/>
                </a:solidFill>
              </a:rPr>
              <a:t> (speed + low disk usage)</a:t>
            </a:r>
          </a:p>
          <a:p>
            <a:pPr marL="12700" marR="5080"/>
            <a:r>
              <a:rPr lang="en-US" sz="1350" kern="0" spc="-80" dirty="0">
                <a:solidFill>
                  <a:schemeClr val="accent6"/>
                </a:solidFill>
              </a:rPr>
              <a:t>OR</a:t>
            </a:r>
          </a:p>
          <a:p>
            <a:pPr marL="12700" marR="5080"/>
            <a:r>
              <a:rPr lang="en-US" sz="1350" kern="0" spc="-80" dirty="0">
                <a:solidFill>
                  <a:schemeClr val="accent6"/>
                </a:solidFill>
              </a:rPr>
              <a:t>➡️ Bun PM if using Bun runtime</a:t>
            </a:r>
          </a:p>
          <a:p>
            <a:pPr marL="12700" marR="5080"/>
            <a:endParaRPr lang="en-US" sz="1350" kern="0" spc="-80" dirty="0">
              <a:solidFill>
                <a:schemeClr val="accent6"/>
              </a:solidFill>
            </a:endParaRPr>
          </a:p>
          <a:p>
            <a:pPr marL="12700" marR="5080"/>
            <a:r>
              <a:rPr lang="en-US" sz="1350" kern="0" spc="-80" dirty="0">
                <a:solidFill>
                  <a:schemeClr val="accent2"/>
                </a:solidFill>
              </a:rPr>
              <a:t>Best Bundler for Modern Apps:</a:t>
            </a:r>
          </a:p>
          <a:p>
            <a:pPr marL="12700" marR="5080"/>
            <a:r>
              <a:rPr lang="en-US" sz="1350" kern="0" spc="-80" dirty="0">
                <a:solidFill>
                  <a:schemeClr val="accent6"/>
                </a:solidFill>
              </a:rPr>
              <a:t>➡️ Vite (fastest dev experience)</a:t>
            </a:r>
          </a:p>
          <a:p>
            <a:pPr marL="12700" marR="5080"/>
            <a:endParaRPr lang="en-US" sz="1350" kern="0" spc="-80" dirty="0">
              <a:solidFill>
                <a:schemeClr val="accent6"/>
              </a:solidFill>
            </a:endParaRPr>
          </a:p>
          <a:p>
            <a:pPr marL="12700" marR="5080"/>
            <a:r>
              <a:rPr lang="en-US" sz="1350" kern="0" spc="-80" dirty="0">
                <a:solidFill>
                  <a:schemeClr val="accent2"/>
                </a:solidFill>
              </a:rPr>
              <a:t>Best Bundler for Libraries:</a:t>
            </a:r>
          </a:p>
          <a:p>
            <a:pPr marL="12700" marR="5080"/>
            <a:r>
              <a:rPr lang="en-US" sz="1350" kern="0" spc="-80" dirty="0">
                <a:solidFill>
                  <a:schemeClr val="accent6"/>
                </a:solidFill>
              </a:rPr>
              <a:t>➡️ Rollup</a:t>
            </a:r>
          </a:p>
          <a:p>
            <a:pPr marL="12700" marR="5080"/>
            <a:endParaRPr lang="en-US" sz="1350" kern="0" spc="-80" dirty="0">
              <a:solidFill>
                <a:schemeClr val="accent6"/>
              </a:solidFill>
            </a:endParaRPr>
          </a:p>
          <a:p>
            <a:pPr marL="12700" marR="5080"/>
            <a:r>
              <a:rPr lang="en-US" sz="1350" kern="0" spc="-80" dirty="0">
                <a:solidFill>
                  <a:schemeClr val="accent2"/>
                </a:solidFill>
              </a:rPr>
              <a:t>Fastest </a:t>
            </a:r>
            <a:r>
              <a:rPr lang="en-US" sz="1350" kern="0" spc="-80" dirty="0" err="1">
                <a:solidFill>
                  <a:schemeClr val="accent2"/>
                </a:solidFill>
              </a:rPr>
              <a:t>Transpiler</a:t>
            </a:r>
            <a:r>
              <a:rPr lang="en-US" sz="1350" kern="0" spc="-80" dirty="0">
                <a:solidFill>
                  <a:schemeClr val="accent2"/>
                </a:solidFill>
              </a:rPr>
              <a:t>:</a:t>
            </a:r>
          </a:p>
          <a:p>
            <a:pPr marL="12700" marR="5080"/>
            <a:r>
              <a:rPr lang="en-US" sz="1350" kern="0" spc="-80" dirty="0">
                <a:solidFill>
                  <a:schemeClr val="accent6"/>
                </a:solidFill>
              </a:rPr>
              <a:t>➡️ </a:t>
            </a:r>
            <a:r>
              <a:rPr lang="en-US" sz="1350" kern="0" spc="-80" dirty="0" err="1">
                <a:solidFill>
                  <a:schemeClr val="accent6"/>
                </a:solidFill>
              </a:rPr>
              <a:t>ESBuild</a:t>
            </a:r>
            <a:r>
              <a:rPr lang="en-US" sz="1350" kern="0" spc="-80" dirty="0">
                <a:solidFill>
                  <a:schemeClr val="accent6"/>
                </a:solidFill>
              </a:rPr>
              <a:t> or SWC</a:t>
            </a:r>
          </a:p>
          <a:p>
            <a:pPr marL="12700" marR="5080"/>
            <a:endParaRPr lang="en-US" sz="1350" kern="0" spc="-80" dirty="0">
              <a:solidFill>
                <a:schemeClr val="accent6"/>
              </a:solidFill>
            </a:endParaRPr>
          </a:p>
          <a:p>
            <a:pPr marL="12700" marR="5080"/>
            <a:r>
              <a:rPr lang="en-US" sz="1350" kern="0" spc="-80" dirty="0">
                <a:solidFill>
                  <a:schemeClr val="accent2"/>
                </a:solidFill>
              </a:rPr>
              <a:t>Most Complete </a:t>
            </a:r>
            <a:r>
              <a:rPr lang="en-US" sz="1350" kern="0" spc="-80" dirty="0" err="1">
                <a:solidFill>
                  <a:schemeClr val="accent2"/>
                </a:solidFill>
              </a:rPr>
              <a:t>Transpiler</a:t>
            </a:r>
            <a:r>
              <a:rPr lang="en-US" sz="1350" kern="0" spc="-80" dirty="0">
                <a:solidFill>
                  <a:schemeClr val="accent2"/>
                </a:solidFill>
              </a:rPr>
              <a:t>:</a:t>
            </a:r>
          </a:p>
          <a:p>
            <a:pPr marL="12700" marR="5080"/>
            <a:r>
              <a:rPr lang="en-US" sz="1350" kern="0" spc="-80" dirty="0">
                <a:solidFill>
                  <a:schemeClr val="accent6"/>
                </a:solidFill>
              </a:rPr>
              <a:t>➡️ Babel</a:t>
            </a:r>
          </a:p>
          <a:p>
            <a:pPr marL="12700" marR="5080"/>
            <a:endParaRPr lang="en-US" sz="1350" kern="0" spc="-80" dirty="0">
              <a:solidFill>
                <a:schemeClr val="accent6"/>
              </a:solidFill>
            </a:endParaRPr>
          </a:p>
          <a:p>
            <a:pPr marL="12700" marR="5080"/>
            <a:r>
              <a:rPr lang="en-US" sz="1350" kern="0" spc="-80" dirty="0">
                <a:solidFill>
                  <a:schemeClr val="accent2"/>
                </a:solidFill>
              </a:rPr>
              <a:t>Best Linter:</a:t>
            </a:r>
          </a:p>
          <a:p>
            <a:pPr marL="12700" marR="5080"/>
            <a:r>
              <a:rPr lang="en-US" sz="1350" kern="0" spc="-80" dirty="0">
                <a:solidFill>
                  <a:schemeClr val="accent6"/>
                </a:solidFill>
              </a:rPr>
              <a:t>➡️ </a:t>
            </a:r>
            <a:r>
              <a:rPr lang="en-US" sz="1350" kern="0" spc="-80" dirty="0" err="1">
                <a:solidFill>
                  <a:schemeClr val="accent6"/>
                </a:solidFill>
              </a:rPr>
              <a:t>ESLint</a:t>
            </a:r>
            <a:endParaRPr lang="en-US" sz="1350" kern="0" spc="-80" dirty="0">
              <a:solidFill>
                <a:schemeClr val="accent6"/>
              </a:solidFill>
            </a:endParaRPr>
          </a:p>
          <a:p>
            <a:pPr marL="12700" marR="5080"/>
            <a:r>
              <a:rPr lang="en-US" sz="1350" kern="0" spc="-80" dirty="0">
                <a:solidFill>
                  <a:schemeClr val="accent6"/>
                </a:solidFill>
              </a:rPr>
              <a:t>or</a:t>
            </a:r>
          </a:p>
          <a:p>
            <a:pPr marL="12700" marR="5080"/>
            <a:r>
              <a:rPr lang="en-US" sz="1350" kern="0" spc="-80" dirty="0">
                <a:solidFill>
                  <a:schemeClr val="accent6"/>
                </a:solidFill>
              </a:rPr>
              <a:t>➡️ Biome (Rome successor) for speed</a:t>
            </a:r>
          </a:p>
          <a:p>
            <a:pPr marL="12700" marR="5080"/>
            <a:endParaRPr lang="en-US" sz="1350" kern="0" spc="-80" dirty="0">
              <a:solidFill>
                <a:schemeClr val="accent6"/>
              </a:solidFill>
            </a:endParaRPr>
          </a:p>
          <a:p>
            <a:pPr marL="12700" marR="5080"/>
            <a:r>
              <a:rPr lang="en-US" sz="1350" kern="0" spc="-80" dirty="0">
                <a:solidFill>
                  <a:schemeClr val="accent2"/>
                </a:solidFill>
              </a:rPr>
              <a:t>Best Formatter:</a:t>
            </a:r>
          </a:p>
          <a:p>
            <a:pPr marL="12700" marR="5080"/>
            <a:r>
              <a:rPr lang="en-US" sz="1350" kern="0" spc="-80" dirty="0">
                <a:solidFill>
                  <a:schemeClr val="accent6"/>
                </a:solidFill>
              </a:rPr>
              <a:t>➡️ Prettier</a:t>
            </a:r>
          </a:p>
          <a:p>
            <a:pPr marL="12700" marR="5080"/>
            <a:endParaRPr lang="en-US" sz="2000" kern="0" spc="-80" dirty="0">
              <a:solidFill>
                <a:schemeClr val="accent2"/>
              </a:solidFill>
            </a:endParaRPr>
          </a:p>
        </p:txBody>
      </p:sp>
    </p:spTree>
    <p:extLst>
      <p:ext uri="{BB962C8B-B14F-4D97-AF65-F5344CB8AC3E}">
        <p14:creationId xmlns:p14="http://schemas.microsoft.com/office/powerpoint/2010/main" val="2969006904"/>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50D9A-DCFA-7956-44E4-E56F30A653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BA3C4D1-CA19-A394-A2B9-1D658FF7F65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0D7C93C-EC5D-822E-A94D-712AB6A96FE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99B8DA6-7698-4DCB-7D8E-83DE24929E47}"/>
              </a:ext>
            </a:extLst>
          </p:cNvPr>
          <p:cNvGraphicFramePr/>
          <p:nvPr>
            <p:extLst>
              <p:ext uri="{D42A27DB-BD31-4B8C-83A1-F6EECF244321}">
                <p14:modId xmlns:p14="http://schemas.microsoft.com/office/powerpoint/2010/main" val="290364538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95AAF2F-C19A-3A20-6CE0-03E4CE2C305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89DC15B-849E-A60A-0138-61D5D2081E8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ED6DCE9-C625-BAB9-80F0-052F9C6E652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1AD3EE9-2581-42BC-04DF-B0E16D95415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7A1F003-9720-7F16-76F3-62DC26B3B3E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F8C037F-491A-1215-F465-03F77371EF4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B3402C5-DB25-A5B3-79FB-092E0A8A5D8F}"/>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 CORE BROWSER RENDERING APIs (FOUNDATION OF ALL VISUALIZATION)</a:t>
            </a:r>
          </a:p>
          <a:p>
            <a:pPr marL="12700" marR="5080"/>
            <a:r>
              <a:rPr lang="en-US" sz="1400" kern="0" spc="-80" dirty="0">
                <a:solidFill>
                  <a:schemeClr val="accent2"/>
                </a:solidFill>
              </a:rPr>
              <a:t>1.1 Canvas API (2D)</a:t>
            </a:r>
          </a:p>
          <a:p>
            <a:pPr marL="12700" marR="5080"/>
            <a:r>
              <a:rPr lang="en-US" sz="1400" kern="0" spc="-80" dirty="0">
                <a:solidFill>
                  <a:schemeClr val="accent6"/>
                </a:solidFill>
              </a:rPr>
              <a:t>Immediate-mode rendering API</a:t>
            </a:r>
          </a:p>
          <a:p>
            <a:pPr marL="12700" marR="5080"/>
            <a:r>
              <a:rPr lang="en-US" sz="1400" kern="0" spc="-80" dirty="0">
                <a:solidFill>
                  <a:schemeClr val="accent6"/>
                </a:solidFill>
              </a:rPr>
              <a:t>Pixel-based drawing</a:t>
            </a:r>
          </a:p>
          <a:p>
            <a:pPr marL="12700" marR="5080"/>
            <a:r>
              <a:rPr lang="en-US" sz="1400" kern="0" spc="-80" dirty="0">
                <a:solidFill>
                  <a:schemeClr val="accent6"/>
                </a:solidFill>
              </a:rPr>
              <a:t>Used for high-performance charts, games, animations.</a:t>
            </a:r>
          </a:p>
          <a:p>
            <a:pPr marL="12700" marR="5080"/>
            <a:r>
              <a:rPr lang="en-US" sz="1400" kern="0" spc="-80" dirty="0">
                <a:solidFill>
                  <a:schemeClr val="accent2"/>
                </a:solidFill>
              </a:rPr>
              <a:t>Key concepts</a:t>
            </a:r>
          </a:p>
          <a:p>
            <a:pPr marL="12700" marR="5080"/>
            <a:r>
              <a:rPr lang="en-US" sz="1400" kern="0" spc="-80" dirty="0">
                <a:solidFill>
                  <a:schemeClr val="accent6"/>
                </a:solidFill>
              </a:rPr>
              <a:t>CanvasRenderingContext2D</a:t>
            </a:r>
          </a:p>
          <a:p>
            <a:pPr marL="12700" marR="5080"/>
            <a:r>
              <a:rPr lang="en-US" sz="1400" kern="0" spc="-80" dirty="0">
                <a:solidFill>
                  <a:schemeClr val="accent6"/>
                </a:solidFill>
              </a:rPr>
              <a:t>Paths, strokes, fills</a:t>
            </a:r>
          </a:p>
          <a:p>
            <a:pPr marL="12700" marR="5080"/>
            <a:r>
              <a:rPr lang="en-US" sz="1400" kern="0" spc="-80" dirty="0">
                <a:solidFill>
                  <a:schemeClr val="accent6"/>
                </a:solidFill>
              </a:rPr>
              <a:t>Transforms (translate, scale, rotate)</a:t>
            </a:r>
          </a:p>
          <a:p>
            <a:pPr marL="12700" marR="5080"/>
            <a:r>
              <a:rPr lang="en-US" sz="1400" kern="0" spc="-80" dirty="0">
                <a:solidFill>
                  <a:schemeClr val="accent6"/>
                </a:solidFill>
              </a:rPr>
              <a:t>Compositing</a:t>
            </a:r>
          </a:p>
          <a:p>
            <a:pPr marL="12700" marR="5080"/>
            <a:r>
              <a:rPr lang="en-US" sz="1400" kern="0" spc="-80" dirty="0" err="1">
                <a:solidFill>
                  <a:schemeClr val="accent6"/>
                </a:solidFill>
              </a:rPr>
              <a:t>ImageData</a:t>
            </a:r>
            <a:r>
              <a:rPr lang="en-US" sz="1400" kern="0" spc="-80" dirty="0">
                <a:solidFill>
                  <a:schemeClr val="accent6"/>
                </a:solidFill>
              </a:rPr>
              <a:t> &amp; pixel manipulation</a:t>
            </a:r>
          </a:p>
          <a:p>
            <a:pPr marL="12700" marR="5080"/>
            <a:r>
              <a:rPr lang="en-US" sz="1400" kern="0" spc="-80" dirty="0" err="1">
                <a:solidFill>
                  <a:schemeClr val="accent6"/>
                </a:solidFill>
              </a:rPr>
              <a:t>OffscreenCanvas</a:t>
            </a:r>
            <a:r>
              <a:rPr lang="en-US" sz="1400" kern="0" spc="-80" dirty="0">
                <a:solidFill>
                  <a:schemeClr val="accent6"/>
                </a:solidFill>
              </a:rPr>
              <a:t> (parallel rendering)</a:t>
            </a:r>
          </a:p>
          <a:p>
            <a:pPr marL="12700" marR="5080"/>
            <a:endParaRPr lang="en-US" sz="1400" kern="0" spc="-80" dirty="0">
              <a:solidFill>
                <a:schemeClr val="accent6"/>
              </a:solidFill>
            </a:endParaRPr>
          </a:p>
          <a:p>
            <a:pPr marL="12700" marR="5080"/>
            <a:r>
              <a:rPr lang="en-US" sz="1400" kern="0" spc="-80" dirty="0">
                <a:solidFill>
                  <a:schemeClr val="accent2"/>
                </a:solidFill>
              </a:rPr>
              <a:t>1.2 SVG API</a:t>
            </a:r>
          </a:p>
          <a:p>
            <a:pPr marL="12700" marR="5080"/>
            <a:r>
              <a:rPr lang="en-US" sz="1400" kern="0" spc="-80" dirty="0">
                <a:solidFill>
                  <a:schemeClr val="accent6"/>
                </a:solidFill>
              </a:rPr>
              <a:t>Retained-mode vector graphics</a:t>
            </a:r>
          </a:p>
          <a:p>
            <a:pPr marL="12700" marR="5080"/>
            <a:r>
              <a:rPr lang="en-US" sz="1400" kern="0" spc="-80" dirty="0">
                <a:solidFill>
                  <a:schemeClr val="accent6"/>
                </a:solidFill>
              </a:rPr>
              <a:t>DOM nodes: &lt;circle&gt;, &lt;line&gt;, &lt;</a:t>
            </a:r>
            <a:r>
              <a:rPr lang="en-US" sz="1400" kern="0" spc="-80" dirty="0" err="1">
                <a:solidFill>
                  <a:schemeClr val="accent6"/>
                </a:solidFill>
              </a:rPr>
              <a:t>rect</a:t>
            </a:r>
            <a:r>
              <a:rPr lang="en-US" sz="1400" kern="0" spc="-80" dirty="0">
                <a:solidFill>
                  <a:schemeClr val="accent6"/>
                </a:solidFill>
              </a:rPr>
              <a:t>&gt;, &lt;path&gt;</a:t>
            </a:r>
          </a:p>
          <a:p>
            <a:pPr marL="12700" marR="5080"/>
            <a:r>
              <a:rPr lang="en-US" sz="1400" kern="0" spc="-80" dirty="0">
                <a:solidFill>
                  <a:schemeClr val="accent6"/>
                </a:solidFill>
              </a:rPr>
              <a:t>CSS-</a:t>
            </a:r>
            <a:r>
              <a:rPr lang="en-US" sz="1400" kern="0" spc="-80" dirty="0" err="1">
                <a:solidFill>
                  <a:schemeClr val="accent6"/>
                </a:solidFill>
              </a:rPr>
              <a:t>stylable</a:t>
            </a:r>
            <a:r>
              <a:rPr lang="en-US" sz="1400" kern="0" spc="-80" dirty="0">
                <a:solidFill>
                  <a:schemeClr val="accent6"/>
                </a:solidFill>
              </a:rPr>
              <a:t> and interactive.</a:t>
            </a:r>
          </a:p>
          <a:p>
            <a:pPr marL="12700" marR="5080"/>
            <a:r>
              <a:rPr lang="en-US" sz="1400" kern="0" spc="-80" dirty="0">
                <a:solidFill>
                  <a:schemeClr val="accent2"/>
                </a:solidFill>
              </a:rPr>
              <a:t>Key concepts</a:t>
            </a:r>
          </a:p>
          <a:p>
            <a:pPr marL="12700" marR="5080"/>
            <a:r>
              <a:rPr lang="en-US" sz="1400" kern="0" spc="-80" dirty="0">
                <a:solidFill>
                  <a:schemeClr val="accent6"/>
                </a:solidFill>
              </a:rPr>
              <a:t>SVG DOM &amp; XML</a:t>
            </a:r>
          </a:p>
          <a:p>
            <a:pPr marL="12700" marR="5080"/>
            <a:r>
              <a:rPr lang="en-US" sz="1400" kern="0" spc="-80" dirty="0" err="1">
                <a:solidFill>
                  <a:schemeClr val="accent6"/>
                </a:solidFill>
              </a:rPr>
              <a:t>ViewBox</a:t>
            </a:r>
            <a:r>
              <a:rPr lang="en-US" sz="1400" kern="0" spc="-80" dirty="0">
                <a:solidFill>
                  <a:schemeClr val="accent6"/>
                </a:solidFill>
              </a:rPr>
              <a:t> and coordinate system</a:t>
            </a:r>
          </a:p>
          <a:p>
            <a:pPr marL="12700" marR="5080"/>
            <a:r>
              <a:rPr lang="en-US" sz="1400" kern="0" spc="-80" dirty="0">
                <a:solidFill>
                  <a:schemeClr val="accent6"/>
                </a:solidFill>
              </a:rPr>
              <a:t>Path commands (M, L, C, Q)</a:t>
            </a:r>
          </a:p>
          <a:p>
            <a:pPr marL="12700" marR="5080"/>
            <a:r>
              <a:rPr lang="en-US" sz="1400" kern="0" spc="-80" dirty="0">
                <a:solidFill>
                  <a:schemeClr val="accent6"/>
                </a:solidFill>
              </a:rPr>
              <a:t>Event handling</a:t>
            </a:r>
          </a:p>
          <a:p>
            <a:pPr marL="12700" marR="5080"/>
            <a:r>
              <a:rPr lang="en-US" sz="1400" kern="0" spc="-80" dirty="0">
                <a:solidFill>
                  <a:schemeClr val="accent6"/>
                </a:solidFill>
              </a:rPr>
              <a:t>Animations (SMIL, CSS, JS)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485886940"/>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6A16DA-F3C9-A644-7D2D-07B7959A67A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5186FFE-F13C-4B21-87E7-CC4C6A5D86B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652D2D7-15FA-80A0-D772-93726439FC7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D0E4CC4-DE78-9B8A-2D07-B33D4A29C0EE}"/>
              </a:ext>
            </a:extLst>
          </p:cNvPr>
          <p:cNvGraphicFramePr/>
          <p:nvPr>
            <p:extLst>
              <p:ext uri="{D42A27DB-BD31-4B8C-83A1-F6EECF244321}">
                <p14:modId xmlns:p14="http://schemas.microsoft.com/office/powerpoint/2010/main" val="173216856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6B09201-C151-0968-4895-29A22EE0F25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5DB38F3-46E5-4E83-BE9E-25A57DFA963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C8A2BC8-A603-F7DF-B0E2-480A384ED88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C1C477C-4CB8-02DD-8B4E-30845CD42ED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13C7CC4-E2EA-5CD5-AE82-F77E0981FCC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8DDB524-4F31-FEC8-12BA-94D3548C2D7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D4D6E47-3231-0472-CD33-6E7B5F6CF753}"/>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 CORE BROWSER RENDERING APIs (FOUNDATION OF ALL VISUALIZATION)</a:t>
            </a:r>
          </a:p>
          <a:p>
            <a:pPr marL="12700" marR="5080"/>
            <a:r>
              <a:rPr lang="en-US" sz="1400" kern="0" spc="-80" dirty="0">
                <a:solidFill>
                  <a:schemeClr val="accent2"/>
                </a:solidFill>
              </a:rPr>
              <a:t>1.3 WebGL (1 &amp; 2)</a:t>
            </a:r>
          </a:p>
          <a:p>
            <a:pPr marL="12700" marR="5080"/>
            <a:r>
              <a:rPr lang="en-US" sz="1400" kern="0" spc="-80" dirty="0">
                <a:solidFill>
                  <a:schemeClr val="accent6"/>
                </a:solidFill>
              </a:rPr>
              <a:t>Low-level GPU-accelerated rendering</a:t>
            </a:r>
          </a:p>
          <a:p>
            <a:pPr marL="12700" marR="5080"/>
            <a:r>
              <a:rPr lang="en-US" sz="1400" kern="0" spc="-80" dirty="0">
                <a:solidFill>
                  <a:schemeClr val="accent6"/>
                </a:solidFill>
              </a:rPr>
              <a:t>Uses shaders (GLSL)</a:t>
            </a:r>
          </a:p>
          <a:p>
            <a:pPr marL="12700" marR="5080"/>
            <a:r>
              <a:rPr lang="en-US" sz="1400" kern="0" spc="-80" dirty="0">
                <a:solidFill>
                  <a:schemeClr val="accent6"/>
                </a:solidFill>
              </a:rPr>
              <a:t>Key concepts</a:t>
            </a:r>
          </a:p>
          <a:p>
            <a:pPr marL="12700" marR="5080"/>
            <a:r>
              <a:rPr lang="en-US" sz="1400" kern="0" spc="-80" dirty="0">
                <a:solidFill>
                  <a:schemeClr val="accent6"/>
                </a:solidFill>
              </a:rPr>
              <a:t>Buffers, attributes, uniforms</a:t>
            </a:r>
          </a:p>
          <a:p>
            <a:pPr marL="12700" marR="5080"/>
            <a:r>
              <a:rPr lang="en-US" sz="1400" kern="0" spc="-80" dirty="0">
                <a:solidFill>
                  <a:schemeClr val="accent6"/>
                </a:solidFill>
              </a:rPr>
              <a:t>Vertex &amp; fragment shaders</a:t>
            </a:r>
          </a:p>
          <a:p>
            <a:pPr marL="12700" marR="5080"/>
            <a:r>
              <a:rPr lang="en-US" sz="1400" kern="0" spc="-80" dirty="0">
                <a:solidFill>
                  <a:schemeClr val="accent6"/>
                </a:solidFill>
              </a:rPr>
              <a:t>Draw calls (triangles, strips, fans)</a:t>
            </a:r>
          </a:p>
          <a:p>
            <a:pPr marL="12700" marR="5080"/>
            <a:r>
              <a:rPr lang="en-US" sz="1400" kern="0" spc="-80" dirty="0">
                <a:solidFill>
                  <a:schemeClr val="accent6"/>
                </a:solidFill>
              </a:rPr>
              <a:t>Textures, FBOs</a:t>
            </a:r>
          </a:p>
          <a:p>
            <a:pPr marL="12700" marR="5080"/>
            <a:r>
              <a:rPr lang="en-US" sz="1400" kern="0" spc="-80" dirty="0">
                <a:solidFill>
                  <a:schemeClr val="accent6"/>
                </a:solidFill>
              </a:rPr>
              <a:t>WebGL2 (VAOs, transform feedback, instancing)</a:t>
            </a:r>
          </a:p>
          <a:p>
            <a:pPr marL="12700" marR="5080"/>
            <a:endParaRPr lang="en-US" sz="1400" kern="0" spc="-80" dirty="0">
              <a:solidFill>
                <a:schemeClr val="accent6"/>
              </a:solidFill>
            </a:endParaRPr>
          </a:p>
          <a:p>
            <a:pPr marL="12700" marR="5080"/>
            <a:r>
              <a:rPr lang="en-US" sz="1400" kern="0" spc="-80" dirty="0">
                <a:solidFill>
                  <a:schemeClr val="accent2"/>
                </a:solidFill>
              </a:rPr>
              <a:t>1.4 </a:t>
            </a:r>
            <a:r>
              <a:rPr lang="en-US" sz="1400" kern="0" spc="-80" dirty="0" err="1">
                <a:solidFill>
                  <a:schemeClr val="accent2"/>
                </a:solidFill>
              </a:rPr>
              <a:t>WebGPU</a:t>
            </a:r>
            <a:r>
              <a:rPr lang="en-US" sz="1400" kern="0" spc="-80" dirty="0">
                <a:solidFill>
                  <a:schemeClr val="accent2"/>
                </a:solidFill>
              </a:rPr>
              <a:t> API (Future of High-Performance Visualization)</a:t>
            </a:r>
          </a:p>
          <a:p>
            <a:pPr marL="12700" marR="5080"/>
            <a:r>
              <a:rPr lang="en-US" sz="1400" kern="0" spc="-80" dirty="0">
                <a:solidFill>
                  <a:schemeClr val="accent6"/>
                </a:solidFill>
              </a:rPr>
              <a:t>Modern GPU API (like Vulkan/Metal/DX12)</a:t>
            </a:r>
          </a:p>
          <a:p>
            <a:pPr marL="12700" marR="5080"/>
            <a:r>
              <a:rPr lang="en-US" sz="1400" kern="0" spc="-80" dirty="0">
                <a:solidFill>
                  <a:schemeClr val="accent6"/>
                </a:solidFill>
              </a:rPr>
              <a:t>Extreme performance for large datasets.</a:t>
            </a:r>
          </a:p>
          <a:p>
            <a:pPr marL="12700" marR="5080"/>
            <a:r>
              <a:rPr lang="en-US" sz="1400" kern="0" spc="-80" dirty="0">
                <a:solidFill>
                  <a:schemeClr val="accent6"/>
                </a:solidFill>
              </a:rPr>
              <a:t>Key concepts</a:t>
            </a:r>
          </a:p>
          <a:p>
            <a:pPr marL="12700" marR="5080"/>
            <a:r>
              <a:rPr lang="en-US" sz="1400" kern="0" spc="-80" dirty="0">
                <a:solidFill>
                  <a:schemeClr val="accent6"/>
                </a:solidFill>
              </a:rPr>
              <a:t>Render pipelines</a:t>
            </a:r>
          </a:p>
          <a:p>
            <a:pPr marL="12700" marR="5080"/>
            <a:r>
              <a:rPr lang="en-US" sz="1400" kern="0" spc="-80" dirty="0">
                <a:solidFill>
                  <a:schemeClr val="accent6"/>
                </a:solidFill>
              </a:rPr>
              <a:t>Compute shaders</a:t>
            </a:r>
          </a:p>
          <a:p>
            <a:pPr marL="12700" marR="5080"/>
            <a:r>
              <a:rPr lang="en-US" sz="1400" kern="0" spc="-80" dirty="0">
                <a:solidFill>
                  <a:schemeClr val="accent6"/>
                </a:solidFill>
              </a:rPr>
              <a:t>Bind groups</a:t>
            </a:r>
          </a:p>
          <a:p>
            <a:pPr marL="12700" marR="5080"/>
            <a:r>
              <a:rPr lang="en-US" sz="1400" kern="0" spc="-80" dirty="0">
                <a:solidFill>
                  <a:schemeClr val="accent6"/>
                </a:solidFill>
              </a:rPr>
              <a:t>Multi-threaded &amp; parallel execution</a:t>
            </a:r>
          </a:p>
          <a:p>
            <a:pPr marL="12700" marR="5080"/>
            <a:endParaRPr lang="en-US" sz="1400" kern="0" spc="-80" dirty="0">
              <a:solidFill>
                <a:schemeClr val="accent6"/>
              </a:solidFill>
            </a:endParaRPr>
          </a:p>
          <a:p>
            <a:pPr marL="12700" marR="5080"/>
            <a:r>
              <a:rPr lang="en-US" sz="1400" kern="0" spc="-80" dirty="0">
                <a:solidFill>
                  <a:schemeClr val="accent2"/>
                </a:solidFill>
              </a:rPr>
              <a:t>1.5 Web Animations API (WAAPI)</a:t>
            </a:r>
          </a:p>
          <a:p>
            <a:pPr marL="12700" marR="5080"/>
            <a:r>
              <a:rPr lang="en-US" sz="1400" kern="0" spc="-80" dirty="0">
                <a:solidFill>
                  <a:schemeClr val="accent6"/>
                </a:solidFill>
              </a:rPr>
              <a:t>Imperative animation control</a:t>
            </a:r>
          </a:p>
          <a:p>
            <a:pPr marL="12700" marR="5080"/>
            <a:r>
              <a:rPr lang="en-US" sz="1400" kern="0" spc="-80" dirty="0">
                <a:solidFill>
                  <a:schemeClr val="accent6"/>
                </a:solidFill>
              </a:rPr>
              <a:t>Better than CSS animations for complex visuals.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456104418"/>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3DC09E-EB99-115D-8628-620FAC05F92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B689966-A43A-B382-3A68-23A2A15C603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D86AF66-BEFB-90C8-17AA-771B26E90C9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BC08C86-C391-1A5B-4645-BBE8DD47F7CF}"/>
              </a:ext>
            </a:extLst>
          </p:cNvPr>
          <p:cNvGraphicFramePr/>
          <p:nvPr>
            <p:extLst>
              <p:ext uri="{D42A27DB-BD31-4B8C-83A1-F6EECF244321}">
                <p14:modId xmlns:p14="http://schemas.microsoft.com/office/powerpoint/2010/main" val="257332443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71AAFD5-72A7-5B97-99C8-345AB510CED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595F398-049D-093A-C962-646B35EC519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1DE644-0530-86F1-B6CE-E78C96BC4C9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0DC666E-6F5F-F098-871A-68751457DB3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AEEFCD2-7C4F-E888-7436-C66DB31FBD2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A3457D5-4ED9-1A78-141A-83D986773CD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F1BC770-3FF0-331A-8FAC-AB0D356D0B2C}"/>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2️⃣ DATA-DRIVEN VISUALIZATION FRAMEWORKS</a:t>
            </a:r>
          </a:p>
          <a:p>
            <a:pPr marL="12700" marR="5080"/>
            <a:r>
              <a:rPr lang="en-US" sz="1400" kern="0" spc="-80" dirty="0">
                <a:solidFill>
                  <a:schemeClr val="accent2"/>
                </a:solidFill>
              </a:rPr>
              <a:t>2.1 D3.js (Data-Driven Documents) — The core</a:t>
            </a:r>
          </a:p>
          <a:p>
            <a:pPr marL="12700" marR="5080"/>
            <a:r>
              <a:rPr lang="en-US" sz="1400" kern="0" spc="-80" dirty="0">
                <a:solidFill>
                  <a:schemeClr val="accent6"/>
                </a:solidFill>
              </a:rPr>
              <a:t>Most powerful declarative visualization framework.</a:t>
            </a:r>
          </a:p>
          <a:p>
            <a:pPr marL="12700" marR="5080"/>
            <a:r>
              <a:rPr lang="en-US" sz="1400" kern="0" spc="-80" dirty="0">
                <a:solidFill>
                  <a:schemeClr val="accent2"/>
                </a:solidFill>
              </a:rPr>
              <a:t>Key concepts</a:t>
            </a:r>
          </a:p>
          <a:p>
            <a:pPr marL="12700" marR="5080"/>
            <a:r>
              <a:rPr lang="en-US" sz="1400" kern="0" spc="-80" dirty="0">
                <a:solidFill>
                  <a:schemeClr val="accent6"/>
                </a:solidFill>
              </a:rPr>
              <a:t>Selections (d3.select)</a:t>
            </a:r>
          </a:p>
          <a:p>
            <a:pPr marL="12700" marR="5080"/>
            <a:r>
              <a:rPr lang="en-US" sz="1400" kern="0" spc="-80" dirty="0">
                <a:solidFill>
                  <a:schemeClr val="accent6"/>
                </a:solidFill>
              </a:rPr>
              <a:t>Data binding (.data())</a:t>
            </a:r>
          </a:p>
          <a:p>
            <a:pPr marL="12700" marR="5080"/>
            <a:r>
              <a:rPr lang="en-US" sz="1400" kern="0" spc="-80" dirty="0">
                <a:solidFill>
                  <a:schemeClr val="accent6"/>
                </a:solidFill>
              </a:rPr>
              <a:t>Enter–update–exit pattern</a:t>
            </a:r>
          </a:p>
          <a:p>
            <a:pPr marL="12700" marR="5080"/>
            <a:r>
              <a:rPr lang="en-US" sz="1400" kern="0" spc="-80" dirty="0">
                <a:solidFill>
                  <a:schemeClr val="accent6"/>
                </a:solidFill>
              </a:rPr>
              <a:t>Scales (d3.scaleLinear, </a:t>
            </a:r>
            <a:r>
              <a:rPr lang="en-US" sz="1400" kern="0" spc="-80" dirty="0" err="1">
                <a:solidFill>
                  <a:schemeClr val="accent6"/>
                </a:solidFill>
              </a:rPr>
              <a:t>scaleBand</a:t>
            </a:r>
            <a:r>
              <a:rPr lang="en-US" sz="1400" kern="0" spc="-80" dirty="0">
                <a:solidFill>
                  <a:schemeClr val="accent6"/>
                </a:solidFill>
              </a:rPr>
              <a:t>, etc.)</a:t>
            </a:r>
          </a:p>
          <a:p>
            <a:pPr marL="12700" marR="5080"/>
            <a:r>
              <a:rPr lang="en-US" sz="1400" kern="0" spc="-80" dirty="0">
                <a:solidFill>
                  <a:schemeClr val="accent6"/>
                </a:solidFill>
              </a:rPr>
              <a:t>Shapes (line, area, arc)</a:t>
            </a:r>
          </a:p>
          <a:p>
            <a:pPr marL="12700" marR="5080"/>
            <a:r>
              <a:rPr lang="en-US" sz="1400" kern="0" spc="-80" dirty="0">
                <a:solidFill>
                  <a:schemeClr val="accent6"/>
                </a:solidFill>
              </a:rPr>
              <a:t>Layouts (force, </a:t>
            </a:r>
            <a:r>
              <a:rPr lang="en-US" sz="1400" kern="0" spc="-80" dirty="0" err="1">
                <a:solidFill>
                  <a:schemeClr val="accent6"/>
                </a:solidFill>
              </a:rPr>
              <a:t>treemap</a:t>
            </a:r>
            <a:r>
              <a:rPr lang="en-US" sz="1400" kern="0" spc="-80" dirty="0">
                <a:solidFill>
                  <a:schemeClr val="accent6"/>
                </a:solidFill>
              </a:rPr>
              <a:t>, sunburst)</a:t>
            </a:r>
          </a:p>
          <a:p>
            <a:pPr marL="12700" marR="5080"/>
            <a:r>
              <a:rPr lang="en-US" sz="1400" kern="0" spc="-80" dirty="0">
                <a:solidFill>
                  <a:schemeClr val="accent6"/>
                </a:solidFill>
              </a:rPr>
              <a:t>Axes &amp; legends</a:t>
            </a:r>
          </a:p>
          <a:p>
            <a:pPr marL="12700" marR="5080"/>
            <a:r>
              <a:rPr lang="en-US" sz="1400" kern="0" spc="-80" dirty="0">
                <a:solidFill>
                  <a:schemeClr val="accent6"/>
                </a:solidFill>
              </a:rPr>
              <a:t>Transitions &amp; easing</a:t>
            </a:r>
          </a:p>
          <a:p>
            <a:pPr marL="12700" marR="5080"/>
            <a:r>
              <a:rPr lang="en-US" sz="1400" kern="0" spc="-80" dirty="0">
                <a:solidFill>
                  <a:schemeClr val="accent6"/>
                </a:solidFill>
              </a:rPr>
              <a:t>Projections (maps)</a:t>
            </a:r>
          </a:p>
          <a:p>
            <a:pPr marL="12700" marR="5080"/>
            <a:endParaRPr lang="en-US" sz="1400" kern="0" spc="-80" dirty="0">
              <a:solidFill>
                <a:schemeClr val="accent6"/>
              </a:solidFill>
            </a:endParaRPr>
          </a:p>
          <a:p>
            <a:pPr marL="12700" marR="5080"/>
            <a:r>
              <a:rPr lang="en-US" sz="1400" kern="0" spc="-80" dirty="0">
                <a:solidFill>
                  <a:schemeClr val="accent2"/>
                </a:solidFill>
              </a:rPr>
              <a:t>2.2 Vega &amp; Vega-Lite</a:t>
            </a:r>
          </a:p>
          <a:p>
            <a:pPr marL="12700" marR="5080"/>
            <a:r>
              <a:rPr lang="en-US" sz="1400" kern="0" spc="-80" dirty="0">
                <a:solidFill>
                  <a:schemeClr val="accent6"/>
                </a:solidFill>
              </a:rPr>
              <a:t>Grammar-of-graphics declarative visualization</a:t>
            </a:r>
          </a:p>
          <a:p>
            <a:pPr marL="12700" marR="5080"/>
            <a:r>
              <a:rPr lang="en-US" sz="1400" kern="0" spc="-80" dirty="0">
                <a:solidFill>
                  <a:schemeClr val="accent6"/>
                </a:solidFill>
              </a:rPr>
              <a:t>JSON configuration (no custom JS needed)</a:t>
            </a:r>
          </a:p>
          <a:p>
            <a:pPr marL="12700" marR="5080"/>
            <a:r>
              <a:rPr lang="en-US" sz="1400" kern="0" spc="-80" dirty="0">
                <a:solidFill>
                  <a:schemeClr val="accent6"/>
                </a:solidFill>
              </a:rPr>
              <a:t>Inspired by ggplot2.</a:t>
            </a:r>
          </a:p>
          <a:p>
            <a:pPr marL="12700" marR="5080"/>
            <a:endParaRPr lang="en-US" sz="1400" kern="0" spc="-80" dirty="0">
              <a:solidFill>
                <a:schemeClr val="accent6"/>
              </a:solidFill>
            </a:endParaRPr>
          </a:p>
          <a:p>
            <a:pPr marL="12700" marR="5080"/>
            <a:r>
              <a:rPr lang="en-US" sz="1400" kern="0" spc="-80" dirty="0">
                <a:solidFill>
                  <a:schemeClr val="accent2"/>
                </a:solidFill>
              </a:rPr>
              <a:t>2.3 Observable Plot</a:t>
            </a:r>
          </a:p>
          <a:p>
            <a:pPr marL="12700" marR="5080"/>
            <a:r>
              <a:rPr lang="en-US" sz="1400" kern="0" spc="-80" dirty="0">
                <a:solidFill>
                  <a:schemeClr val="accent6"/>
                </a:solidFill>
              </a:rPr>
              <a:t>High-level, minimal, modern D3 wrapper</a:t>
            </a:r>
          </a:p>
          <a:p>
            <a:pPr marL="12700" marR="5080"/>
            <a:r>
              <a:rPr lang="en-US" sz="1400" kern="0" spc="-80" dirty="0">
                <a:solidFill>
                  <a:schemeClr val="accent6"/>
                </a:solidFill>
              </a:rPr>
              <a:t>Quick charting using "smart defaults".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590457531"/>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BF95A-0FF2-C416-C662-58583D65602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6268BA0-B57E-89E4-702B-B20418820C7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DCB48DA-73BB-84B8-581B-806497BB0B0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84A0E95-9359-2E95-631A-CD1EC7BE9F2A}"/>
              </a:ext>
            </a:extLst>
          </p:cNvPr>
          <p:cNvGraphicFramePr/>
          <p:nvPr>
            <p:extLst>
              <p:ext uri="{D42A27DB-BD31-4B8C-83A1-F6EECF244321}">
                <p14:modId xmlns:p14="http://schemas.microsoft.com/office/powerpoint/2010/main" val="60207950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A394F60-BE98-AF5F-BFD3-8FD7C9B8550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AEA275D-374E-1D2C-38C4-2CDC190D47E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48A4BBB-6958-732B-DA29-44C8196E981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7DA0D44-E6EE-151A-2162-6807E42F397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47E281A-E3A8-6D96-8FCC-2388519437F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2C2E28E-2FE6-D983-5C7A-49CF25652BE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DEF54F2-86AA-7E2C-DA41-756FB2A3842E}"/>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 CHARTING &amp; DASHBOARD LIBRARIES (BUILT ON CANVAS/SVG)</a:t>
            </a:r>
          </a:p>
          <a:p>
            <a:pPr marL="12700" marR="5080"/>
            <a:r>
              <a:rPr lang="en-US" sz="1400" kern="0" spc="-80" dirty="0">
                <a:solidFill>
                  <a:schemeClr val="accent2"/>
                </a:solidFill>
              </a:rPr>
              <a:t>3.1 Chart.js</a:t>
            </a:r>
          </a:p>
          <a:p>
            <a:pPr marL="12700" marR="5080"/>
            <a:r>
              <a:rPr lang="en-US" sz="1400" kern="0" spc="-80" dirty="0">
                <a:solidFill>
                  <a:schemeClr val="accent6"/>
                </a:solidFill>
              </a:rPr>
              <a:t>Simple and popular charting library.</a:t>
            </a:r>
          </a:p>
          <a:p>
            <a:pPr marL="12700" marR="5080"/>
            <a:r>
              <a:rPr lang="en-US" sz="1400" kern="0" spc="-80" dirty="0">
                <a:solidFill>
                  <a:schemeClr val="accent6"/>
                </a:solidFill>
              </a:rPr>
              <a:t>Supports</a:t>
            </a:r>
          </a:p>
          <a:p>
            <a:pPr marL="12700" marR="5080"/>
            <a:r>
              <a:rPr lang="en-US" sz="1400" kern="0" spc="-80" dirty="0">
                <a:solidFill>
                  <a:schemeClr val="accent6"/>
                </a:solidFill>
              </a:rPr>
              <a:t>Bar, line, pie, polar, radar, bubble, scatter</a:t>
            </a:r>
          </a:p>
          <a:p>
            <a:pPr marL="12700" marR="5080"/>
            <a:r>
              <a:rPr lang="en-US" sz="1400" kern="0" spc="-80" dirty="0">
                <a:solidFill>
                  <a:schemeClr val="accent6"/>
                </a:solidFill>
              </a:rPr>
              <a:t>Canvas-based</a:t>
            </a:r>
          </a:p>
          <a:p>
            <a:pPr marL="12700" marR="5080"/>
            <a:r>
              <a:rPr lang="en-US" sz="1400" kern="0" spc="-80" dirty="0">
                <a:solidFill>
                  <a:schemeClr val="accent6"/>
                </a:solidFill>
              </a:rPr>
              <a:t>Animations &amp; plugins</a:t>
            </a:r>
          </a:p>
          <a:p>
            <a:pPr marL="12700" marR="5080"/>
            <a:endParaRPr lang="en-US" sz="1400" kern="0" spc="-80" dirty="0">
              <a:solidFill>
                <a:schemeClr val="accent6"/>
              </a:solidFill>
            </a:endParaRPr>
          </a:p>
          <a:p>
            <a:pPr marL="12700" marR="5080"/>
            <a:r>
              <a:rPr lang="en-US" sz="1400" kern="0" spc="-80" dirty="0">
                <a:solidFill>
                  <a:schemeClr val="accent2"/>
                </a:solidFill>
              </a:rPr>
              <a:t>3.2 </a:t>
            </a:r>
            <a:r>
              <a:rPr lang="en-US" sz="1400" kern="0" spc="-80" dirty="0" err="1">
                <a:solidFill>
                  <a:schemeClr val="accent2"/>
                </a:solidFill>
              </a:rPr>
              <a:t>ECharts</a:t>
            </a:r>
            <a:r>
              <a:rPr lang="en-US" sz="1400" kern="0" spc="-80" dirty="0">
                <a:solidFill>
                  <a:schemeClr val="accent2"/>
                </a:solidFill>
              </a:rPr>
              <a:t> (Apache </a:t>
            </a:r>
            <a:r>
              <a:rPr lang="en-US" sz="1400" kern="0" spc="-80" dirty="0" err="1">
                <a:solidFill>
                  <a:schemeClr val="accent2"/>
                </a:solidFill>
              </a:rPr>
              <a:t>ECharts</a:t>
            </a:r>
            <a:r>
              <a:rPr lang="en-US" sz="1400" kern="0" spc="-80" dirty="0">
                <a:solidFill>
                  <a:schemeClr val="accent2"/>
                </a:solidFill>
              </a:rPr>
              <a:t>)</a:t>
            </a:r>
          </a:p>
          <a:p>
            <a:pPr marL="12700" marR="5080"/>
            <a:r>
              <a:rPr lang="en-US" sz="1400" kern="0" spc="-80" dirty="0">
                <a:solidFill>
                  <a:schemeClr val="accent6"/>
                </a:solidFill>
              </a:rPr>
              <a:t>Feature-rich charting library from Baidu</a:t>
            </a:r>
          </a:p>
          <a:p>
            <a:pPr marL="12700" marR="5080"/>
            <a:r>
              <a:rPr lang="en-US" sz="1400" kern="0" spc="-80" dirty="0">
                <a:solidFill>
                  <a:schemeClr val="accent6"/>
                </a:solidFill>
              </a:rPr>
              <a:t>Highly customizable &amp; interactive</a:t>
            </a:r>
          </a:p>
          <a:p>
            <a:pPr marL="12700" marR="5080"/>
            <a:r>
              <a:rPr lang="en-US" sz="1400" kern="0" spc="-80" dirty="0">
                <a:solidFill>
                  <a:schemeClr val="accent6"/>
                </a:solidFill>
              </a:rPr>
              <a:t>Supports</a:t>
            </a:r>
          </a:p>
          <a:p>
            <a:pPr marL="12700" marR="5080"/>
            <a:r>
              <a:rPr lang="en-US" sz="1400" kern="0" spc="-80" dirty="0">
                <a:solidFill>
                  <a:schemeClr val="accent6"/>
                </a:solidFill>
              </a:rPr>
              <a:t>Charts, maps, 3D, heatmaps, geospatial</a:t>
            </a:r>
          </a:p>
          <a:p>
            <a:pPr marL="12700" marR="5080"/>
            <a:r>
              <a:rPr lang="en-US" sz="1400" kern="0" spc="-80" dirty="0">
                <a:solidFill>
                  <a:schemeClr val="accent6"/>
                </a:solidFill>
              </a:rPr>
              <a:t>Large datasets (WebGL mode)</a:t>
            </a:r>
          </a:p>
          <a:p>
            <a:pPr marL="12700" marR="5080"/>
            <a:endParaRPr lang="en-US" sz="1400" kern="0" spc="-80" dirty="0">
              <a:solidFill>
                <a:schemeClr val="accent6"/>
              </a:solidFill>
            </a:endParaRPr>
          </a:p>
          <a:p>
            <a:pPr marL="12700" marR="5080"/>
            <a:r>
              <a:rPr lang="en-US" sz="1400" kern="0" spc="-80" dirty="0">
                <a:solidFill>
                  <a:schemeClr val="accent2"/>
                </a:solidFill>
              </a:rPr>
              <a:t>3.3 </a:t>
            </a:r>
            <a:r>
              <a:rPr lang="en-US" sz="1400" kern="0" spc="-80" dirty="0" err="1">
                <a:solidFill>
                  <a:schemeClr val="accent2"/>
                </a:solidFill>
              </a:rPr>
              <a:t>Highcharts</a:t>
            </a:r>
            <a:endParaRPr lang="en-US" sz="1400" kern="0" spc="-80" dirty="0">
              <a:solidFill>
                <a:schemeClr val="accent2"/>
              </a:solidFill>
            </a:endParaRPr>
          </a:p>
          <a:p>
            <a:pPr marL="12700" marR="5080"/>
            <a:r>
              <a:rPr lang="en-US" sz="1400" kern="0" spc="-80" dirty="0">
                <a:solidFill>
                  <a:schemeClr val="accent6"/>
                </a:solidFill>
              </a:rPr>
              <a:t>Enterprise-grade charts</a:t>
            </a:r>
          </a:p>
          <a:p>
            <a:pPr marL="12700" marR="5080"/>
            <a:r>
              <a:rPr lang="en-US" sz="1400" kern="0" spc="-80" dirty="0">
                <a:solidFill>
                  <a:schemeClr val="accent6"/>
                </a:solidFill>
              </a:rPr>
              <a:t>Features</a:t>
            </a:r>
          </a:p>
          <a:p>
            <a:pPr marL="12700" marR="5080"/>
            <a:r>
              <a:rPr lang="en-US" sz="1400" kern="0" spc="-80" dirty="0">
                <a:solidFill>
                  <a:schemeClr val="accent6"/>
                </a:solidFill>
              </a:rPr>
              <a:t>Time-series charts</a:t>
            </a:r>
          </a:p>
          <a:p>
            <a:pPr marL="12700" marR="5080"/>
            <a:r>
              <a:rPr lang="en-US" sz="1400" kern="0" spc="-80" dirty="0">
                <a:solidFill>
                  <a:schemeClr val="accent6"/>
                </a:solidFill>
              </a:rPr>
              <a:t>Stock/finance charts</a:t>
            </a:r>
          </a:p>
          <a:p>
            <a:pPr marL="12700" marR="5080"/>
            <a:r>
              <a:rPr lang="en-US" sz="1400" kern="0" spc="-80" dirty="0">
                <a:solidFill>
                  <a:schemeClr val="accent6"/>
                </a:solidFill>
              </a:rPr>
              <a:t>Maps (</a:t>
            </a:r>
            <a:r>
              <a:rPr lang="en-US" sz="1400" kern="0" spc="-80" dirty="0" err="1">
                <a:solidFill>
                  <a:schemeClr val="accent6"/>
                </a:solidFill>
              </a:rPr>
              <a:t>Highmaps</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3.4 </a:t>
            </a:r>
            <a:r>
              <a:rPr lang="en-US" sz="1400" kern="0" spc="-80" dirty="0" err="1">
                <a:solidFill>
                  <a:schemeClr val="accent6"/>
                </a:solidFill>
              </a:rPr>
              <a:t>amCharts</a:t>
            </a:r>
            <a:endParaRPr lang="en-US" sz="1400" kern="0" spc="-80" dirty="0">
              <a:solidFill>
                <a:schemeClr val="accent6"/>
              </a:solidFill>
            </a:endParaRPr>
          </a:p>
          <a:p>
            <a:pPr marL="12700" marR="5080"/>
            <a:r>
              <a:rPr lang="en-US" sz="1400" kern="0" spc="-80" dirty="0">
                <a:solidFill>
                  <a:schemeClr val="accent6"/>
                </a:solidFill>
              </a:rPr>
              <a:t>Another enterprise option</a:t>
            </a:r>
          </a:p>
          <a:p>
            <a:pPr marL="12700" marR="5080"/>
            <a:r>
              <a:rPr lang="en-US" sz="1400" kern="0" spc="-80" dirty="0">
                <a:solidFill>
                  <a:schemeClr val="accent6"/>
                </a:solidFill>
              </a:rPr>
              <a:t>SVG/Canvas hybrid</a:t>
            </a:r>
          </a:p>
        </p:txBody>
      </p:sp>
    </p:spTree>
    <p:extLst>
      <p:ext uri="{BB962C8B-B14F-4D97-AF65-F5344CB8AC3E}">
        <p14:creationId xmlns:p14="http://schemas.microsoft.com/office/powerpoint/2010/main" val="2957372311"/>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F76D5-D220-6578-6282-7CB6ECED94E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137BD58-CD28-CE66-8223-519CC6C444D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B749075-A21F-A0E7-EC53-976D9850CC0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3327433-C74F-C21E-17B2-F56D477EF798}"/>
              </a:ext>
            </a:extLst>
          </p:cNvPr>
          <p:cNvGraphicFramePr/>
          <p:nvPr>
            <p:extLst>
              <p:ext uri="{D42A27DB-BD31-4B8C-83A1-F6EECF244321}">
                <p14:modId xmlns:p14="http://schemas.microsoft.com/office/powerpoint/2010/main" val="314348404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A808D27-5F8F-B614-BDC3-36AE451BB6F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933439D-E23B-D2A9-CB87-1AD8A327AA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B8DE86F-AA91-A294-A8AF-955EA24D48F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F57E4A9-7DFD-8C79-7FF4-99028B3A8FD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5E7FD27-E0A6-2B1F-A0C7-FA1362475CD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8ECFCA2-7E18-8076-CF0D-471DEAE53B3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B3BA2F0-761D-72E0-6ECB-C4E747EF7D14}"/>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 CHARTING &amp; DASHBOARD LIBRARIES (BUILT ON CANVAS/SVG)</a:t>
            </a:r>
          </a:p>
          <a:p>
            <a:pPr marL="12700" marR="5080"/>
            <a:r>
              <a:rPr lang="en-US" sz="1400" kern="0" spc="-80" dirty="0">
                <a:solidFill>
                  <a:schemeClr val="accent2"/>
                </a:solidFill>
              </a:rPr>
              <a:t>3.5 Recharts / </a:t>
            </a:r>
            <a:r>
              <a:rPr lang="en-US" sz="1400" kern="0" spc="-80" dirty="0" err="1">
                <a:solidFill>
                  <a:schemeClr val="accent2"/>
                </a:solidFill>
              </a:rPr>
              <a:t>Nivo</a:t>
            </a:r>
            <a:r>
              <a:rPr lang="en-US" sz="1400" kern="0" spc="-80" dirty="0">
                <a:solidFill>
                  <a:schemeClr val="accent2"/>
                </a:solidFill>
              </a:rPr>
              <a:t> / Victory (React-based visualization)</a:t>
            </a:r>
          </a:p>
          <a:p>
            <a:pPr marL="12700" marR="5080"/>
            <a:r>
              <a:rPr lang="en-US" sz="1400" kern="0" spc="-80" dirty="0">
                <a:solidFill>
                  <a:schemeClr val="accent6"/>
                </a:solidFill>
              </a:rPr>
              <a:t>Declarative charts for React applications</a:t>
            </a:r>
          </a:p>
          <a:p>
            <a:pPr marL="12700" marR="5080"/>
            <a:endParaRPr lang="en-US" sz="1400" kern="0" spc="-80" dirty="0">
              <a:solidFill>
                <a:schemeClr val="accent6"/>
              </a:solidFill>
            </a:endParaRPr>
          </a:p>
          <a:p>
            <a:pPr marL="12700" marR="5080"/>
            <a:r>
              <a:rPr lang="en-US" sz="1400" kern="0" spc="-80" dirty="0">
                <a:solidFill>
                  <a:schemeClr val="accent2"/>
                </a:solidFill>
              </a:rPr>
              <a:t>4️⃣ 3D VISUALIZATION + AR/VR</a:t>
            </a:r>
          </a:p>
          <a:p>
            <a:pPr marL="12700" marR="5080"/>
            <a:r>
              <a:rPr lang="en-US" sz="1400" kern="0" spc="-80" dirty="0">
                <a:solidFill>
                  <a:schemeClr val="accent2"/>
                </a:solidFill>
              </a:rPr>
              <a:t>4.1 Three.js</a:t>
            </a:r>
          </a:p>
          <a:p>
            <a:pPr marL="12700" marR="5080"/>
            <a:r>
              <a:rPr lang="en-US" sz="1400" kern="0" spc="-80" dirty="0">
                <a:solidFill>
                  <a:schemeClr val="accent6"/>
                </a:solidFill>
              </a:rPr>
              <a:t>The standard 3D visualization API for JS.</a:t>
            </a:r>
          </a:p>
          <a:p>
            <a:pPr marL="12700" marR="5080"/>
            <a:r>
              <a:rPr lang="en-US" sz="1400" kern="0" spc="-80" dirty="0">
                <a:solidFill>
                  <a:schemeClr val="accent2"/>
                </a:solidFill>
              </a:rPr>
              <a:t>Key concepts</a:t>
            </a:r>
          </a:p>
          <a:p>
            <a:pPr marL="12700" marR="5080"/>
            <a:r>
              <a:rPr lang="en-US" sz="1400" kern="0" spc="-80" dirty="0">
                <a:solidFill>
                  <a:schemeClr val="accent6"/>
                </a:solidFill>
              </a:rPr>
              <a:t>Meshes, materials, geometries</a:t>
            </a:r>
          </a:p>
          <a:p>
            <a:pPr marL="12700" marR="5080"/>
            <a:r>
              <a:rPr lang="en-US" sz="1400" kern="0" spc="-80" dirty="0">
                <a:solidFill>
                  <a:schemeClr val="accent6"/>
                </a:solidFill>
              </a:rPr>
              <a:t>Scene, camera, renderer</a:t>
            </a:r>
          </a:p>
          <a:p>
            <a:pPr marL="12700" marR="5080"/>
            <a:r>
              <a:rPr lang="en-US" sz="1400" kern="0" spc="-80" dirty="0">
                <a:solidFill>
                  <a:schemeClr val="accent6"/>
                </a:solidFill>
              </a:rPr>
              <a:t>Lights &amp; shadows</a:t>
            </a:r>
          </a:p>
          <a:p>
            <a:pPr marL="12700" marR="5080"/>
            <a:r>
              <a:rPr lang="en-US" sz="1400" kern="0" spc="-80" dirty="0">
                <a:solidFill>
                  <a:schemeClr val="accent6"/>
                </a:solidFill>
              </a:rPr>
              <a:t>Texture loading</a:t>
            </a:r>
          </a:p>
          <a:p>
            <a:pPr marL="12700" marR="5080"/>
            <a:r>
              <a:rPr lang="en-US" sz="1400" kern="0" spc="-80" dirty="0">
                <a:solidFill>
                  <a:schemeClr val="accent6"/>
                </a:solidFill>
              </a:rPr>
              <a:t>OBJ/FBX/GLTF loaders</a:t>
            </a:r>
          </a:p>
          <a:p>
            <a:pPr marL="12700" marR="5080"/>
            <a:r>
              <a:rPr lang="en-US" sz="1400" kern="0" spc="-80" dirty="0">
                <a:solidFill>
                  <a:schemeClr val="accent6"/>
                </a:solidFill>
              </a:rPr>
              <a:t>Particle systems</a:t>
            </a:r>
          </a:p>
          <a:p>
            <a:pPr marL="12700" marR="5080"/>
            <a:r>
              <a:rPr lang="en-US" sz="1400" kern="0" spc="-80" dirty="0" err="1">
                <a:solidFill>
                  <a:schemeClr val="accent6"/>
                </a:solidFill>
              </a:rPr>
              <a:t>Raycasting</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4.2 Babylon.js</a:t>
            </a:r>
          </a:p>
          <a:p>
            <a:pPr marL="12700" marR="5080"/>
            <a:r>
              <a:rPr lang="en-US" sz="1400" kern="0" spc="-80" dirty="0">
                <a:solidFill>
                  <a:schemeClr val="accent6"/>
                </a:solidFill>
              </a:rPr>
              <a:t>Game-engine style 3D engine</a:t>
            </a:r>
          </a:p>
          <a:p>
            <a:pPr marL="12700" marR="5080"/>
            <a:r>
              <a:rPr lang="en-US" sz="1400" kern="0" spc="-80" dirty="0">
                <a:solidFill>
                  <a:schemeClr val="accent6"/>
                </a:solidFill>
              </a:rPr>
              <a:t>Supports physics, PBR materials, XR.</a:t>
            </a:r>
          </a:p>
          <a:p>
            <a:pPr marL="12700" marR="5080"/>
            <a:endParaRPr lang="en-US" sz="1400" kern="0" spc="-80" dirty="0">
              <a:solidFill>
                <a:schemeClr val="accent6"/>
              </a:solidFill>
            </a:endParaRPr>
          </a:p>
          <a:p>
            <a:pPr marL="12700" marR="5080"/>
            <a:r>
              <a:rPr lang="en-US" sz="1400" kern="0" spc="-80" dirty="0">
                <a:solidFill>
                  <a:schemeClr val="accent2"/>
                </a:solidFill>
              </a:rPr>
              <a:t>4.3 </a:t>
            </a:r>
            <a:r>
              <a:rPr lang="en-US" sz="1400" kern="0" spc="-80" dirty="0" err="1">
                <a:solidFill>
                  <a:schemeClr val="accent2"/>
                </a:solidFill>
              </a:rPr>
              <a:t>WebXR</a:t>
            </a:r>
            <a:r>
              <a:rPr lang="en-US" sz="1400" kern="0" spc="-80" dirty="0">
                <a:solidFill>
                  <a:schemeClr val="accent2"/>
                </a:solidFill>
              </a:rPr>
              <a:t> API</a:t>
            </a:r>
          </a:p>
          <a:p>
            <a:pPr marL="12700" marR="5080"/>
            <a:r>
              <a:rPr lang="en-US" sz="1400" kern="0" spc="-80" dirty="0">
                <a:solidFill>
                  <a:schemeClr val="accent6"/>
                </a:solidFill>
              </a:rPr>
              <a:t>VR/AR rendering</a:t>
            </a:r>
          </a:p>
          <a:p>
            <a:pPr marL="12700" marR="5080"/>
            <a:r>
              <a:rPr lang="en-US" sz="1400" kern="0" spc="-80" dirty="0">
                <a:solidFill>
                  <a:schemeClr val="accent6"/>
                </a:solidFill>
              </a:rPr>
              <a:t>Used with Three.js/Babylon.</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949124406"/>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FB3BA-BB69-7C99-3A87-5EF16330F9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B44E890-6221-773A-F6A3-51EC776C5ED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4228378-9769-EE85-3DD9-4086EB80061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8DB5B2-D138-E00C-A2D6-08DE186E6C88}"/>
              </a:ext>
            </a:extLst>
          </p:cNvPr>
          <p:cNvGraphicFramePr/>
          <p:nvPr>
            <p:extLst>
              <p:ext uri="{D42A27DB-BD31-4B8C-83A1-F6EECF244321}">
                <p14:modId xmlns:p14="http://schemas.microsoft.com/office/powerpoint/2010/main" val="95467115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7416B78-8168-688A-654D-A2A93E4247D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D58477-C851-CA9D-3541-D7925A1E47F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C474BEA-C3E5-12F2-8084-23E3B5B597B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D087901-491B-CE08-D8E9-87BA9DE05AD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09FCCB8-712B-0F83-B413-D175CE75EEC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8EDDE7B-9EAE-5E7A-46C3-BF25572355F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D495AB6-50AC-7C53-C043-032B1719A58A}"/>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4️⃣ 3D VISUALIZATION + AR/VR</a:t>
            </a:r>
          </a:p>
          <a:p>
            <a:pPr marL="12700" marR="5080"/>
            <a:r>
              <a:rPr lang="en-US" sz="1400" kern="0" spc="-80" dirty="0">
                <a:solidFill>
                  <a:schemeClr val="accent2"/>
                </a:solidFill>
              </a:rPr>
              <a:t>4.4 Deck.gl</a:t>
            </a:r>
          </a:p>
          <a:p>
            <a:pPr marL="12700" marR="5080"/>
            <a:r>
              <a:rPr lang="en-US" sz="1400" kern="0" spc="-80" dirty="0">
                <a:solidFill>
                  <a:schemeClr val="accent6"/>
                </a:solidFill>
              </a:rPr>
              <a:t>Massive scale (millions of points) WebGL visualization</a:t>
            </a:r>
          </a:p>
          <a:p>
            <a:pPr marL="12700" marR="5080"/>
            <a:r>
              <a:rPr lang="en-US" sz="1400" kern="0" spc="-80" dirty="0">
                <a:solidFill>
                  <a:schemeClr val="accent6"/>
                </a:solidFill>
              </a:rPr>
              <a:t>Layers</a:t>
            </a:r>
          </a:p>
          <a:p>
            <a:pPr marL="12700" marR="5080"/>
            <a:r>
              <a:rPr lang="en-US" sz="1400" kern="0" spc="-80" dirty="0">
                <a:solidFill>
                  <a:schemeClr val="accent6"/>
                </a:solidFill>
              </a:rPr>
              <a:t>Scatterplots, heatmaps, arcs, hexagon bins</a:t>
            </a:r>
          </a:p>
          <a:p>
            <a:pPr marL="12700" marR="5080"/>
            <a:r>
              <a:rPr lang="en-US" sz="1400" kern="0" spc="-80" dirty="0">
                <a:solidFill>
                  <a:schemeClr val="accent6"/>
                </a:solidFill>
              </a:rPr>
              <a:t>Point clouds</a:t>
            </a:r>
          </a:p>
          <a:p>
            <a:pPr marL="12700" marR="5080"/>
            <a:r>
              <a:rPr lang="en-US" sz="1400" kern="0" spc="-80" dirty="0">
                <a:solidFill>
                  <a:schemeClr val="accent6"/>
                </a:solidFill>
              </a:rPr>
              <a:t>Geo-spatial overlays</a:t>
            </a:r>
          </a:p>
          <a:p>
            <a:pPr marL="12700" marR="5080"/>
            <a:r>
              <a:rPr lang="en-US" sz="1400" kern="0" spc="-80" dirty="0">
                <a:solidFill>
                  <a:schemeClr val="accent6"/>
                </a:solidFill>
              </a:rPr>
              <a:t>Built by Uber.</a:t>
            </a:r>
          </a:p>
          <a:p>
            <a:pPr marL="12700" marR="5080"/>
            <a:endParaRPr lang="en-US" sz="1400" kern="0" spc="-80" dirty="0">
              <a:solidFill>
                <a:schemeClr val="accent6"/>
              </a:solidFill>
            </a:endParaRPr>
          </a:p>
          <a:p>
            <a:pPr marL="12700" marR="5080"/>
            <a:r>
              <a:rPr lang="en-US" sz="1400" kern="0" spc="-80" dirty="0">
                <a:solidFill>
                  <a:schemeClr val="accent2"/>
                </a:solidFill>
              </a:rPr>
              <a:t>5️⃣ MAPS &amp; GEOSPATIAL VISUALIZATION APIs</a:t>
            </a:r>
          </a:p>
          <a:p>
            <a:pPr marL="12700" marR="5080"/>
            <a:r>
              <a:rPr lang="en-US" sz="1400" kern="0" spc="-80" dirty="0">
                <a:solidFill>
                  <a:schemeClr val="accent2"/>
                </a:solidFill>
              </a:rPr>
              <a:t>5.1 Leaflet.js</a:t>
            </a:r>
          </a:p>
          <a:p>
            <a:pPr marL="12700" marR="5080"/>
            <a:r>
              <a:rPr lang="en-US" sz="1400" kern="0" spc="-80" dirty="0">
                <a:solidFill>
                  <a:schemeClr val="accent6"/>
                </a:solidFill>
              </a:rPr>
              <a:t>Simplest web mapping library (tile + vector layers).</a:t>
            </a:r>
          </a:p>
          <a:p>
            <a:pPr marL="12700" marR="5080"/>
            <a:r>
              <a:rPr lang="en-US" sz="1400" kern="0" spc="-80" dirty="0">
                <a:solidFill>
                  <a:schemeClr val="accent2"/>
                </a:solidFill>
              </a:rPr>
              <a:t>5.2 </a:t>
            </a:r>
            <a:r>
              <a:rPr lang="en-US" sz="1400" kern="0" spc="-80" dirty="0" err="1">
                <a:solidFill>
                  <a:schemeClr val="accent2"/>
                </a:solidFill>
              </a:rPr>
              <a:t>Mapbox</a:t>
            </a:r>
            <a:r>
              <a:rPr lang="en-US" sz="1400" kern="0" spc="-80" dirty="0">
                <a:solidFill>
                  <a:schemeClr val="accent2"/>
                </a:solidFill>
              </a:rPr>
              <a:t> GL JS</a:t>
            </a:r>
          </a:p>
          <a:p>
            <a:pPr marL="12700" marR="5080"/>
            <a:r>
              <a:rPr lang="en-US" sz="1400" kern="0" spc="-80" dirty="0">
                <a:solidFill>
                  <a:schemeClr val="accent6"/>
                </a:solidFill>
              </a:rPr>
              <a:t>Modern vector-tile rendering (WebGL)</a:t>
            </a:r>
          </a:p>
          <a:p>
            <a:pPr marL="12700" marR="5080"/>
            <a:r>
              <a:rPr lang="en-US" sz="1400" kern="0" spc="-80" dirty="0">
                <a:solidFill>
                  <a:schemeClr val="accent6"/>
                </a:solidFill>
              </a:rPr>
              <a:t>Style-based rendering</a:t>
            </a:r>
          </a:p>
          <a:p>
            <a:pPr marL="12700" marR="5080"/>
            <a:r>
              <a:rPr lang="en-US" sz="1400" kern="0" spc="-80" dirty="0">
                <a:solidFill>
                  <a:schemeClr val="accent2"/>
                </a:solidFill>
              </a:rPr>
              <a:t>5.3 </a:t>
            </a:r>
            <a:r>
              <a:rPr lang="en-US" sz="1400" kern="0" spc="-80" dirty="0" err="1">
                <a:solidFill>
                  <a:schemeClr val="accent2"/>
                </a:solidFill>
              </a:rPr>
              <a:t>OpenLayers</a:t>
            </a:r>
            <a:endParaRPr lang="en-US" sz="1400" kern="0" spc="-80" dirty="0">
              <a:solidFill>
                <a:schemeClr val="accent2"/>
              </a:solidFill>
            </a:endParaRPr>
          </a:p>
          <a:p>
            <a:pPr marL="12700" marR="5080"/>
            <a:r>
              <a:rPr lang="en-US" sz="1400" kern="0" spc="-80" dirty="0">
                <a:solidFill>
                  <a:schemeClr val="accent6"/>
                </a:solidFill>
              </a:rPr>
              <a:t>Advanced GIS-like mapping toolkit</a:t>
            </a:r>
          </a:p>
          <a:p>
            <a:pPr marL="12700" marR="5080"/>
            <a:r>
              <a:rPr lang="en-US" sz="1400" kern="0" spc="-80" dirty="0">
                <a:solidFill>
                  <a:schemeClr val="accent6"/>
                </a:solidFill>
              </a:rPr>
              <a:t>Large datasets, projections, layers.</a:t>
            </a:r>
          </a:p>
          <a:p>
            <a:pPr marL="12700" marR="5080"/>
            <a:r>
              <a:rPr lang="en-US" sz="1400" kern="0" spc="-80" dirty="0">
                <a:solidFill>
                  <a:schemeClr val="accent2"/>
                </a:solidFill>
              </a:rPr>
              <a:t>5.4 </a:t>
            </a:r>
            <a:r>
              <a:rPr lang="en-US" sz="1400" kern="0" spc="-80" dirty="0" err="1">
                <a:solidFill>
                  <a:schemeClr val="accent2"/>
                </a:solidFill>
              </a:rPr>
              <a:t>CesiumJS</a:t>
            </a:r>
            <a:endParaRPr lang="en-US" sz="1400" kern="0" spc="-80" dirty="0">
              <a:solidFill>
                <a:schemeClr val="accent2"/>
              </a:solidFill>
            </a:endParaRPr>
          </a:p>
          <a:p>
            <a:pPr marL="12700" marR="5080"/>
            <a:r>
              <a:rPr lang="en-US" sz="1400" kern="0" spc="-80" dirty="0">
                <a:solidFill>
                  <a:schemeClr val="accent6"/>
                </a:solidFill>
              </a:rPr>
              <a:t>3D globe and terrain</a:t>
            </a:r>
          </a:p>
          <a:p>
            <a:pPr marL="12700" marR="5080"/>
            <a:r>
              <a:rPr lang="en-US" sz="1400" kern="0" spc="-80" dirty="0">
                <a:solidFill>
                  <a:schemeClr val="accent6"/>
                </a:solidFill>
              </a:rPr>
              <a:t>Used for satellite + GIS + photogrammetry + geospatial twins.</a:t>
            </a:r>
          </a:p>
          <a:p>
            <a:pPr marL="12700" marR="5080"/>
            <a:r>
              <a:rPr lang="en-US" sz="1400" kern="0" spc="-80" dirty="0">
                <a:solidFill>
                  <a:schemeClr val="accent2"/>
                </a:solidFill>
              </a:rPr>
              <a:t>5.5 Google Maps JS API</a:t>
            </a:r>
          </a:p>
          <a:p>
            <a:pPr marL="12700" marR="5080"/>
            <a:r>
              <a:rPr lang="en-US" sz="1400" kern="0" spc="-80" dirty="0">
                <a:solidFill>
                  <a:schemeClr val="accent6"/>
                </a:solidFill>
              </a:rPr>
              <a:t>Directions, places, routing, geocoding overlays</a:t>
            </a:r>
          </a:p>
        </p:txBody>
      </p:sp>
    </p:spTree>
    <p:extLst>
      <p:ext uri="{BB962C8B-B14F-4D97-AF65-F5344CB8AC3E}">
        <p14:creationId xmlns:p14="http://schemas.microsoft.com/office/powerpoint/2010/main" val="1114365682"/>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B5DE79-E2AB-CD45-4928-986542931A2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5DC3699-7A95-0CA2-3B6A-A27B6416240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71D814A-CB3B-EAF8-1574-F6197A89745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9529E56-95AA-216B-F292-21F42C7DD504}"/>
              </a:ext>
            </a:extLst>
          </p:cNvPr>
          <p:cNvGraphicFramePr/>
          <p:nvPr>
            <p:extLst>
              <p:ext uri="{D42A27DB-BD31-4B8C-83A1-F6EECF244321}">
                <p14:modId xmlns:p14="http://schemas.microsoft.com/office/powerpoint/2010/main" val="71857207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3D6F3DD-F918-A82A-60E5-90C0318BE7B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E93750B-98D6-8A1B-8270-5CC1103E2BD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DEDFB54-C2CB-696C-A973-DA27C5DD215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010F617-043F-7870-DE6E-55EC3342377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8ECADB1-6510-5063-8E32-DB8B6361303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1CB2670-145D-24DE-CAEE-530881C11D9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139C27E-6CA4-C768-D54C-CE8EC2D8BA29}"/>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6️⃣ GRAPH / NETWORK VISUALIZATION APIs</a:t>
            </a:r>
          </a:p>
          <a:p>
            <a:pPr marL="12700" marR="5080"/>
            <a:r>
              <a:rPr lang="en-US" sz="1400" kern="0" spc="-80" dirty="0">
                <a:solidFill>
                  <a:schemeClr val="accent2"/>
                </a:solidFill>
              </a:rPr>
              <a:t>6.1 Cytoscape.js</a:t>
            </a:r>
          </a:p>
          <a:p>
            <a:pPr marL="12700" marR="5080"/>
            <a:r>
              <a:rPr lang="en-US" sz="1400" kern="0" spc="-80" dirty="0">
                <a:solidFill>
                  <a:schemeClr val="accent6"/>
                </a:solidFill>
              </a:rPr>
              <a:t>Graph theory visualization</a:t>
            </a:r>
          </a:p>
          <a:p>
            <a:pPr marL="12700" marR="5080"/>
            <a:r>
              <a:rPr lang="en-US" sz="1400" kern="0" spc="-80" dirty="0">
                <a:solidFill>
                  <a:schemeClr val="accent2"/>
                </a:solidFill>
              </a:rPr>
              <a:t>Supports:</a:t>
            </a:r>
          </a:p>
          <a:p>
            <a:pPr marL="12700" marR="5080"/>
            <a:r>
              <a:rPr lang="en-US" sz="1400" kern="0" spc="-80" dirty="0">
                <a:solidFill>
                  <a:schemeClr val="accent6"/>
                </a:solidFill>
              </a:rPr>
              <a:t>Network analysis</a:t>
            </a:r>
          </a:p>
          <a:p>
            <a:pPr marL="12700" marR="5080"/>
            <a:r>
              <a:rPr lang="en-US" sz="1400" kern="0" spc="-80" dirty="0">
                <a:solidFill>
                  <a:schemeClr val="accent6"/>
                </a:solidFill>
              </a:rPr>
              <a:t>Layouts (grid, circle, force, </a:t>
            </a:r>
            <a:r>
              <a:rPr lang="en-US" sz="1400" kern="0" spc="-80" dirty="0" err="1">
                <a:solidFill>
                  <a:schemeClr val="accent6"/>
                </a:solidFill>
              </a:rPr>
              <a:t>cose</a:t>
            </a:r>
            <a:r>
              <a:rPr lang="en-US" sz="1400" kern="0" spc="-80" dirty="0">
                <a:solidFill>
                  <a:schemeClr val="accent6"/>
                </a:solidFill>
              </a:rPr>
              <a:t>, </a:t>
            </a:r>
            <a:r>
              <a:rPr lang="en-US" sz="1400" kern="0" spc="-80" dirty="0" err="1">
                <a:solidFill>
                  <a:schemeClr val="accent6"/>
                </a:solidFill>
              </a:rPr>
              <a:t>dagre</a:t>
            </a:r>
            <a:r>
              <a:rPr lang="en-US" sz="1400" kern="0" spc="-80" dirty="0">
                <a:solidFill>
                  <a:schemeClr val="accent6"/>
                </a:solidFill>
              </a:rPr>
              <a:t>)</a:t>
            </a:r>
          </a:p>
          <a:p>
            <a:pPr marL="12700" marR="5080"/>
            <a:r>
              <a:rPr lang="en-US" sz="1400" kern="0" spc="-80" dirty="0">
                <a:solidFill>
                  <a:schemeClr val="accent2"/>
                </a:solidFill>
              </a:rPr>
              <a:t>6.2 Sigma.js</a:t>
            </a:r>
          </a:p>
          <a:p>
            <a:pPr marL="12700" marR="5080"/>
            <a:r>
              <a:rPr lang="en-US" sz="1400" kern="0" spc="-80" dirty="0">
                <a:solidFill>
                  <a:schemeClr val="accent6"/>
                </a:solidFill>
              </a:rPr>
              <a:t>GPU-accelerated graph rendering.</a:t>
            </a:r>
          </a:p>
          <a:p>
            <a:pPr marL="12700" marR="5080"/>
            <a:r>
              <a:rPr lang="en-US" sz="1400" kern="0" spc="-80" dirty="0">
                <a:solidFill>
                  <a:schemeClr val="accent2"/>
                </a:solidFill>
              </a:rPr>
              <a:t>6.3 Vis.js</a:t>
            </a:r>
          </a:p>
          <a:p>
            <a:pPr marL="12700" marR="5080"/>
            <a:r>
              <a:rPr lang="en-US" sz="1400" kern="0" spc="-80" dirty="0">
                <a:solidFill>
                  <a:schemeClr val="accent6"/>
                </a:solidFill>
              </a:rPr>
              <a:t>Timelines, graphs, networks.</a:t>
            </a:r>
          </a:p>
          <a:p>
            <a:pPr marL="12700" marR="5080"/>
            <a:r>
              <a:rPr lang="en-US" sz="1400" kern="0" spc="-80" dirty="0">
                <a:solidFill>
                  <a:schemeClr val="accent2"/>
                </a:solidFill>
              </a:rPr>
              <a:t>6.4 </a:t>
            </a:r>
            <a:r>
              <a:rPr lang="en-US" sz="1400" kern="0" spc="-80" dirty="0" err="1">
                <a:solidFill>
                  <a:schemeClr val="accent2"/>
                </a:solidFill>
              </a:rPr>
              <a:t>GraphGL</a:t>
            </a:r>
            <a:r>
              <a:rPr lang="en-US" sz="1400" kern="0" spc="-80" dirty="0">
                <a:solidFill>
                  <a:schemeClr val="accent2"/>
                </a:solidFill>
              </a:rPr>
              <a:t> / D3-force</a:t>
            </a:r>
          </a:p>
          <a:p>
            <a:pPr marL="12700" marR="5080"/>
            <a:r>
              <a:rPr lang="en-US" sz="1400" kern="0" spc="-80" dirty="0">
                <a:solidFill>
                  <a:schemeClr val="accent6"/>
                </a:solidFill>
              </a:rPr>
              <a:t>Physics simulation graph rendering.</a:t>
            </a:r>
          </a:p>
          <a:p>
            <a:pPr marL="12700" marR="5080"/>
            <a:endParaRPr lang="en-US" sz="1400" kern="0" spc="-80" dirty="0">
              <a:solidFill>
                <a:schemeClr val="accent6"/>
              </a:solidFill>
            </a:endParaRPr>
          </a:p>
          <a:p>
            <a:pPr marL="12700" marR="5080"/>
            <a:r>
              <a:rPr lang="en-US" sz="1400" kern="0" spc="-80" dirty="0">
                <a:solidFill>
                  <a:schemeClr val="accent2"/>
                </a:solidFill>
              </a:rPr>
              <a:t>7️⃣ HIGH-PERFORMANCE / BIG DATA VISUALIZATION</a:t>
            </a:r>
          </a:p>
          <a:p>
            <a:pPr marL="12700" marR="5080"/>
            <a:r>
              <a:rPr lang="en-US" sz="1400" kern="0" spc="-80" dirty="0">
                <a:solidFill>
                  <a:schemeClr val="accent2"/>
                </a:solidFill>
              </a:rPr>
              <a:t>7.1 regl.js</a:t>
            </a:r>
          </a:p>
          <a:p>
            <a:pPr marL="12700" marR="5080"/>
            <a:r>
              <a:rPr lang="en-US" sz="1400" kern="0" spc="-80" dirty="0">
                <a:solidFill>
                  <a:schemeClr val="accent6"/>
                </a:solidFill>
              </a:rPr>
              <a:t>Functional reactive abstraction over WebGL</a:t>
            </a:r>
          </a:p>
          <a:p>
            <a:pPr marL="12700" marR="5080"/>
            <a:r>
              <a:rPr lang="en-US" sz="1400" kern="0" spc="-80" dirty="0">
                <a:solidFill>
                  <a:schemeClr val="accent6"/>
                </a:solidFill>
              </a:rPr>
              <a:t>Extremely fast.</a:t>
            </a:r>
          </a:p>
          <a:p>
            <a:pPr marL="12700" marR="5080"/>
            <a:r>
              <a:rPr lang="en-US" sz="1400" kern="0" spc="-80" dirty="0">
                <a:solidFill>
                  <a:schemeClr val="accent2"/>
                </a:solidFill>
              </a:rPr>
              <a:t>7.2 </a:t>
            </a:r>
            <a:r>
              <a:rPr lang="en-US" sz="1400" kern="0" spc="-80" dirty="0" err="1">
                <a:solidFill>
                  <a:schemeClr val="accent2"/>
                </a:solidFill>
              </a:rPr>
              <a:t>PixiJS</a:t>
            </a:r>
            <a:endParaRPr lang="en-US" sz="1400" kern="0" spc="-80" dirty="0">
              <a:solidFill>
                <a:schemeClr val="accent2"/>
              </a:solidFill>
            </a:endParaRPr>
          </a:p>
          <a:p>
            <a:pPr marL="12700" marR="5080"/>
            <a:r>
              <a:rPr lang="en-US" sz="1400" kern="0" spc="-80" dirty="0">
                <a:solidFill>
                  <a:schemeClr val="accent6"/>
                </a:solidFill>
              </a:rPr>
              <a:t>2D WebGL renderer</a:t>
            </a:r>
          </a:p>
          <a:p>
            <a:pPr marL="12700" marR="5080"/>
            <a:r>
              <a:rPr lang="en-US" sz="1400" kern="0" spc="-80" dirty="0">
                <a:solidFill>
                  <a:schemeClr val="accent6"/>
                </a:solidFill>
              </a:rPr>
              <a:t>Used for game-level speed.</a:t>
            </a:r>
          </a:p>
          <a:p>
            <a:pPr marL="12700" marR="5080"/>
            <a:r>
              <a:rPr lang="en-US" sz="1400" kern="0" spc="-80" dirty="0">
                <a:solidFill>
                  <a:schemeClr val="accent2"/>
                </a:solidFill>
              </a:rPr>
              <a:t>7.3 </a:t>
            </a:r>
            <a:r>
              <a:rPr lang="en-US" sz="1400" kern="0" spc="-80" dirty="0" err="1">
                <a:solidFill>
                  <a:schemeClr val="accent2"/>
                </a:solidFill>
              </a:rPr>
              <a:t>LightningChart</a:t>
            </a:r>
            <a:r>
              <a:rPr lang="en-US" sz="1400" kern="0" spc="-80" dirty="0">
                <a:solidFill>
                  <a:schemeClr val="accent2"/>
                </a:solidFill>
              </a:rPr>
              <a:t> / </a:t>
            </a:r>
            <a:r>
              <a:rPr lang="en-US" sz="1400" kern="0" spc="-80" dirty="0" err="1">
                <a:solidFill>
                  <a:schemeClr val="accent2"/>
                </a:solidFill>
              </a:rPr>
              <a:t>SciChart</a:t>
            </a:r>
            <a:r>
              <a:rPr lang="en-US" sz="1400" kern="0" spc="-80" dirty="0">
                <a:solidFill>
                  <a:schemeClr val="accent2"/>
                </a:solidFill>
              </a:rPr>
              <a:t> (commercial)</a:t>
            </a:r>
          </a:p>
          <a:p>
            <a:pPr marL="12700" marR="5080"/>
            <a:r>
              <a:rPr lang="en-US" sz="1400" kern="0" spc="-80" dirty="0">
                <a:solidFill>
                  <a:schemeClr val="accent6"/>
                </a:solidFill>
              </a:rPr>
              <a:t>Real-time data plotting</a:t>
            </a:r>
          </a:p>
          <a:p>
            <a:pPr marL="12700" marR="5080"/>
            <a:r>
              <a:rPr lang="en-US" sz="1400" kern="0" spc="-80" dirty="0">
                <a:solidFill>
                  <a:schemeClr val="accent6"/>
                </a:solidFill>
              </a:rPr>
              <a:t>Millions of points</a:t>
            </a:r>
          </a:p>
          <a:p>
            <a:pPr marL="12700" marR="5080"/>
            <a:r>
              <a:rPr lang="en-US" sz="1400" kern="0" spc="-80" dirty="0">
                <a:solidFill>
                  <a:schemeClr val="accent6"/>
                </a:solidFill>
              </a:rPr>
              <a:t>GPU accelerated</a:t>
            </a:r>
          </a:p>
        </p:txBody>
      </p:sp>
    </p:spTree>
    <p:extLst>
      <p:ext uri="{BB962C8B-B14F-4D97-AF65-F5344CB8AC3E}">
        <p14:creationId xmlns:p14="http://schemas.microsoft.com/office/powerpoint/2010/main" val="851214182"/>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1BC91-5C47-00F3-5222-B2CDAF4E8B8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A6AEE88-2B50-1FD9-1D63-B2F20A56C42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509BADA-2E91-C851-7CBD-F62EFC9CA64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4372D41-911D-FAC3-1C47-35C57BAA29A7}"/>
              </a:ext>
            </a:extLst>
          </p:cNvPr>
          <p:cNvGraphicFramePr/>
          <p:nvPr>
            <p:extLst>
              <p:ext uri="{D42A27DB-BD31-4B8C-83A1-F6EECF244321}">
                <p14:modId xmlns:p14="http://schemas.microsoft.com/office/powerpoint/2010/main" val="376229700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391C8DF-16BA-BB75-D9B9-865FD16AF48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D6AC6D3-2623-A9C9-5C2E-99469E8BD42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35F51A2-A195-5902-ED9D-D9120F2BE72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6839F52-08AD-39D3-5591-9EC6365C0B4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68B6AB4-2405-3B9C-4155-66111003736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C475468-918D-E19D-917D-82CEBF2786D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3CDC027-E08C-DCDF-382A-FADF575A4774}"/>
              </a:ext>
            </a:extLst>
          </p:cNvPr>
          <p:cNvSpPr txBox="1">
            <a:spLocks/>
          </p:cNvSpPr>
          <p:nvPr/>
        </p:nvSpPr>
        <p:spPr>
          <a:xfrm>
            <a:off x="152400" y="685800"/>
            <a:ext cx="8624937" cy="56015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6️⃣ GRAPH / NETWORK VISUALIZATION APIs</a:t>
            </a:r>
          </a:p>
          <a:p>
            <a:pPr marL="12700" marR="5080"/>
            <a:r>
              <a:rPr lang="en-US" sz="1400" kern="0" spc="-80" dirty="0">
                <a:solidFill>
                  <a:schemeClr val="accent2"/>
                </a:solidFill>
              </a:rPr>
              <a:t>7.4 </a:t>
            </a:r>
            <a:r>
              <a:rPr lang="en-US" sz="1400" kern="0" spc="-80" dirty="0" err="1">
                <a:solidFill>
                  <a:schemeClr val="accent2"/>
                </a:solidFill>
              </a:rPr>
              <a:t>HoloViz</a:t>
            </a:r>
            <a:r>
              <a:rPr lang="en-US" sz="1400" kern="0" spc="-80" dirty="0">
                <a:solidFill>
                  <a:schemeClr val="accent2"/>
                </a:solidFill>
              </a:rPr>
              <a:t> / Bokeh + Panel (via </a:t>
            </a:r>
            <a:r>
              <a:rPr lang="en-US" sz="1400" kern="0" spc="-80" dirty="0" err="1">
                <a:solidFill>
                  <a:schemeClr val="accent2"/>
                </a:solidFill>
              </a:rPr>
              <a:t>Pyodide</a:t>
            </a:r>
            <a:r>
              <a:rPr lang="en-US" sz="1400" kern="0" spc="-80" dirty="0">
                <a:solidFill>
                  <a:schemeClr val="accent2"/>
                </a:solidFill>
              </a:rPr>
              <a:t> in browser)</a:t>
            </a:r>
          </a:p>
          <a:p>
            <a:pPr marL="12700" marR="5080"/>
            <a:r>
              <a:rPr lang="en-US" sz="1400" kern="0" spc="-80" dirty="0">
                <a:solidFill>
                  <a:schemeClr val="accent6"/>
                </a:solidFill>
              </a:rPr>
              <a:t>Python-driven browser visualizations (advanced use case)</a:t>
            </a:r>
          </a:p>
          <a:p>
            <a:pPr marL="12700" marR="5080"/>
            <a:endParaRPr lang="en-US" sz="1400" kern="0" spc="-80" dirty="0">
              <a:solidFill>
                <a:schemeClr val="accent6"/>
              </a:solidFill>
            </a:endParaRPr>
          </a:p>
          <a:p>
            <a:pPr marL="12700" marR="5080"/>
            <a:r>
              <a:rPr lang="en-US" sz="1400" kern="0" spc="-80" dirty="0">
                <a:solidFill>
                  <a:schemeClr val="accent2"/>
                </a:solidFill>
              </a:rPr>
              <a:t>8️⃣ DANIELS OF INTERACTION AND UX FOR VISUALIZATIONS</a:t>
            </a:r>
          </a:p>
          <a:p>
            <a:pPr marL="12700" marR="5080"/>
            <a:r>
              <a:rPr lang="en-US" sz="1400" kern="0" spc="-80" dirty="0">
                <a:solidFill>
                  <a:schemeClr val="accent2"/>
                </a:solidFill>
              </a:rPr>
              <a:t>8.1 Gesture &amp; Interaction APIs</a:t>
            </a:r>
          </a:p>
          <a:p>
            <a:pPr marL="12700" marR="5080"/>
            <a:r>
              <a:rPr lang="en-US" sz="1400" kern="0" spc="-80" dirty="0">
                <a:solidFill>
                  <a:schemeClr val="accent6"/>
                </a:solidFill>
              </a:rPr>
              <a:t>Pointer Events API (unified mouse/touch/pen)</a:t>
            </a:r>
          </a:p>
          <a:p>
            <a:pPr marL="12700" marR="5080"/>
            <a:r>
              <a:rPr lang="en-US" sz="1400" kern="0" spc="-80" dirty="0">
                <a:solidFill>
                  <a:schemeClr val="accent6"/>
                </a:solidFill>
              </a:rPr>
              <a:t>Drag, zoom &amp; pan behaviors (D3-zoom)</a:t>
            </a:r>
          </a:p>
          <a:p>
            <a:pPr marL="12700" marR="5080"/>
            <a:r>
              <a:rPr lang="en-US" sz="1400" kern="0" spc="-80" dirty="0">
                <a:solidFill>
                  <a:schemeClr val="accent6"/>
                </a:solidFill>
              </a:rPr>
              <a:t>Wheel events</a:t>
            </a:r>
          </a:p>
          <a:p>
            <a:pPr marL="12700" marR="5080"/>
            <a:r>
              <a:rPr lang="en-US" sz="1400" kern="0" spc="-80" dirty="0">
                <a:solidFill>
                  <a:schemeClr val="accent6"/>
                </a:solidFill>
              </a:rPr>
              <a:t>Hit testing (Canvas vs SVG)</a:t>
            </a:r>
          </a:p>
          <a:p>
            <a:pPr marL="12700" marR="5080"/>
            <a:endParaRPr lang="en-US" sz="1400" kern="0" spc="-80" dirty="0">
              <a:solidFill>
                <a:schemeClr val="accent6"/>
              </a:solidFill>
            </a:endParaRPr>
          </a:p>
          <a:p>
            <a:pPr marL="12700" marR="5080"/>
            <a:r>
              <a:rPr lang="en-US" sz="1400" kern="0" spc="-80" dirty="0">
                <a:solidFill>
                  <a:schemeClr val="accent2"/>
                </a:solidFill>
              </a:rPr>
              <a:t>8.2 Accessibility (A11y)</a:t>
            </a:r>
          </a:p>
          <a:p>
            <a:pPr marL="12700" marR="5080"/>
            <a:r>
              <a:rPr lang="en-US" sz="1400" kern="0" spc="-80" dirty="0">
                <a:solidFill>
                  <a:schemeClr val="accent6"/>
                </a:solidFill>
              </a:rPr>
              <a:t>ARIA roles for charts</a:t>
            </a:r>
          </a:p>
          <a:p>
            <a:pPr marL="12700" marR="5080"/>
            <a:r>
              <a:rPr lang="en-US" sz="1400" kern="0" spc="-80" dirty="0">
                <a:solidFill>
                  <a:schemeClr val="accent6"/>
                </a:solidFill>
              </a:rPr>
              <a:t>Keyboard navigation</a:t>
            </a:r>
          </a:p>
          <a:p>
            <a:pPr marL="12700" marR="5080"/>
            <a:r>
              <a:rPr lang="en-US" sz="1400" kern="0" spc="-80" dirty="0">
                <a:solidFill>
                  <a:schemeClr val="accent6"/>
                </a:solidFill>
              </a:rPr>
              <a:t>High contrast themes</a:t>
            </a:r>
          </a:p>
          <a:p>
            <a:pPr marL="12700" marR="5080"/>
            <a:endParaRPr lang="en-US" sz="1400" kern="0" spc="-80" dirty="0">
              <a:solidFill>
                <a:schemeClr val="accent6"/>
              </a:solidFill>
            </a:endParaRPr>
          </a:p>
          <a:p>
            <a:pPr marL="12700" marR="5080"/>
            <a:r>
              <a:rPr lang="en-US" sz="1400" kern="0" spc="-80" dirty="0">
                <a:solidFill>
                  <a:schemeClr val="accent2"/>
                </a:solidFill>
              </a:rPr>
              <a:t>8.3 Responsive visualizations</a:t>
            </a:r>
          </a:p>
          <a:p>
            <a:pPr marL="12700" marR="5080"/>
            <a:r>
              <a:rPr lang="en-US" sz="1400" kern="0" spc="-80" dirty="0" err="1">
                <a:solidFill>
                  <a:schemeClr val="accent6"/>
                </a:solidFill>
              </a:rPr>
              <a:t>ViewBox</a:t>
            </a:r>
            <a:r>
              <a:rPr lang="en-US" sz="1400" kern="0" spc="-80" dirty="0">
                <a:solidFill>
                  <a:schemeClr val="accent6"/>
                </a:solidFill>
              </a:rPr>
              <a:t> scaling (SVG)</a:t>
            </a:r>
          </a:p>
          <a:p>
            <a:pPr marL="12700" marR="5080"/>
            <a:r>
              <a:rPr lang="en-US" sz="1400" kern="0" spc="-80" dirty="0" err="1">
                <a:solidFill>
                  <a:schemeClr val="accent6"/>
                </a:solidFill>
              </a:rPr>
              <a:t>DevicePixelRatio</a:t>
            </a:r>
            <a:r>
              <a:rPr lang="en-US" sz="1400" kern="0" spc="-80" dirty="0">
                <a:solidFill>
                  <a:schemeClr val="accent6"/>
                </a:solidFill>
              </a:rPr>
              <a:t> handling (Canvas)</a:t>
            </a:r>
          </a:p>
          <a:p>
            <a:pPr marL="12700" marR="5080"/>
            <a:r>
              <a:rPr lang="en-US" sz="1400" kern="0" spc="-80" dirty="0" err="1">
                <a:solidFill>
                  <a:schemeClr val="accent6"/>
                </a:solidFill>
              </a:rPr>
              <a:t>ResizeObserver</a:t>
            </a:r>
            <a:r>
              <a:rPr lang="en-US" sz="1400" kern="0" spc="-80" dirty="0">
                <a:solidFill>
                  <a:schemeClr val="accent6"/>
                </a:solidFill>
              </a:rPr>
              <a:t> API</a:t>
            </a:r>
          </a:p>
          <a:p>
            <a:pPr marL="12700" marR="5080"/>
            <a:endParaRPr lang="en-US" sz="1400" kern="0" spc="-80" dirty="0">
              <a:solidFill>
                <a:schemeClr val="accent6"/>
              </a:solidFill>
            </a:endParaRPr>
          </a:p>
          <a:p>
            <a:pPr marL="12700" marR="5080"/>
            <a:r>
              <a:rPr lang="en-US" sz="1400" kern="0" spc="-80" dirty="0">
                <a:solidFill>
                  <a:schemeClr val="accent2"/>
                </a:solidFill>
              </a:rPr>
              <a:t>9️⃣ DATA PIPELINE &amp; COMPUTATION FOR VISUALIZATION</a:t>
            </a:r>
          </a:p>
          <a:p>
            <a:pPr marL="12700" marR="5080"/>
            <a:r>
              <a:rPr lang="en-US" sz="1400" kern="0" spc="-80" dirty="0">
                <a:solidFill>
                  <a:schemeClr val="accent2"/>
                </a:solidFill>
              </a:rPr>
              <a:t>9.1 Fetch / Axios / </a:t>
            </a:r>
            <a:r>
              <a:rPr lang="en-US" sz="1400" kern="0" spc="-80" dirty="0" err="1">
                <a:solidFill>
                  <a:schemeClr val="accent2"/>
                </a:solidFill>
              </a:rPr>
              <a:t>GraphQL</a:t>
            </a:r>
            <a:endParaRPr lang="en-US" sz="1400" kern="0" spc="-80" dirty="0">
              <a:solidFill>
                <a:schemeClr val="accent2"/>
              </a:solidFill>
            </a:endParaRPr>
          </a:p>
          <a:p>
            <a:pPr marL="12700" marR="5080"/>
            <a:r>
              <a:rPr lang="en-US" sz="1400" kern="0" spc="-80" dirty="0">
                <a:solidFill>
                  <a:schemeClr val="accent6"/>
                </a:solidFill>
              </a:rPr>
              <a:t>Fetch APIs for server-side data.</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322168646"/>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CECBD-491B-40B0-08A8-2076DCE7872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8CB8712-1AFF-FC94-DAA6-9787C7A0F75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BAB323D-CE61-36DF-EDC5-1A81E2BD880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22F9D8C-B16D-74FD-F77E-9A44C3FEF14C}"/>
              </a:ext>
            </a:extLst>
          </p:cNvPr>
          <p:cNvGraphicFramePr/>
          <p:nvPr>
            <p:extLst>
              <p:ext uri="{D42A27DB-BD31-4B8C-83A1-F6EECF244321}">
                <p14:modId xmlns:p14="http://schemas.microsoft.com/office/powerpoint/2010/main" val="8965488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2152CDB-7447-07DF-684E-38AEC64924B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89E22C2-0A3E-3D60-609A-30FA7B7A89D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8E0B78-D37D-7D20-4D03-5D3173EDA9A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40C1732-E5B6-6698-86CC-01ED9D40FC4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8F3644A-5483-36A1-4E19-F043E4EAFDB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B8B7B39-E7F9-F592-CB0B-21F0D68ED1F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E1921FB-D0C4-849E-0C55-AE6729F32AC4}"/>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9️⃣ DATA PIPELINE &amp; COMPUTATION FOR VISUALIZATION</a:t>
            </a:r>
          </a:p>
          <a:p>
            <a:pPr marL="12700" marR="5080"/>
            <a:r>
              <a:rPr lang="en-US" sz="1400" kern="0" spc="-80" dirty="0">
                <a:solidFill>
                  <a:schemeClr val="accent2"/>
                </a:solidFill>
              </a:rPr>
              <a:t>9.2 Web Workers</a:t>
            </a:r>
          </a:p>
          <a:p>
            <a:pPr marL="12700" marR="5080"/>
            <a:r>
              <a:rPr lang="en-US" sz="1400" kern="0" spc="-80" dirty="0">
                <a:solidFill>
                  <a:schemeClr val="accent6"/>
                </a:solidFill>
              </a:rPr>
              <a:t>Offload data parsing and computation</a:t>
            </a:r>
          </a:p>
          <a:p>
            <a:pPr marL="12700" marR="5080"/>
            <a:r>
              <a:rPr lang="en-US" sz="1400" kern="0" spc="-80" dirty="0">
                <a:solidFill>
                  <a:schemeClr val="accent6"/>
                </a:solidFill>
              </a:rPr>
              <a:t>Ideal for big CSV/JSON files.</a:t>
            </a:r>
          </a:p>
          <a:p>
            <a:pPr marL="12700" marR="5080"/>
            <a:r>
              <a:rPr lang="en-US" sz="1400" kern="0" spc="-80" dirty="0">
                <a:solidFill>
                  <a:schemeClr val="accent2"/>
                </a:solidFill>
              </a:rPr>
              <a:t>9.3 </a:t>
            </a:r>
            <a:r>
              <a:rPr lang="en-US" sz="1400" kern="0" spc="-80" dirty="0" err="1">
                <a:solidFill>
                  <a:schemeClr val="accent2"/>
                </a:solidFill>
              </a:rPr>
              <a:t>WebAssembly</a:t>
            </a:r>
            <a:r>
              <a:rPr lang="en-US" sz="1400" kern="0" spc="-80" dirty="0">
                <a:solidFill>
                  <a:schemeClr val="accent2"/>
                </a:solidFill>
              </a:rPr>
              <a:t> (WASM)</a:t>
            </a:r>
          </a:p>
          <a:p>
            <a:pPr marL="12700" marR="5080"/>
            <a:r>
              <a:rPr lang="en-US" sz="1400" kern="0" spc="-80" dirty="0">
                <a:solidFill>
                  <a:schemeClr val="accent6"/>
                </a:solidFill>
              </a:rPr>
              <a:t>Ultra-fast data processing for large visualizations.</a:t>
            </a:r>
          </a:p>
          <a:p>
            <a:pPr marL="12700" marR="5080"/>
            <a:endParaRPr lang="en-US" sz="1400" kern="0" spc="-80" dirty="0">
              <a:solidFill>
                <a:schemeClr val="accent6"/>
              </a:solidFill>
            </a:endParaRPr>
          </a:p>
          <a:p>
            <a:pPr marL="12700" marR="5080"/>
            <a:r>
              <a:rPr lang="en-US" sz="1400" kern="0" spc="-80" dirty="0">
                <a:solidFill>
                  <a:schemeClr val="accent2"/>
                </a:solidFill>
              </a:rPr>
              <a:t>🔟 WHEN TO USE WHAT (QUICK DECISION GUIDE)</a:t>
            </a:r>
          </a:p>
          <a:p>
            <a:pPr marL="12700" marR="5080"/>
            <a:r>
              <a:rPr lang="en-US" sz="1400" kern="0" spc="-80" dirty="0">
                <a:solidFill>
                  <a:schemeClr val="accent2"/>
                </a:solidFill>
              </a:rPr>
              <a:t>Requirement	                                                            Best Choice</a:t>
            </a:r>
          </a:p>
          <a:p>
            <a:pPr marL="12700" marR="5080"/>
            <a:r>
              <a:rPr lang="en-US" sz="1400" kern="0" spc="-80" dirty="0">
                <a:solidFill>
                  <a:schemeClr val="accent6"/>
                </a:solidFill>
              </a:rPr>
              <a:t>Simple charts	                                                            Chart.js, Recharts</a:t>
            </a:r>
          </a:p>
          <a:p>
            <a:pPr marL="12700" marR="5080"/>
            <a:r>
              <a:rPr lang="en-US" sz="1400" kern="0" spc="-80" dirty="0">
                <a:solidFill>
                  <a:schemeClr val="accent6"/>
                </a:solidFill>
              </a:rPr>
              <a:t>Complex/custom visualizations	                                         D3.js</a:t>
            </a:r>
          </a:p>
          <a:p>
            <a:pPr marL="12700" marR="5080"/>
            <a:r>
              <a:rPr lang="en-US" sz="1400" kern="0" spc="-80" dirty="0">
                <a:solidFill>
                  <a:schemeClr val="accent6"/>
                </a:solidFill>
              </a:rPr>
              <a:t>High-performance big data	                                         WebGL (</a:t>
            </a:r>
            <a:r>
              <a:rPr lang="en-US" sz="1400" kern="0" spc="-80" dirty="0" err="1">
                <a:solidFill>
                  <a:schemeClr val="accent6"/>
                </a:solidFill>
              </a:rPr>
              <a:t>regl</a:t>
            </a:r>
            <a:r>
              <a:rPr lang="en-US" sz="1400" kern="0" spc="-80" dirty="0">
                <a:solidFill>
                  <a:schemeClr val="accent6"/>
                </a:solidFill>
              </a:rPr>
              <a:t>), Deck.gl</a:t>
            </a:r>
          </a:p>
          <a:p>
            <a:pPr marL="12700" marR="5080"/>
            <a:r>
              <a:rPr lang="en-US" sz="1400" kern="0" spc="-80" dirty="0">
                <a:solidFill>
                  <a:schemeClr val="accent6"/>
                </a:solidFill>
              </a:rPr>
              <a:t>3D environments	                                                            Three.js, Babylon.js</a:t>
            </a:r>
          </a:p>
          <a:p>
            <a:pPr marL="12700" marR="5080"/>
            <a:r>
              <a:rPr lang="en-US" sz="1400" kern="0" spc="-80" dirty="0">
                <a:solidFill>
                  <a:schemeClr val="accent6"/>
                </a:solidFill>
              </a:rPr>
              <a:t>Maps &amp; geospatial	                                                            </a:t>
            </a:r>
            <a:r>
              <a:rPr lang="en-US" sz="1400" kern="0" spc="-80" dirty="0" err="1">
                <a:solidFill>
                  <a:schemeClr val="accent6"/>
                </a:solidFill>
              </a:rPr>
              <a:t>Mapbox</a:t>
            </a:r>
            <a:r>
              <a:rPr lang="en-US" sz="1400" kern="0" spc="-80" dirty="0">
                <a:solidFill>
                  <a:schemeClr val="accent6"/>
                </a:solidFill>
              </a:rPr>
              <a:t> GL, Leaflet, </a:t>
            </a:r>
            <a:r>
              <a:rPr lang="en-US" sz="1400" kern="0" spc="-80" dirty="0" err="1">
                <a:solidFill>
                  <a:schemeClr val="accent6"/>
                </a:solidFill>
              </a:rPr>
              <a:t>OpenLayers</a:t>
            </a:r>
            <a:endParaRPr lang="en-US" sz="1400" kern="0" spc="-80" dirty="0">
              <a:solidFill>
                <a:schemeClr val="accent6"/>
              </a:solidFill>
            </a:endParaRPr>
          </a:p>
          <a:p>
            <a:pPr marL="12700" marR="5080"/>
            <a:r>
              <a:rPr lang="en-US" sz="1400" kern="0" spc="-80" dirty="0">
                <a:solidFill>
                  <a:schemeClr val="accent6"/>
                </a:solidFill>
              </a:rPr>
              <a:t>Vector interactive graphics	                                         SVG, D3</a:t>
            </a:r>
          </a:p>
          <a:p>
            <a:pPr marL="12700" marR="5080"/>
            <a:r>
              <a:rPr lang="en-US" sz="1400" kern="0" spc="-80" dirty="0">
                <a:solidFill>
                  <a:schemeClr val="accent6"/>
                </a:solidFill>
              </a:rPr>
              <a:t>Pixel-heavy, fast rendering	                                         Canvas, </a:t>
            </a:r>
            <a:r>
              <a:rPr lang="en-US" sz="1400" kern="0" spc="-80" dirty="0" err="1">
                <a:solidFill>
                  <a:schemeClr val="accent6"/>
                </a:solidFill>
              </a:rPr>
              <a:t>PixiJS</a:t>
            </a:r>
            <a:endParaRPr lang="en-US" sz="1400" kern="0" spc="-80" dirty="0">
              <a:solidFill>
                <a:schemeClr val="accent6"/>
              </a:solidFill>
            </a:endParaRPr>
          </a:p>
          <a:p>
            <a:pPr marL="12700" marR="5080"/>
            <a:r>
              <a:rPr lang="en-US" sz="1400" kern="0" spc="-80" dirty="0">
                <a:solidFill>
                  <a:schemeClr val="accent6"/>
                </a:solidFill>
              </a:rPr>
              <a:t>VR/AR	                                                                                </a:t>
            </a:r>
            <a:r>
              <a:rPr lang="en-US" sz="1400" kern="0" spc="-80" dirty="0" err="1">
                <a:solidFill>
                  <a:schemeClr val="accent6"/>
                </a:solidFill>
              </a:rPr>
              <a:t>WebXR</a:t>
            </a:r>
            <a:r>
              <a:rPr lang="en-US" sz="1400" kern="0" spc="-80" dirty="0">
                <a:solidFill>
                  <a:schemeClr val="accent6"/>
                </a:solidFill>
              </a:rPr>
              <a:t> + Three.js</a:t>
            </a:r>
          </a:p>
          <a:p>
            <a:pPr marL="12700" marR="5080"/>
            <a:r>
              <a:rPr lang="en-US" sz="1400" kern="0" spc="-80" dirty="0">
                <a:solidFill>
                  <a:schemeClr val="accent6"/>
                </a:solidFill>
              </a:rPr>
              <a:t>Declarative grammar	                                                            Vega, Observable Plot</a:t>
            </a:r>
          </a:p>
          <a:p>
            <a:pPr marL="12700" marR="5080"/>
            <a:r>
              <a:rPr lang="en-US" sz="1400" kern="0" spc="-80" dirty="0">
                <a:solidFill>
                  <a:schemeClr val="accent6"/>
                </a:solidFill>
              </a:rPr>
              <a:t>Graph networks	                                                            Cytoscape.js, Sigma.js</a:t>
            </a:r>
          </a:p>
          <a:p>
            <a:pPr marL="12700" marR="5080"/>
            <a:endParaRPr lang="en-US" sz="1400" kern="0" spc="-80" dirty="0">
              <a:solidFill>
                <a:schemeClr val="accent6"/>
              </a:solidFill>
            </a:endParaRPr>
          </a:p>
          <a:p>
            <a:pPr marL="12700" marR="5080"/>
            <a:r>
              <a:rPr lang="en-US" sz="1400" kern="0" spc="-80" dirty="0">
                <a:solidFill>
                  <a:schemeClr val="accent2"/>
                </a:solidFill>
              </a:rPr>
              <a:t>For Further Exploration</a:t>
            </a:r>
          </a:p>
          <a:p>
            <a:pPr marL="12700" marR="5080"/>
            <a:r>
              <a:rPr lang="en-US" sz="1400" dirty="0">
                <a:hlinkClick r:id="rId8"/>
              </a:rPr>
              <a:t>Let’s Learn D3.js</a:t>
            </a:r>
            <a:endParaRPr lang="en-US" sz="1400" dirty="0"/>
          </a:p>
          <a:p>
            <a:pPr marL="12700" marR="5080"/>
            <a:r>
              <a:rPr lang="en-US" sz="1400" dirty="0">
                <a:hlinkClick r:id="rId9"/>
              </a:rPr>
              <a:t>Three.js and TypeScript | Udemy</a:t>
            </a:r>
            <a:endParaRPr lang="en-US" sz="1400" dirty="0"/>
          </a:p>
          <a:p>
            <a:pPr marL="12700" marR="5080"/>
            <a:r>
              <a:rPr lang="en-US" sz="1400" dirty="0">
                <a:hlinkClick r:id="rId10"/>
              </a:rPr>
              <a:t>Display and analyze GIS data on the web with Leaflet | Udemy</a:t>
            </a:r>
            <a:endParaRPr lang="en-US" sz="1400" kern="0" spc="-80" dirty="0">
              <a:solidFill>
                <a:schemeClr val="accent2"/>
              </a:solidFill>
            </a:endParaRPr>
          </a:p>
          <a:p>
            <a:pPr marL="12700" marR="5080"/>
            <a:endParaRPr lang="en-US" sz="1400" kern="0" spc="-80" dirty="0">
              <a:solidFill>
                <a:schemeClr val="accent6"/>
              </a:solidFill>
            </a:endParaRPr>
          </a:p>
          <a:p>
            <a:pPr marL="12700" marR="5080"/>
            <a:endParaRPr lang="en-US" sz="2000" kern="0" spc="-80" dirty="0">
              <a:solidFill>
                <a:schemeClr val="accent2"/>
              </a:solidFill>
            </a:endParaRPr>
          </a:p>
        </p:txBody>
      </p:sp>
    </p:spTree>
    <p:extLst>
      <p:ext uri="{BB962C8B-B14F-4D97-AF65-F5344CB8AC3E}">
        <p14:creationId xmlns:p14="http://schemas.microsoft.com/office/powerpoint/2010/main" val="3963328749"/>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82FAEA-BCAD-D2D7-0A67-4E4AC8BC3B4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6372886-E94F-F506-CDC6-2675911391F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8492ACE-0347-46A4-3759-2B0C96C8DA2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D530613-7385-E7CC-CC87-21C297DD7E7C}"/>
              </a:ext>
            </a:extLst>
          </p:cNvPr>
          <p:cNvGraphicFramePr/>
          <p:nvPr>
            <p:extLst>
              <p:ext uri="{D42A27DB-BD31-4B8C-83A1-F6EECF244321}">
                <p14:modId xmlns:p14="http://schemas.microsoft.com/office/powerpoint/2010/main" val="243063106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06DB080-D2CB-5BD5-BAE1-98F58D3FF14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0F10DEE-7071-B4C3-75C6-854F0B41D9E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9F19526-D524-A8A3-8857-A39A28A02F0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7D64382-3574-7980-C5A1-114E3C6F433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C57BCD3-FF18-4A18-CC12-9DBF6CA1480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B892F62-DD6C-96A5-5917-FD8EC2D251E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F7627BE-4F5C-5E4C-A6C1-7AFC2AB59E1D}"/>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 Foundations of Native Mobile Development</a:t>
            </a:r>
          </a:p>
          <a:p>
            <a:pPr marL="12700" marR="5080"/>
            <a:r>
              <a:rPr lang="en-US" sz="1400" kern="0" spc="-80" dirty="0">
                <a:solidFill>
                  <a:schemeClr val="accent2"/>
                </a:solidFill>
              </a:rPr>
              <a:t>1.1 Platforms</a:t>
            </a:r>
          </a:p>
          <a:p>
            <a:pPr marL="12700" marR="5080"/>
            <a:r>
              <a:rPr lang="en-US" sz="1400" kern="0" spc="-80" dirty="0">
                <a:solidFill>
                  <a:schemeClr val="accent2"/>
                </a:solidFill>
              </a:rPr>
              <a:t>iOS</a:t>
            </a:r>
          </a:p>
          <a:p>
            <a:pPr marL="12700" marR="5080"/>
            <a:r>
              <a:rPr lang="en-US" sz="1400" kern="0" spc="-80" dirty="0">
                <a:solidFill>
                  <a:schemeClr val="accent2"/>
                </a:solidFill>
              </a:rPr>
              <a:t>OS: </a:t>
            </a:r>
            <a:r>
              <a:rPr lang="en-US" sz="1400" kern="0" spc="-80" dirty="0">
                <a:solidFill>
                  <a:schemeClr val="accent6"/>
                </a:solidFill>
              </a:rPr>
              <a:t>iOS, iPadOS</a:t>
            </a:r>
          </a:p>
          <a:p>
            <a:pPr marL="12700" marR="5080"/>
            <a:r>
              <a:rPr lang="en-US" sz="1400" kern="0" spc="-80" dirty="0">
                <a:solidFill>
                  <a:schemeClr val="accent2"/>
                </a:solidFill>
              </a:rPr>
              <a:t>Languages:</a:t>
            </a:r>
            <a:r>
              <a:rPr lang="en-US" sz="1400" kern="0" spc="-80" dirty="0">
                <a:solidFill>
                  <a:schemeClr val="accent6"/>
                </a:solidFill>
              </a:rPr>
              <a:t> Swift, Objective-C</a:t>
            </a:r>
          </a:p>
          <a:p>
            <a:pPr marL="12700" marR="5080"/>
            <a:r>
              <a:rPr lang="en-US" sz="1400" kern="0" spc="-80" dirty="0">
                <a:solidFill>
                  <a:schemeClr val="accent2"/>
                </a:solidFill>
              </a:rPr>
              <a:t>Frameworks: </a:t>
            </a:r>
            <a:r>
              <a:rPr lang="en-US" sz="1400" kern="0" spc="-80" dirty="0" err="1">
                <a:solidFill>
                  <a:schemeClr val="accent6"/>
                </a:solidFill>
              </a:rPr>
              <a:t>UIKit</a:t>
            </a:r>
            <a:r>
              <a:rPr lang="en-US" sz="1400" kern="0" spc="-80" dirty="0">
                <a:solidFill>
                  <a:schemeClr val="accent6"/>
                </a:solidFill>
              </a:rPr>
              <a:t>, </a:t>
            </a:r>
            <a:r>
              <a:rPr lang="en-US" sz="1400" kern="0" spc="-80" dirty="0" err="1">
                <a:solidFill>
                  <a:schemeClr val="accent6"/>
                </a:solidFill>
              </a:rPr>
              <a:t>SwiftUI</a:t>
            </a:r>
            <a:r>
              <a:rPr lang="en-US" sz="1400" kern="0" spc="-80" dirty="0">
                <a:solidFill>
                  <a:schemeClr val="accent6"/>
                </a:solidFill>
              </a:rPr>
              <a:t>, </a:t>
            </a:r>
            <a:r>
              <a:rPr lang="en-US" sz="1400" kern="0" spc="-80" dirty="0" err="1">
                <a:solidFill>
                  <a:schemeClr val="accent6"/>
                </a:solidFill>
              </a:rPr>
              <a:t>AVFoundation</a:t>
            </a:r>
            <a:r>
              <a:rPr lang="en-US" sz="1400" kern="0" spc="-80" dirty="0">
                <a:solidFill>
                  <a:schemeClr val="accent6"/>
                </a:solidFill>
              </a:rPr>
              <a:t>, </a:t>
            </a:r>
            <a:r>
              <a:rPr lang="en-US" sz="1400" kern="0" spc="-80" dirty="0" err="1">
                <a:solidFill>
                  <a:schemeClr val="accent6"/>
                </a:solidFill>
              </a:rPr>
              <a:t>CoreData</a:t>
            </a:r>
            <a:r>
              <a:rPr lang="en-US" sz="1400" kern="0" spc="-80" dirty="0">
                <a:solidFill>
                  <a:schemeClr val="accent6"/>
                </a:solidFill>
              </a:rPr>
              <a:t>, </a:t>
            </a:r>
            <a:r>
              <a:rPr lang="en-US" sz="1400" kern="0" spc="-80" dirty="0" err="1">
                <a:solidFill>
                  <a:schemeClr val="accent6"/>
                </a:solidFill>
              </a:rPr>
              <a:t>CoreAnimation</a:t>
            </a:r>
            <a:r>
              <a:rPr lang="en-US" sz="1400" kern="0" spc="-80" dirty="0">
                <a:solidFill>
                  <a:schemeClr val="accent6"/>
                </a:solidFill>
              </a:rPr>
              <a:t>, Metal, Combine</a:t>
            </a:r>
          </a:p>
          <a:p>
            <a:pPr marL="12700" marR="5080"/>
            <a:r>
              <a:rPr lang="en-US" sz="1400" kern="0" spc="-80" dirty="0">
                <a:solidFill>
                  <a:schemeClr val="accent2"/>
                </a:solidFill>
              </a:rPr>
              <a:t>Build tools: </a:t>
            </a:r>
            <a:r>
              <a:rPr lang="en-US" sz="1400" kern="0" spc="-80" dirty="0">
                <a:solidFill>
                  <a:schemeClr val="accent6"/>
                </a:solidFill>
              </a:rPr>
              <a:t>Xcode, Swift Package Manager</a:t>
            </a:r>
          </a:p>
          <a:p>
            <a:pPr marL="12700" marR="5080"/>
            <a:r>
              <a:rPr lang="en-US" sz="1400" kern="0" spc="-80" dirty="0">
                <a:solidFill>
                  <a:schemeClr val="accent2"/>
                </a:solidFill>
              </a:rPr>
              <a:t>Runtime: </a:t>
            </a:r>
            <a:r>
              <a:rPr lang="en-US" sz="1400" kern="0" spc="-80" dirty="0">
                <a:solidFill>
                  <a:schemeClr val="accent6"/>
                </a:solidFill>
              </a:rPr>
              <a:t>Objective-C runtime, ARC (Automatic Reference Counting)</a:t>
            </a:r>
          </a:p>
          <a:p>
            <a:pPr marL="12700" marR="5080"/>
            <a:endParaRPr lang="en-US" sz="1400" kern="0" spc="-80" dirty="0">
              <a:solidFill>
                <a:schemeClr val="accent6"/>
              </a:solidFill>
            </a:endParaRPr>
          </a:p>
          <a:p>
            <a:pPr marL="12700" marR="5080"/>
            <a:r>
              <a:rPr lang="en-US" sz="1400" kern="0" spc="-80" dirty="0">
                <a:solidFill>
                  <a:schemeClr val="accent2"/>
                </a:solidFill>
              </a:rPr>
              <a:t>Android</a:t>
            </a:r>
          </a:p>
          <a:p>
            <a:pPr marL="12700" marR="5080"/>
            <a:r>
              <a:rPr lang="en-US" sz="1400" kern="0" spc="-80" dirty="0">
                <a:solidFill>
                  <a:schemeClr val="accent2"/>
                </a:solidFill>
              </a:rPr>
              <a:t>Languages:</a:t>
            </a:r>
            <a:r>
              <a:rPr lang="en-US" sz="1400" kern="0" spc="-80" dirty="0">
                <a:solidFill>
                  <a:schemeClr val="accent6"/>
                </a:solidFill>
              </a:rPr>
              <a:t> Kotlin, Java</a:t>
            </a:r>
          </a:p>
          <a:p>
            <a:pPr marL="12700" marR="5080"/>
            <a:r>
              <a:rPr lang="en-US" sz="1400" kern="0" spc="-80" dirty="0">
                <a:solidFill>
                  <a:schemeClr val="accent2"/>
                </a:solidFill>
              </a:rPr>
              <a:t>Frameworks: </a:t>
            </a:r>
            <a:r>
              <a:rPr lang="en-US" sz="1400" kern="0" spc="-80" dirty="0">
                <a:solidFill>
                  <a:schemeClr val="accent6"/>
                </a:solidFill>
              </a:rPr>
              <a:t>Jetpack Compose, View System, </a:t>
            </a:r>
            <a:r>
              <a:rPr lang="en-US" sz="1400" kern="0" spc="-80" dirty="0" err="1">
                <a:solidFill>
                  <a:schemeClr val="accent6"/>
                </a:solidFill>
              </a:rPr>
              <a:t>CameraX</a:t>
            </a:r>
            <a:r>
              <a:rPr lang="en-US" sz="1400" kern="0" spc="-80" dirty="0">
                <a:solidFill>
                  <a:schemeClr val="accent6"/>
                </a:solidFill>
              </a:rPr>
              <a:t>, </a:t>
            </a:r>
            <a:r>
              <a:rPr lang="en-US" sz="1400" kern="0" spc="-80" dirty="0" err="1">
                <a:solidFill>
                  <a:schemeClr val="accent6"/>
                </a:solidFill>
              </a:rPr>
              <a:t>WorkManager</a:t>
            </a:r>
            <a:r>
              <a:rPr lang="en-US" sz="1400" kern="0" spc="-80" dirty="0">
                <a:solidFill>
                  <a:schemeClr val="accent6"/>
                </a:solidFill>
              </a:rPr>
              <a:t>, Room, </a:t>
            </a:r>
            <a:r>
              <a:rPr lang="en-US" sz="1400" kern="0" spc="-80" dirty="0" err="1">
                <a:solidFill>
                  <a:schemeClr val="accent6"/>
                </a:solidFill>
              </a:rPr>
              <a:t>LiveData</a:t>
            </a:r>
            <a:r>
              <a:rPr lang="en-US" sz="1400" kern="0" spc="-80" dirty="0">
                <a:solidFill>
                  <a:schemeClr val="accent6"/>
                </a:solidFill>
              </a:rPr>
              <a:t>, Flow, Coroutines</a:t>
            </a:r>
          </a:p>
          <a:p>
            <a:pPr marL="12700" marR="5080"/>
            <a:r>
              <a:rPr lang="en-US" sz="1400" kern="0" spc="-80" dirty="0">
                <a:solidFill>
                  <a:schemeClr val="accent2"/>
                </a:solidFill>
              </a:rPr>
              <a:t>Build tools: </a:t>
            </a:r>
            <a:r>
              <a:rPr lang="en-US" sz="1400" kern="0" spc="-80" dirty="0">
                <a:solidFill>
                  <a:schemeClr val="accent6"/>
                </a:solidFill>
              </a:rPr>
              <a:t>Android Studio, Gradle</a:t>
            </a:r>
          </a:p>
          <a:p>
            <a:pPr marL="12700" marR="5080"/>
            <a:r>
              <a:rPr lang="en-US" sz="1400" kern="0" spc="-80" dirty="0">
                <a:solidFill>
                  <a:schemeClr val="accent2"/>
                </a:solidFill>
              </a:rPr>
              <a:t>Runtime: </a:t>
            </a:r>
            <a:r>
              <a:rPr lang="en-US" sz="1400" kern="0" spc="-80" dirty="0">
                <a:solidFill>
                  <a:schemeClr val="accent6"/>
                </a:solidFill>
              </a:rPr>
              <a:t>ART (Android Runtime), Garbage Collection</a:t>
            </a:r>
          </a:p>
          <a:p>
            <a:pPr marL="12700" marR="5080"/>
            <a:endParaRPr lang="en-US" sz="1400" kern="0" spc="-80" dirty="0">
              <a:solidFill>
                <a:schemeClr val="accent6"/>
              </a:solidFill>
            </a:endParaRPr>
          </a:p>
          <a:p>
            <a:pPr marL="12700" marR="5080"/>
            <a:r>
              <a:rPr lang="en-US" sz="1400" kern="0" spc="-80" dirty="0">
                <a:solidFill>
                  <a:schemeClr val="accent2"/>
                </a:solidFill>
              </a:rPr>
              <a:t>2. Language Concepts</a:t>
            </a:r>
          </a:p>
          <a:p>
            <a:pPr marL="12700" marR="5080"/>
            <a:r>
              <a:rPr lang="en-US" sz="1400" kern="0" spc="-80" dirty="0">
                <a:solidFill>
                  <a:schemeClr val="accent2"/>
                </a:solidFill>
              </a:rPr>
              <a:t>2.1 Swift (iOS)</a:t>
            </a:r>
          </a:p>
          <a:p>
            <a:pPr marL="12700" marR="5080"/>
            <a:r>
              <a:rPr lang="en-US" sz="1400" kern="0" spc="-80" dirty="0">
                <a:solidFill>
                  <a:schemeClr val="accent6"/>
                </a:solidFill>
              </a:rPr>
              <a:t>Protocol-oriented programming</a:t>
            </a:r>
          </a:p>
          <a:p>
            <a:pPr marL="12700" marR="5080"/>
            <a:r>
              <a:rPr lang="en-US" sz="1400" kern="0" spc="-80" dirty="0">
                <a:solidFill>
                  <a:schemeClr val="accent6"/>
                </a:solidFill>
              </a:rPr>
              <a:t>Value types vs reference types (struct vs class)</a:t>
            </a:r>
          </a:p>
          <a:p>
            <a:pPr marL="12700" marR="5080"/>
            <a:r>
              <a:rPr lang="en-US" sz="1400" kern="0" spc="-80" dirty="0">
                <a:solidFill>
                  <a:schemeClr val="accent6"/>
                </a:solidFill>
              </a:rPr>
              <a:t>Extensions and protocol extensions</a:t>
            </a:r>
          </a:p>
          <a:p>
            <a:pPr marL="12700" marR="5080"/>
            <a:r>
              <a:rPr lang="en-US" sz="1400" kern="0" spc="-80" dirty="0" err="1">
                <a:solidFill>
                  <a:schemeClr val="accent6"/>
                </a:solidFill>
              </a:rPr>
              <a:t>Optionals</a:t>
            </a:r>
            <a:r>
              <a:rPr lang="en-US" sz="1400" kern="0" spc="-80" dirty="0">
                <a:solidFill>
                  <a:schemeClr val="accent6"/>
                </a:solidFill>
              </a:rPr>
              <a:t>, generics, ARC memory management</a:t>
            </a:r>
          </a:p>
          <a:p>
            <a:pPr marL="12700" marR="5080"/>
            <a:r>
              <a:rPr lang="en-US" sz="1400" kern="0" spc="-80" dirty="0">
                <a:solidFill>
                  <a:schemeClr val="accent6"/>
                </a:solidFill>
              </a:rPr>
              <a:t>Actors &amp; Swift Concurrency (async/await + Task)</a:t>
            </a:r>
          </a:p>
          <a:p>
            <a:pPr marL="12700" marR="5080"/>
            <a:r>
              <a:rPr lang="en-US" sz="1400" kern="0" spc="-80" dirty="0">
                <a:solidFill>
                  <a:schemeClr val="accent6"/>
                </a:solidFill>
              </a:rPr>
              <a:t>Unsafe/low-level Swift (</a:t>
            </a:r>
            <a:r>
              <a:rPr lang="en-US" sz="1400" kern="0" spc="-80" dirty="0" err="1">
                <a:solidFill>
                  <a:schemeClr val="accent6"/>
                </a:solidFill>
              </a:rPr>
              <a:t>UnsafePointer</a:t>
            </a:r>
            <a:r>
              <a:rPr lang="en-US" sz="1400" kern="0" spc="-80" dirty="0">
                <a:solidFill>
                  <a:schemeClr val="accent6"/>
                </a:solidFill>
              </a:rPr>
              <a:t>, memory layout)</a:t>
            </a:r>
          </a:p>
          <a:p>
            <a:pPr marL="12700" marR="5080"/>
            <a:r>
              <a:rPr lang="en-US" sz="1400" kern="0" spc="-80" dirty="0">
                <a:solidFill>
                  <a:schemeClr val="accent6"/>
                </a:solidFill>
              </a:rPr>
              <a:t>Result builders (used in </a:t>
            </a:r>
            <a:r>
              <a:rPr lang="en-US" sz="1400" kern="0" spc="-80" dirty="0" err="1">
                <a:solidFill>
                  <a:schemeClr val="accent6"/>
                </a:solidFill>
              </a:rPr>
              <a:t>SwiftUI</a:t>
            </a:r>
            <a:r>
              <a:rPr lang="en-US" sz="1400" kern="0" spc="-80" dirty="0">
                <a:solidFill>
                  <a:schemeClr val="accent6"/>
                </a:solidFill>
              </a:rPr>
              <a: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871153902"/>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377D03-BEA7-B281-9DC1-13F487ABDF0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4FAA4AC-65B7-0917-8E32-2F8418107BB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02C1EA4-D7ED-86EC-ADA7-7B0A6021ADB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9AEB723-3136-C1EB-6557-24DF341C76B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213C0F9-7CFA-803A-D172-9E8445407E4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6DCABAA-A88F-8AE0-6992-AD82F7727EC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50CE973-5C82-2688-C932-16B6AFA8F98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AEEC616-3D38-297D-C19F-155B5705F20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6F5AD8B-4625-D228-58A2-2EF7ACBD110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7F24EA4-E1DD-2F51-2D0E-28774841AD3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0D207B2-CAA7-860C-A3B2-484D67C7780A}"/>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2. Language Concepts</a:t>
            </a:r>
          </a:p>
          <a:p>
            <a:pPr marL="12700" marR="5080"/>
            <a:r>
              <a:rPr lang="en-US" sz="1400" kern="0" spc="-80" dirty="0">
                <a:solidFill>
                  <a:schemeClr val="accent2"/>
                </a:solidFill>
              </a:rPr>
              <a:t>2.2 Kotlin (Android)</a:t>
            </a:r>
          </a:p>
          <a:p>
            <a:pPr marL="12700" marR="5080"/>
            <a:r>
              <a:rPr lang="en-US" sz="1400" kern="0" spc="-80" dirty="0">
                <a:solidFill>
                  <a:schemeClr val="accent6"/>
                </a:solidFill>
              </a:rPr>
              <a:t>Coroutines (suspend functions, flows)</a:t>
            </a:r>
          </a:p>
          <a:p>
            <a:pPr marL="12700" marR="5080"/>
            <a:r>
              <a:rPr lang="en-US" sz="1400" kern="0" spc="-80" dirty="0">
                <a:solidFill>
                  <a:schemeClr val="accent6"/>
                </a:solidFill>
              </a:rPr>
              <a:t>Kotlin Multiplatform foundations</a:t>
            </a:r>
          </a:p>
          <a:p>
            <a:pPr marL="12700" marR="5080"/>
            <a:r>
              <a:rPr lang="en-US" sz="1400" kern="0" spc="-80" dirty="0">
                <a:solidFill>
                  <a:schemeClr val="accent6"/>
                </a:solidFill>
              </a:rPr>
              <a:t>Null safety</a:t>
            </a:r>
          </a:p>
          <a:p>
            <a:pPr marL="12700" marR="5080"/>
            <a:r>
              <a:rPr lang="en-US" sz="1400" kern="0" spc="-80" dirty="0">
                <a:solidFill>
                  <a:schemeClr val="accent6"/>
                </a:solidFill>
              </a:rPr>
              <a:t>Extension functions</a:t>
            </a:r>
          </a:p>
          <a:p>
            <a:pPr marL="12700" marR="5080"/>
            <a:r>
              <a:rPr lang="en-US" sz="1400" kern="0" spc="-80" dirty="0">
                <a:solidFill>
                  <a:schemeClr val="accent6"/>
                </a:solidFill>
              </a:rPr>
              <a:t>Sealed classes</a:t>
            </a:r>
          </a:p>
          <a:p>
            <a:pPr marL="12700" marR="5080"/>
            <a:r>
              <a:rPr lang="en-US" sz="1400" kern="0" spc="-80" dirty="0">
                <a:solidFill>
                  <a:schemeClr val="accent6"/>
                </a:solidFill>
              </a:rPr>
              <a:t>DSLs (Jetpack Compose uses Kotlin DSL)</a:t>
            </a:r>
          </a:p>
          <a:p>
            <a:pPr marL="12700" marR="5080"/>
            <a:r>
              <a:rPr lang="en-US" sz="1400" kern="0" spc="-80" dirty="0">
                <a:solidFill>
                  <a:schemeClr val="accent6"/>
                </a:solidFill>
              </a:rPr>
              <a:t>Concurrent programming (Coroutine Dispatchers)</a:t>
            </a:r>
          </a:p>
          <a:p>
            <a:pPr marL="12700" marR="5080"/>
            <a:r>
              <a:rPr lang="en-US" sz="1400" kern="0" spc="-80" dirty="0">
                <a:solidFill>
                  <a:schemeClr val="accent6"/>
                </a:solidFill>
              </a:rPr>
              <a:t>JVM/ART basics</a:t>
            </a:r>
          </a:p>
          <a:p>
            <a:pPr marL="12700" marR="5080"/>
            <a:endParaRPr lang="en-US" sz="1400" kern="0" spc="-80" dirty="0">
              <a:solidFill>
                <a:schemeClr val="accent6"/>
              </a:solidFill>
            </a:endParaRPr>
          </a:p>
          <a:p>
            <a:pPr marL="12700" marR="5080"/>
            <a:r>
              <a:rPr lang="en-US" sz="1400" kern="0" spc="-80" dirty="0">
                <a:solidFill>
                  <a:schemeClr val="accent2"/>
                </a:solidFill>
              </a:rPr>
              <a:t>3. Mobile App Architectures</a:t>
            </a:r>
          </a:p>
          <a:p>
            <a:pPr marL="12700" marR="5080"/>
            <a:r>
              <a:rPr lang="en-US" sz="1400" kern="0" spc="-80" dirty="0">
                <a:solidFill>
                  <a:schemeClr val="accent2"/>
                </a:solidFill>
              </a:rPr>
              <a:t>3.1 Traditional Architectures</a:t>
            </a:r>
          </a:p>
          <a:p>
            <a:pPr marL="12700" marR="5080"/>
            <a:r>
              <a:rPr lang="en-US" sz="1400" kern="0" spc="-80" dirty="0">
                <a:solidFill>
                  <a:schemeClr val="accent2"/>
                </a:solidFill>
              </a:rPr>
              <a:t>MVC</a:t>
            </a:r>
          </a:p>
          <a:p>
            <a:pPr marL="12700" marR="5080"/>
            <a:r>
              <a:rPr lang="en-US" sz="1400" kern="0" spc="-80" dirty="0">
                <a:solidFill>
                  <a:schemeClr val="accent2"/>
                </a:solidFill>
              </a:rPr>
              <a:t>iOS: </a:t>
            </a:r>
            <a:r>
              <a:rPr lang="en-US" sz="1400" kern="0" spc="-80" dirty="0">
                <a:solidFill>
                  <a:schemeClr val="accent6"/>
                </a:solidFill>
              </a:rPr>
              <a:t>Massive View Controller issue</a:t>
            </a:r>
          </a:p>
          <a:p>
            <a:pPr marL="12700" marR="5080"/>
            <a:r>
              <a:rPr lang="en-US" sz="1400" kern="0" spc="-80" dirty="0">
                <a:solidFill>
                  <a:schemeClr val="accent2"/>
                </a:solidFill>
              </a:rPr>
              <a:t>Android: </a:t>
            </a:r>
            <a:r>
              <a:rPr lang="en-US" sz="1400" kern="0" spc="-80" dirty="0">
                <a:solidFill>
                  <a:schemeClr val="accent6"/>
                </a:solidFill>
              </a:rPr>
              <a:t>Legacy Activities as Controllers</a:t>
            </a:r>
          </a:p>
          <a:p>
            <a:pPr marL="12700" marR="5080"/>
            <a:endParaRPr lang="en-US" sz="1400" kern="0" spc="-80" dirty="0">
              <a:solidFill>
                <a:schemeClr val="accent6"/>
              </a:solidFill>
            </a:endParaRPr>
          </a:p>
          <a:p>
            <a:pPr marL="12700" marR="5080"/>
            <a:r>
              <a:rPr lang="en-US" sz="1400" kern="0" spc="-80" dirty="0">
                <a:solidFill>
                  <a:schemeClr val="accent2"/>
                </a:solidFill>
              </a:rPr>
              <a:t>MVP</a:t>
            </a:r>
          </a:p>
          <a:p>
            <a:pPr marL="12700" marR="5080"/>
            <a:r>
              <a:rPr lang="en-US" sz="1400" kern="0" spc="-80" dirty="0">
                <a:solidFill>
                  <a:schemeClr val="accent6"/>
                </a:solidFill>
              </a:rPr>
              <a:t>Presenter contains logic</a:t>
            </a:r>
          </a:p>
          <a:p>
            <a:pPr marL="12700" marR="5080"/>
            <a:r>
              <a:rPr lang="en-US" sz="1400" kern="0" spc="-80" dirty="0">
                <a:solidFill>
                  <a:schemeClr val="accent6"/>
                </a:solidFill>
              </a:rPr>
              <a:t>View &amp; Presenter communicate via interfaces</a:t>
            </a:r>
          </a:p>
          <a:p>
            <a:pPr marL="12700" marR="5080"/>
            <a:endParaRPr lang="en-US" sz="1400" kern="0" spc="-80" dirty="0">
              <a:solidFill>
                <a:schemeClr val="accent6"/>
              </a:solidFill>
            </a:endParaRPr>
          </a:p>
          <a:p>
            <a:pPr marL="12700" marR="5080"/>
            <a:r>
              <a:rPr lang="en-US" sz="1400" kern="0" spc="-80" dirty="0">
                <a:solidFill>
                  <a:schemeClr val="accent2"/>
                </a:solidFill>
              </a:rPr>
              <a:t>MVVM</a:t>
            </a:r>
          </a:p>
          <a:p>
            <a:pPr marL="12700" marR="5080"/>
            <a:r>
              <a:rPr lang="en-US" sz="1400" kern="0" spc="-80" dirty="0" err="1">
                <a:solidFill>
                  <a:schemeClr val="accent6"/>
                </a:solidFill>
              </a:rPr>
              <a:t>ViewModel</a:t>
            </a:r>
            <a:r>
              <a:rPr lang="en-US" sz="1400" kern="0" spc="-80" dirty="0">
                <a:solidFill>
                  <a:schemeClr val="accent6"/>
                </a:solidFill>
              </a:rPr>
              <a:t> contains business logic</a:t>
            </a:r>
          </a:p>
          <a:p>
            <a:pPr marL="12700" marR="5080"/>
            <a:r>
              <a:rPr lang="en-US" sz="1400" kern="0" spc="-80" dirty="0">
                <a:solidFill>
                  <a:schemeClr val="accent6"/>
                </a:solidFill>
              </a:rPr>
              <a:t>Bindings via </a:t>
            </a:r>
            <a:r>
              <a:rPr lang="en-US" sz="1400" kern="0" spc="-80" dirty="0" err="1">
                <a:solidFill>
                  <a:schemeClr val="accent6"/>
                </a:solidFill>
              </a:rPr>
              <a:t>LiveData</a:t>
            </a:r>
            <a:r>
              <a:rPr lang="en-US" sz="1400" kern="0" spc="-80" dirty="0">
                <a:solidFill>
                  <a:schemeClr val="accent6"/>
                </a:solidFill>
              </a:rPr>
              <a:t>, Flow, Combine</a:t>
            </a:r>
          </a:p>
        </p:txBody>
      </p:sp>
    </p:spTree>
    <p:extLst>
      <p:ext uri="{BB962C8B-B14F-4D97-AF65-F5344CB8AC3E}">
        <p14:creationId xmlns:p14="http://schemas.microsoft.com/office/powerpoint/2010/main" val="153787161"/>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3564B-FFF3-E3C4-B9EF-7A78E98FCA4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90B154A-B5CD-5275-A4A4-66191B0D62A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DE23BAB-7013-ECBC-105E-97DAF36D9F9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C4C8F6F-6EC9-222A-BC52-332DB8995C9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AD56837-4A0A-660D-5A2F-8638A787B06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006DC20-4FEF-2FDE-2CA1-8410293B15C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8472BCD-4CDC-0C3C-8DC9-D2C84100619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11207D7-3C74-CA95-A36F-0BD9D8C9140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4F6646C-57A0-8C71-ED4C-CD4DABB3B7A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C631C9D-A351-4A47-930A-2ADA0D11BB6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308DE78-9AF6-ADAE-62F2-14263F683268}"/>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 Mobile App Architectures</a:t>
            </a:r>
          </a:p>
          <a:p>
            <a:pPr marL="12700" marR="5080"/>
            <a:r>
              <a:rPr lang="en-US" sz="1400" kern="0" spc="-80" dirty="0">
                <a:solidFill>
                  <a:schemeClr val="accent2"/>
                </a:solidFill>
              </a:rPr>
              <a:t>3.2 Modern Declarative Architectures</a:t>
            </a:r>
          </a:p>
          <a:p>
            <a:pPr marL="12700" marR="5080"/>
            <a:r>
              <a:rPr lang="en-US" sz="1400" kern="0" spc="-80" dirty="0">
                <a:solidFill>
                  <a:schemeClr val="accent2"/>
                </a:solidFill>
              </a:rPr>
              <a:t>Unidirectional Data Flow (UDF) — Like React</a:t>
            </a:r>
          </a:p>
          <a:p>
            <a:pPr marL="12700" marR="5080"/>
            <a:r>
              <a:rPr lang="en-US" sz="1400" kern="0" spc="-80" dirty="0">
                <a:solidFill>
                  <a:schemeClr val="accent2"/>
                </a:solidFill>
              </a:rPr>
              <a:t>Used by:</a:t>
            </a:r>
          </a:p>
          <a:p>
            <a:pPr marL="12700" marR="5080"/>
            <a:r>
              <a:rPr lang="en-US" sz="1400" kern="0" spc="-80" dirty="0" err="1">
                <a:solidFill>
                  <a:schemeClr val="accent6"/>
                </a:solidFill>
              </a:rPr>
              <a:t>SwiftUI</a:t>
            </a:r>
            <a:endParaRPr lang="en-US" sz="1400" kern="0" spc="-80" dirty="0">
              <a:solidFill>
                <a:schemeClr val="accent6"/>
              </a:solidFill>
            </a:endParaRPr>
          </a:p>
          <a:p>
            <a:pPr marL="12700" marR="5080"/>
            <a:r>
              <a:rPr lang="en-US" sz="1400" kern="0" spc="-80" dirty="0">
                <a:solidFill>
                  <a:schemeClr val="accent6"/>
                </a:solidFill>
              </a:rPr>
              <a:t>Jetpack Compose</a:t>
            </a:r>
          </a:p>
          <a:p>
            <a:pPr marL="12700" marR="5080"/>
            <a:r>
              <a:rPr lang="en-US" sz="1400" kern="0" spc="-80" dirty="0">
                <a:solidFill>
                  <a:schemeClr val="accent2"/>
                </a:solidFill>
              </a:rPr>
              <a:t>Redux-like architectures</a:t>
            </a:r>
          </a:p>
          <a:p>
            <a:pPr marL="12700" marR="5080"/>
            <a:r>
              <a:rPr lang="en-US" sz="1400" kern="0" spc="-80" dirty="0">
                <a:solidFill>
                  <a:schemeClr val="accent2"/>
                </a:solidFill>
              </a:rPr>
              <a:t>Principles:</a:t>
            </a:r>
          </a:p>
          <a:p>
            <a:pPr marL="12700" marR="5080"/>
            <a:r>
              <a:rPr lang="en-US" sz="1400" kern="0" spc="-80" dirty="0">
                <a:solidFill>
                  <a:schemeClr val="accent6"/>
                </a:solidFill>
              </a:rPr>
              <a:t>View = function(state)</a:t>
            </a:r>
          </a:p>
          <a:p>
            <a:pPr marL="12700" marR="5080"/>
            <a:r>
              <a:rPr lang="en-US" sz="1400" kern="0" spc="-80" dirty="0">
                <a:solidFill>
                  <a:schemeClr val="accent6"/>
                </a:solidFill>
              </a:rPr>
              <a:t>One-way state flow</a:t>
            </a:r>
          </a:p>
          <a:p>
            <a:pPr marL="12700" marR="5080"/>
            <a:r>
              <a:rPr lang="en-US" sz="1400" kern="0" spc="-80" dirty="0">
                <a:solidFill>
                  <a:schemeClr val="accent6"/>
                </a:solidFill>
              </a:rPr>
              <a:t>Immutable states</a:t>
            </a:r>
          </a:p>
          <a:p>
            <a:pPr marL="12700" marR="5080"/>
            <a:r>
              <a:rPr lang="en-US" sz="1400" kern="0" spc="-80" dirty="0">
                <a:solidFill>
                  <a:schemeClr val="accent6"/>
                </a:solidFill>
              </a:rPr>
              <a:t>Events → Actions → Reducers → New State</a:t>
            </a:r>
          </a:p>
          <a:p>
            <a:pPr marL="12700" marR="5080"/>
            <a:r>
              <a:rPr lang="en-US" sz="1400" kern="0" spc="-80" dirty="0">
                <a:solidFill>
                  <a:schemeClr val="accent6"/>
                </a:solidFill>
              </a:rPr>
              <a:t>Redux / MVI (Model-View-Intent)</a:t>
            </a:r>
          </a:p>
          <a:p>
            <a:pPr marL="12700" marR="5080"/>
            <a:r>
              <a:rPr lang="en-US" sz="1400" kern="0" spc="-80" dirty="0">
                <a:solidFill>
                  <a:schemeClr val="accent2"/>
                </a:solidFill>
              </a:rPr>
              <a:t>Used in:</a:t>
            </a:r>
          </a:p>
          <a:p>
            <a:pPr marL="12700" marR="5080"/>
            <a:r>
              <a:rPr lang="en-US" sz="1400" kern="0" spc="-80" dirty="0">
                <a:solidFill>
                  <a:schemeClr val="accent6"/>
                </a:solidFill>
              </a:rPr>
              <a:t>Complex Jetpack Compose apps</a:t>
            </a:r>
          </a:p>
          <a:p>
            <a:pPr marL="12700" marR="5080"/>
            <a:r>
              <a:rPr lang="en-US" sz="1400" kern="0" spc="-80" dirty="0" err="1">
                <a:solidFill>
                  <a:schemeClr val="accent6"/>
                </a:solidFill>
              </a:rPr>
              <a:t>SwiftUI</a:t>
            </a:r>
            <a:r>
              <a:rPr lang="en-US" sz="1400" kern="0" spc="-80" dirty="0">
                <a:solidFill>
                  <a:schemeClr val="accent6"/>
                </a:solidFill>
              </a:rPr>
              <a:t> advanced architectures</a:t>
            </a:r>
          </a:p>
          <a:p>
            <a:pPr marL="12700" marR="5080"/>
            <a:r>
              <a:rPr lang="en-US" sz="1400" kern="0" spc="-80" dirty="0">
                <a:solidFill>
                  <a:schemeClr val="accent2"/>
                </a:solidFill>
              </a:rPr>
              <a:t>Flow:</a:t>
            </a:r>
          </a:p>
          <a:p>
            <a:pPr marL="12700" marR="5080"/>
            <a:r>
              <a:rPr lang="en-US" sz="1400" kern="0" spc="-80" dirty="0">
                <a:solidFill>
                  <a:schemeClr val="accent6"/>
                </a:solidFill>
              </a:rPr>
              <a:t>Intent → Action → Reducer → New State → Render</a:t>
            </a:r>
          </a:p>
          <a:p>
            <a:pPr marL="12700" marR="5080"/>
            <a:endParaRPr lang="en-US" sz="1400" kern="0" spc="-80" dirty="0">
              <a:solidFill>
                <a:schemeClr val="accent6"/>
              </a:solidFill>
            </a:endParaRPr>
          </a:p>
          <a:p>
            <a:pPr marL="12700" marR="5080"/>
            <a:r>
              <a:rPr lang="en-US" sz="1400" kern="0" spc="-80" dirty="0">
                <a:solidFill>
                  <a:schemeClr val="accent2"/>
                </a:solidFill>
              </a:rPr>
              <a:t>3.3 Clean Architecture (iOS + Android)</a:t>
            </a:r>
          </a:p>
          <a:p>
            <a:pPr marL="12700" marR="5080"/>
            <a:r>
              <a:rPr lang="en-US" sz="1400" kern="0" spc="-80" dirty="0">
                <a:solidFill>
                  <a:schemeClr val="accent2"/>
                </a:solidFill>
              </a:rPr>
              <a:t>Layers:</a:t>
            </a:r>
          </a:p>
          <a:p>
            <a:pPr marL="12700" marR="5080"/>
            <a:r>
              <a:rPr lang="en-US" sz="1400" kern="0" spc="-80" dirty="0">
                <a:solidFill>
                  <a:schemeClr val="accent6"/>
                </a:solidFill>
              </a:rPr>
              <a:t>Presentation layer (</a:t>
            </a:r>
            <a:r>
              <a:rPr lang="en-US" sz="1400" kern="0" spc="-80" dirty="0" err="1">
                <a:solidFill>
                  <a:schemeClr val="accent6"/>
                </a:solidFill>
              </a:rPr>
              <a:t>Composables</a:t>
            </a:r>
            <a:r>
              <a:rPr lang="en-US" sz="1400" kern="0" spc="-80" dirty="0">
                <a:solidFill>
                  <a:schemeClr val="accent6"/>
                </a:solidFill>
              </a:rPr>
              <a:t> / </a:t>
            </a:r>
            <a:r>
              <a:rPr lang="en-US" sz="1400" kern="0" spc="-80" dirty="0" err="1">
                <a:solidFill>
                  <a:schemeClr val="accent6"/>
                </a:solidFill>
              </a:rPr>
              <a:t>SwiftUI</a:t>
            </a:r>
            <a:r>
              <a:rPr lang="en-US" sz="1400" kern="0" spc="-80" dirty="0">
                <a:solidFill>
                  <a:schemeClr val="accent6"/>
                </a:solidFill>
              </a:rPr>
              <a:t> / </a:t>
            </a:r>
            <a:r>
              <a:rPr lang="en-US" sz="1400" kern="0" spc="-80" dirty="0" err="1">
                <a:solidFill>
                  <a:schemeClr val="accent6"/>
                </a:solidFill>
              </a:rPr>
              <a:t>UIKit</a:t>
            </a:r>
            <a:r>
              <a:rPr lang="en-US" sz="1400" kern="0" spc="-80" dirty="0">
                <a:solidFill>
                  <a:schemeClr val="accent6"/>
                </a:solidFill>
              </a:rPr>
              <a:t> / Views)</a:t>
            </a:r>
          </a:p>
          <a:p>
            <a:pPr marL="12700" marR="5080"/>
            <a:r>
              <a:rPr lang="en-US" sz="1400" kern="0" spc="-80" dirty="0">
                <a:solidFill>
                  <a:schemeClr val="accent6"/>
                </a:solidFill>
              </a:rPr>
              <a:t>Domain (</a:t>
            </a:r>
            <a:r>
              <a:rPr lang="en-US" sz="1400" kern="0" spc="-80" dirty="0" err="1">
                <a:solidFill>
                  <a:schemeClr val="accent6"/>
                </a:solidFill>
              </a:rPr>
              <a:t>UseCases</a:t>
            </a:r>
            <a:r>
              <a:rPr lang="en-US" sz="1400" kern="0" spc="-80" dirty="0">
                <a:solidFill>
                  <a:schemeClr val="accent6"/>
                </a:solidFill>
              </a:rPr>
              <a:t> / Interactors)</a:t>
            </a:r>
          </a:p>
          <a:p>
            <a:pPr marL="12700" marR="5080"/>
            <a:r>
              <a:rPr lang="en-US" sz="1400" kern="0" spc="-80" dirty="0">
                <a:solidFill>
                  <a:schemeClr val="accent6"/>
                </a:solidFill>
              </a:rPr>
              <a:t>Data (Repositories, Data Sources)</a:t>
            </a:r>
          </a:p>
        </p:txBody>
      </p:sp>
    </p:spTree>
    <p:extLst>
      <p:ext uri="{BB962C8B-B14F-4D97-AF65-F5344CB8AC3E}">
        <p14:creationId xmlns:p14="http://schemas.microsoft.com/office/powerpoint/2010/main" val="2843551878"/>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2BB8F4-D303-B72C-1756-F274923A827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6523D29-1D5C-0BCB-2928-46F332B0A6D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2ED766E-72D2-9D24-9A92-4CDECF6700B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418F379-377C-F980-E221-31CEA5526E7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DA79A37-C41E-3D47-6D87-3262996BF2A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F7F5375-B6F9-C848-7F5D-75405E625ED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BB855E9-37E5-855B-9EEB-0ACCF652459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ABA36DC-2C34-BEF3-0C58-9D65A7B6CDF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EFE903B-B6E4-8195-6990-DDE82666C11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BBC8EE1-E76F-17CF-B3C4-A3725FBA833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B208D8E-D8D3-2E76-BFBF-E74FA993AFD4}"/>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4. Native UI Technologies</a:t>
            </a:r>
          </a:p>
          <a:p>
            <a:pPr marL="12700" marR="5080"/>
            <a:r>
              <a:rPr lang="en-US" sz="1400" kern="0" spc="-80" dirty="0">
                <a:solidFill>
                  <a:schemeClr val="accent2"/>
                </a:solidFill>
              </a:rPr>
              <a:t>4.1 iOS UI</a:t>
            </a:r>
          </a:p>
          <a:p>
            <a:pPr marL="12700" marR="5080"/>
            <a:r>
              <a:rPr lang="en-US" sz="1400" kern="0" spc="-80" dirty="0" err="1">
                <a:solidFill>
                  <a:schemeClr val="accent6"/>
                </a:solidFill>
              </a:rPr>
              <a:t>UIKit</a:t>
            </a:r>
            <a:endParaRPr lang="en-US" sz="1400" kern="0" spc="-80" dirty="0">
              <a:solidFill>
                <a:schemeClr val="accent6"/>
              </a:solidFill>
            </a:endParaRPr>
          </a:p>
          <a:p>
            <a:pPr marL="12700" marR="5080"/>
            <a:r>
              <a:rPr lang="en-US" sz="1400" kern="0" spc="-80" dirty="0">
                <a:solidFill>
                  <a:schemeClr val="accent6"/>
                </a:solidFill>
              </a:rPr>
              <a:t>Imperative UI</a:t>
            </a:r>
          </a:p>
          <a:p>
            <a:pPr marL="12700" marR="5080"/>
            <a:r>
              <a:rPr lang="en-US" sz="1400" kern="0" spc="-80" dirty="0">
                <a:solidFill>
                  <a:schemeClr val="accent6"/>
                </a:solidFill>
              </a:rPr>
              <a:t>Storyboards, XIBs, </a:t>
            </a:r>
            <a:r>
              <a:rPr lang="en-US" sz="1400" kern="0" spc="-80" dirty="0" err="1">
                <a:solidFill>
                  <a:schemeClr val="accent6"/>
                </a:solidFill>
              </a:rPr>
              <a:t>AutoLayout</a:t>
            </a:r>
            <a:r>
              <a:rPr lang="en-US" sz="1400" kern="0" spc="-80" dirty="0">
                <a:solidFill>
                  <a:schemeClr val="accent6"/>
                </a:solidFill>
              </a:rPr>
              <a:t>, </a:t>
            </a:r>
            <a:r>
              <a:rPr lang="en-US" sz="1400" kern="0" spc="-80" dirty="0" err="1">
                <a:solidFill>
                  <a:schemeClr val="accent6"/>
                </a:solidFill>
              </a:rPr>
              <a:t>NSLayoutConstraints</a:t>
            </a:r>
            <a:endParaRPr lang="en-US" sz="1400" kern="0" spc="-80" dirty="0">
              <a:solidFill>
                <a:schemeClr val="accent6"/>
              </a:solidFill>
            </a:endParaRPr>
          </a:p>
          <a:p>
            <a:pPr marL="12700" marR="5080"/>
            <a:r>
              <a:rPr lang="en-US" sz="1400" kern="0" spc="-80" dirty="0" err="1">
                <a:solidFill>
                  <a:schemeClr val="accent6"/>
                </a:solidFill>
              </a:rPr>
              <a:t>UIControls</a:t>
            </a:r>
            <a:r>
              <a:rPr lang="en-US" sz="1400" kern="0" spc="-80" dirty="0">
                <a:solidFill>
                  <a:schemeClr val="accent6"/>
                </a:solidFill>
              </a:rPr>
              <a:t>, </a:t>
            </a:r>
            <a:r>
              <a:rPr lang="en-US" sz="1400" kern="0" spc="-80" dirty="0" err="1">
                <a:solidFill>
                  <a:schemeClr val="accent6"/>
                </a:solidFill>
              </a:rPr>
              <a:t>TableView</a:t>
            </a:r>
            <a:r>
              <a:rPr lang="en-US" sz="1400" kern="0" spc="-80" dirty="0">
                <a:solidFill>
                  <a:schemeClr val="accent6"/>
                </a:solidFill>
              </a:rPr>
              <a:t>, </a:t>
            </a:r>
            <a:r>
              <a:rPr lang="en-US" sz="1400" kern="0" spc="-80" dirty="0" err="1">
                <a:solidFill>
                  <a:schemeClr val="accent6"/>
                </a:solidFill>
              </a:rPr>
              <a:t>CollectionView</a:t>
            </a:r>
            <a:endParaRPr lang="en-US" sz="1400" kern="0" spc="-80" dirty="0">
              <a:solidFill>
                <a:schemeClr val="accent6"/>
              </a:solidFill>
            </a:endParaRPr>
          </a:p>
          <a:p>
            <a:pPr marL="12700" marR="5080"/>
            <a:r>
              <a:rPr lang="en-US" sz="1400" kern="0" spc="-80" dirty="0">
                <a:solidFill>
                  <a:schemeClr val="accent6"/>
                </a:solidFill>
              </a:rPr>
              <a:t>Combine for reactive state</a:t>
            </a:r>
          </a:p>
          <a:p>
            <a:pPr marL="12700" marR="5080"/>
            <a:r>
              <a:rPr lang="en-US" sz="1400" kern="0" spc="-80" dirty="0" err="1">
                <a:solidFill>
                  <a:schemeClr val="accent6"/>
                </a:solidFill>
              </a:rPr>
              <a:t>SwiftUI</a:t>
            </a:r>
            <a:endParaRPr lang="en-US" sz="1400" kern="0" spc="-80" dirty="0">
              <a:solidFill>
                <a:schemeClr val="accent6"/>
              </a:solidFill>
            </a:endParaRPr>
          </a:p>
          <a:p>
            <a:pPr marL="12700" marR="5080"/>
            <a:r>
              <a:rPr lang="en-US" sz="1400" kern="0" spc="-80" dirty="0">
                <a:solidFill>
                  <a:schemeClr val="accent6"/>
                </a:solidFill>
              </a:rPr>
              <a:t>Declarative</a:t>
            </a:r>
          </a:p>
          <a:p>
            <a:pPr marL="12700" marR="5080"/>
            <a:r>
              <a:rPr lang="en-US" sz="1400" kern="0" spc="-80" dirty="0">
                <a:solidFill>
                  <a:schemeClr val="accent6"/>
                </a:solidFill>
              </a:rPr>
              <a:t>State management: @State, @Binding, @ObservedObject, @Environment</a:t>
            </a:r>
          </a:p>
          <a:p>
            <a:pPr marL="12700" marR="5080"/>
            <a:r>
              <a:rPr lang="en-US" sz="1400" kern="0" spc="-80" dirty="0">
                <a:solidFill>
                  <a:schemeClr val="accent6"/>
                </a:solidFill>
              </a:rPr>
              <a:t>Diffing-based rendering</a:t>
            </a:r>
          </a:p>
          <a:p>
            <a:pPr marL="12700" marR="5080"/>
            <a:r>
              <a:rPr lang="en-US" sz="1400" kern="0" spc="-80" dirty="0">
                <a:solidFill>
                  <a:schemeClr val="accent6"/>
                </a:solidFill>
              </a:rPr>
              <a:t>Animations via implicit &amp; explicit animations</a:t>
            </a:r>
          </a:p>
          <a:p>
            <a:pPr marL="12700" marR="5080"/>
            <a:endParaRPr lang="en-US" sz="1400" kern="0" spc="-80" dirty="0">
              <a:solidFill>
                <a:schemeClr val="accent6"/>
              </a:solidFill>
            </a:endParaRPr>
          </a:p>
          <a:p>
            <a:pPr marL="12700" marR="5080"/>
            <a:r>
              <a:rPr lang="en-US" sz="1400" kern="0" spc="-80" dirty="0">
                <a:solidFill>
                  <a:schemeClr val="accent2"/>
                </a:solidFill>
              </a:rPr>
              <a:t>4.2 Android UI</a:t>
            </a:r>
          </a:p>
          <a:p>
            <a:pPr marL="12700" marR="5080"/>
            <a:r>
              <a:rPr lang="en-US" sz="1400" kern="0" spc="-80" dirty="0">
                <a:solidFill>
                  <a:schemeClr val="accent6"/>
                </a:solidFill>
              </a:rPr>
              <a:t>View System (Legacy)</a:t>
            </a:r>
          </a:p>
          <a:p>
            <a:pPr marL="12700" marR="5080"/>
            <a:r>
              <a:rPr lang="en-US" sz="1400" kern="0" spc="-80" dirty="0">
                <a:solidFill>
                  <a:schemeClr val="accent6"/>
                </a:solidFill>
              </a:rPr>
              <a:t>XML layouts</a:t>
            </a:r>
          </a:p>
          <a:p>
            <a:pPr marL="12700" marR="5080"/>
            <a:r>
              <a:rPr lang="en-US" sz="1400" kern="0" spc="-80" dirty="0" err="1">
                <a:solidFill>
                  <a:schemeClr val="accent6"/>
                </a:solidFill>
              </a:rPr>
              <a:t>LayoutInflater</a:t>
            </a:r>
            <a:endParaRPr lang="en-US" sz="1400" kern="0" spc="-80" dirty="0">
              <a:solidFill>
                <a:schemeClr val="accent6"/>
              </a:solidFill>
            </a:endParaRPr>
          </a:p>
          <a:p>
            <a:pPr marL="12700" marR="5080"/>
            <a:r>
              <a:rPr lang="en-US" sz="1400" kern="0" spc="-80" dirty="0" err="1">
                <a:solidFill>
                  <a:schemeClr val="accent6"/>
                </a:solidFill>
              </a:rPr>
              <a:t>RecyclerView</a:t>
            </a:r>
            <a:r>
              <a:rPr lang="en-US" sz="1400" kern="0" spc="-80" dirty="0">
                <a:solidFill>
                  <a:schemeClr val="accent6"/>
                </a:solidFill>
              </a:rPr>
              <a:t>, Adapters</a:t>
            </a:r>
          </a:p>
          <a:p>
            <a:pPr marL="12700" marR="5080"/>
            <a:r>
              <a:rPr lang="en-US" sz="1400" kern="0" spc="-80" dirty="0" err="1">
                <a:solidFill>
                  <a:schemeClr val="accent6"/>
                </a:solidFill>
              </a:rPr>
              <a:t>ConstraintLayout</a:t>
            </a:r>
            <a:r>
              <a:rPr lang="en-US" sz="1400" kern="0" spc="-80" dirty="0">
                <a:solidFill>
                  <a:schemeClr val="accent6"/>
                </a:solidFill>
              </a:rPr>
              <a:t>, </a:t>
            </a:r>
            <a:r>
              <a:rPr lang="en-US" sz="1400" kern="0" spc="-80" dirty="0" err="1">
                <a:solidFill>
                  <a:schemeClr val="accent6"/>
                </a:solidFill>
              </a:rPr>
              <a:t>CoordinatorLayout</a:t>
            </a:r>
            <a:endParaRPr lang="en-US" sz="1400" kern="0" spc="-80" dirty="0">
              <a:solidFill>
                <a:schemeClr val="accent6"/>
              </a:solidFill>
            </a:endParaRPr>
          </a:p>
          <a:p>
            <a:pPr marL="12700" marR="5080"/>
            <a:r>
              <a:rPr lang="en-US" sz="1400" kern="0" spc="-80" dirty="0">
                <a:solidFill>
                  <a:schemeClr val="accent6"/>
                </a:solidFill>
              </a:rPr>
              <a:t>Jetpack Compose</a:t>
            </a:r>
          </a:p>
          <a:p>
            <a:pPr marL="12700" marR="5080"/>
            <a:r>
              <a:rPr lang="en-US" sz="1400" kern="0" spc="-80" dirty="0">
                <a:solidFill>
                  <a:schemeClr val="accent6"/>
                </a:solidFill>
              </a:rPr>
              <a:t>Declarative UI</a:t>
            </a:r>
          </a:p>
          <a:p>
            <a:pPr marL="12700" marR="5080"/>
            <a:r>
              <a:rPr lang="en-US" sz="1400" kern="0" spc="-80" dirty="0">
                <a:solidFill>
                  <a:schemeClr val="accent6"/>
                </a:solidFill>
              </a:rPr>
              <a:t>Observes Kotlin Flows, State&lt;T&gt;</a:t>
            </a:r>
          </a:p>
          <a:p>
            <a:pPr marL="12700" marR="5080"/>
            <a:r>
              <a:rPr lang="en-US" sz="1400" kern="0" spc="-80" dirty="0" err="1">
                <a:solidFill>
                  <a:schemeClr val="accent6"/>
                </a:solidFill>
              </a:rPr>
              <a:t>Recomposition</a:t>
            </a:r>
            <a:r>
              <a:rPr lang="en-US" sz="1400" kern="0" spc="-80" dirty="0">
                <a:solidFill>
                  <a:schemeClr val="accent6"/>
                </a:solidFill>
              </a:rPr>
              <a:t> &amp; Snapshot system</a:t>
            </a:r>
          </a:p>
          <a:p>
            <a:pPr marL="12700" marR="5080"/>
            <a:r>
              <a:rPr lang="en-US" sz="1400" kern="0" spc="-80" dirty="0">
                <a:solidFill>
                  <a:schemeClr val="accent6"/>
                </a:solidFill>
              </a:rPr>
              <a:t>Side-effects: </a:t>
            </a:r>
            <a:r>
              <a:rPr lang="en-US" sz="1400" kern="0" spc="-80" dirty="0" err="1">
                <a:solidFill>
                  <a:schemeClr val="accent6"/>
                </a:solidFill>
              </a:rPr>
              <a:t>LaunchedEffect</a:t>
            </a:r>
            <a:r>
              <a:rPr lang="en-US" sz="1400" kern="0" spc="-80" dirty="0">
                <a:solidFill>
                  <a:schemeClr val="accent6"/>
                </a:solidFill>
              </a:rPr>
              <a:t>, </a:t>
            </a:r>
            <a:r>
              <a:rPr lang="en-US" sz="1400" kern="0" spc="-80" dirty="0" err="1">
                <a:solidFill>
                  <a:schemeClr val="accent6"/>
                </a:solidFill>
              </a:rPr>
              <a:t>SideEffect</a:t>
            </a:r>
            <a:r>
              <a:rPr lang="en-US" sz="1400" kern="0" spc="-80" dirty="0">
                <a:solidFill>
                  <a:schemeClr val="accent6"/>
                </a:solidFill>
              </a:rPr>
              <a:t>, </a:t>
            </a:r>
            <a:r>
              <a:rPr lang="en-US" sz="1400" kern="0" spc="-80" dirty="0" err="1">
                <a:solidFill>
                  <a:schemeClr val="accent6"/>
                </a:solidFill>
              </a:rPr>
              <a:t>DisposableEffect</a:t>
            </a:r>
            <a:endParaRPr lang="en-US" sz="1400" kern="0" spc="-80" dirty="0">
              <a:solidFill>
                <a:schemeClr val="accent6"/>
              </a:solidFill>
            </a:endParaRPr>
          </a:p>
        </p:txBody>
      </p:sp>
    </p:spTree>
    <p:extLst>
      <p:ext uri="{BB962C8B-B14F-4D97-AF65-F5344CB8AC3E}">
        <p14:creationId xmlns:p14="http://schemas.microsoft.com/office/powerpoint/2010/main" val="1302940340"/>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107C8B-79BB-A501-CC7A-F5530DD77A9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D29BBCC-166B-B565-13BF-E1090A51DD6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B9AFE7-3B61-419D-6F1A-FB282EF71B0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57B9479-04A8-719B-978D-2845B1608AF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B34887A-E98F-DE69-400E-7B40610F3D0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967D9AC-6348-A29B-CE1B-A81E8A5B16D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0224674-55E9-773A-35C1-6E7FA6F8D1D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53C1AF0-A771-55CB-0A7B-1FFF48598A8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8607F15-5411-D943-3779-7EEE1D09D4F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C886183-189F-3791-3680-4C61C9648D2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DBC8325-EA83-A456-9A0C-D8B11ED9BD50}"/>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5. Data Storage Technologies</a:t>
            </a:r>
          </a:p>
          <a:p>
            <a:pPr marL="12700" marR="5080"/>
            <a:r>
              <a:rPr lang="en-US" sz="1400" kern="0" spc="-80" dirty="0">
                <a:solidFill>
                  <a:schemeClr val="accent2"/>
                </a:solidFill>
              </a:rPr>
              <a:t>5.1 Database</a:t>
            </a:r>
          </a:p>
          <a:p>
            <a:pPr marL="12700" marR="5080"/>
            <a:r>
              <a:rPr lang="en-US" sz="1400" kern="0" spc="-80" dirty="0">
                <a:solidFill>
                  <a:schemeClr val="accent2"/>
                </a:solidFill>
              </a:rPr>
              <a:t>iOS</a:t>
            </a:r>
          </a:p>
          <a:p>
            <a:pPr marL="12700" marR="5080"/>
            <a:r>
              <a:rPr lang="en-US" sz="1400" kern="0" spc="-80" dirty="0" err="1">
                <a:solidFill>
                  <a:schemeClr val="accent6"/>
                </a:solidFill>
              </a:rPr>
              <a:t>CoreData</a:t>
            </a:r>
            <a:r>
              <a:rPr lang="en-US" sz="1400" kern="0" spc="-80" dirty="0">
                <a:solidFill>
                  <a:schemeClr val="accent6"/>
                </a:solidFill>
              </a:rPr>
              <a:t> (ORM on top of SQLite)</a:t>
            </a:r>
          </a:p>
          <a:p>
            <a:pPr marL="12700" marR="5080"/>
            <a:r>
              <a:rPr lang="en-US" sz="1400" kern="0" spc="-80" dirty="0">
                <a:solidFill>
                  <a:schemeClr val="accent6"/>
                </a:solidFill>
              </a:rPr>
              <a:t>SQLite directly</a:t>
            </a:r>
          </a:p>
          <a:p>
            <a:pPr marL="12700" marR="5080"/>
            <a:r>
              <a:rPr lang="en-US" sz="1400" kern="0" spc="-80" dirty="0">
                <a:solidFill>
                  <a:schemeClr val="accent6"/>
                </a:solidFill>
              </a:rPr>
              <a:t>Realm</a:t>
            </a:r>
          </a:p>
          <a:p>
            <a:pPr marL="12700" marR="5080"/>
            <a:r>
              <a:rPr lang="en-US" sz="1400" kern="0" spc="-80" dirty="0">
                <a:solidFill>
                  <a:schemeClr val="accent2"/>
                </a:solidFill>
              </a:rPr>
              <a:t>Android</a:t>
            </a:r>
          </a:p>
          <a:p>
            <a:pPr marL="12700" marR="5080"/>
            <a:r>
              <a:rPr lang="en-US" sz="1400" kern="0" spc="-80" dirty="0">
                <a:solidFill>
                  <a:schemeClr val="accent6"/>
                </a:solidFill>
              </a:rPr>
              <a:t>Room (ORM for SQLite)</a:t>
            </a:r>
          </a:p>
          <a:p>
            <a:pPr marL="12700" marR="5080"/>
            <a:r>
              <a:rPr lang="en-US" sz="1400" kern="0" spc="-80" dirty="0" err="1">
                <a:solidFill>
                  <a:schemeClr val="accent6"/>
                </a:solidFill>
              </a:rPr>
              <a:t>DataStore</a:t>
            </a:r>
            <a:r>
              <a:rPr lang="en-US" sz="1400" kern="0" spc="-80" dirty="0">
                <a:solidFill>
                  <a:schemeClr val="accent6"/>
                </a:solidFill>
              </a:rPr>
              <a:t> (Proto + Preferences)</a:t>
            </a:r>
          </a:p>
          <a:p>
            <a:pPr marL="12700" marR="5080"/>
            <a:r>
              <a:rPr lang="en-US" sz="1400" kern="0" spc="-80" dirty="0">
                <a:solidFill>
                  <a:schemeClr val="accent6"/>
                </a:solidFill>
              </a:rPr>
              <a:t>Realm</a:t>
            </a:r>
          </a:p>
          <a:p>
            <a:pPr marL="12700" marR="5080"/>
            <a:r>
              <a:rPr lang="en-US" sz="1400" kern="0" spc="-80" dirty="0">
                <a:solidFill>
                  <a:schemeClr val="accent6"/>
                </a:solidFill>
              </a:rPr>
              <a:t>SQLite</a:t>
            </a:r>
          </a:p>
          <a:p>
            <a:pPr marL="12700" marR="5080"/>
            <a:endParaRPr lang="en-US" sz="1400" kern="0" spc="-80" dirty="0">
              <a:solidFill>
                <a:schemeClr val="accent6"/>
              </a:solidFill>
            </a:endParaRPr>
          </a:p>
          <a:p>
            <a:pPr marL="12700" marR="5080"/>
            <a:r>
              <a:rPr lang="en-US" sz="1400" kern="0" spc="-80" dirty="0">
                <a:solidFill>
                  <a:schemeClr val="accent2"/>
                </a:solidFill>
              </a:rPr>
              <a:t>5.2 Local Storage</a:t>
            </a:r>
          </a:p>
          <a:p>
            <a:pPr marL="12700" marR="5080"/>
            <a:r>
              <a:rPr lang="en-US" sz="1400" kern="0" spc="-80" dirty="0">
                <a:solidFill>
                  <a:schemeClr val="accent6"/>
                </a:solidFill>
              </a:rPr>
              <a:t>Keychain (iOS)</a:t>
            </a:r>
          </a:p>
          <a:p>
            <a:pPr marL="12700" marR="5080"/>
            <a:r>
              <a:rPr lang="en-US" sz="1400" kern="0" spc="-80" dirty="0" err="1">
                <a:solidFill>
                  <a:schemeClr val="accent6"/>
                </a:solidFill>
              </a:rPr>
              <a:t>SharedPreferences</a:t>
            </a:r>
            <a:r>
              <a:rPr lang="en-US" sz="1400" kern="0" spc="-80" dirty="0">
                <a:solidFill>
                  <a:schemeClr val="accent6"/>
                </a:solidFill>
              </a:rPr>
              <a:t> / </a:t>
            </a:r>
            <a:r>
              <a:rPr lang="en-US" sz="1400" kern="0" spc="-80" dirty="0" err="1">
                <a:solidFill>
                  <a:schemeClr val="accent6"/>
                </a:solidFill>
              </a:rPr>
              <a:t>EncryptedSharedPreferences</a:t>
            </a:r>
            <a:r>
              <a:rPr lang="en-US" sz="1400" kern="0" spc="-80" dirty="0">
                <a:solidFill>
                  <a:schemeClr val="accent6"/>
                </a:solidFill>
              </a:rPr>
              <a:t> (Android)</a:t>
            </a:r>
          </a:p>
          <a:p>
            <a:pPr marL="12700" marR="5080"/>
            <a:r>
              <a:rPr lang="en-US" sz="1400" kern="0" spc="-80" dirty="0">
                <a:solidFill>
                  <a:schemeClr val="accent6"/>
                </a:solidFill>
              </a:rPr>
              <a:t>Secure Enclave (iOS)</a:t>
            </a:r>
          </a:p>
          <a:p>
            <a:pPr marL="12700" marR="5080"/>
            <a:endParaRPr lang="en-US" sz="1400" kern="0" spc="-80" dirty="0">
              <a:solidFill>
                <a:schemeClr val="accent6"/>
              </a:solidFill>
            </a:endParaRPr>
          </a:p>
          <a:p>
            <a:pPr marL="12700" marR="5080"/>
            <a:r>
              <a:rPr lang="en-US" sz="1400" kern="0" spc="-80" dirty="0">
                <a:solidFill>
                  <a:schemeClr val="accent2"/>
                </a:solidFill>
              </a:rPr>
              <a:t>6. Networking</a:t>
            </a:r>
          </a:p>
          <a:p>
            <a:pPr marL="12700" marR="5080"/>
            <a:r>
              <a:rPr lang="en-US" sz="1400" kern="0" spc="-80" dirty="0">
                <a:solidFill>
                  <a:schemeClr val="accent2"/>
                </a:solidFill>
              </a:rPr>
              <a:t>6.1 iOS</a:t>
            </a:r>
          </a:p>
          <a:p>
            <a:pPr marL="12700" marR="5080"/>
            <a:r>
              <a:rPr lang="en-US" sz="1400" kern="0" spc="-80" dirty="0" err="1">
                <a:solidFill>
                  <a:schemeClr val="accent6"/>
                </a:solidFill>
              </a:rPr>
              <a:t>URLSession</a:t>
            </a:r>
            <a:endParaRPr lang="en-US" sz="1400" kern="0" spc="-80" dirty="0">
              <a:solidFill>
                <a:schemeClr val="accent6"/>
              </a:solidFill>
            </a:endParaRPr>
          </a:p>
          <a:p>
            <a:pPr marL="12700" marR="5080"/>
            <a:r>
              <a:rPr lang="en-US" sz="1400" kern="0" spc="-80" dirty="0">
                <a:solidFill>
                  <a:schemeClr val="accent6"/>
                </a:solidFill>
              </a:rPr>
              <a:t>Combine for networking</a:t>
            </a:r>
          </a:p>
          <a:p>
            <a:pPr marL="12700" marR="5080"/>
            <a:r>
              <a:rPr lang="en-US" sz="1400" kern="0" spc="-80" dirty="0">
                <a:solidFill>
                  <a:schemeClr val="accent6"/>
                </a:solidFill>
              </a:rPr>
              <a:t>Swift Concurrency async/await</a:t>
            </a:r>
          </a:p>
          <a:p>
            <a:pPr marL="12700" marR="5080"/>
            <a:r>
              <a:rPr lang="en-US" sz="1400" kern="0" spc="-80" dirty="0" err="1">
                <a:solidFill>
                  <a:schemeClr val="accent6"/>
                </a:solidFill>
              </a:rPr>
              <a:t>Alamofire</a:t>
            </a:r>
            <a:r>
              <a:rPr lang="en-US" sz="1400" kern="0" spc="-80" dirty="0">
                <a:solidFill>
                  <a:schemeClr val="accent6"/>
                </a:solidFill>
              </a:rPr>
              <a:t> (popular library)</a:t>
            </a:r>
          </a:p>
        </p:txBody>
      </p:sp>
    </p:spTree>
    <p:extLst>
      <p:ext uri="{BB962C8B-B14F-4D97-AF65-F5344CB8AC3E}">
        <p14:creationId xmlns:p14="http://schemas.microsoft.com/office/powerpoint/2010/main" val="1257751463"/>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712209-9DBF-A48F-3D7A-D5D1AC478CD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594DBE0-644F-8CFF-D121-707887816B6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96DC234-906C-7D6A-2854-B3AF8D37568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3FB0CA0-2204-9FA4-B45D-4BDCA640C29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BE12A32-CE8F-F9F7-5EC9-2CA17C5FA34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B6A14A4-B5CB-34D2-3D56-351253DE44F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32FD6A7-CE19-2F46-80CC-7D4F4E77776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62C3AEF-853A-0033-E683-BD55F2BD8AC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9379989-D486-DF8E-2CB6-10AD431DA75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622D848-95F0-1821-3E06-1FACD900CA2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9A415BF-C454-E2D8-DDDB-EE2F76EA7050}"/>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6. Networking</a:t>
            </a:r>
          </a:p>
          <a:p>
            <a:pPr marL="12700" marR="5080"/>
            <a:r>
              <a:rPr lang="en-US" sz="1400" kern="0" spc="-80" dirty="0">
                <a:solidFill>
                  <a:schemeClr val="accent2"/>
                </a:solidFill>
              </a:rPr>
              <a:t>6.2 Android</a:t>
            </a:r>
          </a:p>
          <a:p>
            <a:pPr marL="12700" marR="5080"/>
            <a:r>
              <a:rPr lang="en-US" sz="1400" kern="0" spc="-80" dirty="0">
                <a:solidFill>
                  <a:schemeClr val="accent6"/>
                </a:solidFill>
              </a:rPr>
              <a:t>Retrofit</a:t>
            </a:r>
          </a:p>
          <a:p>
            <a:pPr marL="12700" marR="5080"/>
            <a:r>
              <a:rPr lang="en-US" sz="1400" kern="0" spc="-80" dirty="0" err="1">
                <a:solidFill>
                  <a:schemeClr val="accent6"/>
                </a:solidFill>
              </a:rPr>
              <a:t>OkHttp</a:t>
            </a:r>
            <a:endParaRPr lang="en-US" sz="1400" kern="0" spc="-80" dirty="0">
              <a:solidFill>
                <a:schemeClr val="accent6"/>
              </a:solidFill>
            </a:endParaRPr>
          </a:p>
          <a:p>
            <a:pPr marL="12700" marR="5080"/>
            <a:r>
              <a:rPr lang="en-US" sz="1400" kern="0" spc="-80" dirty="0">
                <a:solidFill>
                  <a:schemeClr val="accent6"/>
                </a:solidFill>
              </a:rPr>
              <a:t>Moshi/</a:t>
            </a:r>
            <a:r>
              <a:rPr lang="en-US" sz="1400" kern="0" spc="-80" dirty="0" err="1">
                <a:solidFill>
                  <a:schemeClr val="accent6"/>
                </a:solidFill>
              </a:rPr>
              <a:t>Gson</a:t>
            </a:r>
            <a:endParaRPr lang="en-US" sz="1400" kern="0" spc="-80" dirty="0">
              <a:solidFill>
                <a:schemeClr val="accent6"/>
              </a:solidFill>
            </a:endParaRPr>
          </a:p>
          <a:p>
            <a:pPr marL="12700" marR="5080"/>
            <a:r>
              <a:rPr lang="en-US" sz="1400" kern="0" spc="-80" dirty="0">
                <a:solidFill>
                  <a:schemeClr val="accent6"/>
                </a:solidFill>
              </a:rPr>
              <a:t>Coroutines + suspend for networking</a:t>
            </a:r>
          </a:p>
          <a:p>
            <a:pPr marL="12700" marR="5080"/>
            <a:r>
              <a:rPr lang="en-US" sz="1400" kern="0" spc="-80" dirty="0" err="1">
                <a:solidFill>
                  <a:schemeClr val="accent6"/>
                </a:solidFill>
              </a:rPr>
              <a:t>Ktor</a:t>
            </a:r>
            <a:r>
              <a:rPr lang="en-US" sz="1400" kern="0" spc="-80" dirty="0">
                <a:solidFill>
                  <a:schemeClr val="accent6"/>
                </a:solidFill>
              </a:rPr>
              <a:t> (multiplatform)</a:t>
            </a:r>
          </a:p>
          <a:p>
            <a:pPr marL="12700" marR="5080"/>
            <a:endParaRPr lang="en-US" sz="1400" kern="0" spc="-80" dirty="0">
              <a:solidFill>
                <a:schemeClr val="accent6"/>
              </a:solidFill>
            </a:endParaRPr>
          </a:p>
          <a:p>
            <a:pPr marL="12700" marR="5080"/>
            <a:r>
              <a:rPr lang="en-US" sz="1400" kern="0" spc="-80" dirty="0">
                <a:solidFill>
                  <a:schemeClr val="accent2"/>
                </a:solidFill>
              </a:rPr>
              <a:t>7. Concurrency &amp; Async Programming</a:t>
            </a:r>
          </a:p>
          <a:p>
            <a:pPr marL="12700" marR="5080"/>
            <a:r>
              <a:rPr lang="en-US" sz="1400" kern="0" spc="-80" dirty="0">
                <a:solidFill>
                  <a:schemeClr val="accent2"/>
                </a:solidFill>
              </a:rPr>
              <a:t>7.1 iOS</a:t>
            </a:r>
          </a:p>
          <a:p>
            <a:pPr marL="12700" marR="5080"/>
            <a:r>
              <a:rPr lang="en-US" sz="1400" kern="0" spc="-80" dirty="0">
                <a:solidFill>
                  <a:schemeClr val="accent6"/>
                </a:solidFill>
              </a:rPr>
              <a:t>Grand Central Dispatch (GCD)</a:t>
            </a:r>
          </a:p>
          <a:p>
            <a:pPr marL="12700" marR="5080"/>
            <a:r>
              <a:rPr lang="en-US" sz="1400" kern="0" spc="-80" dirty="0" err="1">
                <a:solidFill>
                  <a:schemeClr val="accent6"/>
                </a:solidFill>
              </a:rPr>
              <a:t>NSOperationQueue</a:t>
            </a:r>
            <a:endParaRPr lang="en-US" sz="1400" kern="0" spc="-80" dirty="0">
              <a:solidFill>
                <a:schemeClr val="accent6"/>
              </a:solidFill>
            </a:endParaRPr>
          </a:p>
          <a:p>
            <a:pPr marL="12700" marR="5080"/>
            <a:r>
              <a:rPr lang="en-US" sz="1400" kern="0" spc="-80" dirty="0">
                <a:solidFill>
                  <a:schemeClr val="accent6"/>
                </a:solidFill>
              </a:rPr>
              <a:t>Swift Concurrency (async/await, Tasks, Actors)</a:t>
            </a:r>
          </a:p>
          <a:p>
            <a:pPr marL="12700" marR="5080"/>
            <a:endParaRPr lang="en-US" sz="1400" kern="0" spc="-80" dirty="0">
              <a:solidFill>
                <a:schemeClr val="accent6"/>
              </a:solidFill>
            </a:endParaRPr>
          </a:p>
          <a:p>
            <a:pPr marL="12700" marR="5080"/>
            <a:r>
              <a:rPr lang="en-US" sz="1400" kern="0" spc="-80" dirty="0">
                <a:solidFill>
                  <a:schemeClr val="accent2"/>
                </a:solidFill>
              </a:rPr>
              <a:t>7.2 Android</a:t>
            </a:r>
          </a:p>
          <a:p>
            <a:pPr marL="12700" marR="5080"/>
            <a:r>
              <a:rPr lang="en-US" sz="1400" kern="0" spc="-80" dirty="0">
                <a:solidFill>
                  <a:schemeClr val="accent6"/>
                </a:solidFill>
              </a:rPr>
              <a:t>Kotlin Coroutines</a:t>
            </a:r>
          </a:p>
          <a:p>
            <a:pPr marL="12700" marR="5080"/>
            <a:r>
              <a:rPr lang="en-US" sz="1400" kern="0" spc="-80" dirty="0">
                <a:solidFill>
                  <a:schemeClr val="accent6"/>
                </a:solidFill>
              </a:rPr>
              <a:t>Structured concurrency</a:t>
            </a:r>
          </a:p>
          <a:p>
            <a:pPr marL="12700" marR="5080"/>
            <a:r>
              <a:rPr lang="en-US" sz="1400" kern="0" spc="-80" dirty="0" err="1">
                <a:solidFill>
                  <a:schemeClr val="accent6"/>
                </a:solidFill>
              </a:rPr>
              <a:t>CoroutineScope</a:t>
            </a:r>
            <a:r>
              <a:rPr lang="en-US" sz="1400" kern="0" spc="-80" dirty="0">
                <a:solidFill>
                  <a:schemeClr val="accent6"/>
                </a:solidFill>
              </a:rPr>
              <a:t>, Dispatchers</a:t>
            </a:r>
          </a:p>
          <a:p>
            <a:pPr marL="12700" marR="5080"/>
            <a:r>
              <a:rPr lang="en-US" sz="1400" kern="0" spc="-80" dirty="0">
                <a:solidFill>
                  <a:schemeClr val="accent6"/>
                </a:solidFill>
              </a:rPr>
              <a:t>Flows (cold streams)</a:t>
            </a:r>
          </a:p>
          <a:p>
            <a:pPr marL="12700" marR="5080"/>
            <a:r>
              <a:rPr lang="en-US" sz="1400" kern="0" spc="-80" dirty="0" err="1">
                <a:solidFill>
                  <a:schemeClr val="accent6"/>
                </a:solidFill>
              </a:rPr>
              <a:t>LiveData</a:t>
            </a:r>
            <a:r>
              <a:rPr lang="en-US" sz="1400" kern="0" spc="-80" dirty="0">
                <a:solidFill>
                  <a:schemeClr val="accent6"/>
                </a:solidFill>
              </a:rPr>
              <a:t> vs Flow vs </a:t>
            </a:r>
            <a:r>
              <a:rPr lang="en-US" sz="1400" kern="0" spc="-80" dirty="0" err="1">
                <a:solidFill>
                  <a:schemeClr val="accent6"/>
                </a:solidFill>
              </a:rPr>
              <a:t>StateFlow</a:t>
            </a:r>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402748645"/>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2B06F-D320-04D6-A243-9BBE2A39CBD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CD2B843-1BA4-F9DA-F721-62ED0F299B2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268668B-DC56-650E-CF63-33241150233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24EA5F9-1CAB-46D3-F43E-2C6F9099C3F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1BDC48D-FEB5-4716-5AE1-00BEE4A86C5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822B38E-5E50-3D5B-B87F-EBC7FD87EF7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56C5D36-81CD-1323-1A37-CF9BCF81CE3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A562224-1100-B9DA-416A-FE6508D02C4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B501B3A-A6CE-84C4-74AC-6F3A2470611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930798D-7B8E-1124-462E-7B0042AC23F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B7AE9FE-EC7E-A208-E1D0-2EEB9F48DC44}"/>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8. Memory Management</a:t>
            </a:r>
          </a:p>
          <a:p>
            <a:pPr marL="12700" marR="5080"/>
            <a:r>
              <a:rPr lang="en-US" sz="1400" kern="0" spc="-80" dirty="0">
                <a:solidFill>
                  <a:schemeClr val="accent2"/>
                </a:solidFill>
              </a:rPr>
              <a:t>8.1 iOS — ARC</a:t>
            </a:r>
          </a:p>
          <a:p>
            <a:pPr marL="12700" marR="5080"/>
            <a:r>
              <a:rPr lang="en-US" sz="1400" kern="0" spc="-80" dirty="0">
                <a:solidFill>
                  <a:schemeClr val="accent6"/>
                </a:solidFill>
              </a:rPr>
              <a:t>Strong, weak, unowned references</a:t>
            </a:r>
          </a:p>
          <a:p>
            <a:pPr marL="12700" marR="5080"/>
            <a:r>
              <a:rPr lang="en-US" sz="1400" kern="0" spc="-80" dirty="0">
                <a:solidFill>
                  <a:schemeClr val="accent6"/>
                </a:solidFill>
              </a:rPr>
              <a:t>Closure capture lists</a:t>
            </a:r>
          </a:p>
          <a:p>
            <a:pPr marL="12700" marR="5080"/>
            <a:r>
              <a:rPr lang="en-US" sz="1400" kern="0" spc="-80" dirty="0">
                <a:solidFill>
                  <a:schemeClr val="accent6"/>
                </a:solidFill>
              </a:rPr>
              <a:t>Retain cycles</a:t>
            </a:r>
          </a:p>
          <a:p>
            <a:pPr marL="12700" marR="5080"/>
            <a:r>
              <a:rPr lang="en-US" sz="1400" kern="0" spc="-80" dirty="0">
                <a:solidFill>
                  <a:schemeClr val="accent6"/>
                </a:solidFill>
              </a:rPr>
              <a:t>Value types reduce memory leaks</a:t>
            </a:r>
          </a:p>
          <a:p>
            <a:pPr marL="12700" marR="5080"/>
            <a:endParaRPr lang="en-US" sz="1400" kern="0" spc="-80" dirty="0">
              <a:solidFill>
                <a:schemeClr val="accent6"/>
              </a:solidFill>
            </a:endParaRPr>
          </a:p>
          <a:p>
            <a:pPr marL="12700" marR="5080"/>
            <a:r>
              <a:rPr lang="en-US" sz="1400" kern="0" spc="-80" dirty="0">
                <a:solidFill>
                  <a:schemeClr val="accent2"/>
                </a:solidFill>
              </a:rPr>
              <a:t>8.2 Android — Garbage Collection</a:t>
            </a:r>
          </a:p>
          <a:p>
            <a:pPr marL="12700" marR="5080"/>
            <a:r>
              <a:rPr lang="en-US" sz="1400" kern="0" spc="-80" dirty="0">
                <a:solidFill>
                  <a:schemeClr val="accent6"/>
                </a:solidFill>
              </a:rPr>
              <a:t>Reference types everywhere</a:t>
            </a:r>
          </a:p>
          <a:p>
            <a:pPr marL="12700" marR="5080"/>
            <a:r>
              <a:rPr lang="en-US" sz="1400" kern="0" spc="-80" dirty="0">
                <a:solidFill>
                  <a:schemeClr val="accent6"/>
                </a:solidFill>
              </a:rPr>
              <a:t>Avoiding memory leaks via:</a:t>
            </a:r>
          </a:p>
          <a:p>
            <a:pPr marL="12700" marR="5080"/>
            <a:r>
              <a:rPr lang="en-US" sz="1400" kern="0" spc="-80" dirty="0" err="1">
                <a:solidFill>
                  <a:schemeClr val="accent6"/>
                </a:solidFill>
              </a:rPr>
              <a:t>WeakReferences</a:t>
            </a:r>
            <a:endParaRPr lang="en-US" sz="1400" kern="0" spc="-80" dirty="0">
              <a:solidFill>
                <a:schemeClr val="accent6"/>
              </a:solidFill>
            </a:endParaRPr>
          </a:p>
          <a:p>
            <a:pPr marL="12700" marR="5080"/>
            <a:r>
              <a:rPr lang="en-US" sz="1400" kern="0" spc="-80" dirty="0" err="1">
                <a:solidFill>
                  <a:schemeClr val="accent6"/>
                </a:solidFill>
              </a:rPr>
              <a:t>ViewModel</a:t>
            </a:r>
            <a:r>
              <a:rPr lang="en-US" sz="1400" kern="0" spc="-80" dirty="0">
                <a:solidFill>
                  <a:schemeClr val="accent6"/>
                </a:solidFill>
              </a:rPr>
              <a:t> store</a:t>
            </a:r>
          </a:p>
          <a:p>
            <a:pPr marL="12700" marR="5080"/>
            <a:r>
              <a:rPr lang="en-US" sz="1400" kern="0" spc="-80" dirty="0">
                <a:solidFill>
                  <a:schemeClr val="accent6"/>
                </a:solidFill>
              </a:rPr>
              <a:t>Lifecycle-aware components (</a:t>
            </a:r>
            <a:r>
              <a:rPr lang="en-US" sz="1400" kern="0" spc="-80" dirty="0" err="1">
                <a:solidFill>
                  <a:schemeClr val="accent6"/>
                </a:solidFill>
              </a:rPr>
              <a:t>LiveData</a:t>
            </a:r>
            <a:r>
              <a:rPr lang="en-US" sz="1400" kern="0" spc="-80" dirty="0">
                <a:solidFill>
                  <a:schemeClr val="accent6"/>
                </a:solidFill>
              </a:rPr>
              <a:t>, Flow)</a:t>
            </a:r>
          </a:p>
          <a:p>
            <a:pPr marL="12700" marR="5080"/>
            <a:r>
              <a:rPr lang="en-US" sz="1400" kern="0" spc="-80" dirty="0">
                <a:solidFill>
                  <a:schemeClr val="accent6"/>
                </a:solidFill>
              </a:rPr>
              <a:t>Avoiding static context references</a:t>
            </a:r>
          </a:p>
          <a:p>
            <a:pPr marL="12700" marR="5080"/>
            <a:endParaRPr lang="en-US" sz="1400" kern="0" spc="-80" dirty="0">
              <a:solidFill>
                <a:schemeClr val="accent6"/>
              </a:solidFill>
            </a:endParaRPr>
          </a:p>
          <a:p>
            <a:pPr marL="12700" marR="5080"/>
            <a:r>
              <a:rPr lang="en-US" sz="1400" kern="0" spc="-80" dirty="0">
                <a:solidFill>
                  <a:schemeClr val="accent2"/>
                </a:solidFill>
              </a:rPr>
              <a:t>9. Mobile Patterns &amp; Techniques</a:t>
            </a:r>
          </a:p>
          <a:p>
            <a:pPr marL="12700" marR="5080"/>
            <a:r>
              <a:rPr lang="en-US" sz="1400" kern="0" spc="-80" dirty="0">
                <a:solidFill>
                  <a:schemeClr val="accent6"/>
                </a:solidFill>
              </a:rPr>
              <a:t>UI Patterns</a:t>
            </a:r>
          </a:p>
          <a:p>
            <a:pPr marL="12700" marR="5080"/>
            <a:r>
              <a:rPr lang="en-US" sz="1400" kern="0" spc="-80" dirty="0">
                <a:solidFill>
                  <a:schemeClr val="accent6"/>
                </a:solidFill>
              </a:rPr>
              <a:t>Adapter Pattern (</a:t>
            </a:r>
            <a:r>
              <a:rPr lang="en-US" sz="1400" kern="0" spc="-80" dirty="0" err="1">
                <a:solidFill>
                  <a:schemeClr val="accent6"/>
                </a:solidFill>
              </a:rPr>
              <a:t>RecyclerView</a:t>
            </a:r>
            <a:r>
              <a:rPr lang="en-US" sz="1400" kern="0" spc="-80" dirty="0">
                <a:solidFill>
                  <a:schemeClr val="accent6"/>
                </a:solidFill>
              </a:rPr>
              <a:t>)</a:t>
            </a:r>
          </a:p>
          <a:p>
            <a:pPr marL="12700" marR="5080"/>
            <a:r>
              <a:rPr lang="en-US" sz="1400" kern="0" spc="-80" dirty="0">
                <a:solidFill>
                  <a:schemeClr val="accent6"/>
                </a:solidFill>
              </a:rPr>
              <a:t>Delegate Pattern (</a:t>
            </a:r>
            <a:r>
              <a:rPr lang="en-US" sz="1400" kern="0" spc="-80" dirty="0" err="1">
                <a:solidFill>
                  <a:schemeClr val="accent6"/>
                </a:solidFill>
              </a:rPr>
              <a:t>UIKit</a:t>
            </a:r>
            <a:r>
              <a:rPr lang="en-US" sz="1400" kern="0" spc="-80" dirty="0">
                <a:solidFill>
                  <a:schemeClr val="accent6"/>
                </a:solidFill>
              </a:rPr>
              <a:t>)</a:t>
            </a:r>
          </a:p>
          <a:p>
            <a:pPr marL="12700" marR="5080"/>
            <a:r>
              <a:rPr lang="en-US" sz="1400" kern="0" spc="-80" dirty="0">
                <a:solidFill>
                  <a:schemeClr val="accent6"/>
                </a:solidFill>
              </a:rPr>
              <a:t>Coordinator / Router pattern for navigation</a:t>
            </a:r>
          </a:p>
          <a:p>
            <a:pPr marL="12700" marR="5080"/>
            <a:r>
              <a:rPr lang="en-US" sz="1400" kern="0" spc="-80" dirty="0">
                <a:solidFill>
                  <a:schemeClr val="accent6"/>
                </a:solidFill>
              </a:rPr>
              <a:t>Navigation component (Android)</a:t>
            </a:r>
          </a:p>
          <a:p>
            <a:pPr marL="12700" marR="5080"/>
            <a:r>
              <a:rPr lang="en-US" sz="1400" kern="0" spc="-80" dirty="0">
                <a:solidFill>
                  <a:schemeClr val="accent6"/>
                </a:solidFill>
              </a:rPr>
              <a:t>State-driven UI (Compose/</a:t>
            </a:r>
            <a:r>
              <a:rPr lang="en-US" sz="1400" kern="0" spc="-80" dirty="0" err="1">
                <a:solidFill>
                  <a:schemeClr val="accent6"/>
                </a:solidFill>
              </a:rPr>
              <a:t>SwiftUI</a:t>
            </a:r>
            <a:r>
              <a:rPr lang="en-US" sz="1400" kern="0" spc="-80" dirty="0">
                <a:solidFill>
                  <a:schemeClr val="accent6"/>
                </a:solidFill>
              </a:rPr>
              <a:t>)</a:t>
            </a:r>
          </a:p>
          <a:p>
            <a:pPr marL="12700" marR="5080"/>
            <a:r>
              <a:rPr lang="en-US" sz="1400" kern="0" spc="-80" dirty="0">
                <a:solidFill>
                  <a:schemeClr val="accent6"/>
                </a:solidFill>
              </a:rPr>
              <a:t>Concurrency Patterns</a:t>
            </a:r>
          </a:p>
          <a:p>
            <a:pPr marL="12700" marR="5080"/>
            <a:r>
              <a:rPr lang="en-US" sz="1400" kern="0" spc="-80" dirty="0">
                <a:solidFill>
                  <a:schemeClr val="accent6"/>
                </a:solidFill>
              </a:rPr>
              <a:t>Producer-Consumer</a:t>
            </a:r>
          </a:p>
        </p:txBody>
      </p:sp>
    </p:spTree>
    <p:extLst>
      <p:ext uri="{BB962C8B-B14F-4D97-AF65-F5344CB8AC3E}">
        <p14:creationId xmlns:p14="http://schemas.microsoft.com/office/powerpoint/2010/main" val="3608083885"/>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C545-6D7E-07A8-5404-3707F2CC76B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920EAF2-A9AC-F750-915F-CA18BD7110E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ABDA3B5-1896-C17A-353B-26E1DBA82D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B7D5C42-33FE-3B2B-DB28-E6E9E9E42F0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82B84F5-F40A-9E77-294B-533F8125735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77F508E-E301-1ABE-BA06-FBC1B680022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2BB7F8B-8AD5-C5B9-219B-5FEE15C0416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D7F756B-59B0-1C70-3AC4-DD8FEF945B1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3E8F93A-6F33-4133-DA66-066F9F5B4C9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0E48337-0C53-CD86-A06D-A268416E242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0EE3D1E-6478-C1FE-4894-AC5D26CE543E}"/>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9. Mobile Patterns &amp; Techniques</a:t>
            </a:r>
          </a:p>
          <a:p>
            <a:pPr marL="12700" marR="5080"/>
            <a:r>
              <a:rPr lang="en-US" sz="1400" kern="0" spc="-80" dirty="0">
                <a:solidFill>
                  <a:schemeClr val="accent6"/>
                </a:solidFill>
              </a:rPr>
              <a:t>Actor model (Swift)</a:t>
            </a:r>
          </a:p>
          <a:p>
            <a:pPr marL="12700" marR="5080"/>
            <a:r>
              <a:rPr lang="en-US" sz="1400" kern="0" spc="-80" dirty="0">
                <a:solidFill>
                  <a:schemeClr val="accent6"/>
                </a:solidFill>
              </a:rPr>
              <a:t>Coroutine scopes (Android)</a:t>
            </a:r>
          </a:p>
          <a:p>
            <a:pPr marL="12700" marR="5080"/>
            <a:r>
              <a:rPr lang="en-US" sz="1400" kern="0" spc="-80" dirty="0">
                <a:solidFill>
                  <a:schemeClr val="accent6"/>
                </a:solidFill>
              </a:rPr>
              <a:t>Data Patterns</a:t>
            </a:r>
          </a:p>
          <a:p>
            <a:pPr marL="12700" marR="5080"/>
            <a:r>
              <a:rPr lang="en-US" sz="1400" kern="0" spc="-80" dirty="0">
                <a:solidFill>
                  <a:schemeClr val="accent6"/>
                </a:solidFill>
              </a:rPr>
              <a:t>Repository pattern</a:t>
            </a:r>
          </a:p>
          <a:p>
            <a:pPr marL="12700" marR="5080"/>
            <a:r>
              <a:rPr lang="en-US" sz="1400" kern="0" spc="-80" dirty="0">
                <a:solidFill>
                  <a:schemeClr val="accent6"/>
                </a:solidFill>
              </a:rPr>
              <a:t>Mapper pattern</a:t>
            </a:r>
          </a:p>
          <a:p>
            <a:pPr marL="12700" marR="5080"/>
            <a:r>
              <a:rPr lang="en-US" sz="1400" kern="0" spc="-80" dirty="0" err="1">
                <a:solidFill>
                  <a:schemeClr val="accent6"/>
                </a:solidFill>
              </a:rPr>
              <a:t>UseCase</a:t>
            </a:r>
            <a:r>
              <a:rPr lang="en-US" sz="1400" kern="0" spc="-80" dirty="0">
                <a:solidFill>
                  <a:schemeClr val="accent6"/>
                </a:solidFill>
              </a:rPr>
              <a:t> / Interactor</a:t>
            </a:r>
          </a:p>
          <a:p>
            <a:pPr marL="12700" marR="5080"/>
            <a:r>
              <a:rPr lang="en-US" sz="1400" kern="0" spc="-80" dirty="0">
                <a:solidFill>
                  <a:schemeClr val="accent6"/>
                </a:solidFill>
              </a:rPr>
              <a:t>DTO → Domain → UI models</a:t>
            </a:r>
          </a:p>
          <a:p>
            <a:pPr marL="12700" marR="5080"/>
            <a:r>
              <a:rPr lang="en-US" sz="1400" kern="0" spc="-80" dirty="0">
                <a:solidFill>
                  <a:schemeClr val="accent6"/>
                </a:solidFill>
              </a:rPr>
              <a:t>Local cache + remote sync strategy</a:t>
            </a:r>
          </a:p>
          <a:p>
            <a:pPr marL="12700" marR="5080"/>
            <a:r>
              <a:rPr lang="en-US" sz="1400" kern="0" spc="-80" dirty="0">
                <a:solidFill>
                  <a:schemeClr val="accent6"/>
                </a:solidFill>
              </a:rPr>
              <a:t>Write-through</a:t>
            </a:r>
          </a:p>
          <a:p>
            <a:pPr marL="12700" marR="5080"/>
            <a:r>
              <a:rPr lang="en-US" sz="1400" kern="0" spc="-80" dirty="0">
                <a:solidFill>
                  <a:schemeClr val="accent6"/>
                </a:solidFill>
              </a:rPr>
              <a:t>Read-through</a:t>
            </a:r>
          </a:p>
          <a:p>
            <a:pPr marL="12700" marR="5080"/>
            <a:r>
              <a:rPr lang="en-US" sz="1400" kern="0" spc="-80" dirty="0">
                <a:solidFill>
                  <a:schemeClr val="accent6"/>
                </a:solidFill>
              </a:rPr>
              <a:t>Cache-then-network</a:t>
            </a:r>
          </a:p>
          <a:p>
            <a:pPr marL="12700" marR="5080"/>
            <a:r>
              <a:rPr lang="en-US" sz="1400" kern="0" spc="-80" dirty="0">
                <a:solidFill>
                  <a:schemeClr val="accent6"/>
                </a:solidFill>
              </a:rPr>
              <a:t>Offline-first</a:t>
            </a:r>
          </a:p>
          <a:p>
            <a:pPr marL="12700" marR="5080"/>
            <a:r>
              <a:rPr lang="en-US" sz="1400" kern="0" spc="-80" dirty="0">
                <a:solidFill>
                  <a:schemeClr val="accent6"/>
                </a:solidFill>
              </a:rPr>
              <a:t>Architecture Patterns</a:t>
            </a:r>
          </a:p>
          <a:p>
            <a:pPr marL="12700" marR="5080"/>
            <a:r>
              <a:rPr lang="en-US" sz="1400" kern="0" spc="-80" dirty="0">
                <a:solidFill>
                  <a:schemeClr val="accent6"/>
                </a:solidFill>
              </a:rPr>
              <a:t>Clean Architecture</a:t>
            </a:r>
          </a:p>
          <a:p>
            <a:pPr marL="12700" marR="5080"/>
            <a:r>
              <a:rPr lang="en-US" sz="1400" kern="0" spc="-80" dirty="0">
                <a:solidFill>
                  <a:schemeClr val="accent6"/>
                </a:solidFill>
              </a:rPr>
              <a:t>SOLID</a:t>
            </a:r>
          </a:p>
          <a:p>
            <a:pPr marL="12700" marR="5080"/>
            <a:r>
              <a:rPr lang="en-US" sz="1400" kern="0" spc="-80" dirty="0">
                <a:solidFill>
                  <a:schemeClr val="accent6"/>
                </a:solidFill>
              </a:rPr>
              <a:t>Dependency Injection</a:t>
            </a:r>
          </a:p>
          <a:p>
            <a:pPr marL="12700" marR="5080"/>
            <a:r>
              <a:rPr lang="en-US" sz="1400" kern="0" spc="-80" dirty="0">
                <a:solidFill>
                  <a:schemeClr val="accent6"/>
                </a:solidFill>
              </a:rPr>
              <a:t>Dagger/Hilt (Android)</a:t>
            </a:r>
          </a:p>
          <a:p>
            <a:pPr marL="12700" marR="5080"/>
            <a:r>
              <a:rPr lang="en-US" sz="1400" kern="0" spc="-80" dirty="0">
                <a:solidFill>
                  <a:schemeClr val="accent6"/>
                </a:solidFill>
              </a:rPr>
              <a:t>Koin (Android)</a:t>
            </a:r>
          </a:p>
          <a:p>
            <a:pPr marL="12700" marR="5080"/>
            <a:r>
              <a:rPr lang="en-US" sz="1400" kern="0" spc="-80" dirty="0">
                <a:solidFill>
                  <a:schemeClr val="accent6"/>
                </a:solidFill>
              </a:rPr>
              <a:t>Resolver/Needle (iOS)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11482469"/>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5C692-2A94-A717-7147-D4D6722796F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FA60F52-5677-0C4C-3B36-3547B56E7A4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56F16F3-0F71-6F26-4E75-08EAA188BCE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98D3218-88E8-97CF-8D4E-76EA728EA74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8494FA0-8B71-4CD3-157B-B079DCD38D9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4C0F542-272E-FDF9-75A3-22FEED1883B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22BC010-48F9-55FA-4C5B-94B206ACC93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BD9CD0D-1669-34AC-60C7-1D2C49C9EBB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3283445-CA35-17FD-60D5-858DE1D2217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3D488BB-704C-C433-165D-3437B28FA24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697E310-A9CE-4774-CFAD-23A8F2C5EAE2}"/>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10. Performance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2"/>
                </a:solidFill>
              </a:rPr>
              <a:t>10.1 Rendering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6"/>
                </a:solidFill>
              </a:rPr>
              <a:t>Reduce overdraw (Android)</a:t>
            </a:r>
          </a:p>
          <a:p>
            <a:pPr marL="12700" marR="5080"/>
            <a:r>
              <a:rPr lang="en-US" sz="1400" kern="0" spc="-80" dirty="0">
                <a:solidFill>
                  <a:schemeClr val="accent6"/>
                </a:solidFill>
              </a:rPr>
              <a:t>Flatten View hierarchies</a:t>
            </a:r>
          </a:p>
          <a:p>
            <a:pPr marL="12700" marR="5080"/>
            <a:r>
              <a:rPr lang="en-US" sz="1400" kern="0" spc="-80" dirty="0">
                <a:solidFill>
                  <a:schemeClr val="accent6"/>
                </a:solidFill>
              </a:rPr>
              <a:t>Reuse cells (</a:t>
            </a:r>
            <a:r>
              <a:rPr lang="en-US" sz="1400" kern="0" spc="-80" dirty="0" err="1">
                <a:solidFill>
                  <a:schemeClr val="accent6"/>
                </a:solidFill>
              </a:rPr>
              <a:t>UIKit</a:t>
            </a:r>
            <a:r>
              <a:rPr lang="en-US" sz="1400" kern="0" spc="-80" dirty="0">
                <a:solidFill>
                  <a:schemeClr val="accent6"/>
                </a:solidFill>
              </a:rPr>
              <a:t>/</a:t>
            </a:r>
            <a:r>
              <a:rPr lang="en-US" sz="1400" kern="0" spc="-80" dirty="0" err="1">
                <a:solidFill>
                  <a:schemeClr val="accent6"/>
                </a:solidFill>
              </a:rPr>
              <a:t>RecyclerView</a:t>
            </a:r>
            <a:r>
              <a:rPr lang="en-US" sz="1400" kern="0" spc="-80" dirty="0">
                <a:solidFill>
                  <a:schemeClr val="accent6"/>
                </a:solidFill>
              </a:rPr>
              <a:t>)</a:t>
            </a:r>
          </a:p>
          <a:p>
            <a:pPr marL="12700" marR="5080"/>
            <a:r>
              <a:rPr lang="en-US" sz="1400" kern="0" spc="-80" dirty="0">
                <a:solidFill>
                  <a:schemeClr val="accent2"/>
                </a:solidFill>
              </a:rPr>
              <a:t>Use instrument tools:</a:t>
            </a:r>
          </a:p>
          <a:p>
            <a:pPr marL="12700" marR="5080"/>
            <a:r>
              <a:rPr lang="en-US" sz="1400" kern="0" spc="-80" dirty="0">
                <a:solidFill>
                  <a:schemeClr val="accent6"/>
                </a:solidFill>
              </a:rPr>
              <a:t>iOS: Instruments (Time Profiler, Allocations)</a:t>
            </a:r>
          </a:p>
          <a:p>
            <a:pPr marL="12700" marR="5080"/>
            <a:r>
              <a:rPr lang="en-US" sz="1400" kern="0" spc="-80" dirty="0">
                <a:solidFill>
                  <a:schemeClr val="accent6"/>
                </a:solidFill>
              </a:rPr>
              <a:t>Android: Profile GPU rendering, Layout Inspector</a:t>
            </a:r>
          </a:p>
          <a:p>
            <a:pPr marL="12700" marR="5080"/>
            <a:endParaRPr lang="en-US" sz="1400" kern="0" spc="-80" dirty="0">
              <a:solidFill>
                <a:schemeClr val="accent6"/>
              </a:solidFill>
            </a:endParaRPr>
          </a:p>
          <a:p>
            <a:pPr marL="12700" marR="5080"/>
            <a:r>
              <a:rPr lang="en-US" sz="1400" kern="0" spc="-80" dirty="0">
                <a:solidFill>
                  <a:schemeClr val="accent2"/>
                </a:solidFill>
              </a:rPr>
              <a:t>10.2 App Startup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6"/>
                </a:solidFill>
              </a:rPr>
              <a:t>Lazy </a:t>
            </a:r>
            <a:r>
              <a:rPr lang="en-US" sz="1400" kern="0" spc="-80" dirty="0" err="1">
                <a:solidFill>
                  <a:schemeClr val="accent6"/>
                </a:solidFill>
              </a:rPr>
              <a:t>initialisation</a:t>
            </a:r>
            <a:endParaRPr lang="en-US" sz="1400" kern="0" spc="-80" dirty="0">
              <a:solidFill>
                <a:schemeClr val="accent6"/>
              </a:solidFill>
            </a:endParaRPr>
          </a:p>
          <a:p>
            <a:pPr marL="12700" marR="5080"/>
            <a:r>
              <a:rPr lang="en-US" sz="1400" kern="0" spc="-80" dirty="0">
                <a:solidFill>
                  <a:schemeClr val="accent6"/>
                </a:solidFill>
              </a:rPr>
              <a:t>Avoid heavy operations in </a:t>
            </a:r>
            <a:r>
              <a:rPr lang="en-US" sz="1400" kern="0" spc="-80" dirty="0" err="1">
                <a:solidFill>
                  <a:schemeClr val="accent6"/>
                </a:solidFill>
              </a:rPr>
              <a:t>AppDelegate</a:t>
            </a:r>
            <a:r>
              <a:rPr lang="en-US" sz="1400" kern="0" spc="-80" dirty="0">
                <a:solidFill>
                  <a:schemeClr val="accent6"/>
                </a:solidFill>
              </a:rPr>
              <a:t>/</a:t>
            </a:r>
            <a:r>
              <a:rPr lang="en-US" sz="1400" kern="0" spc="-80" dirty="0" err="1">
                <a:solidFill>
                  <a:schemeClr val="accent6"/>
                </a:solidFill>
              </a:rPr>
              <a:t>onCreate</a:t>
            </a:r>
            <a:endParaRPr lang="en-US" sz="1400" kern="0" spc="-80" dirty="0">
              <a:solidFill>
                <a:schemeClr val="accent6"/>
              </a:solidFill>
            </a:endParaRPr>
          </a:p>
          <a:p>
            <a:pPr marL="12700" marR="5080"/>
            <a:r>
              <a:rPr lang="en-US" sz="1400" kern="0" spc="-80" dirty="0">
                <a:solidFill>
                  <a:schemeClr val="accent6"/>
                </a:solidFill>
              </a:rPr>
              <a:t>Reduce APK/IPA size</a:t>
            </a:r>
          </a:p>
          <a:p>
            <a:pPr marL="12700" marR="5080"/>
            <a:endParaRPr lang="en-US" sz="1400" kern="0" spc="-80" dirty="0">
              <a:solidFill>
                <a:schemeClr val="accent6"/>
              </a:solidFill>
            </a:endParaRPr>
          </a:p>
          <a:p>
            <a:pPr marL="12700" marR="5080"/>
            <a:r>
              <a:rPr lang="en-US" sz="1400" kern="0" spc="-80" dirty="0">
                <a:solidFill>
                  <a:schemeClr val="accent2"/>
                </a:solidFill>
              </a:rPr>
              <a:t>10.3 Memory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6"/>
                </a:solidFill>
              </a:rPr>
              <a:t>Avoid bitmaps too large (Android)</a:t>
            </a:r>
          </a:p>
          <a:p>
            <a:pPr marL="12700" marR="5080"/>
            <a:r>
              <a:rPr lang="en-US" sz="1400" kern="0" spc="-80" dirty="0">
                <a:solidFill>
                  <a:schemeClr val="accent6"/>
                </a:solidFill>
              </a:rPr>
              <a:t>Avoid retain cycles (iOS)</a:t>
            </a:r>
          </a:p>
          <a:p>
            <a:pPr marL="12700" marR="5080"/>
            <a:r>
              <a:rPr lang="en-US" sz="1400" kern="0" spc="-80" dirty="0">
                <a:solidFill>
                  <a:schemeClr val="accent6"/>
                </a:solidFill>
              </a:rPr>
              <a:t>Reuse image decoders</a:t>
            </a:r>
          </a:p>
          <a:p>
            <a:pPr marL="12700" marR="5080"/>
            <a:endParaRPr lang="en-US" sz="1400" kern="0" spc="-80" dirty="0">
              <a:solidFill>
                <a:schemeClr val="accent6"/>
              </a:solidFill>
            </a:endParaRPr>
          </a:p>
          <a:p>
            <a:pPr marL="12700" marR="5080"/>
            <a:r>
              <a:rPr lang="en-US" sz="1400" kern="0" spc="-80" dirty="0">
                <a:solidFill>
                  <a:schemeClr val="accent2"/>
                </a:solidFill>
              </a:rPr>
              <a:t>10.4 Battery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6"/>
                </a:solidFill>
              </a:rPr>
              <a:t>Reduce wake-locks (Android)</a:t>
            </a:r>
          </a:p>
          <a:p>
            <a:pPr marL="12700" marR="5080"/>
            <a:r>
              <a:rPr lang="en-US" sz="1400" kern="0" spc="-80" dirty="0">
                <a:solidFill>
                  <a:schemeClr val="accent6"/>
                </a:solidFill>
              </a:rPr>
              <a:t>Background task limits (iOS)</a:t>
            </a:r>
          </a:p>
          <a:p>
            <a:pPr marL="12700" marR="5080"/>
            <a:r>
              <a:rPr lang="en-US" sz="1400" kern="0" spc="-80" dirty="0">
                <a:solidFill>
                  <a:schemeClr val="accent6"/>
                </a:solidFill>
              </a:rPr>
              <a:t>Efficient network batching</a:t>
            </a:r>
          </a:p>
        </p:txBody>
      </p:sp>
    </p:spTree>
    <p:extLst>
      <p:ext uri="{BB962C8B-B14F-4D97-AF65-F5344CB8AC3E}">
        <p14:creationId xmlns:p14="http://schemas.microsoft.com/office/powerpoint/2010/main" val="928013998"/>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959CC-EEDC-476C-096D-8E5C824F841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96A22DD-68AA-0A30-48F4-BB856EC656F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DA4752C-D580-1580-3E56-4A2F3488591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DA94C77-4849-2505-6969-79799C2A702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7E43F8E-F0DA-2658-8C49-7E83F127FF5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040F2F5-0396-BF73-9365-43E9D601E90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A3DC0FF-1B97-BE73-8F62-2ECBA88E73A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69EFDE4-866E-53E6-1503-07FC0DABBFE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1DE4DE5-5F91-BA47-0356-EE06E2185F9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20280E8-72E0-92BF-FC0D-8FCCF32F9E2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ABF9863-5E78-CF2C-0F9F-05167D9FC4B4}"/>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11. Hardware &amp; System APIs</a:t>
            </a:r>
          </a:p>
          <a:p>
            <a:pPr marL="12700" marR="5080"/>
            <a:r>
              <a:rPr lang="en-US" sz="1400" kern="0" spc="-80" dirty="0">
                <a:solidFill>
                  <a:schemeClr val="accent6"/>
                </a:solidFill>
              </a:rPr>
              <a:t>Sensors &amp; device capabilities</a:t>
            </a:r>
          </a:p>
          <a:p>
            <a:pPr marL="12700" marR="5080"/>
            <a:r>
              <a:rPr lang="en-US" sz="1400" kern="0" spc="-80" dirty="0">
                <a:solidFill>
                  <a:schemeClr val="accent6"/>
                </a:solidFill>
              </a:rPr>
              <a:t>Camera / </a:t>
            </a:r>
            <a:r>
              <a:rPr lang="en-US" sz="1400" kern="0" spc="-80" dirty="0" err="1">
                <a:solidFill>
                  <a:schemeClr val="accent6"/>
                </a:solidFill>
              </a:rPr>
              <a:t>AVFoundation</a:t>
            </a:r>
            <a:r>
              <a:rPr lang="en-US" sz="1400" kern="0" spc="-80" dirty="0">
                <a:solidFill>
                  <a:schemeClr val="accent6"/>
                </a:solidFill>
              </a:rPr>
              <a:t> / </a:t>
            </a:r>
            <a:r>
              <a:rPr lang="en-US" sz="1400" kern="0" spc="-80" dirty="0" err="1">
                <a:solidFill>
                  <a:schemeClr val="accent6"/>
                </a:solidFill>
              </a:rPr>
              <a:t>CameraX</a:t>
            </a:r>
            <a:endParaRPr lang="en-US" sz="1400" kern="0" spc="-80" dirty="0">
              <a:solidFill>
                <a:schemeClr val="accent6"/>
              </a:solidFill>
            </a:endParaRPr>
          </a:p>
          <a:p>
            <a:pPr marL="12700" marR="5080"/>
            <a:r>
              <a:rPr lang="en-US" sz="1400" kern="0" spc="-80" dirty="0">
                <a:solidFill>
                  <a:schemeClr val="accent6"/>
                </a:solidFill>
              </a:rPr>
              <a:t>GPS / </a:t>
            </a:r>
            <a:r>
              <a:rPr lang="en-US" sz="1400" kern="0" spc="-80" dirty="0" err="1">
                <a:solidFill>
                  <a:schemeClr val="accent6"/>
                </a:solidFill>
              </a:rPr>
              <a:t>CoreLocation</a:t>
            </a:r>
            <a:r>
              <a:rPr lang="en-US" sz="1400" kern="0" spc="-80" dirty="0">
                <a:solidFill>
                  <a:schemeClr val="accent6"/>
                </a:solidFill>
              </a:rPr>
              <a:t> / Fused Location Provider</a:t>
            </a:r>
          </a:p>
          <a:p>
            <a:pPr marL="12700" marR="5080"/>
            <a:r>
              <a:rPr lang="en-US" sz="1400" kern="0" spc="-80" dirty="0">
                <a:solidFill>
                  <a:schemeClr val="accent6"/>
                </a:solidFill>
              </a:rPr>
              <a:t>Bluetooth LE (</a:t>
            </a:r>
            <a:r>
              <a:rPr lang="en-US" sz="1400" kern="0" spc="-80" dirty="0" err="1">
                <a:solidFill>
                  <a:schemeClr val="accent6"/>
                </a:solidFill>
              </a:rPr>
              <a:t>CoreBluetooth</a:t>
            </a:r>
            <a:r>
              <a:rPr lang="en-US" sz="1400" kern="0" spc="-80" dirty="0">
                <a:solidFill>
                  <a:schemeClr val="accent6"/>
                </a:solidFill>
              </a:rPr>
              <a:t> / Android BLE APIs)</a:t>
            </a:r>
          </a:p>
          <a:p>
            <a:pPr marL="12700" marR="5080"/>
            <a:r>
              <a:rPr lang="en-US" sz="1400" kern="0" spc="-80" dirty="0">
                <a:solidFill>
                  <a:schemeClr val="accent6"/>
                </a:solidFill>
              </a:rPr>
              <a:t>Push notifications: APNS / FCM</a:t>
            </a:r>
          </a:p>
          <a:p>
            <a:pPr marL="12700" marR="5080"/>
            <a:r>
              <a:rPr lang="en-US" sz="1400" kern="0" spc="-80" dirty="0">
                <a:solidFill>
                  <a:schemeClr val="accent6"/>
                </a:solidFill>
              </a:rPr>
              <a:t>NFC</a:t>
            </a:r>
          </a:p>
          <a:p>
            <a:pPr marL="12700" marR="5080"/>
            <a:r>
              <a:rPr lang="en-US" sz="1400" kern="0" spc="-80" dirty="0">
                <a:solidFill>
                  <a:schemeClr val="accent6"/>
                </a:solidFill>
              </a:rPr>
              <a:t>Biometrics (</a:t>
            </a:r>
            <a:r>
              <a:rPr lang="en-US" sz="1400" kern="0" spc="-80" dirty="0" err="1">
                <a:solidFill>
                  <a:schemeClr val="accent6"/>
                </a:solidFill>
              </a:rPr>
              <a:t>FaceID</a:t>
            </a:r>
            <a:r>
              <a:rPr lang="en-US" sz="1400" kern="0" spc="-80" dirty="0">
                <a:solidFill>
                  <a:schemeClr val="accent6"/>
                </a:solidFill>
              </a:rPr>
              <a:t>/</a:t>
            </a:r>
            <a:r>
              <a:rPr lang="en-US" sz="1400" kern="0" spc="-80" dirty="0" err="1">
                <a:solidFill>
                  <a:schemeClr val="accent6"/>
                </a:solidFill>
              </a:rPr>
              <a:t>TouchID</a:t>
            </a:r>
            <a:r>
              <a:rPr lang="en-US" sz="1400" kern="0" spc="-80" dirty="0">
                <a:solidFill>
                  <a:schemeClr val="accent6"/>
                </a:solidFill>
              </a:rPr>
              <a:t>, Android </a:t>
            </a:r>
            <a:r>
              <a:rPr lang="en-US" sz="1400" kern="0" spc="-80" dirty="0" err="1">
                <a:solidFill>
                  <a:schemeClr val="accent6"/>
                </a:solidFill>
              </a:rPr>
              <a:t>BiometricPrompt</a:t>
            </a:r>
            <a:r>
              <a:rPr lang="en-US" sz="1400" kern="0" spc="-80" dirty="0">
                <a:solidFill>
                  <a:schemeClr val="accent6"/>
                </a:solidFill>
              </a:rPr>
              <a:t>)</a:t>
            </a:r>
          </a:p>
          <a:p>
            <a:pPr marL="12700" marR="5080"/>
            <a:r>
              <a:rPr lang="en-US" sz="1400" kern="0" spc="-80" dirty="0">
                <a:solidFill>
                  <a:schemeClr val="accent6"/>
                </a:solidFill>
              </a:rPr>
              <a:t>Accelerometer, gyroscope, magnetometer</a:t>
            </a:r>
          </a:p>
          <a:p>
            <a:pPr marL="12700" marR="5080"/>
            <a:r>
              <a:rPr lang="en-US" sz="1400" kern="0" spc="-80" dirty="0">
                <a:solidFill>
                  <a:schemeClr val="accent6"/>
                </a:solidFill>
              </a:rPr>
              <a:t>Media</a:t>
            </a:r>
          </a:p>
          <a:p>
            <a:pPr marL="12700" marR="5080"/>
            <a:r>
              <a:rPr lang="en-US" sz="1400" kern="0" spc="-80" dirty="0" err="1">
                <a:solidFill>
                  <a:schemeClr val="accent6"/>
                </a:solidFill>
              </a:rPr>
              <a:t>AVPlayer</a:t>
            </a:r>
            <a:r>
              <a:rPr lang="en-US" sz="1400" kern="0" spc="-80" dirty="0">
                <a:solidFill>
                  <a:schemeClr val="accent6"/>
                </a:solidFill>
              </a:rPr>
              <a:t>, </a:t>
            </a:r>
            <a:r>
              <a:rPr lang="en-US" sz="1400" kern="0" spc="-80" dirty="0" err="1">
                <a:solidFill>
                  <a:schemeClr val="accent6"/>
                </a:solidFill>
              </a:rPr>
              <a:t>ExoPlayer</a:t>
            </a:r>
            <a:endParaRPr lang="en-US" sz="1400" kern="0" spc="-80" dirty="0">
              <a:solidFill>
                <a:schemeClr val="accent6"/>
              </a:solidFill>
            </a:endParaRPr>
          </a:p>
          <a:p>
            <a:pPr marL="12700" marR="5080"/>
            <a:r>
              <a:rPr lang="en-US" sz="1400" kern="0" spc="-80" dirty="0">
                <a:solidFill>
                  <a:schemeClr val="accent6"/>
                </a:solidFill>
              </a:rPr>
              <a:t>Audio Session / Audio Focus</a:t>
            </a:r>
          </a:p>
          <a:p>
            <a:pPr marL="12700" marR="5080"/>
            <a:endParaRPr lang="en-US" sz="1400" kern="0" spc="-80" dirty="0">
              <a:solidFill>
                <a:schemeClr val="accent6"/>
              </a:solidFill>
            </a:endParaRPr>
          </a:p>
          <a:p>
            <a:pPr marL="12700" marR="5080"/>
            <a:r>
              <a:rPr lang="en-US" sz="1400" kern="0" spc="-80" dirty="0">
                <a:solidFill>
                  <a:schemeClr val="accent2"/>
                </a:solidFill>
              </a:rPr>
              <a:t>12. Build Systems, Tooling &amp; CI/CD</a:t>
            </a:r>
          </a:p>
          <a:p>
            <a:pPr marL="12700" marR="5080"/>
            <a:r>
              <a:rPr lang="en-US" sz="1400" kern="0" spc="-80" dirty="0">
                <a:solidFill>
                  <a:schemeClr val="accent2"/>
                </a:solidFill>
              </a:rPr>
              <a:t>iOS</a:t>
            </a:r>
          </a:p>
          <a:p>
            <a:pPr marL="12700" marR="5080"/>
            <a:r>
              <a:rPr lang="en-US" sz="1400" kern="0" spc="-80" dirty="0">
                <a:solidFill>
                  <a:schemeClr val="accent6"/>
                </a:solidFill>
              </a:rPr>
              <a:t>Xcode</a:t>
            </a:r>
          </a:p>
          <a:p>
            <a:pPr marL="12700" marR="5080"/>
            <a:r>
              <a:rPr lang="en-US" sz="1400" kern="0" spc="-80" dirty="0">
                <a:solidFill>
                  <a:schemeClr val="accent6"/>
                </a:solidFill>
              </a:rPr>
              <a:t>Swift Package Manager</a:t>
            </a:r>
          </a:p>
          <a:p>
            <a:pPr marL="12700" marR="5080"/>
            <a:r>
              <a:rPr lang="en-US" sz="1400" kern="0" spc="-80" dirty="0" err="1">
                <a:solidFill>
                  <a:schemeClr val="accent6"/>
                </a:solidFill>
              </a:rPr>
              <a:t>CocoaPods</a:t>
            </a:r>
            <a:r>
              <a:rPr lang="en-US" sz="1400" kern="0" spc="-80" dirty="0">
                <a:solidFill>
                  <a:schemeClr val="accent6"/>
                </a:solidFill>
              </a:rPr>
              <a:t>, Carthage (legacy)</a:t>
            </a:r>
          </a:p>
          <a:p>
            <a:pPr marL="12700" marR="5080"/>
            <a:r>
              <a:rPr lang="en-US" sz="1400" kern="0" spc="-80" dirty="0">
                <a:solidFill>
                  <a:schemeClr val="accent6"/>
                </a:solidFill>
              </a:rPr>
              <a:t>Code signing: provisioning profiles, certificates</a:t>
            </a:r>
          </a:p>
          <a:p>
            <a:pPr marL="12700" marR="5080"/>
            <a:r>
              <a:rPr lang="en-US" sz="1400" kern="0" spc="-80" dirty="0">
                <a:solidFill>
                  <a:schemeClr val="accent6"/>
                </a:solidFill>
              </a:rPr>
              <a:t>CI/CD: GitHub Actions, </a:t>
            </a:r>
            <a:r>
              <a:rPr lang="en-US" sz="1400" kern="0" spc="-80" dirty="0" err="1">
                <a:solidFill>
                  <a:schemeClr val="accent6"/>
                </a:solidFill>
              </a:rPr>
              <a:t>Bitrise</a:t>
            </a:r>
            <a:r>
              <a:rPr lang="en-US" sz="1400" kern="0" spc="-80" dirty="0">
                <a:solidFill>
                  <a:schemeClr val="accent6"/>
                </a:solidFill>
              </a:rPr>
              <a:t>, Fastlane</a:t>
            </a:r>
          </a:p>
          <a:p>
            <a:pPr marL="12700" marR="5080"/>
            <a:r>
              <a:rPr lang="en-US" sz="1400" kern="0" spc="-80" dirty="0">
                <a:solidFill>
                  <a:schemeClr val="accent2"/>
                </a:solidFill>
              </a:rPr>
              <a:t>Android</a:t>
            </a:r>
          </a:p>
          <a:p>
            <a:pPr marL="12700" marR="5080"/>
            <a:r>
              <a:rPr lang="en-US" sz="1400" kern="0" spc="-80" dirty="0">
                <a:solidFill>
                  <a:schemeClr val="accent6"/>
                </a:solidFill>
              </a:rPr>
              <a:t>Gradle (Groovy/Kotlin DSL)</a:t>
            </a:r>
          </a:p>
          <a:p>
            <a:pPr marL="12700" marR="5080"/>
            <a:r>
              <a:rPr lang="en-US" sz="1400" kern="0" spc="-80" dirty="0">
                <a:solidFill>
                  <a:schemeClr val="accent6"/>
                </a:solidFill>
              </a:rPr>
              <a:t>Android Studio</a:t>
            </a:r>
          </a:p>
          <a:p>
            <a:pPr marL="12700" marR="5080"/>
            <a:r>
              <a:rPr lang="en-US" sz="1400" kern="0" spc="-80" dirty="0">
                <a:solidFill>
                  <a:schemeClr val="accent6"/>
                </a:solidFill>
              </a:rPr>
              <a:t>Build variants/flavors</a:t>
            </a:r>
          </a:p>
        </p:txBody>
      </p:sp>
    </p:spTree>
    <p:extLst>
      <p:ext uri="{BB962C8B-B14F-4D97-AF65-F5344CB8AC3E}">
        <p14:creationId xmlns:p14="http://schemas.microsoft.com/office/powerpoint/2010/main" val="43843634"/>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9CFF5-69CA-E47F-3D9B-3FC57F13590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126C749-3B3A-9E46-2A9D-DFDD40F9578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793B857-074C-9ABA-48DD-C31EF0B97A0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2386BB1-654B-EA85-EB5E-A71630EED16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0E865F8-CBB2-620B-1428-CAAC88BAEF6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0C57204-FB55-4915-A393-E4C747D3A8F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518A422-0CE4-E45A-AE58-B097BD7AAFB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577C58D-7A1D-1783-AC34-F795128E7E2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50DFF77-D4C9-5514-E0E1-A30DB3FD644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6539406-A08C-8ED8-F511-B73027D0722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EFD0487-EB10-8DF8-45C7-392AF5FAA37F}"/>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12. Build Systems, Tooling &amp; CI/CD</a:t>
            </a:r>
          </a:p>
          <a:p>
            <a:pPr marL="12700" marR="5080"/>
            <a:r>
              <a:rPr lang="en-US" sz="1400" kern="0" spc="-80" dirty="0">
                <a:solidFill>
                  <a:schemeClr val="accent2"/>
                </a:solidFill>
              </a:rPr>
              <a:t>Android</a:t>
            </a:r>
          </a:p>
          <a:p>
            <a:pPr marL="12700" marR="5080"/>
            <a:r>
              <a:rPr lang="en-US" sz="1400" kern="0" spc="-80" dirty="0">
                <a:solidFill>
                  <a:schemeClr val="accent6"/>
                </a:solidFill>
              </a:rPr>
              <a:t>AAB, APK signing</a:t>
            </a:r>
          </a:p>
          <a:p>
            <a:pPr marL="12700" marR="5080"/>
            <a:r>
              <a:rPr lang="en-US" sz="1400" kern="0" spc="-80" dirty="0">
                <a:solidFill>
                  <a:schemeClr val="accent6"/>
                </a:solidFill>
              </a:rPr>
              <a:t>CI/CD: GitHub Actions, </a:t>
            </a:r>
            <a:r>
              <a:rPr lang="en-US" sz="1400" kern="0" spc="-80" dirty="0" err="1">
                <a:solidFill>
                  <a:schemeClr val="accent6"/>
                </a:solidFill>
              </a:rPr>
              <a:t>Bitrise</a:t>
            </a:r>
            <a:r>
              <a:rPr lang="en-US" sz="1400" kern="0" spc="-80" dirty="0">
                <a:solidFill>
                  <a:schemeClr val="accent6"/>
                </a:solidFill>
              </a:rPr>
              <a:t>, Fastlane</a:t>
            </a:r>
          </a:p>
          <a:p>
            <a:pPr marL="12700" marR="5080"/>
            <a:endParaRPr lang="en-US" sz="1400" kern="0" spc="-80" dirty="0">
              <a:solidFill>
                <a:schemeClr val="accent6"/>
              </a:solidFill>
            </a:endParaRPr>
          </a:p>
          <a:p>
            <a:pPr marL="12700" marR="5080"/>
            <a:r>
              <a:rPr lang="en-US" sz="1400" kern="0" spc="-80" dirty="0">
                <a:solidFill>
                  <a:schemeClr val="accent2"/>
                </a:solidFill>
              </a:rPr>
              <a:t>13. App Distribution</a:t>
            </a:r>
          </a:p>
          <a:p>
            <a:pPr marL="12700" marR="5080"/>
            <a:r>
              <a:rPr lang="en-US" sz="1400" kern="0" spc="-80" dirty="0">
                <a:solidFill>
                  <a:schemeClr val="accent2"/>
                </a:solidFill>
              </a:rPr>
              <a:t>iOS</a:t>
            </a:r>
          </a:p>
          <a:p>
            <a:pPr marL="12700" marR="5080"/>
            <a:r>
              <a:rPr lang="en-US" sz="1400" kern="0" spc="-80" dirty="0">
                <a:solidFill>
                  <a:schemeClr val="accent6"/>
                </a:solidFill>
              </a:rPr>
              <a:t>TestFlight</a:t>
            </a:r>
          </a:p>
          <a:p>
            <a:pPr marL="12700" marR="5080"/>
            <a:r>
              <a:rPr lang="en-US" sz="1400" kern="0" spc="-80" dirty="0">
                <a:solidFill>
                  <a:schemeClr val="accent6"/>
                </a:solidFill>
              </a:rPr>
              <a:t>App Store Connect</a:t>
            </a:r>
          </a:p>
          <a:p>
            <a:pPr marL="12700" marR="5080"/>
            <a:r>
              <a:rPr lang="en-US" sz="1400" kern="0" spc="-80" dirty="0">
                <a:solidFill>
                  <a:schemeClr val="accent6"/>
                </a:solidFill>
              </a:rPr>
              <a:t>In-house/enterprise distribution (MDM)</a:t>
            </a:r>
          </a:p>
          <a:p>
            <a:pPr marL="12700" marR="5080"/>
            <a:r>
              <a:rPr lang="en-US" sz="1400" kern="0" spc="-80" dirty="0">
                <a:solidFill>
                  <a:schemeClr val="accent2"/>
                </a:solidFill>
              </a:rPr>
              <a:t>Android</a:t>
            </a:r>
          </a:p>
          <a:p>
            <a:pPr marL="12700" marR="5080"/>
            <a:r>
              <a:rPr lang="en-US" sz="1400" kern="0" spc="-80" dirty="0">
                <a:solidFill>
                  <a:schemeClr val="accent6"/>
                </a:solidFill>
              </a:rPr>
              <a:t>Internal testing</a:t>
            </a:r>
          </a:p>
          <a:p>
            <a:pPr marL="12700" marR="5080"/>
            <a:r>
              <a:rPr lang="en-US" sz="1400" kern="0" spc="-80" dirty="0">
                <a:solidFill>
                  <a:schemeClr val="accent6"/>
                </a:solidFill>
              </a:rPr>
              <a:t>Closed testing</a:t>
            </a:r>
          </a:p>
          <a:p>
            <a:pPr marL="12700" marR="5080"/>
            <a:r>
              <a:rPr lang="en-US" sz="1400" kern="0" spc="-80" dirty="0">
                <a:solidFill>
                  <a:schemeClr val="accent6"/>
                </a:solidFill>
              </a:rPr>
              <a:t>Production track</a:t>
            </a:r>
          </a:p>
          <a:p>
            <a:pPr marL="12700" marR="5080"/>
            <a:r>
              <a:rPr lang="en-US" sz="1400" kern="0" spc="-80" dirty="0">
                <a:solidFill>
                  <a:schemeClr val="accent6"/>
                </a:solidFill>
              </a:rPr>
              <a:t>Play Console</a:t>
            </a:r>
          </a:p>
          <a:p>
            <a:pPr marL="12700" marR="5080"/>
            <a:r>
              <a:rPr lang="en-US" sz="1400" kern="0" spc="-80" dirty="0">
                <a:solidFill>
                  <a:schemeClr val="accent6"/>
                </a:solidFill>
              </a:rPr>
              <a:t>Sideloading APKs</a:t>
            </a:r>
          </a:p>
          <a:p>
            <a:pPr marL="12700" marR="5080"/>
            <a:endParaRPr lang="en-US" sz="1400" kern="0" spc="-80" dirty="0">
              <a:solidFill>
                <a:schemeClr val="accent6"/>
              </a:solidFill>
            </a:endParaRPr>
          </a:p>
          <a:p>
            <a:pPr marL="12700" marR="5080"/>
            <a:r>
              <a:rPr lang="en-US" sz="1400" kern="0" spc="-80" dirty="0">
                <a:solidFill>
                  <a:schemeClr val="accent2"/>
                </a:solidFill>
              </a:rPr>
              <a:t>14. Testing &amp; Quality Engineering</a:t>
            </a:r>
          </a:p>
          <a:p>
            <a:pPr marL="12700" marR="5080"/>
            <a:r>
              <a:rPr lang="en-US" sz="1400" kern="0" spc="-80" dirty="0">
                <a:solidFill>
                  <a:schemeClr val="accent6"/>
                </a:solidFill>
              </a:rPr>
              <a:t>Unit Testing</a:t>
            </a:r>
          </a:p>
          <a:p>
            <a:pPr marL="12700" marR="5080"/>
            <a:r>
              <a:rPr lang="en-US" sz="1400" kern="0" spc="-80" dirty="0" err="1">
                <a:solidFill>
                  <a:schemeClr val="accent6"/>
                </a:solidFill>
              </a:rPr>
              <a:t>XCTest</a:t>
            </a:r>
            <a:r>
              <a:rPr lang="en-US" sz="1400" kern="0" spc="-80" dirty="0">
                <a:solidFill>
                  <a:schemeClr val="accent6"/>
                </a:solidFill>
              </a:rPr>
              <a:t> (iOS)</a:t>
            </a:r>
          </a:p>
          <a:p>
            <a:pPr marL="12700" marR="5080"/>
            <a:r>
              <a:rPr lang="en-US" sz="1400" kern="0" spc="-80" dirty="0">
                <a:solidFill>
                  <a:schemeClr val="accent6"/>
                </a:solidFill>
              </a:rPr>
              <a:t>JUnit (Android)</a:t>
            </a:r>
          </a:p>
          <a:p>
            <a:pPr marL="12700" marR="5080"/>
            <a:r>
              <a:rPr lang="en-US" sz="1400" kern="0" spc="-80" dirty="0">
                <a:solidFill>
                  <a:schemeClr val="accent6"/>
                </a:solidFill>
              </a:rPr>
              <a:t>UI Testing</a:t>
            </a:r>
          </a:p>
          <a:p>
            <a:pPr marL="12700" marR="5080"/>
            <a:r>
              <a:rPr lang="en-US" sz="1400" kern="0" spc="-80" dirty="0" err="1">
                <a:solidFill>
                  <a:schemeClr val="accent6"/>
                </a:solidFill>
              </a:rPr>
              <a:t>XCUITest</a:t>
            </a:r>
            <a:endParaRPr lang="en-US" sz="1400" kern="0" spc="-80" dirty="0">
              <a:solidFill>
                <a:schemeClr val="accent6"/>
              </a:solidFill>
            </a:endParaRPr>
          </a:p>
          <a:p>
            <a:pPr marL="12700" marR="5080"/>
            <a:r>
              <a:rPr lang="en-US" sz="1400" kern="0" spc="-80" dirty="0">
                <a:solidFill>
                  <a:schemeClr val="accent6"/>
                </a:solidFill>
              </a:rPr>
              <a:t>Espresso</a:t>
            </a:r>
          </a:p>
        </p:txBody>
      </p:sp>
    </p:spTree>
    <p:extLst>
      <p:ext uri="{BB962C8B-B14F-4D97-AF65-F5344CB8AC3E}">
        <p14:creationId xmlns:p14="http://schemas.microsoft.com/office/powerpoint/2010/main" val="3847713578"/>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79B97E-E96C-264F-D66B-8C4458EC180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1AF1E3C-16C3-C195-869F-DCE8D47E892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794D481-DCC4-ABF4-B1CF-6FDCC7BC5DE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58B2932-F894-A1C6-F274-67247FD5099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2B6F79A-8438-0637-FE57-8A0F1BCB6DF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3514E4C-37DC-00A8-8D9A-728C9E95AA0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6F97070-59A9-327B-C9AE-752B69CDB6B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302F91B-23DD-6FBF-FE57-4210437E258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B1D2F65-CB54-F0FB-B412-F81791BD780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CEB2FAE-350A-463B-B6AA-B72A0FDA178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A0D369E-1007-B161-809C-883E71D1364D}"/>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14. Testing &amp; Quality Engineering</a:t>
            </a:r>
          </a:p>
          <a:p>
            <a:pPr marL="12700" marR="5080"/>
            <a:r>
              <a:rPr lang="en-US" sz="1400" kern="0" spc="-80" dirty="0">
                <a:solidFill>
                  <a:schemeClr val="accent6"/>
                </a:solidFill>
              </a:rPr>
              <a:t>Snapshot Testing</a:t>
            </a:r>
          </a:p>
          <a:p>
            <a:pPr marL="12700" marR="5080"/>
            <a:r>
              <a:rPr lang="en-US" sz="1400" kern="0" spc="-80" dirty="0" err="1">
                <a:solidFill>
                  <a:schemeClr val="accent6"/>
                </a:solidFill>
              </a:rPr>
              <a:t>SwiftSnapshotTesting</a:t>
            </a:r>
            <a:endParaRPr lang="en-US" sz="1400" kern="0" spc="-80" dirty="0">
              <a:solidFill>
                <a:schemeClr val="accent6"/>
              </a:solidFill>
            </a:endParaRPr>
          </a:p>
          <a:p>
            <a:pPr marL="12700" marR="5080"/>
            <a:r>
              <a:rPr lang="en-US" sz="1400" kern="0" spc="-80" dirty="0">
                <a:solidFill>
                  <a:schemeClr val="accent6"/>
                </a:solidFill>
              </a:rPr>
              <a:t>Paparazzi (Android Compose)</a:t>
            </a:r>
          </a:p>
          <a:p>
            <a:pPr marL="12700" marR="5080"/>
            <a:r>
              <a:rPr lang="en-US" sz="1400" kern="0" spc="-80" dirty="0">
                <a:solidFill>
                  <a:schemeClr val="accent6"/>
                </a:solidFill>
              </a:rPr>
              <a:t>Automation</a:t>
            </a:r>
          </a:p>
          <a:p>
            <a:pPr marL="12700" marR="5080"/>
            <a:r>
              <a:rPr lang="en-US" sz="1400" kern="0" spc="-80" dirty="0">
                <a:solidFill>
                  <a:schemeClr val="accent6"/>
                </a:solidFill>
              </a:rPr>
              <a:t>Fastlane for iOS</a:t>
            </a:r>
          </a:p>
          <a:p>
            <a:pPr marL="12700" marR="5080"/>
            <a:r>
              <a:rPr lang="en-US" sz="1400" kern="0" spc="-80" dirty="0">
                <a:solidFill>
                  <a:schemeClr val="accent6"/>
                </a:solidFill>
              </a:rPr>
              <a:t>Gradle + Firebase Test Lab for Android</a:t>
            </a:r>
          </a:p>
          <a:p>
            <a:pPr marL="12700" marR="5080"/>
            <a:endParaRPr lang="en-US" sz="1400" kern="0" spc="-80" dirty="0">
              <a:solidFill>
                <a:schemeClr val="accent6"/>
              </a:solidFill>
            </a:endParaRPr>
          </a:p>
          <a:p>
            <a:pPr marL="12700" marR="5080"/>
            <a:r>
              <a:rPr lang="en-US" sz="1400" kern="0" spc="-80" dirty="0">
                <a:solidFill>
                  <a:schemeClr val="accent2"/>
                </a:solidFill>
              </a:rPr>
              <a:t>15. Security Best Practices</a:t>
            </a:r>
          </a:p>
          <a:p>
            <a:pPr marL="12700" marR="5080"/>
            <a:r>
              <a:rPr lang="en-US" sz="1400" kern="0" spc="-80" dirty="0">
                <a:solidFill>
                  <a:schemeClr val="accent2"/>
                </a:solidFill>
              </a:rPr>
              <a:t>Common</a:t>
            </a:r>
          </a:p>
          <a:p>
            <a:pPr marL="12700" marR="5080"/>
            <a:r>
              <a:rPr lang="en-US" sz="1400" kern="0" spc="-80" dirty="0">
                <a:solidFill>
                  <a:schemeClr val="accent6"/>
                </a:solidFill>
              </a:rPr>
              <a:t>HTTPS/TLS pinning</a:t>
            </a:r>
          </a:p>
          <a:p>
            <a:pPr marL="12700" marR="5080"/>
            <a:r>
              <a:rPr lang="en-US" sz="1400" kern="0" spc="-80" dirty="0">
                <a:solidFill>
                  <a:schemeClr val="accent6"/>
                </a:solidFill>
              </a:rPr>
              <a:t>JWT validation</a:t>
            </a:r>
          </a:p>
          <a:p>
            <a:pPr marL="12700" marR="5080"/>
            <a:r>
              <a:rPr lang="en-US" sz="1400" kern="0" spc="-80" dirty="0">
                <a:solidFill>
                  <a:schemeClr val="accent6"/>
                </a:solidFill>
              </a:rPr>
              <a:t>Keychain/Keystore usage</a:t>
            </a:r>
          </a:p>
          <a:p>
            <a:pPr marL="12700" marR="5080"/>
            <a:r>
              <a:rPr lang="en-US" sz="1400" kern="0" spc="-80" dirty="0">
                <a:solidFill>
                  <a:schemeClr val="accent6"/>
                </a:solidFill>
              </a:rPr>
              <a:t>Secure storage</a:t>
            </a:r>
          </a:p>
          <a:p>
            <a:pPr marL="12700" marR="5080"/>
            <a:r>
              <a:rPr lang="en-US" sz="1400" kern="0" spc="-80" dirty="0">
                <a:solidFill>
                  <a:schemeClr val="accent6"/>
                </a:solidFill>
              </a:rPr>
              <a:t>No secrets in app binaries</a:t>
            </a:r>
          </a:p>
          <a:p>
            <a:pPr marL="12700" marR="5080"/>
            <a:r>
              <a:rPr lang="en-US" sz="1400" kern="0" spc="-80" dirty="0">
                <a:solidFill>
                  <a:schemeClr val="accent6"/>
                </a:solidFill>
              </a:rPr>
              <a:t>Anti-tampering</a:t>
            </a:r>
          </a:p>
          <a:p>
            <a:pPr marL="12700" marR="5080"/>
            <a:r>
              <a:rPr lang="en-US" sz="1400" kern="0" spc="-80" dirty="0">
                <a:solidFill>
                  <a:schemeClr val="accent6"/>
                </a:solidFill>
              </a:rPr>
              <a:t>Obfuscation</a:t>
            </a:r>
          </a:p>
          <a:p>
            <a:pPr marL="12700" marR="5080"/>
            <a:r>
              <a:rPr lang="en-US" sz="1400" kern="0" spc="-80" dirty="0" err="1">
                <a:solidFill>
                  <a:schemeClr val="accent6"/>
                </a:solidFill>
              </a:rPr>
              <a:t>ProGuard</a:t>
            </a:r>
            <a:r>
              <a:rPr lang="en-US" sz="1400" kern="0" spc="-80" dirty="0">
                <a:solidFill>
                  <a:schemeClr val="accent6"/>
                </a:solidFill>
              </a:rPr>
              <a:t>/R8 (Android)</a:t>
            </a:r>
          </a:p>
          <a:p>
            <a:pPr marL="12700" marR="5080"/>
            <a:r>
              <a:rPr lang="en-US" sz="1400" kern="0" spc="-80" dirty="0">
                <a:solidFill>
                  <a:schemeClr val="accent6"/>
                </a:solidFill>
              </a:rPr>
              <a:t>Jailbreak/root detection</a:t>
            </a:r>
          </a:p>
          <a:p>
            <a:pPr marL="12700" marR="5080"/>
            <a:endParaRPr lang="en-US" sz="1400" kern="0" spc="-80" dirty="0">
              <a:solidFill>
                <a:schemeClr val="accent6"/>
              </a:solidFill>
            </a:endParaRPr>
          </a:p>
          <a:p>
            <a:pPr marL="12700" marR="5080"/>
            <a:r>
              <a:rPr lang="en-US" sz="1400" kern="0" spc="-80" dirty="0">
                <a:solidFill>
                  <a:schemeClr val="accent2"/>
                </a:solidFill>
              </a:rPr>
              <a:t>16. Native Mobile Advanced Topics</a:t>
            </a:r>
          </a:p>
          <a:p>
            <a:pPr marL="12700" marR="5080"/>
            <a:r>
              <a:rPr lang="en-US" sz="1400" kern="0" spc="-80" dirty="0">
                <a:solidFill>
                  <a:schemeClr val="accent6"/>
                </a:solidFill>
              </a:rPr>
              <a:t>In-app purchases (</a:t>
            </a:r>
            <a:r>
              <a:rPr lang="en-US" sz="1400" kern="0" spc="-80" dirty="0" err="1">
                <a:solidFill>
                  <a:schemeClr val="accent6"/>
                </a:solidFill>
              </a:rPr>
              <a:t>StoreKit</a:t>
            </a:r>
            <a:r>
              <a:rPr lang="en-US" sz="1400" kern="0" spc="-80" dirty="0">
                <a:solidFill>
                  <a:schemeClr val="accent6"/>
                </a:solidFill>
              </a:rPr>
              <a:t> / Google Billing)</a:t>
            </a:r>
          </a:p>
          <a:p>
            <a:pPr marL="12700" marR="5080"/>
            <a:r>
              <a:rPr lang="en-US" sz="1400" kern="0" spc="-80" dirty="0">
                <a:solidFill>
                  <a:schemeClr val="accent6"/>
                </a:solidFill>
              </a:rPr>
              <a:t>Custom render pipelines (Metal / Vulkan)</a:t>
            </a:r>
          </a:p>
          <a:p>
            <a:pPr marL="12700" marR="5080"/>
            <a:r>
              <a:rPr lang="en-US" sz="1400" kern="0" spc="-80" dirty="0">
                <a:solidFill>
                  <a:schemeClr val="accent6"/>
                </a:solidFill>
              </a:rPr>
              <a:t>Game engines integration (Unity, Unreal)</a:t>
            </a:r>
          </a:p>
          <a:p>
            <a:pPr marL="12700" marR="5080"/>
            <a:r>
              <a:rPr lang="en-US" sz="1400" kern="0" spc="-80" dirty="0">
                <a:solidFill>
                  <a:schemeClr val="accent6"/>
                </a:solidFill>
              </a:rPr>
              <a:t>AOT vs JIT compilation</a:t>
            </a:r>
          </a:p>
        </p:txBody>
      </p:sp>
    </p:spTree>
    <p:extLst>
      <p:ext uri="{BB962C8B-B14F-4D97-AF65-F5344CB8AC3E}">
        <p14:creationId xmlns:p14="http://schemas.microsoft.com/office/powerpoint/2010/main" val="84211871"/>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9DFE12-985B-5F3C-2C13-DCBB77BE831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C3078D-F0EB-E00A-C52E-B8AAECA7892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56AAF9D-35B4-FA55-9E90-3B3EFF09639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C960D3E-6139-FFE6-1B40-E8416B1900A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D0717E9-924E-C963-7140-831AC52BCD3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FD819B5-E53F-8532-4881-B7B4DFA48C8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85372EE-A2E3-A469-2C8D-F2D1009617D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1616892-C327-9159-628B-2EBA645D6D3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FE41D56-F428-C2C8-5743-7BBC49D0177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5110143-5CBA-5C36-581A-1E2AB05CB63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5211651-9D4F-2E59-E7F5-82954F5D710C}"/>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16. Native Mobile Advanced Topics</a:t>
            </a:r>
          </a:p>
          <a:p>
            <a:pPr marL="12700" marR="5080"/>
            <a:r>
              <a:rPr lang="en-US" sz="1400" kern="0" spc="-80" dirty="0">
                <a:solidFill>
                  <a:schemeClr val="accent6"/>
                </a:solidFill>
              </a:rPr>
              <a:t>Custom keyboards</a:t>
            </a:r>
          </a:p>
          <a:p>
            <a:pPr marL="12700" marR="5080"/>
            <a:r>
              <a:rPr lang="en-US" sz="1400" kern="0" spc="-80" dirty="0">
                <a:solidFill>
                  <a:schemeClr val="accent6"/>
                </a:solidFill>
              </a:rPr>
              <a:t>App extensions (widgets, </a:t>
            </a:r>
            <a:r>
              <a:rPr lang="en-US" sz="1400" kern="0" spc="-80" dirty="0" err="1">
                <a:solidFill>
                  <a:schemeClr val="accent6"/>
                </a:solidFill>
              </a:rPr>
              <a:t>watchOS</a:t>
            </a:r>
            <a:r>
              <a:rPr lang="en-US" sz="1400" kern="0" spc="-80" dirty="0">
                <a:solidFill>
                  <a:schemeClr val="accent6"/>
                </a:solidFill>
              </a:rPr>
              <a:t>)</a:t>
            </a:r>
          </a:p>
          <a:p>
            <a:pPr marL="12700" marR="5080"/>
            <a:r>
              <a:rPr lang="en-US" sz="1400" kern="0" spc="-80" dirty="0">
                <a:solidFill>
                  <a:schemeClr val="accent6"/>
                </a:solidFill>
              </a:rPr>
              <a:t>AR (ARKit / </a:t>
            </a:r>
            <a:r>
              <a:rPr lang="en-US" sz="1400" kern="0" spc="-80" dirty="0" err="1">
                <a:solidFill>
                  <a:schemeClr val="accent6"/>
                </a:solidFill>
              </a:rPr>
              <a:t>ARCore</a:t>
            </a:r>
            <a:r>
              <a:rPr lang="en-US" sz="1400" kern="0" spc="-80" dirty="0">
                <a:solidFill>
                  <a:schemeClr val="accent6"/>
                </a:solidFill>
              </a:rPr>
              <a:t>)</a:t>
            </a:r>
          </a:p>
          <a:p>
            <a:pPr marL="12700" marR="5080"/>
            <a:r>
              <a:rPr lang="en-US" sz="1400" kern="0" spc="-80" dirty="0">
                <a:solidFill>
                  <a:schemeClr val="accent6"/>
                </a:solidFill>
              </a:rPr>
              <a:t>ML on device (</a:t>
            </a:r>
            <a:r>
              <a:rPr lang="en-US" sz="1400" kern="0" spc="-80" dirty="0" err="1">
                <a:solidFill>
                  <a:schemeClr val="accent6"/>
                </a:solidFill>
              </a:rPr>
              <a:t>CoreML</a:t>
            </a:r>
            <a:r>
              <a:rPr lang="en-US" sz="1400" kern="0" spc="-80" dirty="0">
                <a:solidFill>
                  <a:schemeClr val="accent6"/>
                </a:solidFill>
              </a:rPr>
              <a:t> / TensorFlow Lite)</a:t>
            </a:r>
          </a:p>
          <a:p>
            <a:pPr marL="12700" marR="5080"/>
            <a:r>
              <a:rPr lang="en-US" sz="1400" kern="0" spc="-80" dirty="0">
                <a:solidFill>
                  <a:schemeClr val="accent6"/>
                </a:solidFill>
              </a:rPr>
              <a:t>Offline sync engines</a:t>
            </a:r>
          </a:p>
          <a:p>
            <a:pPr marL="12700" marR="5080"/>
            <a:r>
              <a:rPr lang="en-US" sz="1400" kern="0" spc="-80" dirty="0">
                <a:solidFill>
                  <a:schemeClr val="accent6"/>
                </a:solidFill>
              </a:rPr>
              <a:t>Background tasks / work manager</a:t>
            </a:r>
          </a:p>
          <a:p>
            <a:pPr marL="12700" marR="5080"/>
            <a:endParaRPr lang="en-US" sz="1400" kern="0" spc="-80" dirty="0">
              <a:solidFill>
                <a:schemeClr val="accent6"/>
              </a:solidFill>
            </a:endParaRPr>
          </a:p>
          <a:p>
            <a:pPr marL="12700" marR="5080"/>
            <a:r>
              <a:rPr lang="en-US" sz="1400" kern="0" spc="-80" dirty="0">
                <a:solidFill>
                  <a:schemeClr val="accent2"/>
                </a:solidFill>
              </a:rPr>
              <a:t>17. Native vs Cross-platform Landscape</a:t>
            </a:r>
          </a:p>
          <a:p>
            <a:pPr marL="12700" marR="5080"/>
            <a:r>
              <a:rPr lang="en-US" sz="1400" kern="0" spc="-80" dirty="0">
                <a:solidFill>
                  <a:schemeClr val="accent2"/>
                </a:solidFill>
              </a:rPr>
              <a:t>Native provides:</a:t>
            </a:r>
          </a:p>
          <a:p>
            <a:pPr marL="12700" marR="5080"/>
            <a:r>
              <a:rPr lang="en-US" sz="1400" kern="0" spc="-80" dirty="0">
                <a:solidFill>
                  <a:schemeClr val="accent6"/>
                </a:solidFill>
              </a:rPr>
              <a:t>Best performance</a:t>
            </a:r>
          </a:p>
          <a:p>
            <a:pPr marL="12700" marR="5080"/>
            <a:r>
              <a:rPr lang="en-US" sz="1400" kern="0" spc="-80" dirty="0">
                <a:solidFill>
                  <a:schemeClr val="accent6"/>
                </a:solidFill>
              </a:rPr>
              <a:t>Best access to system APIs</a:t>
            </a:r>
          </a:p>
          <a:p>
            <a:pPr marL="12700" marR="5080"/>
            <a:r>
              <a:rPr lang="en-US" sz="1400" kern="0" spc="-80" dirty="0">
                <a:solidFill>
                  <a:schemeClr val="accent6"/>
                </a:solidFill>
              </a:rPr>
              <a:t>Smoothest animations</a:t>
            </a:r>
          </a:p>
          <a:p>
            <a:pPr marL="12700" marR="5080"/>
            <a:r>
              <a:rPr lang="en-US" sz="1400" kern="0" spc="-80" dirty="0">
                <a:solidFill>
                  <a:schemeClr val="accent6"/>
                </a:solidFill>
              </a:rPr>
              <a:t>Best offline capability</a:t>
            </a:r>
          </a:p>
          <a:p>
            <a:pPr marL="12700" marR="5080"/>
            <a:r>
              <a:rPr lang="en-US" sz="1400" kern="0" spc="-80" dirty="0">
                <a:solidFill>
                  <a:schemeClr val="accent6"/>
                </a:solidFill>
              </a:rPr>
              <a:t>Strongest ecosystem &amp; longevity</a:t>
            </a:r>
          </a:p>
          <a:p>
            <a:pPr marL="12700" marR="5080"/>
            <a:r>
              <a:rPr lang="en-US" sz="1400" kern="0" spc="-80" dirty="0">
                <a:solidFill>
                  <a:schemeClr val="accent2"/>
                </a:solidFill>
              </a:rPr>
              <a:t>Cross-platform (React Native, Flutter, MAUI, Kotlin Multiplatform) tries to reduce development effort but sacrifices:</a:t>
            </a:r>
          </a:p>
          <a:p>
            <a:pPr marL="12700" marR="5080"/>
            <a:r>
              <a:rPr lang="en-US" sz="1400" kern="0" spc="-80" dirty="0">
                <a:solidFill>
                  <a:schemeClr val="accent6"/>
                </a:solidFill>
              </a:rPr>
              <a:t>Some performance</a:t>
            </a:r>
          </a:p>
          <a:p>
            <a:pPr marL="12700" marR="5080"/>
            <a:r>
              <a:rPr lang="en-US" sz="1400" kern="0" spc="-80" dirty="0">
                <a:solidFill>
                  <a:schemeClr val="accent6"/>
                </a:solidFill>
              </a:rPr>
              <a:t>Some deep system integration</a:t>
            </a:r>
          </a:p>
          <a:p>
            <a:pPr marL="12700" marR="5080"/>
            <a:r>
              <a:rPr lang="en-US" sz="1400" kern="0" spc="-80" dirty="0">
                <a:solidFill>
                  <a:schemeClr val="accent6"/>
                </a:solidFill>
              </a:rPr>
              <a:t>Debugging complexity</a:t>
            </a:r>
          </a:p>
          <a:p>
            <a:pPr marL="12700" marR="5080"/>
            <a:r>
              <a:rPr lang="en-US" sz="1400" kern="0" spc="-80" dirty="0">
                <a:solidFill>
                  <a:schemeClr val="accent6"/>
                </a:solidFill>
              </a:rPr>
              <a:t>Platform-specific edge cases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590943824"/>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6B7F9-5BBD-8252-8168-34683C4D527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EFF5079-770D-25DC-4F3B-EC4F5DB89D0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8EA8D7A-4D0E-E4D6-3867-F4EC8C9F92D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6705147-1720-3AF4-9347-957753D0EC9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484925E-E560-4448-D3F7-9364D2AEE62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52DBEB3-CEA4-6415-D435-294857702C2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8660524-4BAA-E997-021E-78118B12202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7FDEA42-CEB2-258D-2812-D400AC87901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5BD43DB-FDF4-AF10-AF7B-5FCA5ADDC6B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31AFDB3-2683-21D6-F1EE-34130B9C80E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43A1C9C-2A8F-D44A-03D5-609B5C27C682}"/>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6"/>
                </a:solidFill>
              </a:rPr>
              <a:t>A universal architecture that works for </a:t>
            </a:r>
            <a:r>
              <a:rPr lang="en-US" sz="1400" kern="0" spc="-80" dirty="0" err="1">
                <a:solidFill>
                  <a:schemeClr val="accent6"/>
                </a:solidFill>
              </a:rPr>
              <a:t>SwiftUI</a:t>
            </a:r>
            <a:r>
              <a:rPr lang="en-US" sz="1400" kern="0" spc="-80" dirty="0">
                <a:solidFill>
                  <a:schemeClr val="accent6"/>
                </a:solidFill>
              </a:rPr>
              <a:t> / Compose, Swift / Kotlin, and Clean Architecture teams.</a:t>
            </a:r>
          </a:p>
          <a:p>
            <a:pPr marL="12700" marR="5080"/>
            <a:r>
              <a:rPr lang="en-US" sz="1400" kern="0" spc="-80" dirty="0">
                <a:solidFill>
                  <a:schemeClr val="accent2"/>
                </a:solidFill>
              </a:rPr>
              <a:t>1. High-Level Architecture Layers</a:t>
            </a:r>
          </a:p>
          <a:p>
            <a:pPr marL="12700" marR="5080"/>
            <a:r>
              <a:rPr lang="en-US" sz="1400" kern="0" spc="-80" dirty="0">
                <a:solidFill>
                  <a:schemeClr val="accent6"/>
                </a:solidFill>
              </a:rPr>
              <a:t>┌──────────────────────────────┐</a:t>
            </a:r>
          </a:p>
          <a:p>
            <a:pPr marL="12700" marR="5080"/>
            <a:r>
              <a:rPr lang="en-US" sz="1400" kern="0" spc="-80" dirty="0">
                <a:solidFill>
                  <a:schemeClr val="accent6"/>
                </a:solidFill>
              </a:rPr>
              <a:t>│         Presentation          │  </a:t>
            </a:r>
            <a:r>
              <a:rPr lang="en-US" sz="1400" kern="0" spc="-80" dirty="0" err="1">
                <a:solidFill>
                  <a:schemeClr val="accent6"/>
                </a:solidFill>
              </a:rPr>
              <a:t>SwiftUI</a:t>
            </a:r>
            <a:r>
              <a:rPr lang="en-US" sz="1400" kern="0" spc="-80" dirty="0">
                <a:solidFill>
                  <a:schemeClr val="accent6"/>
                </a:solidFill>
              </a:rPr>
              <a:t> / Compose / </a:t>
            </a:r>
            <a:r>
              <a:rPr lang="en-US" sz="1400" kern="0" spc="-80" dirty="0" err="1">
                <a:solidFill>
                  <a:schemeClr val="accent6"/>
                </a:solidFill>
              </a:rPr>
              <a:t>UIKit</a:t>
            </a:r>
            <a:r>
              <a:rPr lang="en-US" sz="1400" kern="0" spc="-80" dirty="0">
                <a:solidFill>
                  <a:schemeClr val="accent6"/>
                </a:solidFill>
              </a:rPr>
              <a:t> / Views</a:t>
            </a:r>
          </a:p>
          <a:p>
            <a:pPr marL="12700" marR="5080"/>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            Domain             │  </a:t>
            </a:r>
            <a:r>
              <a:rPr lang="en-US" sz="1400" kern="0" spc="-80" dirty="0" err="1">
                <a:solidFill>
                  <a:schemeClr val="accent6"/>
                </a:solidFill>
              </a:rPr>
              <a:t>UseCases</a:t>
            </a:r>
            <a:r>
              <a:rPr lang="en-US" sz="1400" kern="0" spc="-80" dirty="0">
                <a:solidFill>
                  <a:schemeClr val="accent6"/>
                </a:solidFill>
              </a:rPr>
              <a:t> / Interactors / Entities</a:t>
            </a:r>
          </a:p>
          <a:p>
            <a:pPr marL="12700" marR="5080"/>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             Data              │  Repositories / DTOs / Mappers</a:t>
            </a:r>
          </a:p>
          <a:p>
            <a:pPr marL="12700" marR="5080"/>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       Infrastructure          │  Network / DB / Storage / Cloud</a:t>
            </a:r>
          </a:p>
          <a:p>
            <a:pPr marL="12700" marR="5080"/>
            <a:r>
              <a:rPr lang="en-US" sz="1400" kern="0" spc="-80" dirty="0">
                <a:solidFill>
                  <a:schemeClr val="accent6"/>
                </a:solidFill>
              </a:rPr>
              <a:t>└──────────────────────────────┘</a:t>
            </a:r>
          </a:p>
          <a:p>
            <a:pPr marL="12700" marR="5080"/>
            <a:r>
              <a:rPr lang="en-US" sz="1400" kern="0" spc="-80" dirty="0">
                <a:solidFill>
                  <a:schemeClr val="accent2"/>
                </a:solidFill>
              </a:rPr>
              <a:t>This architecture ensures:</a:t>
            </a:r>
          </a:p>
          <a:p>
            <a:pPr marL="12700" marR="5080"/>
            <a:r>
              <a:rPr lang="en-US" sz="1400" kern="0" spc="-80" dirty="0">
                <a:solidFill>
                  <a:schemeClr val="accent6"/>
                </a:solidFill>
              </a:rPr>
              <a:t>Low coupling</a:t>
            </a:r>
          </a:p>
          <a:p>
            <a:pPr marL="12700" marR="5080"/>
            <a:r>
              <a:rPr lang="en-US" sz="1400" kern="0" spc="-80" dirty="0">
                <a:solidFill>
                  <a:schemeClr val="accent6"/>
                </a:solidFill>
              </a:rPr>
              <a:t>High cohesion</a:t>
            </a:r>
          </a:p>
          <a:p>
            <a:pPr marL="12700" marR="5080"/>
            <a:r>
              <a:rPr lang="en-US" sz="1400" kern="0" spc="-80" dirty="0">
                <a:solidFill>
                  <a:schemeClr val="accent6"/>
                </a:solidFill>
              </a:rPr>
              <a:t>Testability</a:t>
            </a:r>
          </a:p>
          <a:p>
            <a:pPr marL="12700" marR="5080"/>
            <a:r>
              <a:rPr lang="en-US" sz="1400" kern="0" spc="-80" dirty="0">
                <a:solidFill>
                  <a:schemeClr val="accent6"/>
                </a:solidFill>
              </a:rPr>
              <a:t>Scalability</a:t>
            </a:r>
          </a:p>
          <a:p>
            <a:pPr marL="12700" marR="5080"/>
            <a:r>
              <a:rPr lang="en-US" sz="1400" kern="0" spc="-80" dirty="0">
                <a:solidFill>
                  <a:schemeClr val="accent6"/>
                </a:solidFill>
              </a:rPr>
              <a:t>Modularity</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510342683"/>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331F6-D59B-3BD7-E85C-3656D252BBE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56539A0-6E9E-54C6-E8C6-4DDE30DCA3A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A9429AD-0B89-8CC4-F2D6-443095B77CB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74C04ED-C7BF-3B59-7D4F-71E0944C816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6EC8CD4-3419-B91C-7D89-1476CC7AF8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397EC65-F391-F469-0DAE-F369BF4B5FA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3A26783-D49E-775F-15D6-59D300F1E21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3EB1B69-63C1-439A-A47E-FF2CCF98955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0982134-4733-2736-30B9-44F68C9F883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1855D00-32A1-0FBB-C405-62EC843CEEA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8DCC46C-F559-D73B-DA9D-984764864ED2}"/>
              </a:ext>
            </a:extLst>
          </p:cNvPr>
          <p:cNvSpPr txBox="1">
            <a:spLocks/>
          </p:cNvSpPr>
          <p:nvPr/>
        </p:nvSpPr>
        <p:spPr>
          <a:xfrm>
            <a:off x="152400" y="685800"/>
            <a:ext cx="8624937" cy="54245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2. Layer-by-Layer Explanation</a:t>
            </a:r>
          </a:p>
          <a:p>
            <a:pPr marL="12700" marR="5080"/>
            <a:r>
              <a:rPr lang="en-US" sz="1400" kern="0" spc="-80" dirty="0">
                <a:solidFill>
                  <a:schemeClr val="accent2"/>
                </a:solidFill>
              </a:rPr>
              <a:t>2.1 Presentation Layer (UI/UX)</a:t>
            </a:r>
          </a:p>
          <a:p>
            <a:pPr marL="12700" marR="5080"/>
            <a:r>
              <a:rPr lang="en-US" sz="1350" kern="0" spc="-80" dirty="0">
                <a:solidFill>
                  <a:schemeClr val="accent2"/>
                </a:solidFill>
              </a:rPr>
              <a:t>Purpose</a:t>
            </a:r>
          </a:p>
          <a:p>
            <a:pPr marL="12700" marR="5080"/>
            <a:r>
              <a:rPr lang="en-US" sz="1350" kern="0" spc="-80" dirty="0">
                <a:solidFill>
                  <a:schemeClr val="accent6"/>
                </a:solidFill>
              </a:rPr>
              <a:t>Display state</a:t>
            </a:r>
          </a:p>
          <a:p>
            <a:pPr marL="12700" marR="5080"/>
            <a:r>
              <a:rPr lang="en-US" sz="1350" kern="0" spc="-80" dirty="0">
                <a:solidFill>
                  <a:schemeClr val="accent6"/>
                </a:solidFill>
              </a:rPr>
              <a:t>Collect user events</a:t>
            </a:r>
          </a:p>
          <a:p>
            <a:pPr marL="12700" marR="5080"/>
            <a:r>
              <a:rPr lang="en-US" sz="1350" kern="0" spc="-80" dirty="0">
                <a:solidFill>
                  <a:schemeClr val="accent6"/>
                </a:solidFill>
              </a:rPr>
              <a:t>Trigger </a:t>
            </a:r>
            <a:r>
              <a:rPr lang="en-US" sz="1350" kern="0" spc="-80" dirty="0" err="1">
                <a:solidFill>
                  <a:schemeClr val="accent6"/>
                </a:solidFill>
              </a:rPr>
              <a:t>ViewModel</a:t>
            </a:r>
            <a:r>
              <a:rPr lang="en-US" sz="1350" kern="0" spc="-80" dirty="0">
                <a:solidFill>
                  <a:schemeClr val="accent6"/>
                </a:solidFill>
              </a:rPr>
              <a:t>/Presenter</a:t>
            </a:r>
          </a:p>
          <a:p>
            <a:pPr marL="12700" marR="5080"/>
            <a:r>
              <a:rPr lang="en-US" sz="1350" kern="0" spc="-80" dirty="0">
                <a:solidFill>
                  <a:schemeClr val="accent2"/>
                </a:solidFill>
              </a:rPr>
              <a:t>Technologies</a:t>
            </a:r>
          </a:p>
          <a:p>
            <a:pPr marL="12700" marR="5080"/>
            <a:r>
              <a:rPr lang="en-US" sz="1350" kern="0" spc="-80" dirty="0">
                <a:solidFill>
                  <a:schemeClr val="accent2"/>
                </a:solidFill>
              </a:rPr>
              <a:t>iOS</a:t>
            </a:r>
          </a:p>
          <a:p>
            <a:pPr marL="12700" marR="5080"/>
            <a:r>
              <a:rPr lang="en-US" sz="1350" kern="0" spc="-80" dirty="0" err="1">
                <a:solidFill>
                  <a:schemeClr val="accent6"/>
                </a:solidFill>
              </a:rPr>
              <a:t>SwiftUI</a:t>
            </a:r>
            <a:r>
              <a:rPr lang="en-US" sz="1350" kern="0" spc="-80" dirty="0">
                <a:solidFill>
                  <a:schemeClr val="accent6"/>
                </a:solidFill>
              </a:rPr>
              <a:t> (preferred)</a:t>
            </a:r>
          </a:p>
          <a:p>
            <a:pPr marL="12700" marR="5080"/>
            <a:r>
              <a:rPr lang="en-US" sz="1350" kern="0" spc="-80" dirty="0" err="1">
                <a:solidFill>
                  <a:schemeClr val="accent6"/>
                </a:solidFill>
              </a:rPr>
              <a:t>UIKit</a:t>
            </a:r>
            <a:r>
              <a:rPr lang="en-US" sz="1350" kern="0" spc="-80" dirty="0">
                <a:solidFill>
                  <a:schemeClr val="accent6"/>
                </a:solidFill>
              </a:rPr>
              <a:t> (legacy/complex)</a:t>
            </a:r>
          </a:p>
          <a:p>
            <a:pPr marL="12700" marR="5080"/>
            <a:r>
              <a:rPr lang="en-US" sz="1350" kern="0" spc="-80" dirty="0">
                <a:solidFill>
                  <a:schemeClr val="accent2"/>
                </a:solidFill>
              </a:rPr>
              <a:t>Android</a:t>
            </a:r>
          </a:p>
          <a:p>
            <a:pPr marL="12700" marR="5080"/>
            <a:r>
              <a:rPr lang="en-US" sz="1350" kern="0" spc="-80" dirty="0">
                <a:solidFill>
                  <a:schemeClr val="accent6"/>
                </a:solidFill>
              </a:rPr>
              <a:t>Jetpack Compose (preferred)</a:t>
            </a:r>
          </a:p>
          <a:p>
            <a:pPr marL="12700" marR="5080"/>
            <a:r>
              <a:rPr lang="en-US" sz="1350" kern="0" spc="-80" dirty="0">
                <a:solidFill>
                  <a:schemeClr val="accent6"/>
                </a:solidFill>
              </a:rPr>
              <a:t>XML + View System (legacy)</a:t>
            </a:r>
          </a:p>
          <a:p>
            <a:pPr marL="12700" marR="5080"/>
            <a:r>
              <a:rPr lang="en-US" sz="1350" kern="0" spc="-80" dirty="0">
                <a:solidFill>
                  <a:schemeClr val="accent2"/>
                </a:solidFill>
              </a:rPr>
              <a:t>Key Concepts</a:t>
            </a:r>
          </a:p>
          <a:p>
            <a:pPr marL="12700" marR="5080"/>
            <a:r>
              <a:rPr lang="en-US" sz="1350" kern="0" spc="-80" dirty="0">
                <a:solidFill>
                  <a:schemeClr val="accent6"/>
                </a:solidFill>
              </a:rPr>
              <a:t>Unidirectional Data Flow</a:t>
            </a:r>
          </a:p>
          <a:p>
            <a:pPr marL="12700" marR="5080"/>
            <a:r>
              <a:rPr lang="en-US" sz="1350" kern="0" spc="-80" dirty="0">
                <a:solidFill>
                  <a:schemeClr val="accent6"/>
                </a:solidFill>
              </a:rPr>
              <a:t>Reactive state via State&lt;T&gt; / @State</a:t>
            </a:r>
          </a:p>
          <a:p>
            <a:pPr marL="12700" marR="5080"/>
            <a:r>
              <a:rPr lang="en-US" sz="1350" kern="0" spc="-80" dirty="0">
                <a:solidFill>
                  <a:schemeClr val="accent6"/>
                </a:solidFill>
              </a:rPr>
              <a:t>MVVM or MVI pattern</a:t>
            </a:r>
          </a:p>
          <a:p>
            <a:pPr marL="12700" marR="5080"/>
            <a:r>
              <a:rPr lang="en-US" sz="1350" kern="0" spc="-80" dirty="0">
                <a:solidFill>
                  <a:schemeClr val="accent2"/>
                </a:solidFill>
              </a:rPr>
              <a:t>What lives here</a:t>
            </a:r>
          </a:p>
          <a:p>
            <a:pPr marL="12700" marR="5080"/>
            <a:r>
              <a:rPr lang="en-US" sz="1350" kern="0" spc="-80" dirty="0">
                <a:solidFill>
                  <a:schemeClr val="accent6"/>
                </a:solidFill>
              </a:rPr>
              <a:t>Views, </a:t>
            </a:r>
            <a:r>
              <a:rPr lang="en-US" sz="1350" kern="0" spc="-80" dirty="0" err="1">
                <a:solidFill>
                  <a:schemeClr val="accent6"/>
                </a:solidFill>
              </a:rPr>
              <a:t>Composables</a:t>
            </a:r>
            <a:r>
              <a:rPr lang="en-US" sz="1350" kern="0" spc="-80" dirty="0">
                <a:solidFill>
                  <a:schemeClr val="accent6"/>
                </a:solidFill>
              </a:rPr>
              <a:t>, Screens</a:t>
            </a:r>
          </a:p>
          <a:p>
            <a:pPr marL="12700" marR="5080"/>
            <a:r>
              <a:rPr lang="en-US" sz="1350" kern="0" spc="-80" dirty="0">
                <a:solidFill>
                  <a:schemeClr val="accent2"/>
                </a:solidFill>
              </a:rPr>
              <a:t>State classes</a:t>
            </a:r>
          </a:p>
          <a:p>
            <a:pPr marL="12700" marR="5080"/>
            <a:r>
              <a:rPr lang="en-US" sz="1350" kern="0" spc="-80" dirty="0">
                <a:solidFill>
                  <a:schemeClr val="accent6"/>
                </a:solidFill>
              </a:rPr>
              <a:t>UI models (simple models only!)</a:t>
            </a:r>
          </a:p>
          <a:p>
            <a:pPr marL="12700" marR="5080"/>
            <a:r>
              <a:rPr lang="en-US" sz="1350" kern="0" spc="-80" dirty="0">
                <a:solidFill>
                  <a:schemeClr val="accent2"/>
                </a:solidFill>
              </a:rPr>
              <a:t>Does NOT contain</a:t>
            </a:r>
          </a:p>
          <a:p>
            <a:pPr marL="12700" marR="5080"/>
            <a:r>
              <a:rPr lang="en-US" sz="1350" kern="0" spc="-80" dirty="0">
                <a:solidFill>
                  <a:schemeClr val="accent6"/>
                </a:solidFill>
              </a:rPr>
              <a:t>Business logic</a:t>
            </a:r>
          </a:p>
          <a:p>
            <a:pPr marL="12700" marR="5080"/>
            <a:r>
              <a:rPr lang="en-US" sz="1350" kern="0" spc="-80" dirty="0">
                <a:solidFill>
                  <a:schemeClr val="accent6"/>
                </a:solidFill>
              </a:rPr>
              <a:t>Network code</a:t>
            </a:r>
          </a:p>
          <a:p>
            <a:pPr marL="12700" marR="5080"/>
            <a:r>
              <a:rPr lang="en-US" sz="1350" kern="0" spc="-80" dirty="0">
                <a:solidFill>
                  <a:schemeClr val="accent6"/>
                </a:solidFill>
              </a:rPr>
              <a:t>Database queries</a:t>
            </a:r>
          </a:p>
        </p:txBody>
      </p:sp>
    </p:spTree>
    <p:extLst>
      <p:ext uri="{BB962C8B-B14F-4D97-AF65-F5344CB8AC3E}">
        <p14:creationId xmlns:p14="http://schemas.microsoft.com/office/powerpoint/2010/main" val="936461691"/>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ADA795-B563-3B10-75A5-18C94DF5C97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D8FB14A-1778-E2FE-D322-72BC61AEB9A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03408DC-DD82-C40E-F73E-8363B7168C8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F97BFE9-B494-C484-6FBC-552F6750D2E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FA313CC-86D6-ED0A-1F8A-C0C206F6943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575928B-980E-48A8-F3CC-42A9FB6D00E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850C749-B4FC-212C-5658-47473E4C348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2E6C2F5-B02E-A1D5-BC8F-92102FEFCA6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9AFADA7-155D-010B-BC94-5A48E691BE9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1DC14BA-545B-B9EC-FBB6-A4987F1AE25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F61E5C7-3A7E-2775-E625-A6C6AA58AF36}"/>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2.2 Domain Layer (Core Business Logic)</a:t>
            </a:r>
          </a:p>
          <a:p>
            <a:pPr marL="12700" marR="5080"/>
            <a:r>
              <a:rPr lang="en-US" sz="1400" kern="0" spc="-80" dirty="0">
                <a:solidFill>
                  <a:schemeClr val="accent2"/>
                </a:solidFill>
              </a:rPr>
              <a:t>Purpose</a:t>
            </a:r>
          </a:p>
          <a:p>
            <a:pPr marL="12700" marR="5080"/>
            <a:r>
              <a:rPr lang="en-US" sz="1400" kern="0" spc="-80" dirty="0">
                <a:solidFill>
                  <a:schemeClr val="accent6"/>
                </a:solidFill>
              </a:rPr>
              <a:t>Business rules</a:t>
            </a:r>
          </a:p>
          <a:p>
            <a:pPr marL="12700" marR="5080"/>
            <a:r>
              <a:rPr lang="en-US" sz="1400" kern="0" spc="-80" dirty="0">
                <a:solidFill>
                  <a:schemeClr val="accent6"/>
                </a:solidFill>
              </a:rPr>
              <a:t>Pure, platform-independent code</a:t>
            </a:r>
          </a:p>
          <a:p>
            <a:pPr marL="12700" marR="5080"/>
            <a:r>
              <a:rPr lang="en-US" sz="1400" kern="0" spc="-80" dirty="0">
                <a:solidFill>
                  <a:schemeClr val="accent2"/>
                </a:solidFill>
              </a:rPr>
              <a:t>Contains</a:t>
            </a:r>
          </a:p>
          <a:p>
            <a:pPr marL="12700" marR="5080"/>
            <a:r>
              <a:rPr lang="en-US" sz="1400" kern="0" spc="-80" dirty="0">
                <a:solidFill>
                  <a:schemeClr val="accent6"/>
                </a:solidFill>
              </a:rPr>
              <a:t>Use Cases / Interactors</a:t>
            </a:r>
          </a:p>
          <a:p>
            <a:pPr marL="12700" marR="5080"/>
            <a:r>
              <a:rPr lang="en-US" sz="1400" kern="0" spc="-80" dirty="0">
                <a:solidFill>
                  <a:schemeClr val="accent6"/>
                </a:solidFill>
              </a:rPr>
              <a:t>Example: </a:t>
            </a:r>
            <a:r>
              <a:rPr lang="en-US" sz="1400" kern="0" spc="-80" dirty="0" err="1">
                <a:solidFill>
                  <a:schemeClr val="accent6"/>
                </a:solidFill>
              </a:rPr>
              <a:t>LoginUserUseCase</a:t>
            </a:r>
            <a:r>
              <a:rPr lang="en-US" sz="1400" kern="0" spc="-80" dirty="0">
                <a:solidFill>
                  <a:schemeClr val="accent6"/>
                </a:solidFill>
              </a:rPr>
              <a:t>, </a:t>
            </a:r>
            <a:r>
              <a:rPr lang="en-US" sz="1400" kern="0" spc="-80" dirty="0" err="1">
                <a:solidFill>
                  <a:schemeClr val="accent6"/>
                </a:solidFill>
              </a:rPr>
              <a:t>FetchCartItemsUseCase</a:t>
            </a:r>
            <a:endParaRPr lang="en-US" sz="1400" kern="0" spc="-80" dirty="0">
              <a:solidFill>
                <a:schemeClr val="accent6"/>
              </a:solidFill>
            </a:endParaRPr>
          </a:p>
          <a:p>
            <a:pPr marL="12700" marR="5080"/>
            <a:r>
              <a:rPr lang="en-US" sz="1400" kern="0" spc="-80" dirty="0">
                <a:solidFill>
                  <a:schemeClr val="accent2"/>
                </a:solidFill>
              </a:rPr>
              <a:t>Domain Entities</a:t>
            </a:r>
          </a:p>
          <a:p>
            <a:pPr marL="12700" marR="5080"/>
            <a:r>
              <a:rPr lang="en-US" sz="1400" kern="0" spc="-80" dirty="0">
                <a:solidFill>
                  <a:schemeClr val="accent6"/>
                </a:solidFill>
              </a:rPr>
              <a:t>Pure models with NO framework dependency</a:t>
            </a:r>
          </a:p>
          <a:p>
            <a:pPr marL="12700" marR="5080"/>
            <a:r>
              <a:rPr lang="en-US" sz="1400" kern="0" spc="-80" dirty="0">
                <a:solidFill>
                  <a:schemeClr val="accent6"/>
                </a:solidFill>
              </a:rPr>
              <a:t>Domain Interfaces / Ports</a:t>
            </a:r>
          </a:p>
          <a:p>
            <a:pPr marL="12700" marR="5080"/>
            <a:r>
              <a:rPr lang="en-US" sz="1400" kern="0" spc="-80" dirty="0">
                <a:solidFill>
                  <a:schemeClr val="accent6"/>
                </a:solidFill>
              </a:rPr>
              <a:t>Repository interfaces</a:t>
            </a:r>
          </a:p>
          <a:p>
            <a:pPr marL="12700" marR="5080"/>
            <a:r>
              <a:rPr lang="en-US" sz="1400" kern="0" spc="-80" dirty="0">
                <a:solidFill>
                  <a:schemeClr val="accent2"/>
                </a:solidFill>
              </a:rPr>
              <a:t>Does NOT contain</a:t>
            </a:r>
          </a:p>
          <a:p>
            <a:pPr marL="12700" marR="5080"/>
            <a:r>
              <a:rPr lang="en-US" sz="1400" kern="0" spc="-80" dirty="0">
                <a:solidFill>
                  <a:schemeClr val="accent6"/>
                </a:solidFill>
              </a:rPr>
              <a:t>UI code</a:t>
            </a:r>
          </a:p>
          <a:p>
            <a:pPr marL="12700" marR="5080"/>
            <a:r>
              <a:rPr lang="en-US" sz="1400" kern="0" spc="-80" dirty="0">
                <a:solidFill>
                  <a:schemeClr val="accent6"/>
                </a:solidFill>
              </a:rPr>
              <a:t>Network code</a:t>
            </a:r>
          </a:p>
          <a:p>
            <a:pPr marL="12700" marR="5080"/>
            <a:r>
              <a:rPr lang="en-US" sz="1400" kern="0" spc="-80" dirty="0">
                <a:solidFill>
                  <a:schemeClr val="accent6"/>
                </a:solidFill>
              </a:rPr>
              <a:t>OS-specific APIs</a:t>
            </a:r>
          </a:p>
          <a:p>
            <a:pPr marL="12700" marR="5080"/>
            <a:r>
              <a:rPr lang="en-US" sz="1400" kern="0" spc="-80" dirty="0">
                <a:solidFill>
                  <a:schemeClr val="accent2"/>
                </a:solidFill>
              </a:rPr>
              <a:t>Why this layer?</a:t>
            </a:r>
          </a:p>
          <a:p>
            <a:pPr marL="12700" marR="5080"/>
            <a:r>
              <a:rPr lang="en-US" sz="1400" kern="0" spc="-80" dirty="0">
                <a:solidFill>
                  <a:schemeClr val="accent6"/>
                </a:solidFill>
              </a:rPr>
              <a:t>100% testable</a:t>
            </a:r>
          </a:p>
          <a:p>
            <a:pPr marL="12700" marR="5080"/>
            <a:r>
              <a:rPr lang="en-US" sz="1400" kern="0" spc="-80" dirty="0">
                <a:solidFill>
                  <a:schemeClr val="accent6"/>
                </a:solidFill>
              </a:rPr>
              <a:t>Reusable across Android/iOS if using Kotlin Multiplatform</a:t>
            </a:r>
          </a:p>
          <a:p>
            <a:pPr marL="12700" marR="5080"/>
            <a:endParaRPr lang="en-US" sz="1400" kern="0" spc="-80" dirty="0">
              <a:solidFill>
                <a:schemeClr val="accent6"/>
              </a:solidFill>
            </a:endParaRPr>
          </a:p>
          <a:p>
            <a:pPr marL="12700" marR="5080"/>
            <a:r>
              <a:rPr lang="en-US" sz="1400" kern="0" spc="-80" dirty="0">
                <a:solidFill>
                  <a:schemeClr val="accent2"/>
                </a:solidFill>
              </a:rPr>
              <a:t>2.3 Data Layer (Adapters / Repositories)</a:t>
            </a:r>
          </a:p>
          <a:p>
            <a:pPr marL="12700" marR="5080"/>
            <a:r>
              <a:rPr lang="en-US" sz="1400" kern="0" spc="-80" dirty="0">
                <a:solidFill>
                  <a:schemeClr val="accent2"/>
                </a:solidFill>
              </a:rPr>
              <a:t>Purpose</a:t>
            </a:r>
          </a:p>
          <a:p>
            <a:pPr marL="12700" marR="5080"/>
            <a:r>
              <a:rPr lang="en-US" sz="1400" kern="0" spc="-80" dirty="0">
                <a:solidFill>
                  <a:schemeClr val="accent6"/>
                </a:solidFill>
              </a:rPr>
              <a:t>Translate between Domain models ↔ Infrastructure DTOs</a:t>
            </a:r>
          </a:p>
          <a:p>
            <a:pPr marL="12700" marR="5080"/>
            <a:r>
              <a:rPr lang="en-US" sz="1400" kern="0" spc="-80" dirty="0">
                <a:solidFill>
                  <a:schemeClr val="accent6"/>
                </a:solidFill>
              </a:rPr>
              <a:t>Choose data source (local vs remote)</a:t>
            </a:r>
          </a:p>
        </p:txBody>
      </p:sp>
    </p:spTree>
    <p:extLst>
      <p:ext uri="{BB962C8B-B14F-4D97-AF65-F5344CB8AC3E}">
        <p14:creationId xmlns:p14="http://schemas.microsoft.com/office/powerpoint/2010/main" val="2062154814"/>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38C1B-A76C-4292-BA05-495D83A4C00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6B18854-6565-34FC-9F44-299FD3B2BA2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B7CBE27-A8DA-8074-775E-05440AD882B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35F475D-BD7A-D6BC-7F51-F54F9DDDAC8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A2C2D13-13DA-4C94-4747-6AA45ED4322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FFC9442-F383-0C7C-0DD5-8487F5460D7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EE0862A-D14F-2C0D-C7D7-6197B1C40DE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50992D6-6B2B-2E6A-B680-9290CC45E43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11E3051-37AD-A36E-ADB2-4132B1E9FE5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774B89C-0DBC-BE6B-C85E-94225EE5639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515E8E7-DDDB-E542-33EA-0646A627C0A9}"/>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2.3 Data Layer (Adapters / Repositories)</a:t>
            </a:r>
          </a:p>
          <a:p>
            <a:pPr marL="12700" marR="5080"/>
            <a:r>
              <a:rPr lang="en-US" sz="1400" kern="0" spc="-80" dirty="0">
                <a:solidFill>
                  <a:schemeClr val="accent2"/>
                </a:solidFill>
              </a:rPr>
              <a:t>Purpose</a:t>
            </a:r>
          </a:p>
          <a:p>
            <a:pPr marL="12700" marR="5080"/>
            <a:r>
              <a:rPr lang="en-US" sz="1400" kern="0" spc="-80" dirty="0">
                <a:solidFill>
                  <a:schemeClr val="accent6"/>
                </a:solidFill>
              </a:rPr>
              <a:t>Handle caching strategies</a:t>
            </a:r>
          </a:p>
          <a:p>
            <a:pPr marL="12700" marR="5080"/>
            <a:r>
              <a:rPr lang="en-US" sz="1400" kern="0" spc="-80" dirty="0">
                <a:solidFill>
                  <a:schemeClr val="accent2"/>
                </a:solidFill>
              </a:rPr>
              <a:t>Contains</a:t>
            </a:r>
          </a:p>
          <a:p>
            <a:pPr marL="12700" marR="5080"/>
            <a:r>
              <a:rPr lang="en-US" sz="1400" kern="0" spc="-80" dirty="0">
                <a:solidFill>
                  <a:schemeClr val="accent6"/>
                </a:solidFill>
              </a:rPr>
              <a:t>Repositories (</a:t>
            </a:r>
            <a:r>
              <a:rPr lang="en-US" sz="1400" kern="0" spc="-80" dirty="0" err="1">
                <a:solidFill>
                  <a:schemeClr val="accent6"/>
                </a:solidFill>
              </a:rPr>
              <a:t>impl</a:t>
            </a:r>
            <a:r>
              <a:rPr lang="en-US" sz="1400" kern="0" spc="-80" dirty="0">
                <a:solidFill>
                  <a:schemeClr val="accent6"/>
                </a:solidFill>
              </a:rPr>
              <a:t>)</a:t>
            </a:r>
          </a:p>
          <a:p>
            <a:pPr marL="12700" marR="5080"/>
            <a:r>
              <a:rPr lang="en-US" sz="1400" kern="0" spc="-80" dirty="0">
                <a:solidFill>
                  <a:schemeClr val="accent6"/>
                </a:solidFill>
              </a:rPr>
              <a:t>Mappers (DTO → Entity)</a:t>
            </a:r>
          </a:p>
          <a:p>
            <a:pPr marL="12700" marR="5080"/>
            <a:r>
              <a:rPr lang="en-US" sz="1400" kern="0" spc="-80" dirty="0">
                <a:solidFill>
                  <a:schemeClr val="accent6"/>
                </a:solidFill>
              </a:rPr>
              <a:t>Cache strategy</a:t>
            </a:r>
          </a:p>
          <a:p>
            <a:pPr marL="12700" marR="5080"/>
            <a:r>
              <a:rPr lang="en-US" sz="1400" kern="0" spc="-80" dirty="0">
                <a:solidFill>
                  <a:schemeClr val="accent6"/>
                </a:solidFill>
              </a:rPr>
              <a:t>Cache-first</a:t>
            </a:r>
          </a:p>
          <a:p>
            <a:pPr marL="12700" marR="5080"/>
            <a:r>
              <a:rPr lang="en-US" sz="1400" kern="0" spc="-80" dirty="0">
                <a:solidFill>
                  <a:schemeClr val="accent6"/>
                </a:solidFill>
              </a:rPr>
              <a:t>Network-first</a:t>
            </a:r>
          </a:p>
          <a:p>
            <a:pPr marL="12700" marR="5080"/>
            <a:r>
              <a:rPr lang="en-US" sz="1400" kern="0" spc="-80" dirty="0">
                <a:solidFill>
                  <a:schemeClr val="accent6"/>
                </a:solidFill>
              </a:rPr>
              <a:t>Offline-first</a:t>
            </a:r>
          </a:p>
          <a:p>
            <a:pPr marL="12700" marR="5080"/>
            <a:r>
              <a:rPr lang="en-US" sz="1400" kern="0" spc="-80" dirty="0">
                <a:solidFill>
                  <a:schemeClr val="accent6"/>
                </a:solidFill>
              </a:rPr>
              <a:t>Optimistic updates</a:t>
            </a:r>
          </a:p>
          <a:p>
            <a:pPr marL="12700" marR="5080"/>
            <a:r>
              <a:rPr lang="en-US" sz="1400" kern="0" spc="-80" dirty="0">
                <a:solidFill>
                  <a:schemeClr val="accent2"/>
                </a:solidFill>
              </a:rPr>
              <a:t>Example</a:t>
            </a:r>
          </a:p>
          <a:p>
            <a:pPr marL="12700" marR="5080"/>
            <a:r>
              <a:rPr lang="en-US" sz="1400" kern="0" spc="-80" dirty="0" err="1">
                <a:solidFill>
                  <a:schemeClr val="accent6"/>
                </a:solidFill>
              </a:rPr>
              <a:t>ProductRepositoryImpl</a:t>
            </a:r>
            <a:endParaRPr lang="en-US" sz="1400" kern="0" spc="-80" dirty="0">
              <a:solidFill>
                <a:schemeClr val="accent6"/>
              </a:solidFill>
            </a:endParaRPr>
          </a:p>
          <a:p>
            <a:pPr marL="12700" marR="5080"/>
            <a:r>
              <a:rPr lang="en-US" sz="1400" kern="0" spc="-80" dirty="0">
                <a:solidFill>
                  <a:schemeClr val="accent6"/>
                </a:solidFill>
              </a:rPr>
              <a:t>   → </a:t>
            </a:r>
            <a:r>
              <a:rPr lang="en-US" sz="1400" kern="0" spc="-80" dirty="0" err="1">
                <a:solidFill>
                  <a:schemeClr val="accent6"/>
                </a:solidFill>
              </a:rPr>
              <a:t>RemoteDataSource</a:t>
            </a:r>
            <a:r>
              <a:rPr lang="en-US" sz="1400" kern="0" spc="-80" dirty="0">
                <a:solidFill>
                  <a:schemeClr val="accent6"/>
                </a:solidFill>
              </a:rPr>
              <a:t> (API)</a:t>
            </a:r>
          </a:p>
          <a:p>
            <a:pPr marL="12700" marR="5080"/>
            <a:r>
              <a:rPr lang="en-US" sz="1400" kern="0" spc="-80" dirty="0">
                <a:solidFill>
                  <a:schemeClr val="accent6"/>
                </a:solidFill>
              </a:rPr>
              <a:t>   → </a:t>
            </a:r>
            <a:r>
              <a:rPr lang="en-US" sz="1400" kern="0" spc="-80" dirty="0" err="1">
                <a:solidFill>
                  <a:schemeClr val="accent6"/>
                </a:solidFill>
              </a:rPr>
              <a:t>LocalDataSource</a:t>
            </a:r>
            <a:r>
              <a:rPr lang="en-US" sz="1400" kern="0" spc="-80" dirty="0">
                <a:solidFill>
                  <a:schemeClr val="accent6"/>
                </a:solidFill>
              </a:rPr>
              <a:t> (DB)</a:t>
            </a:r>
          </a:p>
          <a:p>
            <a:pPr marL="12700" marR="5080"/>
            <a:r>
              <a:rPr lang="en-US" sz="1400" kern="0" spc="-80" dirty="0">
                <a:solidFill>
                  <a:schemeClr val="accent6"/>
                </a:solidFill>
              </a:rPr>
              <a:t>   → Cache</a:t>
            </a:r>
          </a:p>
          <a:p>
            <a:pPr marL="12700" marR="5080"/>
            <a:r>
              <a:rPr lang="en-US" sz="1400" kern="0" spc="-80" dirty="0">
                <a:solidFill>
                  <a:schemeClr val="accent6"/>
                </a:solidFill>
              </a:rPr>
              <a:t>This layer makes the app reliable, fast, and offline-capable.</a:t>
            </a:r>
          </a:p>
          <a:p>
            <a:pPr marL="12700" marR="5080"/>
            <a:endParaRPr lang="en-US" sz="1400" kern="0" spc="-80" dirty="0">
              <a:solidFill>
                <a:schemeClr val="accent6"/>
              </a:solidFill>
            </a:endParaRPr>
          </a:p>
          <a:p>
            <a:pPr marL="12700" marR="5080"/>
            <a:r>
              <a:rPr lang="en-US" sz="1400" kern="0" spc="-80" dirty="0">
                <a:solidFill>
                  <a:schemeClr val="accent2"/>
                </a:solidFill>
              </a:rPr>
              <a:t>2.4 Infrastructure Layer (Foundations)</a:t>
            </a:r>
          </a:p>
          <a:p>
            <a:pPr marL="12700" marR="5080"/>
            <a:r>
              <a:rPr lang="en-US" sz="1400" kern="0" spc="-80" dirty="0">
                <a:solidFill>
                  <a:schemeClr val="accent2"/>
                </a:solidFill>
              </a:rPr>
              <a:t>Purpose</a:t>
            </a:r>
          </a:p>
          <a:p>
            <a:pPr marL="12700" marR="5080"/>
            <a:r>
              <a:rPr lang="en-US" sz="1400" kern="0" spc="-80" dirty="0">
                <a:solidFill>
                  <a:schemeClr val="accent6"/>
                </a:solidFill>
              </a:rPr>
              <a:t>The lowest level — interacts with external systems:</a:t>
            </a:r>
          </a:p>
          <a:p>
            <a:pPr marL="12700" marR="5080"/>
            <a:r>
              <a:rPr lang="en-US" sz="1400" kern="0" spc="-80" dirty="0">
                <a:solidFill>
                  <a:schemeClr val="accent6"/>
                </a:solidFill>
              </a:rPr>
              <a:t>Network</a:t>
            </a:r>
          </a:p>
          <a:p>
            <a:pPr marL="12700" marR="5080"/>
            <a:r>
              <a:rPr lang="en-US" sz="1400" kern="0" spc="-80" dirty="0">
                <a:solidFill>
                  <a:schemeClr val="accent6"/>
                </a:solidFill>
              </a:rPr>
              <a:t>Database</a:t>
            </a:r>
          </a:p>
        </p:txBody>
      </p:sp>
    </p:spTree>
    <p:extLst>
      <p:ext uri="{BB962C8B-B14F-4D97-AF65-F5344CB8AC3E}">
        <p14:creationId xmlns:p14="http://schemas.microsoft.com/office/powerpoint/2010/main" val="1114476619"/>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192B6-80E2-98B0-5570-FF071C149C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E5C0159-D7C3-7EC8-A985-870FCEED89F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07FB443-EEB6-7C34-549A-E672D27254A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00950F6-22E5-53DE-FB44-6C61DB050E8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A0B8A37-201C-D4A1-2C09-8DD7B39C75E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E0A782A-9989-BF9A-F22E-C6ED651BA94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1B23400-EA45-8150-7D51-1002B015461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875C177-1379-820A-3FAC-BC8359163B1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FCFCAC0-CA33-8DD0-DCC3-4448D5960E8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775D69-7B7B-7025-2428-43E0284C72B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B25780B-CA8D-4312-352C-8EA37BE48B8F}"/>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2.4 Infrastructure Layer (Foundations)</a:t>
            </a:r>
          </a:p>
          <a:p>
            <a:pPr marL="12700" marR="5080"/>
            <a:r>
              <a:rPr lang="en-US" sz="1400" kern="0" spc="-80" dirty="0">
                <a:solidFill>
                  <a:schemeClr val="accent2"/>
                </a:solidFill>
              </a:rPr>
              <a:t>Purpose</a:t>
            </a:r>
          </a:p>
          <a:p>
            <a:pPr marL="12700" marR="5080"/>
            <a:r>
              <a:rPr lang="en-US" sz="1400" kern="0" spc="-80" dirty="0">
                <a:solidFill>
                  <a:schemeClr val="accent6"/>
                </a:solidFill>
              </a:rPr>
              <a:t>File system</a:t>
            </a:r>
          </a:p>
          <a:p>
            <a:pPr marL="12700" marR="5080"/>
            <a:r>
              <a:rPr lang="en-US" sz="1400" kern="0" spc="-80" dirty="0">
                <a:solidFill>
                  <a:schemeClr val="accent6"/>
                </a:solidFill>
              </a:rPr>
              <a:t>Push notifications</a:t>
            </a:r>
          </a:p>
          <a:p>
            <a:pPr marL="12700" marR="5080"/>
            <a:r>
              <a:rPr lang="en-US" sz="1400" kern="0" spc="-80" dirty="0">
                <a:solidFill>
                  <a:schemeClr val="accent6"/>
                </a:solidFill>
              </a:rPr>
              <a:t>Analytics</a:t>
            </a:r>
          </a:p>
          <a:p>
            <a:pPr marL="12700" marR="5080"/>
            <a:r>
              <a:rPr lang="en-US" sz="1400" kern="0" spc="-80" dirty="0">
                <a:solidFill>
                  <a:schemeClr val="accent6"/>
                </a:solidFill>
              </a:rPr>
              <a:t>Authentication</a:t>
            </a:r>
          </a:p>
          <a:p>
            <a:pPr marL="12700" marR="5080"/>
            <a:r>
              <a:rPr lang="en-US" sz="1400" kern="0" spc="-80" dirty="0">
                <a:solidFill>
                  <a:schemeClr val="accent6"/>
                </a:solidFill>
              </a:rPr>
              <a:t>Keychain / Keystore</a:t>
            </a:r>
          </a:p>
          <a:p>
            <a:pPr marL="12700" marR="5080"/>
            <a:r>
              <a:rPr lang="en-US" sz="1400" kern="0" spc="-80" dirty="0">
                <a:solidFill>
                  <a:schemeClr val="accent6"/>
                </a:solidFill>
              </a:rPr>
              <a:t>Work manager / background tasks</a:t>
            </a:r>
          </a:p>
          <a:p>
            <a:pPr marL="12700" marR="5080"/>
            <a:r>
              <a:rPr lang="en-US" sz="1400" kern="0" spc="-80" dirty="0">
                <a:solidFill>
                  <a:schemeClr val="accent6"/>
                </a:solidFill>
              </a:rPr>
              <a:t>Cloud</a:t>
            </a:r>
          </a:p>
          <a:p>
            <a:pPr marL="12700" marR="5080"/>
            <a:r>
              <a:rPr lang="en-US" sz="1400" kern="0" spc="-80" dirty="0">
                <a:solidFill>
                  <a:schemeClr val="accent6"/>
                </a:solidFill>
              </a:rPr>
              <a:t>Contains</a:t>
            </a:r>
          </a:p>
          <a:p>
            <a:pPr marL="12700" marR="5080"/>
            <a:r>
              <a:rPr lang="en-US" sz="1400" kern="0" spc="-80" dirty="0">
                <a:solidFill>
                  <a:schemeClr val="accent6"/>
                </a:solidFill>
              </a:rPr>
              <a:t>API clients (Retrofit, </a:t>
            </a:r>
            <a:r>
              <a:rPr lang="en-US" sz="1400" kern="0" spc="-80" dirty="0" err="1">
                <a:solidFill>
                  <a:schemeClr val="accent6"/>
                </a:solidFill>
              </a:rPr>
              <a:t>URLSession</a:t>
            </a:r>
            <a:r>
              <a:rPr lang="en-US" sz="1400" kern="0" spc="-80" dirty="0">
                <a:solidFill>
                  <a:schemeClr val="accent6"/>
                </a:solidFill>
              </a:rPr>
              <a:t>)</a:t>
            </a:r>
          </a:p>
          <a:p>
            <a:pPr marL="12700" marR="5080"/>
            <a:r>
              <a:rPr lang="en-US" sz="1400" kern="0" spc="-80" dirty="0" err="1">
                <a:solidFill>
                  <a:schemeClr val="accent6"/>
                </a:solidFill>
              </a:rPr>
              <a:t>DataStore</a:t>
            </a:r>
            <a:r>
              <a:rPr lang="en-US" sz="1400" kern="0" spc="-80" dirty="0">
                <a:solidFill>
                  <a:schemeClr val="accent6"/>
                </a:solidFill>
              </a:rPr>
              <a:t> / </a:t>
            </a:r>
            <a:r>
              <a:rPr lang="en-US" sz="1400" kern="0" spc="-80" dirty="0" err="1">
                <a:solidFill>
                  <a:schemeClr val="accent6"/>
                </a:solidFill>
              </a:rPr>
              <a:t>SharedPreferences</a:t>
            </a:r>
            <a:r>
              <a:rPr lang="en-US" sz="1400" kern="0" spc="-80" dirty="0">
                <a:solidFill>
                  <a:schemeClr val="accent6"/>
                </a:solidFill>
              </a:rPr>
              <a:t> / Keychain</a:t>
            </a:r>
          </a:p>
          <a:p>
            <a:pPr marL="12700" marR="5080"/>
            <a:r>
              <a:rPr lang="en-US" sz="1400" kern="0" spc="-80" dirty="0">
                <a:solidFill>
                  <a:schemeClr val="accent6"/>
                </a:solidFill>
              </a:rPr>
              <a:t>Room / </a:t>
            </a:r>
            <a:r>
              <a:rPr lang="en-US" sz="1400" kern="0" spc="-80" dirty="0" err="1">
                <a:solidFill>
                  <a:schemeClr val="accent6"/>
                </a:solidFill>
              </a:rPr>
              <a:t>CoreData</a:t>
            </a:r>
            <a:r>
              <a:rPr lang="en-US" sz="1400" kern="0" spc="-80" dirty="0">
                <a:solidFill>
                  <a:schemeClr val="accent6"/>
                </a:solidFill>
              </a:rPr>
              <a:t> / SQLite</a:t>
            </a:r>
          </a:p>
          <a:p>
            <a:pPr marL="12700" marR="5080"/>
            <a:r>
              <a:rPr lang="en-US" sz="1400" kern="0" spc="-80" dirty="0">
                <a:solidFill>
                  <a:schemeClr val="accent6"/>
                </a:solidFill>
              </a:rPr>
              <a:t>Logger/Crash reporters</a:t>
            </a:r>
          </a:p>
          <a:p>
            <a:pPr marL="12700" marR="5080"/>
            <a:r>
              <a:rPr lang="en-US" sz="1400" kern="0" spc="-80" dirty="0">
                <a:solidFill>
                  <a:schemeClr val="accent6"/>
                </a:solidFill>
              </a:rPr>
              <a:t>Device features (Camera, GPS)</a:t>
            </a:r>
          </a:p>
          <a:p>
            <a:pPr marL="12700" marR="5080"/>
            <a:r>
              <a:rPr lang="en-US" sz="1400" kern="0" spc="-80" dirty="0">
                <a:solidFill>
                  <a:schemeClr val="accent6"/>
                </a:solidFill>
              </a:rPr>
              <a:t>Image loader</a:t>
            </a:r>
          </a:p>
          <a:p>
            <a:pPr marL="12700" marR="5080"/>
            <a:r>
              <a:rPr lang="en-US" sz="1400" kern="0" spc="-80" dirty="0">
                <a:solidFill>
                  <a:schemeClr val="accent6"/>
                </a:solidFill>
              </a:rPr>
              <a:t>Encryption utilities</a:t>
            </a:r>
          </a:p>
          <a:p>
            <a:pPr marL="12700" marR="5080"/>
            <a:endParaRPr lang="en-US" sz="1400" kern="0" spc="-80" dirty="0">
              <a:solidFill>
                <a:schemeClr val="accent6"/>
              </a:solidFill>
            </a:endParaRPr>
          </a:p>
          <a:p>
            <a:pPr marL="12700" marR="5080"/>
            <a:r>
              <a:rPr lang="en-US" sz="1400" kern="0" spc="-80" dirty="0">
                <a:solidFill>
                  <a:schemeClr val="accent2"/>
                </a:solidFill>
              </a:rPr>
              <a:t>3. Communication Between Layers</a:t>
            </a:r>
          </a:p>
          <a:p>
            <a:pPr marL="12700" marR="5080"/>
            <a:r>
              <a:rPr lang="en-US" sz="1400" kern="0" spc="-80" dirty="0">
                <a:solidFill>
                  <a:schemeClr val="accent2"/>
                </a:solidFill>
              </a:rPr>
              <a:t>Unidirectional Architecture</a:t>
            </a:r>
          </a:p>
          <a:p>
            <a:pPr marL="12700" marR="5080"/>
            <a:r>
              <a:rPr lang="en-US" sz="1400" kern="0" spc="-80" dirty="0">
                <a:solidFill>
                  <a:schemeClr val="accent6"/>
                </a:solidFill>
              </a:rPr>
              <a:t>UI → </a:t>
            </a:r>
            <a:r>
              <a:rPr lang="en-US" sz="1400" kern="0" spc="-80" dirty="0" err="1">
                <a:solidFill>
                  <a:schemeClr val="accent6"/>
                </a:solidFill>
              </a:rPr>
              <a:t>ViewModel</a:t>
            </a:r>
            <a:r>
              <a:rPr lang="en-US" sz="1400" kern="0" spc="-80" dirty="0">
                <a:solidFill>
                  <a:schemeClr val="accent6"/>
                </a:solidFill>
              </a:rPr>
              <a:t> → Use Case → Repository → Data source</a:t>
            </a:r>
          </a:p>
        </p:txBody>
      </p:sp>
    </p:spTree>
    <p:extLst>
      <p:ext uri="{BB962C8B-B14F-4D97-AF65-F5344CB8AC3E}">
        <p14:creationId xmlns:p14="http://schemas.microsoft.com/office/powerpoint/2010/main" val="3276421231"/>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1579F5-890C-39EE-FBBD-1CDFAA46B69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EE4FD45-6C6E-5128-F620-7DF1F95DFFA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A068C6B-EDBD-9C8D-AB89-577DB5E3452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8C65FE4-C87E-8F4F-B76B-BE3A9209DD3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15A8448-2AE1-41B5-4F9F-26203E0706F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596583D-B5BF-7156-2FD9-51D062A7A88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8120DA8-D7E6-EFF6-88FF-E20D06D0409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F803319-E9CD-822E-03D2-1D5608B5B83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60D614A-22B1-14E0-44CC-E9E16D96131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C1300E5-6141-3091-2F31-FB4F28065B4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4C4F1CF-297D-883C-DF5F-5C2A8F26B06E}"/>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3. Communication Between Layers</a:t>
            </a:r>
          </a:p>
          <a:p>
            <a:pPr marL="12700" marR="5080"/>
            <a:r>
              <a:rPr lang="en-US" sz="1400" kern="0" spc="-80" dirty="0">
                <a:solidFill>
                  <a:schemeClr val="accent2"/>
                </a:solidFill>
              </a:rPr>
              <a:t>Return path:</a:t>
            </a:r>
          </a:p>
          <a:p>
            <a:pPr marL="12700" marR="5080"/>
            <a:r>
              <a:rPr lang="en-US" sz="1400" kern="0" spc="-80" dirty="0">
                <a:solidFill>
                  <a:schemeClr val="accent6"/>
                </a:solidFill>
              </a:rPr>
              <a:t>Infrastructure → Repository → </a:t>
            </a:r>
            <a:r>
              <a:rPr lang="en-US" sz="1400" kern="0" spc="-80" dirty="0" err="1">
                <a:solidFill>
                  <a:schemeClr val="accent6"/>
                </a:solidFill>
              </a:rPr>
              <a:t>UseCase</a:t>
            </a:r>
            <a:r>
              <a:rPr lang="en-US" sz="1400" kern="0" spc="-80" dirty="0">
                <a:solidFill>
                  <a:schemeClr val="accent6"/>
                </a:solidFill>
              </a:rPr>
              <a:t> → </a:t>
            </a:r>
            <a:r>
              <a:rPr lang="en-US" sz="1400" kern="0" spc="-80" dirty="0" err="1">
                <a:solidFill>
                  <a:schemeClr val="accent6"/>
                </a:solidFill>
              </a:rPr>
              <a:t>ViewModel</a:t>
            </a:r>
            <a:r>
              <a:rPr lang="en-US" sz="1400" kern="0" spc="-80" dirty="0">
                <a:solidFill>
                  <a:schemeClr val="accent6"/>
                </a:solidFill>
              </a:rPr>
              <a:t> → UI</a:t>
            </a:r>
          </a:p>
          <a:p>
            <a:pPr marL="12700" marR="5080"/>
            <a:r>
              <a:rPr lang="en-US" sz="1400" kern="0" spc="-80" dirty="0">
                <a:solidFill>
                  <a:schemeClr val="accent6"/>
                </a:solidFill>
              </a:rPr>
              <a:t>No cycles. No reverse dependencies.</a:t>
            </a:r>
          </a:p>
          <a:p>
            <a:pPr marL="12700" marR="5080"/>
            <a:endParaRPr lang="en-US" sz="1400" kern="0" spc="-80" dirty="0">
              <a:solidFill>
                <a:schemeClr val="accent6"/>
              </a:solidFill>
            </a:endParaRPr>
          </a:p>
          <a:p>
            <a:pPr marL="12700" marR="5080"/>
            <a:r>
              <a:rPr lang="en-US" sz="1400" kern="0" spc="-80" dirty="0">
                <a:solidFill>
                  <a:schemeClr val="accent2"/>
                </a:solidFill>
              </a:rPr>
              <a:t>4. Complete Enterprise Architecture Example</a:t>
            </a:r>
          </a:p>
          <a:p>
            <a:pPr marL="12700" marR="5080"/>
            <a:r>
              <a:rPr lang="en-US" sz="1400" kern="0" spc="-80" dirty="0">
                <a:solidFill>
                  <a:schemeClr val="accent6"/>
                </a:solidFill>
              </a:rPr>
              <a:t>Let’s take “Fetch User Profile” as a sample.</a:t>
            </a:r>
          </a:p>
          <a:p>
            <a:pPr marL="12700" marR="5080"/>
            <a:r>
              <a:rPr lang="en-US" sz="1400" kern="0" spc="-80" dirty="0">
                <a:solidFill>
                  <a:schemeClr val="accent2"/>
                </a:solidFill>
              </a:rPr>
              <a:t>Presentation</a:t>
            </a:r>
          </a:p>
          <a:p>
            <a:pPr marL="12700" marR="5080"/>
            <a:r>
              <a:rPr lang="en-US" sz="1400" kern="0" spc="-80" dirty="0" err="1">
                <a:solidFill>
                  <a:schemeClr val="accent6"/>
                </a:solidFill>
              </a:rPr>
              <a:t>ProfileScreen</a:t>
            </a:r>
            <a:endParaRPr lang="en-US" sz="1400" kern="0" spc="-80" dirty="0">
              <a:solidFill>
                <a:schemeClr val="accent6"/>
              </a:solidFill>
            </a:endParaRPr>
          </a:p>
          <a:p>
            <a:pPr marL="12700" marR="5080"/>
            <a:r>
              <a:rPr lang="en-US" sz="1400" kern="0" spc="-80" dirty="0" err="1">
                <a:solidFill>
                  <a:schemeClr val="accent6"/>
                </a:solidFill>
              </a:rPr>
              <a:t>ProfileViewModel</a:t>
            </a:r>
            <a:endParaRPr lang="en-US" sz="1400" kern="0" spc="-80" dirty="0">
              <a:solidFill>
                <a:schemeClr val="accent6"/>
              </a:solidFill>
            </a:endParaRPr>
          </a:p>
          <a:p>
            <a:pPr marL="12700" marR="5080"/>
            <a:r>
              <a:rPr lang="en-US" sz="1400" kern="0" spc="-80" dirty="0">
                <a:solidFill>
                  <a:schemeClr val="accent2"/>
                </a:solidFill>
              </a:rPr>
              <a:t>Exposes:</a:t>
            </a:r>
          </a:p>
          <a:p>
            <a:pPr marL="12700" marR="5080"/>
            <a:r>
              <a:rPr lang="en-US" sz="1400" kern="0" spc="-80" dirty="0">
                <a:solidFill>
                  <a:schemeClr val="accent6"/>
                </a:solidFill>
              </a:rPr>
              <a:t>state: </a:t>
            </a:r>
            <a:r>
              <a:rPr lang="en-US" sz="1400" kern="0" spc="-80" dirty="0" err="1">
                <a:solidFill>
                  <a:schemeClr val="accent6"/>
                </a:solidFill>
              </a:rPr>
              <a:t>StateFlow</a:t>
            </a:r>
            <a:r>
              <a:rPr lang="en-US" sz="1400" kern="0" spc="-80" dirty="0">
                <a:solidFill>
                  <a:schemeClr val="accent6"/>
                </a:solidFill>
              </a:rPr>
              <a:t>&lt;</a:t>
            </a:r>
            <a:r>
              <a:rPr lang="en-US" sz="1400" kern="0" spc="-80" dirty="0" err="1">
                <a:solidFill>
                  <a:schemeClr val="accent6"/>
                </a:solidFill>
              </a:rPr>
              <a:t>ProfileUiState</a:t>
            </a:r>
            <a:r>
              <a:rPr lang="en-US" sz="1400" kern="0" spc="-80" dirty="0">
                <a:solidFill>
                  <a:schemeClr val="accent6"/>
                </a:solidFill>
              </a:rPr>
              <a:t>&gt;</a:t>
            </a:r>
          </a:p>
          <a:p>
            <a:pPr marL="12700" marR="5080"/>
            <a:r>
              <a:rPr lang="en-US" sz="1400" kern="0" spc="-80" dirty="0">
                <a:solidFill>
                  <a:schemeClr val="accent6"/>
                </a:solidFill>
              </a:rPr>
              <a:t>event(</a:t>
            </a:r>
            <a:r>
              <a:rPr lang="en-US" sz="1400" kern="0" spc="-80" dirty="0" err="1">
                <a:solidFill>
                  <a:schemeClr val="accent6"/>
                </a:solidFill>
              </a:rPr>
              <a:t>ProfileEvent</a:t>
            </a:r>
            <a:r>
              <a:rPr lang="en-US" sz="1400" kern="0" spc="-80" dirty="0">
                <a:solidFill>
                  <a:schemeClr val="accent6"/>
                </a:solidFill>
              </a:rPr>
              <a:t>)</a:t>
            </a:r>
          </a:p>
          <a:p>
            <a:pPr marL="12700" marR="5080"/>
            <a:r>
              <a:rPr lang="en-US" sz="1400" kern="0" spc="-80" dirty="0">
                <a:solidFill>
                  <a:schemeClr val="accent2"/>
                </a:solidFill>
              </a:rPr>
              <a:t>Domain</a:t>
            </a:r>
          </a:p>
          <a:p>
            <a:pPr marL="12700" marR="5080"/>
            <a:r>
              <a:rPr lang="en-US" sz="1400" kern="0" spc="-80" dirty="0" err="1">
                <a:solidFill>
                  <a:schemeClr val="accent6"/>
                </a:solidFill>
              </a:rPr>
              <a:t>GetProfileUseCase</a:t>
            </a:r>
            <a:endParaRPr lang="en-US" sz="1400" kern="0" spc="-80" dirty="0">
              <a:solidFill>
                <a:schemeClr val="accent6"/>
              </a:solidFill>
            </a:endParaRPr>
          </a:p>
          <a:p>
            <a:pPr marL="12700" marR="5080"/>
            <a:r>
              <a:rPr lang="en-US" sz="1400" kern="0" spc="-80" dirty="0">
                <a:solidFill>
                  <a:schemeClr val="accent2"/>
                </a:solidFill>
              </a:rPr>
              <a:t>Entities:</a:t>
            </a:r>
          </a:p>
          <a:p>
            <a:pPr marL="12700" marR="5080"/>
            <a:r>
              <a:rPr lang="en-US" sz="1400" kern="0" spc="-80" dirty="0" err="1">
                <a:solidFill>
                  <a:schemeClr val="accent6"/>
                </a:solidFill>
              </a:rPr>
              <a:t>UserProfile</a:t>
            </a:r>
            <a:endParaRPr lang="en-US" sz="1400" kern="0" spc="-80" dirty="0">
              <a:solidFill>
                <a:schemeClr val="accent6"/>
              </a:solidFill>
            </a:endParaRPr>
          </a:p>
          <a:p>
            <a:pPr marL="12700" marR="5080"/>
            <a:r>
              <a:rPr lang="en-US" sz="1400" kern="0" spc="-80" dirty="0">
                <a:solidFill>
                  <a:schemeClr val="accent2"/>
                </a:solidFill>
              </a:rPr>
              <a:t>Data</a:t>
            </a:r>
          </a:p>
          <a:p>
            <a:pPr marL="12700" marR="5080"/>
            <a:r>
              <a:rPr lang="en-US" sz="1400" kern="0" spc="-80" dirty="0">
                <a:solidFill>
                  <a:schemeClr val="accent2"/>
                </a:solidFill>
              </a:rPr>
              <a:t>Repository:</a:t>
            </a:r>
          </a:p>
          <a:p>
            <a:pPr marL="12700" marR="5080"/>
            <a:r>
              <a:rPr lang="en-US" sz="1400" kern="0" spc="-80" dirty="0" err="1">
                <a:solidFill>
                  <a:schemeClr val="accent6"/>
                </a:solidFill>
              </a:rPr>
              <a:t>UserRepository</a:t>
            </a:r>
            <a:endParaRPr lang="en-US" sz="1400" kern="0" spc="-80" dirty="0">
              <a:solidFill>
                <a:schemeClr val="accent6"/>
              </a:solidFill>
            </a:endParaRPr>
          </a:p>
          <a:p>
            <a:pPr marL="12700" marR="5080"/>
            <a:r>
              <a:rPr lang="en-US" sz="1400" kern="0" spc="-80" dirty="0">
                <a:solidFill>
                  <a:schemeClr val="accent2"/>
                </a:solidFill>
              </a:rPr>
              <a:t>Mapper:</a:t>
            </a:r>
          </a:p>
          <a:p>
            <a:pPr marL="12700" marR="5080"/>
            <a:r>
              <a:rPr lang="en-US" sz="1400" kern="0" spc="-80" dirty="0" err="1">
                <a:solidFill>
                  <a:schemeClr val="accent6"/>
                </a:solidFill>
              </a:rPr>
              <a:t>UserDTO</a:t>
            </a:r>
            <a:r>
              <a:rPr lang="en-US" sz="1400" kern="0" spc="-80" dirty="0">
                <a:solidFill>
                  <a:schemeClr val="accent6"/>
                </a:solidFill>
              </a:rPr>
              <a:t> → </a:t>
            </a:r>
            <a:r>
              <a:rPr lang="en-US" sz="1400" kern="0" spc="-80" dirty="0" err="1">
                <a:solidFill>
                  <a:schemeClr val="accent6"/>
                </a:solidFill>
              </a:rPr>
              <a:t>UserProfile</a:t>
            </a:r>
            <a:endParaRPr lang="en-US" sz="1400" kern="0" spc="-80" dirty="0">
              <a:solidFill>
                <a:schemeClr val="accent6"/>
              </a:solidFill>
            </a:endParaRPr>
          </a:p>
        </p:txBody>
      </p:sp>
    </p:spTree>
    <p:extLst>
      <p:ext uri="{BB962C8B-B14F-4D97-AF65-F5344CB8AC3E}">
        <p14:creationId xmlns:p14="http://schemas.microsoft.com/office/powerpoint/2010/main" val="1151397911"/>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1CBF74-9D37-55CE-8171-FF78F16A280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EC20648-AB49-742B-BE84-EA65FB00FA0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69A6B01-48CE-BEE7-82E1-47EC4DBBF76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C593A31-E3CA-193A-DA4B-0D729E02F10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D174E5D-C2DF-88E4-28EC-8A713225B1C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8D654AD-767F-6AF5-21FB-14BCA49DD9F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BABF856-632D-617F-B905-DF05BCC54DE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5591A5E-23BD-E10A-D582-28B7AA41FDD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121F639-DFB4-B0D7-A160-B60941565DB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0E588C5-156F-8EE7-4D41-E22FE0CE9B0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E31B705-050F-C8AD-FE8A-A47175D225F9}"/>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4. Complete Enterprise Architecture Example</a:t>
            </a:r>
          </a:p>
          <a:p>
            <a:pPr marL="12700" marR="5080"/>
            <a:r>
              <a:rPr lang="en-US" sz="1400" kern="0" spc="-80" dirty="0">
                <a:solidFill>
                  <a:schemeClr val="accent2"/>
                </a:solidFill>
              </a:rPr>
              <a:t>Infrastructure</a:t>
            </a:r>
          </a:p>
          <a:p>
            <a:pPr marL="12700" marR="5080"/>
            <a:r>
              <a:rPr lang="en-US" sz="1400" kern="0" spc="-80" dirty="0">
                <a:solidFill>
                  <a:schemeClr val="accent2"/>
                </a:solidFill>
              </a:rPr>
              <a:t>API service: </a:t>
            </a:r>
            <a:r>
              <a:rPr lang="en-US" sz="1400" kern="0" spc="-80" dirty="0">
                <a:solidFill>
                  <a:schemeClr val="accent6"/>
                </a:solidFill>
              </a:rPr>
              <a:t>UserApi</a:t>
            </a:r>
          </a:p>
          <a:p>
            <a:pPr marL="12700" marR="5080"/>
            <a:r>
              <a:rPr lang="en-US" sz="1400" kern="0" spc="-80" dirty="0">
                <a:solidFill>
                  <a:schemeClr val="accent2"/>
                </a:solidFill>
              </a:rPr>
              <a:t>DB: </a:t>
            </a:r>
            <a:r>
              <a:rPr lang="en-US" sz="1400" kern="0" spc="-80" dirty="0" err="1">
                <a:solidFill>
                  <a:schemeClr val="accent6"/>
                </a:solidFill>
              </a:rPr>
              <a:t>RoomDatabase</a:t>
            </a:r>
            <a:r>
              <a:rPr lang="en-US" sz="1400" kern="0" spc="-80" dirty="0">
                <a:solidFill>
                  <a:schemeClr val="accent6"/>
                </a:solidFill>
              </a:rPr>
              <a:t> / </a:t>
            </a:r>
            <a:r>
              <a:rPr lang="en-US" sz="1400" kern="0" spc="-80" dirty="0" err="1">
                <a:solidFill>
                  <a:schemeClr val="accent6"/>
                </a:solidFill>
              </a:rPr>
              <a:t>CoreData</a:t>
            </a:r>
            <a:endParaRPr lang="en-US" sz="1400" kern="0" spc="-80" dirty="0">
              <a:solidFill>
                <a:schemeClr val="accent6"/>
              </a:solidFill>
            </a:endParaRPr>
          </a:p>
          <a:p>
            <a:pPr marL="12700" marR="5080"/>
            <a:r>
              <a:rPr lang="en-US" sz="1400" kern="0" spc="-80" dirty="0">
                <a:solidFill>
                  <a:schemeClr val="accent2"/>
                </a:solidFill>
              </a:rPr>
              <a:t>Cache: </a:t>
            </a:r>
            <a:r>
              <a:rPr lang="en-US" sz="1400" kern="0" spc="-80" dirty="0">
                <a:solidFill>
                  <a:schemeClr val="accent6"/>
                </a:solidFill>
              </a:rPr>
              <a:t>memory + disk</a:t>
            </a:r>
          </a:p>
          <a:p>
            <a:pPr marL="12700" marR="5080"/>
            <a:endParaRPr lang="en-US" sz="1400" kern="0" spc="-80" dirty="0">
              <a:solidFill>
                <a:schemeClr val="accent6"/>
              </a:solidFill>
            </a:endParaRPr>
          </a:p>
          <a:p>
            <a:pPr marL="12700" marR="5080"/>
            <a:r>
              <a:rPr lang="en-US" sz="1400" kern="0" spc="-80" dirty="0">
                <a:solidFill>
                  <a:schemeClr val="accent2"/>
                </a:solidFill>
              </a:rPr>
              <a:t>5. Enterprise Mobile Architecture Patterns</a:t>
            </a:r>
          </a:p>
          <a:p>
            <a:pPr marL="12700" marR="5080"/>
            <a:r>
              <a:rPr lang="en-US" sz="1400" kern="0" spc="-80" dirty="0">
                <a:solidFill>
                  <a:schemeClr val="accent2"/>
                </a:solidFill>
              </a:rPr>
              <a:t>5.1 MVVM (default layer pattern)</a:t>
            </a:r>
          </a:p>
          <a:p>
            <a:pPr marL="12700" marR="5080"/>
            <a:r>
              <a:rPr lang="en-US" sz="1400" kern="0" spc="-80" dirty="0">
                <a:solidFill>
                  <a:schemeClr val="accent6"/>
                </a:solidFill>
              </a:rPr>
              <a:t>UI ←→ </a:t>
            </a:r>
            <a:r>
              <a:rPr lang="en-US" sz="1400" kern="0" spc="-80" dirty="0" err="1">
                <a:solidFill>
                  <a:schemeClr val="accent6"/>
                </a:solidFill>
              </a:rPr>
              <a:t>ViewModel</a:t>
            </a:r>
            <a:r>
              <a:rPr lang="en-US" sz="1400" kern="0" spc="-80" dirty="0">
                <a:solidFill>
                  <a:schemeClr val="accent6"/>
                </a:solidFill>
              </a:rPr>
              <a:t> ←→ Use Cases ←→ Repository ←→ Data Source</a:t>
            </a:r>
          </a:p>
          <a:p>
            <a:pPr marL="12700" marR="5080"/>
            <a:endParaRPr lang="en-US" sz="1400" kern="0" spc="-80" dirty="0">
              <a:solidFill>
                <a:schemeClr val="accent6"/>
              </a:solidFill>
            </a:endParaRPr>
          </a:p>
          <a:p>
            <a:pPr marL="12700" marR="5080"/>
            <a:r>
              <a:rPr lang="en-US" sz="1400" kern="0" spc="-80" dirty="0">
                <a:solidFill>
                  <a:schemeClr val="accent2"/>
                </a:solidFill>
              </a:rPr>
              <a:t>5.2 MVI (recommended for </a:t>
            </a:r>
            <a:r>
              <a:rPr lang="en-US" sz="1400" kern="0" spc="-80" dirty="0" err="1">
                <a:solidFill>
                  <a:schemeClr val="accent2"/>
                </a:solidFill>
              </a:rPr>
              <a:t>SwiftUI</a:t>
            </a:r>
            <a:r>
              <a:rPr lang="en-US" sz="1400" kern="0" spc="-80" dirty="0">
                <a:solidFill>
                  <a:schemeClr val="accent2"/>
                </a:solidFill>
              </a:rPr>
              <a:t>/Compose)</a:t>
            </a:r>
          </a:p>
          <a:p>
            <a:pPr marL="12700" marR="5080"/>
            <a:r>
              <a:rPr lang="en-US" sz="1400" kern="0" spc="-80" dirty="0">
                <a:solidFill>
                  <a:schemeClr val="accent6"/>
                </a:solidFill>
              </a:rPr>
              <a:t>State-driven</a:t>
            </a:r>
          </a:p>
          <a:p>
            <a:pPr marL="12700" marR="5080"/>
            <a:r>
              <a:rPr lang="en-US" sz="1400" kern="0" spc="-80" dirty="0">
                <a:solidFill>
                  <a:schemeClr val="accent6"/>
                </a:solidFill>
              </a:rPr>
              <a:t>Predictable</a:t>
            </a:r>
          </a:p>
          <a:p>
            <a:pPr marL="12700" marR="5080"/>
            <a:r>
              <a:rPr lang="en-US" sz="1400" kern="0" spc="-80" dirty="0">
                <a:solidFill>
                  <a:schemeClr val="accent6"/>
                </a:solidFill>
              </a:rPr>
              <a:t>Time-travel debugging possible</a:t>
            </a:r>
          </a:p>
          <a:p>
            <a:pPr marL="12700" marR="5080"/>
            <a:r>
              <a:rPr lang="en-US" sz="1400" kern="0" spc="-80" dirty="0">
                <a:solidFill>
                  <a:schemeClr val="accent2"/>
                </a:solidFill>
              </a:rPr>
              <a:t>Flow:</a:t>
            </a:r>
          </a:p>
          <a:p>
            <a:pPr marL="12700" marR="5080"/>
            <a:r>
              <a:rPr lang="en-US" sz="1400" kern="0" spc="-80" dirty="0">
                <a:solidFill>
                  <a:schemeClr val="accent6"/>
                </a:solidFill>
              </a:rPr>
              <a:t>Intent → Action → Reducer → State → UI</a:t>
            </a:r>
          </a:p>
          <a:p>
            <a:pPr marL="12700" marR="5080"/>
            <a:endParaRPr lang="en-US" sz="1400" kern="0" spc="-80" dirty="0">
              <a:solidFill>
                <a:schemeClr val="accent6"/>
              </a:solidFill>
            </a:endParaRPr>
          </a:p>
          <a:p>
            <a:pPr marL="12700" marR="5080"/>
            <a:r>
              <a:rPr lang="en-US" sz="1400" kern="0" spc="-80" dirty="0">
                <a:solidFill>
                  <a:schemeClr val="accent2"/>
                </a:solidFill>
              </a:rPr>
              <a:t>5.3 Redux/UDF Pattern</a:t>
            </a:r>
          </a:p>
          <a:p>
            <a:pPr marL="12700" marR="5080"/>
            <a:r>
              <a:rPr lang="en-US" sz="1400" kern="0" spc="-80" dirty="0">
                <a:solidFill>
                  <a:schemeClr val="accent2"/>
                </a:solidFill>
              </a:rPr>
              <a:t>Used for:</a:t>
            </a:r>
          </a:p>
          <a:p>
            <a:pPr marL="12700" marR="5080"/>
            <a:r>
              <a:rPr lang="en-US" sz="1400" kern="0" spc="-80" dirty="0">
                <a:solidFill>
                  <a:schemeClr val="accent6"/>
                </a:solidFill>
              </a:rPr>
              <a:t>Apps with complex state</a:t>
            </a:r>
          </a:p>
          <a:p>
            <a:pPr marL="12700" marR="5080"/>
            <a:r>
              <a:rPr lang="en-US" sz="1400" kern="0" spc="-80" dirty="0">
                <a:solidFill>
                  <a:schemeClr val="accent6"/>
                </a:solidFill>
              </a:rPr>
              <a:t>Multi-tab global state</a:t>
            </a:r>
          </a:p>
          <a:p>
            <a:pPr marL="12700" marR="5080"/>
            <a:r>
              <a:rPr lang="en-US" sz="1400" kern="0" spc="-80" dirty="0">
                <a:solidFill>
                  <a:schemeClr val="accent6"/>
                </a:solidFill>
              </a:rPr>
              <a:t>Offline-heavy apps</a:t>
            </a:r>
          </a:p>
        </p:txBody>
      </p:sp>
    </p:spTree>
    <p:extLst>
      <p:ext uri="{BB962C8B-B14F-4D97-AF65-F5344CB8AC3E}">
        <p14:creationId xmlns:p14="http://schemas.microsoft.com/office/powerpoint/2010/main" val="954273490"/>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305119-770C-9DAD-DDFB-A6A411DFCFA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39440FB-E0DC-C2EE-6FDC-4108A6ACDB9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41C93E4-DC5F-C901-E847-DAD8856B766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40A0315-45D3-34D3-6497-73FC59D465E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589CF30-704F-58BC-0712-01624417776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D828362-3B12-6886-192D-28D81EBBAA6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A9863D5-DBD4-1D93-C98C-B908B6C184C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459C712-91FE-96CE-D8C9-598C37747D9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35200D2-D0C9-F89E-1A30-7EAAB67B776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736F255-D1D7-46DB-49D2-405499379B5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26949AD-2C61-1700-0137-556ABAD9D084}"/>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6. Application Layer (Cross-cutting Concerns)</a:t>
            </a:r>
          </a:p>
          <a:p>
            <a:pPr marL="12700" marR="5080"/>
            <a:r>
              <a:rPr lang="en-US" sz="1400" kern="0" spc="-80" dirty="0">
                <a:solidFill>
                  <a:schemeClr val="accent6"/>
                </a:solidFill>
              </a:rPr>
              <a:t>These do not belong to any single layer.</a:t>
            </a:r>
          </a:p>
          <a:p>
            <a:pPr marL="12700" marR="5080"/>
            <a:r>
              <a:rPr lang="en-US" sz="1400" kern="0" spc="-80" dirty="0">
                <a:solidFill>
                  <a:schemeClr val="accent2"/>
                </a:solidFill>
              </a:rPr>
              <a:t>Includes</a:t>
            </a:r>
          </a:p>
          <a:p>
            <a:pPr marL="12700" marR="5080"/>
            <a:r>
              <a:rPr lang="en-US" sz="1400" kern="0" spc="-80" dirty="0">
                <a:solidFill>
                  <a:schemeClr val="accent6"/>
                </a:solidFill>
              </a:rPr>
              <a:t>Dependency Injection</a:t>
            </a:r>
          </a:p>
          <a:p>
            <a:pPr marL="12700" marR="5080"/>
            <a:r>
              <a:rPr lang="en-US" sz="1400" kern="0" spc="-80" dirty="0">
                <a:solidFill>
                  <a:schemeClr val="accent6"/>
                </a:solidFill>
              </a:rPr>
              <a:t>Android: Hilt, Koin</a:t>
            </a:r>
          </a:p>
          <a:p>
            <a:pPr marL="12700" marR="5080"/>
            <a:r>
              <a:rPr lang="en-US" sz="1400" kern="0" spc="-80" dirty="0">
                <a:solidFill>
                  <a:schemeClr val="accent6"/>
                </a:solidFill>
              </a:rPr>
              <a:t>iOS: Needle, Resolver</a:t>
            </a:r>
          </a:p>
          <a:p>
            <a:pPr marL="12700" marR="5080"/>
            <a:r>
              <a:rPr lang="en-US" sz="1400" kern="0" spc="-80" dirty="0">
                <a:solidFill>
                  <a:schemeClr val="accent6"/>
                </a:solidFill>
              </a:rPr>
              <a:t>Logging</a:t>
            </a:r>
          </a:p>
          <a:p>
            <a:pPr marL="12700" marR="5080"/>
            <a:r>
              <a:rPr lang="en-US" sz="1400" kern="0" spc="-80" dirty="0">
                <a:solidFill>
                  <a:schemeClr val="accent6"/>
                </a:solidFill>
              </a:rPr>
              <a:t>Analytics</a:t>
            </a:r>
          </a:p>
          <a:p>
            <a:pPr marL="12700" marR="5080"/>
            <a:r>
              <a:rPr lang="en-US" sz="1400" kern="0" spc="-80" dirty="0">
                <a:solidFill>
                  <a:schemeClr val="accent6"/>
                </a:solidFill>
              </a:rPr>
              <a:t>Crash reporting</a:t>
            </a:r>
          </a:p>
          <a:p>
            <a:pPr marL="12700" marR="5080"/>
            <a:r>
              <a:rPr lang="en-US" sz="1400" kern="0" spc="-80" dirty="0">
                <a:solidFill>
                  <a:schemeClr val="accent6"/>
                </a:solidFill>
              </a:rPr>
              <a:t>Feature flags</a:t>
            </a:r>
          </a:p>
          <a:p>
            <a:pPr marL="12700" marR="5080"/>
            <a:r>
              <a:rPr lang="en-US" sz="1400" kern="0" spc="-80" dirty="0">
                <a:solidFill>
                  <a:schemeClr val="accent6"/>
                </a:solidFill>
              </a:rPr>
              <a:t>Configuration system</a:t>
            </a:r>
          </a:p>
          <a:p>
            <a:pPr marL="12700" marR="5080"/>
            <a:r>
              <a:rPr lang="en-US" sz="1400" kern="0" spc="-80" dirty="0">
                <a:solidFill>
                  <a:schemeClr val="accent6"/>
                </a:solidFill>
              </a:rPr>
              <a:t>Theme system</a:t>
            </a:r>
          </a:p>
          <a:p>
            <a:pPr marL="12700" marR="5080"/>
            <a:r>
              <a:rPr lang="en-US" sz="1400" kern="0" spc="-80" dirty="0">
                <a:solidFill>
                  <a:schemeClr val="accent6"/>
                </a:solidFill>
              </a:rPr>
              <a:t>App modularization</a:t>
            </a:r>
          </a:p>
          <a:p>
            <a:pPr marL="12700" marR="5080"/>
            <a:endParaRPr lang="en-US" sz="1400" kern="0" spc="-80" dirty="0">
              <a:solidFill>
                <a:schemeClr val="accent6"/>
              </a:solidFill>
            </a:endParaRPr>
          </a:p>
          <a:p>
            <a:pPr marL="12700" marR="5080"/>
            <a:r>
              <a:rPr lang="en-US" sz="1400" kern="0" spc="-80" dirty="0">
                <a:solidFill>
                  <a:schemeClr val="accent2"/>
                </a:solidFill>
              </a:rPr>
              <a:t>7. </a:t>
            </a:r>
            <a:r>
              <a:rPr lang="en-US" sz="1400" kern="0" spc="-80" dirty="0" err="1">
                <a:solidFill>
                  <a:schemeClr val="accent2"/>
                </a:solidFill>
              </a:rPr>
              <a:t>Modularisation</a:t>
            </a:r>
            <a:r>
              <a:rPr lang="en-US" sz="1400" kern="0" spc="-80" dirty="0">
                <a:solidFill>
                  <a:schemeClr val="accent2"/>
                </a:solidFill>
              </a:rPr>
              <a:t> for Enterprise Apps</a:t>
            </a:r>
          </a:p>
          <a:p>
            <a:pPr marL="12700" marR="5080"/>
            <a:r>
              <a:rPr lang="en-US" sz="1400" kern="0" spc="-80" dirty="0">
                <a:solidFill>
                  <a:schemeClr val="accent2"/>
                </a:solidFill>
              </a:rPr>
              <a:t>Why </a:t>
            </a:r>
            <a:r>
              <a:rPr lang="en-US" sz="1400" kern="0" spc="-80" dirty="0" err="1">
                <a:solidFill>
                  <a:schemeClr val="accent2"/>
                </a:solidFill>
              </a:rPr>
              <a:t>modularise</a:t>
            </a:r>
            <a:r>
              <a:rPr lang="en-US" sz="1400" kern="0" spc="-80" dirty="0">
                <a:solidFill>
                  <a:schemeClr val="accent2"/>
                </a:solidFill>
              </a:rPr>
              <a:t>?</a:t>
            </a:r>
          </a:p>
          <a:p>
            <a:pPr marL="12700" marR="5080"/>
            <a:r>
              <a:rPr lang="en-US" sz="1400" kern="0" spc="-80" dirty="0">
                <a:solidFill>
                  <a:schemeClr val="accent6"/>
                </a:solidFill>
              </a:rPr>
              <a:t>Faster builds</a:t>
            </a:r>
          </a:p>
          <a:p>
            <a:pPr marL="12700" marR="5080"/>
            <a:r>
              <a:rPr lang="en-US" sz="1400" kern="0" spc="-80" dirty="0">
                <a:solidFill>
                  <a:schemeClr val="accent6"/>
                </a:solidFill>
              </a:rPr>
              <a:t>Cleaner code</a:t>
            </a:r>
          </a:p>
          <a:p>
            <a:pPr marL="12700" marR="5080"/>
            <a:r>
              <a:rPr lang="en-US" sz="1400" kern="0" spc="-80" dirty="0">
                <a:solidFill>
                  <a:schemeClr val="accent6"/>
                </a:solidFill>
              </a:rPr>
              <a:t>Independent features (teams work in parallel)</a:t>
            </a:r>
          </a:p>
          <a:p>
            <a:pPr marL="12700" marR="5080"/>
            <a:r>
              <a:rPr lang="en-US" sz="1400" kern="0" spc="-80" dirty="0">
                <a:solidFill>
                  <a:schemeClr val="accent6"/>
                </a:solidFill>
              </a:rPr>
              <a:t>Better reusability</a:t>
            </a:r>
          </a:p>
          <a:p>
            <a:pPr marL="12700" marR="5080"/>
            <a:r>
              <a:rPr lang="en-US" sz="1400" kern="0" spc="-80" dirty="0">
                <a:solidFill>
                  <a:schemeClr val="accent6"/>
                </a:solidFill>
              </a:rPr>
              <a:t>CI/CD optimization</a:t>
            </a:r>
          </a:p>
        </p:txBody>
      </p:sp>
    </p:spTree>
    <p:extLst>
      <p:ext uri="{BB962C8B-B14F-4D97-AF65-F5344CB8AC3E}">
        <p14:creationId xmlns:p14="http://schemas.microsoft.com/office/powerpoint/2010/main" val="3320488394"/>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CBA9D6-1149-1D6D-A991-12813E9F8A6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1B5AD91-A230-6DFE-5EC1-9767689E085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13F6657-001D-3FF5-92BE-EC62990DEE8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170B4D8-79A9-A5E0-1C99-21DDB2D03D0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50FD3C1-3317-DC35-7A0D-E33CCEAE83E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DE00C54-5D19-0E55-44FE-F0F531F655B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DB7A53D-E35B-02D2-1126-CC507A344D1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99999D9-DD00-B3D6-19E7-1E58BBBD05C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1480857-B7CA-CE02-F813-3C5BE8EF016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5EEA91F-E13E-7876-F863-2ED9D5DBB21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9D59B6C-ABDE-02C9-07D2-FDFAE9F0B020}"/>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7. </a:t>
            </a:r>
            <a:r>
              <a:rPr lang="en-US" sz="1400" kern="0" spc="-80" dirty="0" err="1">
                <a:solidFill>
                  <a:schemeClr val="accent2"/>
                </a:solidFill>
              </a:rPr>
              <a:t>Modularisation</a:t>
            </a:r>
            <a:r>
              <a:rPr lang="en-US" sz="1400" kern="0" spc="-80" dirty="0">
                <a:solidFill>
                  <a:schemeClr val="accent2"/>
                </a:solidFill>
              </a:rPr>
              <a:t> for Enterprise Apps</a:t>
            </a:r>
          </a:p>
          <a:p>
            <a:pPr marL="12700" marR="5080"/>
            <a:r>
              <a:rPr lang="en-US" sz="1400" kern="0" spc="-80" dirty="0">
                <a:solidFill>
                  <a:schemeClr val="accent2"/>
                </a:solidFill>
              </a:rPr>
              <a:t>Typical Modules</a:t>
            </a:r>
          </a:p>
          <a:p>
            <a:pPr marL="12700" marR="5080"/>
            <a:r>
              <a:rPr lang="en-US" sz="1400" kern="0" spc="-80" dirty="0">
                <a:solidFill>
                  <a:schemeClr val="accent6"/>
                </a:solidFill>
              </a:rPr>
              <a:t>:app</a:t>
            </a:r>
          </a:p>
          <a:p>
            <a:pPr marL="12700" marR="5080"/>
            <a:r>
              <a:rPr lang="en-US" sz="1400" kern="0" spc="-80" dirty="0">
                <a:solidFill>
                  <a:schemeClr val="accent6"/>
                </a:solidFill>
              </a:rPr>
              <a:t>:feature-login</a:t>
            </a:r>
          </a:p>
          <a:p>
            <a:pPr marL="12700" marR="5080"/>
            <a:r>
              <a:rPr lang="en-US" sz="1400" kern="0" spc="-80" dirty="0">
                <a:solidFill>
                  <a:schemeClr val="accent6"/>
                </a:solidFill>
              </a:rPr>
              <a:t>:feature-cart</a:t>
            </a:r>
          </a:p>
          <a:p>
            <a:pPr marL="12700" marR="5080"/>
            <a:r>
              <a:rPr lang="en-US" sz="1400" kern="0" spc="-80" dirty="0">
                <a:solidFill>
                  <a:schemeClr val="accent6"/>
                </a:solidFill>
              </a:rPr>
              <a:t>:feature-profile</a:t>
            </a:r>
          </a:p>
          <a:p>
            <a:pPr marL="12700" marR="5080"/>
            <a:r>
              <a:rPr lang="en-US" sz="1400" kern="0" spc="-80" dirty="0">
                <a:solidFill>
                  <a:schemeClr val="accent6"/>
                </a:solidFill>
              </a:rPr>
              <a:t>:core-</a:t>
            </a:r>
            <a:r>
              <a:rPr lang="en-US" sz="1400" kern="0" spc="-80" dirty="0" err="1">
                <a:solidFill>
                  <a:schemeClr val="accent6"/>
                </a:solidFill>
              </a:rPr>
              <a:t>ui</a:t>
            </a:r>
            <a:endParaRPr lang="en-US" sz="1400" kern="0" spc="-80" dirty="0">
              <a:solidFill>
                <a:schemeClr val="accent6"/>
              </a:solidFill>
            </a:endParaRPr>
          </a:p>
          <a:p>
            <a:pPr marL="12700" marR="5080"/>
            <a:r>
              <a:rPr lang="en-US" sz="1400" kern="0" spc="-80" dirty="0">
                <a:solidFill>
                  <a:schemeClr val="accent6"/>
                </a:solidFill>
              </a:rPr>
              <a:t>:core-domain</a:t>
            </a:r>
          </a:p>
          <a:p>
            <a:pPr marL="12700" marR="5080"/>
            <a:r>
              <a:rPr lang="en-US" sz="1400" kern="0" spc="-80" dirty="0">
                <a:solidFill>
                  <a:schemeClr val="accent6"/>
                </a:solidFill>
              </a:rPr>
              <a:t>:core-data</a:t>
            </a:r>
          </a:p>
          <a:p>
            <a:pPr marL="12700" marR="5080"/>
            <a:r>
              <a:rPr lang="en-US" sz="1400" kern="0" spc="-80" dirty="0">
                <a:solidFill>
                  <a:schemeClr val="accent6"/>
                </a:solidFill>
              </a:rPr>
              <a:t>:core-network</a:t>
            </a:r>
          </a:p>
          <a:p>
            <a:pPr marL="12700" marR="5080"/>
            <a:r>
              <a:rPr lang="en-US" sz="1400" kern="0" spc="-80" dirty="0">
                <a:solidFill>
                  <a:schemeClr val="accent6"/>
                </a:solidFill>
              </a:rPr>
              <a:t>:core-database</a:t>
            </a:r>
          </a:p>
          <a:p>
            <a:pPr marL="12700" marR="5080"/>
            <a:r>
              <a:rPr lang="en-US" sz="1400" kern="0" spc="-80" dirty="0">
                <a:solidFill>
                  <a:schemeClr val="accent2"/>
                </a:solidFill>
              </a:rPr>
              <a:t>iOS equivalent using Swift Packages:</a:t>
            </a:r>
          </a:p>
          <a:p>
            <a:pPr marL="12700" marR="5080"/>
            <a:r>
              <a:rPr lang="en-US" sz="1400" kern="0" spc="-80" dirty="0">
                <a:solidFill>
                  <a:schemeClr val="accent6"/>
                </a:solidFill>
              </a:rPr>
              <a:t>App</a:t>
            </a:r>
          </a:p>
          <a:p>
            <a:pPr marL="12700" marR="5080"/>
            <a:r>
              <a:rPr lang="en-US" sz="1400" kern="0" spc="-80" dirty="0">
                <a:solidFill>
                  <a:schemeClr val="accent6"/>
                </a:solidFill>
              </a:rPr>
              <a:t>Features/Login</a:t>
            </a:r>
          </a:p>
          <a:p>
            <a:pPr marL="12700" marR="5080"/>
            <a:r>
              <a:rPr lang="en-US" sz="1400" kern="0" spc="-80" dirty="0">
                <a:solidFill>
                  <a:schemeClr val="accent6"/>
                </a:solidFill>
              </a:rPr>
              <a:t>Features/Profile</a:t>
            </a:r>
          </a:p>
          <a:p>
            <a:pPr marL="12700" marR="5080"/>
            <a:r>
              <a:rPr lang="en-US" sz="1400" kern="0" spc="-80" dirty="0">
                <a:solidFill>
                  <a:schemeClr val="accent6"/>
                </a:solidFill>
              </a:rPr>
              <a:t>Core/Domain</a:t>
            </a:r>
          </a:p>
          <a:p>
            <a:pPr marL="12700" marR="5080"/>
            <a:r>
              <a:rPr lang="en-US" sz="1400" kern="0" spc="-80" dirty="0">
                <a:solidFill>
                  <a:schemeClr val="accent6"/>
                </a:solidFill>
              </a:rPr>
              <a:t>Core/Data</a:t>
            </a:r>
          </a:p>
          <a:p>
            <a:pPr marL="12700" marR="5080"/>
            <a:r>
              <a:rPr lang="en-US" sz="1400" kern="0" spc="-80" dirty="0">
                <a:solidFill>
                  <a:schemeClr val="accent6"/>
                </a:solidFill>
              </a:rPr>
              <a:t>Core/Networking</a:t>
            </a:r>
          </a:p>
          <a:p>
            <a:pPr marL="12700" marR="5080"/>
            <a:endParaRPr lang="en-US" sz="1400" kern="0" spc="-80" dirty="0">
              <a:solidFill>
                <a:schemeClr val="accent6"/>
              </a:solidFill>
            </a:endParaRPr>
          </a:p>
          <a:p>
            <a:pPr marL="12700" marR="5080"/>
            <a:r>
              <a:rPr lang="en-US" sz="1400" kern="0" spc="-80" dirty="0">
                <a:solidFill>
                  <a:schemeClr val="accent2"/>
                </a:solidFill>
              </a:rPr>
              <a:t>8. Offline-First Architecture</a:t>
            </a:r>
          </a:p>
          <a:p>
            <a:pPr marL="12700" marR="5080"/>
            <a:r>
              <a:rPr lang="en-US" sz="1400" kern="0" spc="-80" dirty="0">
                <a:solidFill>
                  <a:schemeClr val="accent6"/>
                </a:solidFill>
              </a:rPr>
              <a:t>Must-have for enterprise apps (Paytm, Ola, Swiggy, Uber).</a:t>
            </a:r>
          </a:p>
          <a:p>
            <a:pPr marL="12700" marR="5080"/>
            <a:r>
              <a:rPr lang="en-US" sz="1400" kern="0" spc="-80" dirty="0">
                <a:solidFill>
                  <a:schemeClr val="accent2"/>
                </a:solidFill>
              </a:rPr>
              <a:t>Patterns:</a:t>
            </a:r>
          </a:p>
          <a:p>
            <a:pPr marL="12700" marR="5080"/>
            <a:r>
              <a:rPr lang="en-US" sz="1400" kern="0" spc="-80" dirty="0">
                <a:solidFill>
                  <a:schemeClr val="accent6"/>
                </a:solidFill>
              </a:rPr>
              <a:t>Local DB as the source of truth</a:t>
            </a:r>
          </a:p>
        </p:txBody>
      </p:sp>
    </p:spTree>
    <p:extLst>
      <p:ext uri="{BB962C8B-B14F-4D97-AF65-F5344CB8AC3E}">
        <p14:creationId xmlns:p14="http://schemas.microsoft.com/office/powerpoint/2010/main" val="2905971880"/>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4BCE4-F0A8-8FFA-7A58-6F3F4066E6E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A422B9B-B910-5DB2-79B7-45E9A947B95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CA49394-8EC8-CAAF-356C-6A2E2F88CD9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EFFC59C-90F2-3190-99EF-FF28815FB48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BB0E14E-258D-7267-1E1D-07B8544710F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48D048-B08E-6338-5EF7-4D53FFD4A04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C5F72B3-BBC1-BFB1-506C-2C9F53E236B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DF1BB8C-50F9-F9DC-BF46-7F7F700A0A3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7838278-264B-CE1D-685E-C7369037452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69291F2-CC13-91CB-29D7-BBDF9A5A19C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FE1F4FF-FC0F-E51A-1E1B-0E91ED8032C9}"/>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8. Offline-First Architecture</a:t>
            </a:r>
          </a:p>
          <a:p>
            <a:pPr marL="12700" marR="5080"/>
            <a:r>
              <a:rPr lang="en-US" sz="1400" kern="0" spc="-80" dirty="0">
                <a:solidFill>
                  <a:schemeClr val="accent2"/>
                </a:solidFill>
              </a:rPr>
              <a:t>Patterns:</a:t>
            </a:r>
          </a:p>
          <a:p>
            <a:pPr marL="12700" marR="5080"/>
            <a:r>
              <a:rPr lang="en-US" sz="1400" kern="0" spc="-80" dirty="0">
                <a:solidFill>
                  <a:schemeClr val="accent6"/>
                </a:solidFill>
              </a:rPr>
              <a:t>Conflict resolution strategies</a:t>
            </a:r>
          </a:p>
          <a:p>
            <a:pPr marL="12700" marR="5080"/>
            <a:r>
              <a:rPr lang="en-US" sz="1400" kern="0" spc="-80" dirty="0">
                <a:solidFill>
                  <a:schemeClr val="accent6"/>
                </a:solidFill>
              </a:rPr>
              <a:t>Background workers</a:t>
            </a:r>
          </a:p>
          <a:p>
            <a:pPr marL="12700" marR="5080"/>
            <a:r>
              <a:rPr lang="en-US" sz="1400" kern="0" spc="-80" dirty="0">
                <a:solidFill>
                  <a:schemeClr val="accent6"/>
                </a:solidFill>
              </a:rPr>
              <a:t>Optimistic updates</a:t>
            </a:r>
          </a:p>
          <a:p>
            <a:pPr marL="12700" marR="5080"/>
            <a:endParaRPr lang="en-US" sz="1400" kern="0" spc="-80" dirty="0">
              <a:solidFill>
                <a:schemeClr val="accent6"/>
              </a:solidFill>
            </a:endParaRPr>
          </a:p>
          <a:p>
            <a:pPr marL="12700" marR="5080"/>
            <a:r>
              <a:rPr lang="en-US" sz="1400" kern="0" spc="-80" dirty="0">
                <a:solidFill>
                  <a:schemeClr val="accent2"/>
                </a:solidFill>
              </a:rPr>
              <a:t>9. API Layer Design for Mobile</a:t>
            </a:r>
          </a:p>
          <a:p>
            <a:pPr marL="12700" marR="5080"/>
            <a:r>
              <a:rPr lang="en-US" sz="1400" kern="0" spc="-80" dirty="0">
                <a:solidFill>
                  <a:schemeClr val="accent2"/>
                </a:solidFill>
              </a:rPr>
              <a:t>Best practices</a:t>
            </a:r>
          </a:p>
          <a:p>
            <a:pPr marL="12700" marR="5080"/>
            <a:r>
              <a:rPr lang="en-US" sz="1400" kern="0" spc="-80" dirty="0">
                <a:solidFill>
                  <a:schemeClr val="accent6"/>
                </a:solidFill>
              </a:rPr>
              <a:t>Pagination (cursor-based preferred over offset-based)</a:t>
            </a:r>
          </a:p>
          <a:p>
            <a:pPr marL="12700" marR="5080"/>
            <a:r>
              <a:rPr lang="en-US" sz="1400" kern="0" spc="-80" dirty="0">
                <a:solidFill>
                  <a:schemeClr val="accent6"/>
                </a:solidFill>
              </a:rPr>
              <a:t>Delta API (send only changes)</a:t>
            </a:r>
          </a:p>
          <a:p>
            <a:pPr marL="12700" marR="5080"/>
            <a:r>
              <a:rPr lang="en-US" sz="1400" kern="0" spc="-80" dirty="0">
                <a:solidFill>
                  <a:schemeClr val="accent6"/>
                </a:solidFill>
              </a:rPr>
              <a:t>Batch API support</a:t>
            </a:r>
          </a:p>
          <a:p>
            <a:pPr marL="12700" marR="5080"/>
            <a:r>
              <a:rPr lang="en-US" sz="1400" kern="0" spc="-80" dirty="0">
                <a:solidFill>
                  <a:schemeClr val="accent6"/>
                </a:solidFill>
              </a:rPr>
              <a:t>Retry &amp; exponential backoff</a:t>
            </a:r>
          </a:p>
          <a:p>
            <a:pPr marL="12700" marR="5080"/>
            <a:r>
              <a:rPr lang="en-US" sz="1400" kern="0" spc="-80" dirty="0">
                <a:solidFill>
                  <a:schemeClr val="accent6"/>
                </a:solidFill>
              </a:rPr>
              <a:t>ETag-based caching</a:t>
            </a:r>
          </a:p>
          <a:p>
            <a:pPr marL="12700" marR="5080"/>
            <a:r>
              <a:rPr lang="en-US" sz="1400" kern="0" spc="-80" dirty="0">
                <a:solidFill>
                  <a:schemeClr val="accent6"/>
                </a:solidFill>
              </a:rPr>
              <a:t>Versioning strategies</a:t>
            </a:r>
          </a:p>
          <a:p>
            <a:pPr marL="12700" marR="5080"/>
            <a:endParaRPr lang="en-US" sz="1400" kern="0" spc="-80" dirty="0">
              <a:solidFill>
                <a:schemeClr val="accent6"/>
              </a:solidFill>
            </a:endParaRPr>
          </a:p>
          <a:p>
            <a:pPr marL="12700" marR="5080"/>
            <a:r>
              <a:rPr lang="en-US" sz="1400" kern="0" spc="-80" dirty="0">
                <a:solidFill>
                  <a:schemeClr val="accent2"/>
                </a:solidFill>
              </a:rPr>
              <a:t>10. Security Architecture</a:t>
            </a:r>
          </a:p>
          <a:p>
            <a:pPr marL="12700" marR="5080"/>
            <a:r>
              <a:rPr lang="en-US" sz="1400" kern="0" spc="-80" dirty="0">
                <a:solidFill>
                  <a:schemeClr val="accent2"/>
                </a:solidFill>
              </a:rPr>
              <a:t>Includes:</a:t>
            </a:r>
          </a:p>
          <a:p>
            <a:pPr marL="12700" marR="5080"/>
            <a:r>
              <a:rPr lang="en-US" sz="1400" kern="0" spc="-80" dirty="0">
                <a:solidFill>
                  <a:schemeClr val="accent6"/>
                </a:solidFill>
              </a:rPr>
              <a:t>Keystore/Keychain for secure storage</a:t>
            </a:r>
          </a:p>
          <a:p>
            <a:pPr marL="12700" marR="5080"/>
            <a:r>
              <a:rPr lang="en-US" sz="1400" kern="0" spc="-80" dirty="0">
                <a:solidFill>
                  <a:schemeClr val="accent6"/>
                </a:solidFill>
              </a:rPr>
              <a:t>SSL pinning</a:t>
            </a:r>
          </a:p>
          <a:p>
            <a:pPr marL="12700" marR="5080"/>
            <a:r>
              <a:rPr lang="en-US" sz="1400" kern="0" spc="-80" dirty="0">
                <a:solidFill>
                  <a:schemeClr val="accent6"/>
                </a:solidFill>
              </a:rPr>
              <a:t>JWT rotation</a:t>
            </a:r>
          </a:p>
          <a:p>
            <a:pPr marL="12700" marR="5080"/>
            <a:r>
              <a:rPr lang="en-US" sz="1400" kern="0" spc="-80" dirty="0">
                <a:solidFill>
                  <a:schemeClr val="accent6"/>
                </a:solidFill>
              </a:rPr>
              <a:t>OAuth2 flows</a:t>
            </a:r>
          </a:p>
          <a:p>
            <a:pPr marL="12700" marR="5080"/>
            <a:r>
              <a:rPr lang="en-US" sz="1400" kern="0" spc="-80" dirty="0">
                <a:solidFill>
                  <a:schemeClr val="accent6"/>
                </a:solidFill>
              </a:rPr>
              <a:t>Secure token caching</a:t>
            </a:r>
          </a:p>
          <a:p>
            <a:pPr marL="12700" marR="5080"/>
            <a:r>
              <a:rPr lang="en-US" sz="1400" kern="0" spc="-80" dirty="0">
                <a:solidFill>
                  <a:schemeClr val="accent6"/>
                </a:solidFill>
              </a:rPr>
              <a:t>Anti-tampering (R8/</a:t>
            </a:r>
            <a:r>
              <a:rPr lang="en-US" sz="1400" kern="0" spc="-80" dirty="0" err="1">
                <a:solidFill>
                  <a:schemeClr val="accent6"/>
                </a:solidFill>
              </a:rPr>
              <a:t>ProGuard</a:t>
            </a:r>
            <a:r>
              <a:rPr lang="en-US" sz="1400" kern="0" spc="-80" dirty="0">
                <a:solidFill>
                  <a:schemeClr val="accent6"/>
                </a:solidFill>
              </a:rPr>
              <a:t>, jailbreak detection)</a:t>
            </a:r>
          </a:p>
        </p:txBody>
      </p:sp>
    </p:spTree>
    <p:extLst>
      <p:ext uri="{BB962C8B-B14F-4D97-AF65-F5344CB8AC3E}">
        <p14:creationId xmlns:p14="http://schemas.microsoft.com/office/powerpoint/2010/main" val="3139845330"/>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E550C-D6F0-859B-DB86-C972851D08B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2853D0D-545D-916D-59EA-F9D5190DED4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C6776F-DE45-CFC3-66B8-6DA373B4780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50E8B11-864F-B6EF-E835-80A04E4AEF1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1C5703E-82D0-077C-0FF2-C9FA19A99A7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4A3A107-0AE4-021C-2CDA-FAD3206815A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9ECAED6-B3E2-644C-10E1-296F9C42E67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BEB8C76-BA6B-65A5-3B20-236E2D161CD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B3D423C-B446-DD59-6D58-764FC568069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A3492A6-503E-99F0-B054-C631BB130B9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22E8B53-F779-8C2D-70CC-1FFA6E2F4C74}"/>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11. Performance Architecture</a:t>
            </a:r>
          </a:p>
          <a:p>
            <a:pPr marL="12700" marR="5080"/>
            <a:r>
              <a:rPr lang="en-US" sz="1400" kern="0" spc="-80" dirty="0">
                <a:solidFill>
                  <a:schemeClr val="accent2"/>
                </a:solidFill>
              </a:rPr>
              <a:t>Monitoring:</a:t>
            </a:r>
          </a:p>
          <a:p>
            <a:pPr marL="12700" marR="5080"/>
            <a:r>
              <a:rPr lang="en-US" sz="1400" kern="0" spc="-80" dirty="0">
                <a:solidFill>
                  <a:schemeClr val="accent6"/>
                </a:solidFill>
              </a:rPr>
              <a:t>Frame drops (FPS)</a:t>
            </a:r>
          </a:p>
          <a:p>
            <a:pPr marL="12700" marR="5080"/>
            <a:r>
              <a:rPr lang="en-US" sz="1400" kern="0" spc="-80" dirty="0">
                <a:solidFill>
                  <a:schemeClr val="accent6"/>
                </a:solidFill>
              </a:rPr>
              <a:t>CPU/GPU usage</a:t>
            </a:r>
          </a:p>
          <a:p>
            <a:pPr marL="12700" marR="5080"/>
            <a:r>
              <a:rPr lang="en-US" sz="1400" kern="0" spc="-80" dirty="0">
                <a:solidFill>
                  <a:schemeClr val="accent6"/>
                </a:solidFill>
              </a:rPr>
              <a:t>Memory leaks</a:t>
            </a:r>
          </a:p>
          <a:p>
            <a:pPr marL="12700" marR="5080"/>
            <a:r>
              <a:rPr lang="en-US" sz="1400" kern="0" spc="-80" dirty="0">
                <a:solidFill>
                  <a:schemeClr val="accent6"/>
                </a:solidFill>
              </a:rPr>
              <a:t>Network latency</a:t>
            </a:r>
          </a:p>
          <a:p>
            <a:pPr marL="12700" marR="5080"/>
            <a:r>
              <a:rPr lang="en-US" sz="1400" kern="0" spc="-80" dirty="0">
                <a:solidFill>
                  <a:schemeClr val="accent6"/>
                </a:solidFill>
              </a:rPr>
              <a:t>Startup time</a:t>
            </a:r>
          </a:p>
          <a:p>
            <a:pPr marL="12700" marR="5080"/>
            <a:r>
              <a:rPr lang="en-US" sz="1400" kern="0" spc="-80" dirty="0">
                <a:solidFill>
                  <a:schemeClr val="accent2"/>
                </a:solidFill>
              </a:rPr>
              <a:t>Tools:</a:t>
            </a:r>
          </a:p>
          <a:p>
            <a:pPr marL="12700" marR="5080"/>
            <a:r>
              <a:rPr lang="en-US" sz="1400" kern="0" spc="-80" dirty="0">
                <a:solidFill>
                  <a:schemeClr val="accent6"/>
                </a:solidFill>
              </a:rPr>
              <a:t>Android Profiler</a:t>
            </a:r>
          </a:p>
          <a:p>
            <a:pPr marL="12700" marR="5080"/>
            <a:r>
              <a:rPr lang="en-US" sz="1400" kern="0" spc="-80" dirty="0">
                <a:solidFill>
                  <a:schemeClr val="accent6"/>
                </a:solidFill>
              </a:rPr>
              <a:t>iOS Instruments</a:t>
            </a:r>
          </a:p>
          <a:p>
            <a:pPr marL="12700" marR="5080"/>
            <a:r>
              <a:rPr lang="en-US" sz="1400" kern="0" spc="-80" dirty="0" err="1">
                <a:solidFill>
                  <a:schemeClr val="accent6"/>
                </a:solidFill>
              </a:rPr>
              <a:t>MetricKit</a:t>
            </a:r>
            <a:r>
              <a:rPr lang="en-US" sz="1400" kern="0" spc="-80" dirty="0">
                <a:solidFill>
                  <a:schemeClr val="accent6"/>
                </a:solidFill>
              </a:rPr>
              <a:t> (iOS)</a:t>
            </a:r>
          </a:p>
          <a:p>
            <a:pPr marL="12700" marR="5080"/>
            <a:r>
              <a:rPr lang="en-US" sz="1400" kern="0" spc="-80" dirty="0">
                <a:solidFill>
                  <a:schemeClr val="accent6"/>
                </a:solidFill>
              </a:rPr>
              <a:t>Firebase Performance</a:t>
            </a:r>
          </a:p>
          <a:p>
            <a:pPr marL="12700" marR="5080"/>
            <a:endParaRPr lang="en-US" sz="1400" kern="0" spc="-80" dirty="0">
              <a:solidFill>
                <a:schemeClr val="accent6"/>
              </a:solidFill>
            </a:endParaRPr>
          </a:p>
          <a:p>
            <a:pPr marL="12700" marR="5080"/>
            <a:r>
              <a:rPr lang="en-US" sz="1400" kern="0" spc="-80" dirty="0">
                <a:solidFill>
                  <a:schemeClr val="accent2"/>
                </a:solidFill>
              </a:rPr>
              <a:t>12. Enterprise CI/CD Architecture</a:t>
            </a:r>
          </a:p>
          <a:p>
            <a:pPr marL="12700" marR="5080"/>
            <a:r>
              <a:rPr lang="en-US" sz="1400" kern="0" spc="-80" dirty="0">
                <a:solidFill>
                  <a:schemeClr val="accent2"/>
                </a:solidFill>
              </a:rPr>
              <a:t>Automated pipeline should include:</a:t>
            </a:r>
          </a:p>
          <a:p>
            <a:pPr marL="12700" marR="5080"/>
            <a:r>
              <a:rPr lang="en-US" sz="1400" kern="0" spc="-80" dirty="0">
                <a:solidFill>
                  <a:schemeClr val="accent6"/>
                </a:solidFill>
              </a:rPr>
              <a:t>Unit tests</a:t>
            </a:r>
          </a:p>
          <a:p>
            <a:pPr marL="12700" marR="5080"/>
            <a:r>
              <a:rPr lang="en-US" sz="1400" kern="0" spc="-80" dirty="0">
                <a:solidFill>
                  <a:schemeClr val="accent6"/>
                </a:solidFill>
              </a:rPr>
              <a:t>UI tests</a:t>
            </a:r>
          </a:p>
          <a:p>
            <a:pPr marL="12700" marR="5080"/>
            <a:r>
              <a:rPr lang="en-US" sz="1400" kern="0" spc="-80" dirty="0">
                <a:solidFill>
                  <a:schemeClr val="accent6"/>
                </a:solidFill>
              </a:rPr>
              <a:t>Static analysis</a:t>
            </a:r>
          </a:p>
          <a:p>
            <a:pPr marL="12700" marR="5080"/>
            <a:r>
              <a:rPr lang="en-US" sz="1400" kern="0" spc="-80" dirty="0">
                <a:solidFill>
                  <a:schemeClr val="accent6"/>
                </a:solidFill>
              </a:rPr>
              <a:t>Linting</a:t>
            </a:r>
          </a:p>
          <a:p>
            <a:pPr marL="12700" marR="5080"/>
            <a:r>
              <a:rPr lang="en-US" sz="1400" kern="0" spc="-80" dirty="0">
                <a:solidFill>
                  <a:schemeClr val="accent6"/>
                </a:solidFill>
              </a:rPr>
              <a:t>Code signing &amp; certificate management</a:t>
            </a:r>
          </a:p>
          <a:p>
            <a:pPr marL="12700" marR="5080"/>
            <a:r>
              <a:rPr lang="en-US" sz="1400" kern="0" spc="-80" dirty="0">
                <a:solidFill>
                  <a:schemeClr val="accent6"/>
                </a:solidFill>
              </a:rPr>
              <a:t>Deployment to TestFlight / Play Console</a:t>
            </a:r>
          </a:p>
          <a:p>
            <a:pPr marL="12700" marR="5080"/>
            <a:r>
              <a:rPr lang="en-US" sz="1400" kern="0" spc="-80" dirty="0">
                <a:solidFill>
                  <a:schemeClr val="accent6"/>
                </a:solidFill>
              </a:rPr>
              <a:t>Versioning + changelog generation</a:t>
            </a:r>
          </a:p>
        </p:txBody>
      </p:sp>
    </p:spTree>
    <p:extLst>
      <p:ext uri="{BB962C8B-B14F-4D97-AF65-F5344CB8AC3E}">
        <p14:creationId xmlns:p14="http://schemas.microsoft.com/office/powerpoint/2010/main" val="3448546922"/>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C9E73-CF70-E91D-0DAC-0F00A586315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3D1DF48-54B2-888F-6012-BC61504BDCB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B491800-B65E-1235-9B58-5BEC8F686AA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792C0ED-212C-956B-2E0D-C38CB58E7A4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DCDFD9E-3486-32C8-8DD7-8F30336849C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45F8FBF-7771-E17F-8380-3FDC5134036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8BF694D-2236-2AF8-FADD-6B00AAB4988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75ACC9B-42FC-9E55-E9A0-8DEAA62B91B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7BCBBD4-9DAF-2D60-4292-5192F8607CB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416ECB0-4594-CB89-292E-0341D5008F6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F8FE3B4-CFD8-B8C1-4812-7C8C40FEC776}"/>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12. Enterprise CI/CD Architecture</a:t>
            </a:r>
          </a:p>
          <a:p>
            <a:pPr marL="12700" marR="5080"/>
            <a:r>
              <a:rPr lang="en-US" sz="1400" kern="0" spc="-80" dirty="0">
                <a:solidFill>
                  <a:schemeClr val="accent2"/>
                </a:solidFill>
              </a:rPr>
              <a:t>Automated pipeline should include:</a:t>
            </a:r>
          </a:p>
          <a:p>
            <a:pPr marL="12700" marR="5080"/>
            <a:r>
              <a:rPr lang="en-US" sz="1400" kern="0" spc="-80" dirty="0">
                <a:solidFill>
                  <a:schemeClr val="accent2"/>
                </a:solidFill>
              </a:rPr>
              <a:t>Tools:</a:t>
            </a:r>
          </a:p>
          <a:p>
            <a:pPr marL="12700" marR="5080"/>
            <a:r>
              <a:rPr lang="en-US" sz="1400" kern="0" spc="-80" dirty="0">
                <a:solidFill>
                  <a:schemeClr val="accent6"/>
                </a:solidFill>
              </a:rPr>
              <a:t>Fastlane</a:t>
            </a:r>
          </a:p>
          <a:p>
            <a:pPr marL="12700" marR="5080"/>
            <a:r>
              <a:rPr lang="en-US" sz="1400" kern="0" spc="-80" dirty="0">
                <a:solidFill>
                  <a:schemeClr val="accent6"/>
                </a:solidFill>
              </a:rPr>
              <a:t>GitHub Actions</a:t>
            </a:r>
          </a:p>
          <a:p>
            <a:pPr marL="12700" marR="5080"/>
            <a:r>
              <a:rPr lang="en-US" sz="1400" kern="0" spc="-80" dirty="0" err="1">
                <a:solidFill>
                  <a:schemeClr val="accent6"/>
                </a:solidFill>
              </a:rPr>
              <a:t>Bitrise</a:t>
            </a:r>
            <a:endParaRPr lang="en-US" sz="1400" kern="0" spc="-80" dirty="0">
              <a:solidFill>
                <a:schemeClr val="accent6"/>
              </a:solidFill>
            </a:endParaRPr>
          </a:p>
          <a:p>
            <a:pPr marL="12700" marR="5080"/>
            <a:r>
              <a:rPr lang="en-US" sz="1400" kern="0" spc="-80" dirty="0">
                <a:solidFill>
                  <a:schemeClr val="accent6"/>
                </a:solidFill>
              </a:rPr>
              <a:t>Jenkins</a:t>
            </a:r>
          </a:p>
          <a:p>
            <a:pPr marL="12700" marR="5080"/>
            <a:endParaRPr lang="en-US" sz="1400" kern="0" spc="-80" dirty="0">
              <a:solidFill>
                <a:schemeClr val="accent6"/>
              </a:solidFill>
            </a:endParaRPr>
          </a:p>
          <a:p>
            <a:pPr marL="12700" marR="5080"/>
            <a:r>
              <a:rPr lang="en-US" sz="1400" kern="0" spc="-80" dirty="0">
                <a:solidFill>
                  <a:schemeClr val="accent2"/>
                </a:solidFill>
              </a:rPr>
              <a:t>13. Complete Project Folder Structure (Recommended)</a:t>
            </a:r>
          </a:p>
          <a:p>
            <a:pPr marL="12700" marR="5080"/>
            <a:r>
              <a:rPr lang="en-US" sz="1400" kern="0" spc="-80" dirty="0">
                <a:solidFill>
                  <a:schemeClr val="accent2"/>
                </a:solidFill>
              </a:rPr>
              <a:t>Android (Compose)</a:t>
            </a:r>
          </a:p>
          <a:p>
            <a:pPr marL="12700" marR="5080"/>
            <a:r>
              <a:rPr lang="en-US" sz="1400" kern="0" spc="-80" dirty="0">
                <a:solidFill>
                  <a:schemeClr val="accent6"/>
                </a:solidFill>
              </a:rPr>
              <a:t>app/</a:t>
            </a:r>
          </a:p>
          <a:p>
            <a:pPr marL="12700" marR="5080"/>
            <a:r>
              <a:rPr lang="en-US" sz="1400" kern="0" spc="-80" dirty="0">
                <a:solidFill>
                  <a:schemeClr val="accent6"/>
                </a:solidFill>
              </a:rPr>
              <a:t>core/</a:t>
            </a:r>
          </a:p>
          <a:p>
            <a:pPr marL="12700" marR="5080"/>
            <a:r>
              <a:rPr lang="en-US" sz="1400" kern="0" spc="-80" dirty="0">
                <a:solidFill>
                  <a:schemeClr val="accent6"/>
                </a:solidFill>
              </a:rPr>
              <a:t>  network/</a:t>
            </a:r>
          </a:p>
          <a:p>
            <a:pPr marL="12700" marR="5080"/>
            <a:r>
              <a:rPr lang="en-US" sz="1400" kern="0" spc="-80" dirty="0">
                <a:solidFill>
                  <a:schemeClr val="accent6"/>
                </a:solidFill>
              </a:rPr>
              <a:t>  database/</a:t>
            </a:r>
          </a:p>
          <a:p>
            <a:pPr marL="12700" marR="5080"/>
            <a:r>
              <a:rPr lang="en-US" sz="1400" kern="0" spc="-80" dirty="0">
                <a:solidFill>
                  <a:schemeClr val="accent6"/>
                </a:solidFill>
              </a:rPr>
              <a:t>  domain/</a:t>
            </a:r>
          </a:p>
          <a:p>
            <a:pPr marL="12700" marR="5080"/>
            <a:r>
              <a:rPr lang="en-US" sz="1400" kern="0" spc="-80" dirty="0">
                <a:solidFill>
                  <a:schemeClr val="accent6"/>
                </a:solidFill>
              </a:rPr>
              <a:t>  </a:t>
            </a:r>
            <a:r>
              <a:rPr lang="en-US" sz="1400" kern="0" spc="-80" dirty="0" err="1">
                <a:solidFill>
                  <a:schemeClr val="accent6"/>
                </a:solidFill>
              </a:rPr>
              <a:t>ui</a:t>
            </a:r>
            <a:r>
              <a:rPr lang="en-US" sz="1400" kern="0" spc="-80" dirty="0">
                <a:solidFill>
                  <a:schemeClr val="accent6"/>
                </a:solidFill>
              </a:rPr>
              <a:t>/</a:t>
            </a:r>
          </a:p>
          <a:p>
            <a:pPr marL="12700" marR="5080"/>
            <a:r>
              <a:rPr lang="en-US" sz="1400" kern="0" spc="-80" dirty="0">
                <a:solidFill>
                  <a:schemeClr val="accent6"/>
                </a:solidFill>
              </a:rPr>
              <a:t>feature/</a:t>
            </a:r>
          </a:p>
          <a:p>
            <a:pPr marL="12700" marR="5080"/>
            <a:r>
              <a:rPr lang="en-US" sz="1400" kern="0" spc="-80" dirty="0">
                <a:solidFill>
                  <a:schemeClr val="accent6"/>
                </a:solidFill>
              </a:rPr>
              <a:t>  login/</a:t>
            </a:r>
          </a:p>
          <a:p>
            <a:pPr marL="12700" marR="5080"/>
            <a:r>
              <a:rPr lang="en-US" sz="1400" kern="0" spc="-80" dirty="0">
                <a:solidFill>
                  <a:schemeClr val="accent6"/>
                </a:solidFill>
              </a:rPr>
              <a:t>  profile/</a:t>
            </a:r>
          </a:p>
          <a:p>
            <a:pPr marL="12700" marR="5080"/>
            <a:r>
              <a:rPr lang="en-US" sz="1400" kern="0" spc="-80" dirty="0">
                <a:solidFill>
                  <a:schemeClr val="accent6"/>
                </a:solidFill>
              </a:rPr>
              <a:t>  checkout/</a:t>
            </a:r>
          </a:p>
          <a:p>
            <a:pPr marL="12700" marR="5080"/>
            <a:r>
              <a:rPr lang="en-US" sz="1400" kern="0" spc="-80" dirty="0">
                <a:solidFill>
                  <a:schemeClr val="accent6"/>
                </a:solidFill>
              </a:rPr>
              <a:t>shared/</a:t>
            </a:r>
          </a:p>
          <a:p>
            <a:pPr marL="12700" marR="5080"/>
            <a:r>
              <a:rPr lang="en-US" sz="1400" kern="0" spc="-80" dirty="0">
                <a:solidFill>
                  <a:schemeClr val="accent6"/>
                </a:solidFill>
              </a:rPr>
              <a:t>  analytics/</a:t>
            </a:r>
          </a:p>
          <a:p>
            <a:pPr marL="12700" marR="5080"/>
            <a:r>
              <a:rPr lang="en-US" sz="1400" kern="0" spc="-80" dirty="0">
                <a:solidFill>
                  <a:schemeClr val="accent6"/>
                </a:solidFill>
              </a:rPr>
              <a:t>  common/</a:t>
            </a:r>
          </a:p>
        </p:txBody>
      </p:sp>
    </p:spTree>
    <p:extLst>
      <p:ext uri="{BB962C8B-B14F-4D97-AF65-F5344CB8AC3E}">
        <p14:creationId xmlns:p14="http://schemas.microsoft.com/office/powerpoint/2010/main" val="3777120419"/>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186DA-C3D9-24D6-860B-01BB4E29EF0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7DDC715-F465-CEC1-5C71-74780AE3B08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B8190B6-B430-8C64-8C5A-023713F76B9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0F1991B-F057-C271-4F82-09434D211C3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9EDF38D-6B1A-FE23-A255-7E833E9BC64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440E99C-3D09-A36E-7220-27A3FD0FDE8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58FD638-95ED-8D2E-7377-8C49F6A3C83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DFE8BA9-3259-0742-71DA-4C7F6076EBB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F58E086-CDBA-209D-1106-CB6588E4F05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387ED00-0931-FA6F-1860-6EAB37E8017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F3763CC-5257-2DCF-9328-9EF05B6BF40F}"/>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13. Complete Project Folder Structure (Recommended)</a:t>
            </a:r>
          </a:p>
          <a:p>
            <a:pPr marL="12700" marR="5080"/>
            <a:r>
              <a:rPr lang="en-US" sz="1400" kern="0" spc="-80" dirty="0">
                <a:solidFill>
                  <a:schemeClr val="accent2"/>
                </a:solidFill>
              </a:rPr>
              <a:t>iOS (</a:t>
            </a:r>
            <a:r>
              <a:rPr lang="en-US" sz="1400" kern="0" spc="-80" dirty="0" err="1">
                <a:solidFill>
                  <a:schemeClr val="accent2"/>
                </a:solidFill>
              </a:rPr>
              <a:t>SwiftUI</a:t>
            </a:r>
            <a:r>
              <a:rPr lang="en-US" sz="1400" kern="0" spc="-80" dirty="0">
                <a:solidFill>
                  <a:schemeClr val="accent2"/>
                </a:solidFill>
              </a:rPr>
              <a:t>)</a:t>
            </a:r>
          </a:p>
          <a:p>
            <a:pPr marL="12700" marR="5080"/>
            <a:r>
              <a:rPr lang="en-US" sz="1400" kern="0" spc="-80" dirty="0">
                <a:solidFill>
                  <a:schemeClr val="accent6"/>
                </a:solidFill>
              </a:rPr>
              <a:t>App/</a:t>
            </a:r>
          </a:p>
          <a:p>
            <a:pPr marL="12700" marR="5080"/>
            <a:r>
              <a:rPr lang="en-US" sz="1400" kern="0" spc="-80" dirty="0">
                <a:solidFill>
                  <a:schemeClr val="accent6"/>
                </a:solidFill>
              </a:rPr>
              <a:t>Core/</a:t>
            </a:r>
          </a:p>
          <a:p>
            <a:pPr marL="12700" marR="5080"/>
            <a:r>
              <a:rPr lang="en-US" sz="1400" kern="0" spc="-80" dirty="0">
                <a:solidFill>
                  <a:schemeClr val="accent6"/>
                </a:solidFill>
              </a:rPr>
              <a:t>  Domain/</a:t>
            </a:r>
          </a:p>
          <a:p>
            <a:pPr marL="12700" marR="5080"/>
            <a:r>
              <a:rPr lang="en-US" sz="1400" kern="0" spc="-80" dirty="0">
                <a:solidFill>
                  <a:schemeClr val="accent6"/>
                </a:solidFill>
              </a:rPr>
              <a:t>  Data/</a:t>
            </a:r>
          </a:p>
          <a:p>
            <a:pPr marL="12700" marR="5080"/>
            <a:r>
              <a:rPr lang="en-US" sz="1400" kern="0" spc="-80" dirty="0">
                <a:solidFill>
                  <a:schemeClr val="accent6"/>
                </a:solidFill>
              </a:rPr>
              <a:t>  Networking/</a:t>
            </a:r>
          </a:p>
          <a:p>
            <a:pPr marL="12700" marR="5080"/>
            <a:r>
              <a:rPr lang="en-US" sz="1400" kern="0" spc="-80" dirty="0">
                <a:solidFill>
                  <a:schemeClr val="accent6"/>
                </a:solidFill>
              </a:rPr>
              <a:t>  Storage/</a:t>
            </a:r>
          </a:p>
          <a:p>
            <a:pPr marL="12700" marR="5080"/>
            <a:r>
              <a:rPr lang="en-US" sz="1400" kern="0" spc="-80" dirty="0">
                <a:solidFill>
                  <a:schemeClr val="accent6"/>
                </a:solidFill>
              </a:rPr>
              <a:t>Features/</a:t>
            </a:r>
          </a:p>
          <a:p>
            <a:pPr marL="12700" marR="5080"/>
            <a:r>
              <a:rPr lang="en-US" sz="1400" kern="0" spc="-80" dirty="0">
                <a:solidFill>
                  <a:schemeClr val="accent6"/>
                </a:solidFill>
              </a:rPr>
              <a:t>  Login/</a:t>
            </a:r>
          </a:p>
          <a:p>
            <a:pPr marL="12700" marR="5080"/>
            <a:r>
              <a:rPr lang="en-US" sz="1400" kern="0" spc="-80" dirty="0">
                <a:solidFill>
                  <a:schemeClr val="accent6"/>
                </a:solidFill>
              </a:rPr>
              <a:t>  Profile/</a:t>
            </a:r>
          </a:p>
          <a:p>
            <a:pPr marL="12700" marR="5080"/>
            <a:r>
              <a:rPr lang="en-US" sz="1400" kern="0" spc="-80" dirty="0">
                <a:solidFill>
                  <a:schemeClr val="accent6"/>
                </a:solidFill>
              </a:rPr>
              <a:t>  Cart/</a:t>
            </a:r>
          </a:p>
          <a:p>
            <a:pPr marL="12700" marR="5080"/>
            <a:r>
              <a:rPr lang="en-US" sz="1400" kern="0" spc="-80" dirty="0">
                <a:solidFill>
                  <a:schemeClr val="accent6"/>
                </a:solidFill>
              </a:rPr>
              <a:t>Shared/</a:t>
            </a:r>
          </a:p>
          <a:p>
            <a:pPr marL="12700" marR="5080"/>
            <a:r>
              <a:rPr lang="en-US" sz="1400" kern="0" spc="-80" dirty="0">
                <a:solidFill>
                  <a:schemeClr val="accent6"/>
                </a:solidFill>
              </a:rPr>
              <a:t>  Analytics/</a:t>
            </a:r>
          </a:p>
          <a:p>
            <a:pPr marL="12700" marR="5080"/>
            <a:r>
              <a:rPr lang="en-US" sz="1400" kern="0" spc="-80" dirty="0">
                <a:solidFill>
                  <a:schemeClr val="accent6"/>
                </a:solidFill>
              </a:rPr>
              <a:t>  Theme/</a:t>
            </a:r>
          </a:p>
          <a:p>
            <a:pPr marL="12700" marR="5080"/>
            <a:r>
              <a:rPr lang="en-US" sz="1400" kern="0" spc="-80" dirty="0">
                <a:solidFill>
                  <a:schemeClr val="accent6"/>
                </a:solidFill>
              </a:rPr>
              <a:t>  Components/</a:t>
            </a:r>
          </a:p>
          <a:p>
            <a:pPr marL="12700" marR="5080"/>
            <a:endParaRPr lang="en-US" sz="1400" kern="0" spc="-80" dirty="0">
              <a:solidFill>
                <a:schemeClr val="accent6"/>
              </a:solidFill>
            </a:endParaRPr>
          </a:p>
          <a:p>
            <a:pPr marL="12700" marR="5080"/>
            <a:r>
              <a:rPr lang="en-US" sz="1400" kern="0" spc="-80" dirty="0">
                <a:solidFill>
                  <a:schemeClr val="accent2"/>
                </a:solidFill>
              </a:rPr>
              <a:t>14. Enterprise-Ready Enhancements</a:t>
            </a:r>
          </a:p>
          <a:p>
            <a:pPr marL="12700" marR="5080"/>
            <a:r>
              <a:rPr lang="en-US" sz="1400" kern="0" spc="-80" dirty="0">
                <a:solidFill>
                  <a:schemeClr val="accent6"/>
                </a:solidFill>
              </a:rPr>
              <a:t>Event Bus / shared event flow</a:t>
            </a:r>
          </a:p>
          <a:p>
            <a:pPr marL="12700" marR="5080"/>
            <a:r>
              <a:rPr lang="en-US" sz="1400" kern="0" spc="-80" dirty="0">
                <a:solidFill>
                  <a:schemeClr val="accent6"/>
                </a:solidFill>
              </a:rPr>
              <a:t>Config-driven UI (remote schema)</a:t>
            </a:r>
          </a:p>
          <a:p>
            <a:pPr marL="12700" marR="5080"/>
            <a:r>
              <a:rPr lang="en-US" sz="1400" kern="0" spc="-80" dirty="0">
                <a:solidFill>
                  <a:schemeClr val="accent6"/>
                </a:solidFill>
              </a:rPr>
              <a:t>A/B testing frameworks</a:t>
            </a:r>
          </a:p>
          <a:p>
            <a:pPr marL="12700" marR="5080"/>
            <a:r>
              <a:rPr lang="en-US" sz="1400" kern="0" spc="-80" dirty="0">
                <a:solidFill>
                  <a:schemeClr val="accent6"/>
                </a:solidFill>
              </a:rPr>
              <a:t>Real-time systems (</a:t>
            </a:r>
            <a:r>
              <a:rPr lang="en-US" sz="1400" kern="0" spc="-80" dirty="0" err="1">
                <a:solidFill>
                  <a:schemeClr val="accent6"/>
                </a:solidFill>
              </a:rPr>
              <a:t>WebSockets</a:t>
            </a:r>
            <a:r>
              <a:rPr lang="en-US" sz="1400" kern="0" spc="-80" dirty="0">
                <a:solidFill>
                  <a:schemeClr val="accent6"/>
                </a:solidFill>
              </a:rPr>
              <a:t>)</a:t>
            </a:r>
          </a:p>
          <a:p>
            <a:pPr marL="12700" marR="5080"/>
            <a:r>
              <a:rPr lang="en-US" sz="1400" kern="0" spc="-80" dirty="0">
                <a:solidFill>
                  <a:schemeClr val="accent6"/>
                </a:solidFill>
              </a:rPr>
              <a:t>Background sync workers</a:t>
            </a:r>
          </a:p>
        </p:txBody>
      </p:sp>
    </p:spTree>
    <p:extLst>
      <p:ext uri="{BB962C8B-B14F-4D97-AF65-F5344CB8AC3E}">
        <p14:creationId xmlns:p14="http://schemas.microsoft.com/office/powerpoint/2010/main" val="3487512088"/>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F4AC9-8A1C-805A-E389-CE756463841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A6ACF32-F19C-BCF3-E392-8D8B98033D4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8432973-5F03-A9D5-7073-C6C05617088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BF4ECBE-5035-964F-5947-C9DCC67505A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C0FB38A-3BE1-CA61-94E9-2136D80046A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60DE13F-09B7-9D46-F213-C57F3667FB0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A762939-5C93-D5EB-C503-FD1D283D3B6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2A988D7-A98E-0535-9915-2B8E569ABF5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AB26931-5E20-2184-9DD7-B4B57B2A585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66B7D26-8469-8201-4F4E-94A24AF2C09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9B1E365-7B14-EF3E-8E98-D68C727238AD}"/>
              </a:ext>
            </a:extLst>
          </p:cNvPr>
          <p:cNvSpPr txBox="1">
            <a:spLocks/>
          </p:cNvSpPr>
          <p:nvPr/>
        </p:nvSpPr>
        <p:spPr>
          <a:xfrm>
            <a:off x="152400" y="685800"/>
            <a:ext cx="8624937" cy="36625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14. Enterprise-Ready Enhancements</a:t>
            </a:r>
          </a:p>
          <a:p>
            <a:pPr marL="12700" marR="5080"/>
            <a:r>
              <a:rPr lang="en-US" sz="1400" kern="0" spc="-80" dirty="0">
                <a:solidFill>
                  <a:schemeClr val="accent6"/>
                </a:solidFill>
              </a:rPr>
              <a:t>Push notification orchestration</a:t>
            </a:r>
          </a:p>
          <a:p>
            <a:pPr marL="12700" marR="5080"/>
            <a:r>
              <a:rPr lang="en-US" sz="1400" kern="0" spc="-80" dirty="0">
                <a:solidFill>
                  <a:schemeClr val="accent6"/>
                </a:solidFill>
              </a:rPr>
              <a:t>App startup sequencing</a:t>
            </a:r>
          </a:p>
          <a:p>
            <a:pPr marL="12700" marR="5080"/>
            <a:endParaRPr lang="en-US" sz="1400" kern="0" spc="-80" dirty="0">
              <a:solidFill>
                <a:schemeClr val="accent6"/>
              </a:solidFill>
            </a:endParaRPr>
          </a:p>
          <a:p>
            <a:pPr marL="12700" marR="5080"/>
            <a:r>
              <a:rPr lang="en-US" sz="1400" kern="0" spc="-80" dirty="0">
                <a:solidFill>
                  <a:schemeClr val="accent2"/>
                </a:solidFill>
              </a:rPr>
              <a:t>15. Summary</a:t>
            </a:r>
          </a:p>
          <a:p>
            <a:pPr marL="12700" marR="5080"/>
            <a:r>
              <a:rPr lang="en-US" sz="1400" kern="0" spc="-80" dirty="0">
                <a:solidFill>
                  <a:schemeClr val="accent2"/>
                </a:solidFill>
              </a:rPr>
              <a:t>Your Enterprise App Architecture must have:</a:t>
            </a:r>
          </a:p>
          <a:p>
            <a:pPr marL="12700" marR="5080"/>
            <a:r>
              <a:rPr lang="en-US" sz="1400" kern="0" spc="-80" dirty="0">
                <a:solidFill>
                  <a:schemeClr val="accent6"/>
                </a:solidFill>
              </a:rPr>
              <a:t>✔ Layers: Presentation → Domain → Data → Infrastructure</a:t>
            </a:r>
          </a:p>
          <a:p>
            <a:pPr marL="12700" marR="5080"/>
            <a:r>
              <a:rPr lang="en-US" sz="1400" kern="0" spc="-80" dirty="0">
                <a:solidFill>
                  <a:schemeClr val="accent6"/>
                </a:solidFill>
              </a:rPr>
              <a:t>✔ Patterns: MVVM/MVI, Clean Architecture</a:t>
            </a:r>
          </a:p>
          <a:p>
            <a:pPr marL="12700" marR="5080"/>
            <a:r>
              <a:rPr lang="en-US" sz="1400" kern="0" spc="-80" dirty="0">
                <a:solidFill>
                  <a:schemeClr val="accent6"/>
                </a:solidFill>
              </a:rPr>
              <a:t>✔ State: Unidirectional data flow</a:t>
            </a:r>
          </a:p>
          <a:p>
            <a:pPr marL="12700" marR="5080"/>
            <a:r>
              <a:rPr lang="en-US" sz="1400" kern="0" spc="-80" dirty="0">
                <a:solidFill>
                  <a:schemeClr val="accent6"/>
                </a:solidFill>
              </a:rPr>
              <a:t>✔ Modularity: Feature-based modules</a:t>
            </a:r>
          </a:p>
          <a:p>
            <a:pPr marL="12700" marR="5080"/>
            <a:r>
              <a:rPr lang="en-US" sz="1400" kern="0" spc="-80" dirty="0">
                <a:solidFill>
                  <a:schemeClr val="accent6"/>
                </a:solidFill>
              </a:rPr>
              <a:t>✔ Storage: Offline-first engine</a:t>
            </a:r>
          </a:p>
          <a:p>
            <a:pPr marL="12700" marR="5080"/>
            <a:r>
              <a:rPr lang="en-US" sz="1400" kern="0" spc="-80" dirty="0">
                <a:solidFill>
                  <a:schemeClr val="accent6"/>
                </a:solidFill>
              </a:rPr>
              <a:t>✔ Security: Keystore/Keychain, pinning, encrypted </a:t>
            </a:r>
            <a:r>
              <a:rPr lang="en-US" sz="1400" kern="0" spc="-80" dirty="0" err="1">
                <a:solidFill>
                  <a:schemeClr val="accent6"/>
                </a:solidFill>
              </a:rPr>
              <a:t>prefs</a:t>
            </a:r>
            <a:endParaRPr lang="en-US" sz="1400" kern="0" spc="-80" dirty="0">
              <a:solidFill>
                <a:schemeClr val="accent6"/>
              </a:solidFill>
            </a:endParaRPr>
          </a:p>
          <a:p>
            <a:pPr marL="12700" marR="5080"/>
            <a:r>
              <a:rPr lang="en-US" sz="1400" kern="0" spc="-80" dirty="0">
                <a:solidFill>
                  <a:schemeClr val="accent6"/>
                </a:solidFill>
              </a:rPr>
              <a:t>✔ Performance: Rendering + memory </a:t>
            </a:r>
            <a:r>
              <a:rPr lang="en-US" sz="1400" kern="0" spc="-80" dirty="0" err="1">
                <a:solidFill>
                  <a:schemeClr val="accent6"/>
                </a:solidFill>
              </a:rPr>
              <a:t>optimisation</a:t>
            </a:r>
            <a:endParaRPr lang="en-US" sz="1400" kern="0" spc="-80" dirty="0">
              <a:solidFill>
                <a:schemeClr val="accent6"/>
              </a:solidFill>
            </a:endParaRPr>
          </a:p>
          <a:p>
            <a:pPr marL="12700" marR="5080"/>
            <a:r>
              <a:rPr lang="en-US" sz="1400" kern="0" spc="-80" dirty="0">
                <a:solidFill>
                  <a:schemeClr val="accent6"/>
                </a:solidFill>
              </a:rPr>
              <a:t>✔ Testing: Unit + UI + snapshot + integration</a:t>
            </a:r>
          </a:p>
          <a:p>
            <a:pPr marL="12700" marR="5080"/>
            <a:r>
              <a:rPr lang="en-US" sz="1400" kern="0" spc="-80" dirty="0">
                <a:solidFill>
                  <a:schemeClr val="accent6"/>
                </a:solidFill>
              </a:rPr>
              <a:t>✔ CI/CD: Automated pipelines</a:t>
            </a:r>
          </a:p>
          <a:p>
            <a:pPr marL="12700" marR="5080"/>
            <a:r>
              <a:rPr lang="en-US" sz="1400" kern="0" spc="-80" dirty="0">
                <a:solidFill>
                  <a:schemeClr val="accent6"/>
                </a:solidFill>
              </a:rPr>
              <a:t>✔ Cross-cutting: DI, analytics, logging, feature flags</a:t>
            </a:r>
          </a:p>
        </p:txBody>
      </p:sp>
    </p:spTree>
    <p:extLst>
      <p:ext uri="{BB962C8B-B14F-4D97-AF65-F5344CB8AC3E}">
        <p14:creationId xmlns:p14="http://schemas.microsoft.com/office/powerpoint/2010/main" val="3222230653"/>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56068E-3F0F-6B61-F7A8-31D8C49989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A00CC6B-F59E-2477-7AE6-C404DC63777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43DFC3B-3190-DD3B-D32B-E8815A25459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17A9BAE1-4203-B014-E281-8DF887C5297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9F6CEBF-B664-71BC-6C43-409E6594832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C673BA9-7E0D-42A9-C68C-F526BF809DA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9B31983-58FA-D57E-5820-D9A9605C50B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9FF7C40-DE2E-539C-1DAB-A20FC1F08F4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58FE7F3-761E-5C32-6F26-B89AE7F95CD0}"/>
              </a:ext>
            </a:extLst>
          </p:cNvPr>
          <p:cNvSpPr txBox="1">
            <a:spLocks/>
          </p:cNvSpPr>
          <p:nvPr/>
        </p:nvSpPr>
        <p:spPr>
          <a:xfrm>
            <a:off x="152400" y="685800"/>
            <a:ext cx="8624937" cy="58677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50" kern="0" spc="-80" dirty="0">
                <a:solidFill>
                  <a:schemeClr val="accent2"/>
                </a:solidFill>
              </a:rPr>
              <a:t>For Further Exploration</a:t>
            </a:r>
            <a:endParaRPr lang="en-US" sz="1250" dirty="0">
              <a:solidFill>
                <a:schemeClr val="accent2"/>
              </a:solidFill>
              <a:hlinkClick r:id="rId3">
                <a:extLst>
                  <a:ext uri="{A12FA001-AC4F-418D-AE19-62706E023703}">
                    <ahyp:hlinkClr xmlns:ahyp="http://schemas.microsoft.com/office/drawing/2018/hyperlinkcolor" val="tx"/>
                  </a:ext>
                </a:extLst>
              </a:hlinkClick>
            </a:endParaRPr>
          </a:p>
          <a:p>
            <a:pPr marL="12700" marR="5080"/>
            <a:r>
              <a:rPr lang="en-IN" sz="1200" dirty="0">
                <a:hlinkClick r:id="rId4"/>
              </a:rPr>
              <a:t>8 Effective Mobile Apps Design Patterns | </a:t>
            </a:r>
            <a:r>
              <a:rPr lang="en-IN" sz="1200" dirty="0" err="1">
                <a:hlinkClick r:id="rId4"/>
              </a:rPr>
              <a:t>DesignRush</a:t>
            </a:r>
            <a:endParaRPr lang="en-US" sz="1200" dirty="0"/>
          </a:p>
          <a:p>
            <a:pPr marL="12700" marR="5080"/>
            <a:r>
              <a:rPr lang="en-IN" sz="1200" dirty="0">
                <a:hlinkClick r:id="rId5"/>
              </a:rPr>
              <a:t>Mobile Design Pattern Gallery</a:t>
            </a:r>
            <a:endParaRPr lang="en-IN" sz="1200" dirty="0"/>
          </a:p>
          <a:p>
            <a:pPr marL="12700" marR="5080"/>
            <a:r>
              <a:rPr lang="en-IN" sz="1200" dirty="0">
                <a:hlinkClick r:id="rId6"/>
              </a:rPr>
              <a:t>Resource Constrained Programming</a:t>
            </a:r>
            <a:endParaRPr lang="en-IN" sz="1200" dirty="0"/>
          </a:p>
          <a:p>
            <a:pPr marL="12700" marR="5080"/>
            <a:r>
              <a:rPr lang="en-IN" sz="1200" dirty="0">
                <a:hlinkClick r:id="rId7"/>
              </a:rPr>
              <a:t>Free Android Development Book</a:t>
            </a:r>
            <a:endParaRPr lang="en-IN" sz="1200" dirty="0"/>
          </a:p>
          <a:p>
            <a:pPr marL="12700" marR="5080"/>
            <a:r>
              <a:rPr lang="en-US" sz="1200" dirty="0">
                <a:hlinkClick r:id="rId8"/>
              </a:rPr>
              <a:t>Comparison of Android networking libraries: </a:t>
            </a:r>
            <a:r>
              <a:rPr lang="en-US" sz="1200" dirty="0" err="1">
                <a:hlinkClick r:id="rId8"/>
              </a:rPr>
              <a:t>OkHTTP</a:t>
            </a:r>
            <a:r>
              <a:rPr lang="en-US" sz="1200" dirty="0">
                <a:hlinkClick r:id="rId8"/>
              </a:rPr>
              <a:t>, Retrofit, and Volley</a:t>
            </a:r>
            <a:endParaRPr lang="en-US" sz="1200" dirty="0"/>
          </a:p>
          <a:p>
            <a:pPr marL="12700" marR="5080"/>
            <a:r>
              <a:rPr lang="en-US" sz="1200" dirty="0">
                <a:hlinkClick r:id="rId9"/>
              </a:rPr>
              <a:t>Android-Design-Patterns-and-Best-Practice</a:t>
            </a:r>
            <a:endParaRPr lang="en-US" sz="1200" dirty="0"/>
          </a:p>
          <a:p>
            <a:pPr marL="12700" marR="5080"/>
            <a:r>
              <a:rPr lang="en-US" sz="1200" dirty="0">
                <a:hlinkClick r:id="rId10"/>
              </a:rPr>
              <a:t>Android Developer Roadmap</a:t>
            </a:r>
            <a:endParaRPr lang="en-US" sz="1200" dirty="0"/>
          </a:p>
          <a:p>
            <a:pPr marL="12700" marR="5080"/>
            <a:r>
              <a:rPr lang="en-IN" sz="1200" dirty="0">
                <a:hlinkClick r:id="rId11"/>
              </a:rPr>
              <a:t>Free iOS Developer Book</a:t>
            </a:r>
            <a:endParaRPr lang="en-IN" sz="1200" dirty="0"/>
          </a:p>
          <a:p>
            <a:pPr marL="12700" marR="5080"/>
            <a:r>
              <a:rPr lang="en-IN" sz="1200" dirty="0">
                <a:hlinkClick r:id="rId12"/>
              </a:rPr>
              <a:t>Free Swift Programming Book</a:t>
            </a:r>
            <a:endParaRPr lang="en-IN" sz="1200" dirty="0"/>
          </a:p>
          <a:p>
            <a:pPr marL="12700" marR="5080"/>
            <a:r>
              <a:rPr lang="en-IN" sz="1200" dirty="0">
                <a:hlinkClick r:id="rId13"/>
              </a:rPr>
              <a:t>Free Objective-C Programming Book</a:t>
            </a:r>
            <a:endParaRPr lang="en-IN" sz="1200" dirty="0"/>
          </a:p>
          <a:p>
            <a:pPr marL="12700" marR="5080"/>
            <a:r>
              <a:rPr lang="en-US" sz="1200" dirty="0">
                <a:hlinkClick r:id="rId14"/>
              </a:rPr>
              <a:t>Working with networking libraries in iOS | by Pınar Koçak | Medium</a:t>
            </a:r>
            <a:endParaRPr lang="en-US" sz="1200" dirty="0"/>
          </a:p>
          <a:p>
            <a:pPr marL="12700" marR="5080"/>
            <a:r>
              <a:rPr lang="en-US" sz="1200" dirty="0">
                <a:hlinkClick r:id="rId3"/>
              </a:rPr>
              <a:t>CS193p - Developing Apps for iOS</a:t>
            </a:r>
            <a:endParaRPr lang="en-US" sz="1200" dirty="0"/>
          </a:p>
          <a:p>
            <a:pPr marL="12700" marR="5080"/>
            <a:r>
              <a:rPr lang="en-US" sz="1200" dirty="0">
                <a:hlinkClick r:id="rId15"/>
              </a:rPr>
              <a:t>iOS development books on tanaschita.com</a:t>
            </a:r>
            <a:endParaRPr lang="en-US" sz="1200" dirty="0"/>
          </a:p>
          <a:p>
            <a:pPr marL="12700" marR="5080"/>
            <a:r>
              <a:rPr lang="en-US" sz="1200" dirty="0">
                <a:hlinkClick r:id="rId16"/>
              </a:rPr>
              <a:t>Hands-On Design Patterns with Swift | Programming | Paperback</a:t>
            </a:r>
            <a:endParaRPr lang="en-US" sz="1200" dirty="0"/>
          </a:p>
          <a:p>
            <a:pPr marL="12700" marR="5080"/>
            <a:r>
              <a:rPr lang="en-IN" sz="1200" dirty="0">
                <a:hlinkClick r:id="rId17"/>
              </a:rPr>
              <a:t>App Architecture: iOS Application Design Patterns in Swift</a:t>
            </a:r>
            <a:endParaRPr lang="en-IN" sz="1200" dirty="0"/>
          </a:p>
          <a:p>
            <a:pPr marL="12700" marR="5080"/>
            <a:r>
              <a:rPr lang="en-US" sz="1200" dirty="0">
                <a:hlinkClick r:id="rId18"/>
              </a:rPr>
              <a:t>Swift-Design-Patterns</a:t>
            </a:r>
            <a:endParaRPr lang="en-US" sz="1200" dirty="0"/>
          </a:p>
          <a:p>
            <a:pPr marL="12700" marR="5080"/>
            <a:r>
              <a:rPr lang="en-IN" sz="1200" dirty="0">
                <a:hlinkClick r:id="rId19"/>
              </a:rPr>
              <a:t>Design Patterns in iOS.</a:t>
            </a:r>
            <a:r>
              <a:rPr lang="en-IN" sz="1200" dirty="0"/>
              <a:t> </a:t>
            </a:r>
          </a:p>
          <a:p>
            <a:pPr marL="12700" marR="5080"/>
            <a:r>
              <a:rPr lang="en-IN" sz="1200" dirty="0">
                <a:hlinkClick r:id="rId20"/>
              </a:rPr>
              <a:t>iOS-Architecture-Patterns</a:t>
            </a:r>
            <a:endParaRPr lang="en-IN" sz="1200" dirty="0"/>
          </a:p>
          <a:p>
            <a:pPr marL="12700" marR="5080"/>
            <a:r>
              <a:rPr lang="en-US" sz="1200" dirty="0">
                <a:hlinkClick r:id="rId21"/>
              </a:rPr>
              <a:t>iOS Developer Roadmap</a:t>
            </a:r>
            <a:endParaRPr lang="en-US" sz="1200" dirty="0"/>
          </a:p>
          <a:p>
            <a:pPr marL="12700" marR="5080"/>
            <a:r>
              <a:rPr lang="fr-FR" sz="1200" dirty="0">
                <a:hlinkClick r:id="rId22"/>
              </a:rPr>
              <a:t>.NET MAUI vs. Flutter vs. </a:t>
            </a:r>
            <a:r>
              <a:rPr lang="fr-FR" sz="1200" dirty="0" err="1">
                <a:hlinkClick r:id="rId22"/>
              </a:rPr>
              <a:t>React</a:t>
            </a:r>
            <a:r>
              <a:rPr lang="fr-FR" sz="1200" dirty="0">
                <a:hlinkClick r:id="rId22"/>
              </a:rPr>
              <a:t> Native: A </a:t>
            </a:r>
            <a:r>
              <a:rPr lang="fr-FR" sz="1200" dirty="0" err="1">
                <a:hlinkClick r:id="rId22"/>
              </a:rPr>
              <a:t>Comprehensive</a:t>
            </a:r>
            <a:r>
              <a:rPr lang="fr-FR" sz="1200" dirty="0">
                <a:hlinkClick r:id="rId22"/>
              </a:rPr>
              <a:t> </a:t>
            </a:r>
            <a:r>
              <a:rPr lang="fr-FR" sz="1200" dirty="0" err="1">
                <a:hlinkClick r:id="rId22"/>
              </a:rPr>
              <a:t>Comparison</a:t>
            </a:r>
            <a:endParaRPr lang="fr-FR" sz="1200" dirty="0"/>
          </a:p>
          <a:p>
            <a:pPr marL="12700" marR="5080"/>
            <a:r>
              <a:rPr lang="en-IN" sz="1200" dirty="0">
                <a:hlinkClick r:id="rId23"/>
              </a:rPr>
              <a:t>Free </a:t>
            </a:r>
            <a:r>
              <a:rPr lang="en-IN" sz="1200" dirty="0" err="1">
                <a:hlinkClick r:id="rId23"/>
              </a:rPr>
              <a:t>Xamarin.Forms</a:t>
            </a:r>
            <a:r>
              <a:rPr lang="en-IN" sz="1200" dirty="0">
                <a:hlinkClick r:id="rId23"/>
              </a:rPr>
              <a:t> Book</a:t>
            </a:r>
            <a:endParaRPr lang="en-IN" sz="1200" dirty="0"/>
          </a:p>
          <a:p>
            <a:pPr marL="12700" marR="5080"/>
            <a:r>
              <a:rPr lang="en-IN" sz="1200" dirty="0">
                <a:hlinkClick r:id="rId24"/>
              </a:rPr>
              <a:t>Free React Native Book</a:t>
            </a:r>
            <a:endParaRPr lang="en-IN" sz="1200" dirty="0"/>
          </a:p>
          <a:p>
            <a:pPr marL="12700" marR="5080"/>
            <a:r>
              <a:rPr lang="en-US" sz="1200" dirty="0">
                <a:hlinkClick r:id="rId25"/>
              </a:rPr>
              <a:t>React Native — Modern Mobile Application Architecture and Design Patterns | LinkedIn</a:t>
            </a:r>
            <a:endParaRPr lang="en-US" sz="1200" dirty="0"/>
          </a:p>
          <a:p>
            <a:pPr marL="12700" marR="5080"/>
            <a:r>
              <a:rPr lang="en-US" sz="1200" dirty="0">
                <a:hlinkClick r:id="rId26"/>
              </a:rPr>
              <a:t>Design Patterns for React Native Applications | by K Samman | Medium</a:t>
            </a:r>
            <a:endParaRPr lang="en-US" sz="1200" dirty="0"/>
          </a:p>
          <a:p>
            <a:pPr marL="12700" marR="5080"/>
            <a:r>
              <a:rPr lang="en-US" sz="1200" dirty="0">
                <a:hlinkClick r:id="rId27"/>
              </a:rPr>
              <a:t>Design Patterns in Mobile Development with React Native | by </a:t>
            </a:r>
            <a:r>
              <a:rPr lang="en-US" sz="1200" dirty="0" err="1">
                <a:hlinkClick r:id="rId27"/>
              </a:rPr>
              <a:t>Malikmohsin</a:t>
            </a:r>
            <a:r>
              <a:rPr lang="en-US" sz="1200" dirty="0">
                <a:hlinkClick r:id="rId27"/>
              </a:rPr>
              <a:t> | Medium</a:t>
            </a:r>
            <a:endParaRPr lang="en-US" sz="1200" dirty="0"/>
          </a:p>
          <a:p>
            <a:pPr marL="12700" marR="5080"/>
            <a:r>
              <a:rPr lang="en-IN" sz="1200" dirty="0">
                <a:hlinkClick r:id="rId28"/>
              </a:rPr>
              <a:t>Mastering Design Patterns &amp; SOLID Principles for Effective Software Development using React </a:t>
            </a:r>
            <a:endParaRPr lang="en-IN" sz="1200" dirty="0"/>
          </a:p>
          <a:p>
            <a:pPr marL="12700" marR="5080"/>
            <a:r>
              <a:rPr lang="en-US" sz="1200" dirty="0">
                <a:hlinkClick r:id="rId29"/>
              </a:rPr>
              <a:t>Hands-On-Design-Patterns-with-React-Native</a:t>
            </a:r>
            <a:endParaRPr lang="en-US" sz="1200" dirty="0"/>
          </a:p>
          <a:p>
            <a:pPr marL="12700" marR="5080"/>
            <a:r>
              <a:rPr lang="en-US" sz="1200" dirty="0">
                <a:hlinkClick r:id="rId30"/>
              </a:rPr>
              <a:t>Flutter-Design-Patterns-and-Best-Practices</a:t>
            </a:r>
            <a:endParaRPr lang="en-US" sz="1200" dirty="0"/>
          </a:p>
          <a:p>
            <a:pPr marL="12700" marR="5080"/>
            <a:endParaRPr lang="en-US" sz="1350" dirty="0"/>
          </a:p>
          <a:p>
            <a:pPr marL="12700" marR="5080"/>
            <a:endParaRPr lang="en-US" sz="1000" dirty="0"/>
          </a:p>
          <a:p>
            <a:pPr marL="12700" marR="5080"/>
            <a:endParaRPr lang="en-US" sz="930" kern="0" spc="-80" dirty="0">
              <a:solidFill>
                <a:schemeClr val="accent2"/>
              </a:solidFill>
            </a:endParaRPr>
          </a:p>
        </p:txBody>
      </p:sp>
      <p:grpSp>
        <p:nvGrpSpPr>
          <p:cNvPr id="9" name="Group 8">
            <a:extLst>
              <a:ext uri="{FF2B5EF4-FFF2-40B4-BE49-F238E27FC236}">
                <a16:creationId xmlns:a16="http://schemas.microsoft.com/office/drawing/2014/main" id="{B494BA28-19DF-FED8-729F-4E59DFD42AFC}"/>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0615D2B9-550B-05C1-2C34-5FE7A63586F5}"/>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4BC36983-FA90-4CD1-7C17-0BA4DB7861C3}"/>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Native Mobile Development</a:t>
              </a:r>
            </a:p>
          </p:txBody>
        </p:sp>
      </p:grpSp>
    </p:spTree>
    <p:extLst>
      <p:ext uri="{BB962C8B-B14F-4D97-AF65-F5344CB8AC3E}">
        <p14:creationId xmlns:p14="http://schemas.microsoft.com/office/powerpoint/2010/main" val="3265572427"/>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CCA52-D729-009E-FF46-BE7B921F699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981950A-C369-9071-8E0E-8D31A8063AE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59EE68-D7C1-01B1-BDEB-23F5FB3DA8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39D1B351-0975-3550-3DE5-85E478BF771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0166ED7-77B7-ADEB-6BED-31B68D72DDB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D66A1CB-8885-C4AB-AE0A-2BFF72DA216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6E345AE-A820-4777-C0C0-013CC8532CC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023235C-0604-14C2-C37E-D1DFA8FB1AF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64A66B0-21EC-4AA7-EE0F-0CD73D000181}"/>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1. Philosophical &amp; Architectural Differences</a:t>
            </a:r>
          </a:p>
          <a:p>
            <a:pPr marL="12700" marR="5080"/>
            <a:r>
              <a:rPr lang="en-US" sz="1400" kern="0" spc="-80" dirty="0">
                <a:solidFill>
                  <a:schemeClr val="accent2"/>
                </a:solidFill>
              </a:rPr>
              <a:t>Web Frontend Development</a:t>
            </a:r>
          </a:p>
          <a:p>
            <a:pPr marL="12700" marR="5080"/>
            <a:r>
              <a:rPr lang="en-US" sz="1400" kern="0" spc="-80" dirty="0">
                <a:solidFill>
                  <a:schemeClr val="accent2"/>
                </a:solidFill>
              </a:rPr>
              <a:t>Aspect	                                      Explanation</a:t>
            </a:r>
          </a:p>
          <a:p>
            <a:pPr marL="12700" marR="5080"/>
            <a:r>
              <a:rPr lang="en-US" sz="1400" kern="0" spc="-80" dirty="0">
                <a:solidFill>
                  <a:schemeClr val="accent6"/>
                </a:solidFill>
              </a:rPr>
              <a:t>Primary goal	                   Build UI that runs universally on all browsers &amp; devices.</a:t>
            </a:r>
          </a:p>
          <a:p>
            <a:pPr marL="12700" marR="5080"/>
            <a:r>
              <a:rPr lang="en-US" sz="1400" kern="0" spc="-80" dirty="0">
                <a:solidFill>
                  <a:schemeClr val="accent6"/>
                </a:solidFill>
              </a:rPr>
              <a:t>Execution environment                 Browser (Chrome, Safari, Firefox, Edge).</a:t>
            </a:r>
          </a:p>
          <a:p>
            <a:pPr marL="12700" marR="5080"/>
            <a:r>
              <a:rPr lang="en-US" sz="1400" kern="0" spc="-80" dirty="0">
                <a:solidFill>
                  <a:schemeClr val="accent6"/>
                </a:solidFill>
              </a:rPr>
              <a:t>Runtime model	                   Single-threaded JS event loop + Web APIs.</a:t>
            </a:r>
          </a:p>
          <a:p>
            <a:pPr marL="12700" marR="5080"/>
            <a:r>
              <a:rPr lang="en-US" sz="1400" kern="0" spc="-80" dirty="0">
                <a:solidFill>
                  <a:schemeClr val="accent6"/>
                </a:solidFill>
              </a:rPr>
              <a:t>Distribution	                   Runs over the internet; updates instantly.</a:t>
            </a:r>
          </a:p>
          <a:p>
            <a:pPr marL="12700" marR="5080"/>
            <a:r>
              <a:rPr lang="en-US" sz="1400" kern="0" spc="-80" dirty="0">
                <a:solidFill>
                  <a:schemeClr val="accent6"/>
                </a:solidFill>
              </a:rPr>
              <a:t>Generality	“Write once, run anywhere” but not device-deep.</a:t>
            </a:r>
          </a:p>
          <a:p>
            <a:pPr marL="12700" marR="5080"/>
            <a:endParaRPr lang="en-US" sz="1400" kern="0" spc="-80" dirty="0">
              <a:solidFill>
                <a:schemeClr val="accent6"/>
              </a:solidFill>
            </a:endParaRPr>
          </a:p>
          <a:p>
            <a:pPr marL="12700" marR="5080"/>
            <a:r>
              <a:rPr lang="en-US" sz="1400" kern="0" spc="-80" dirty="0">
                <a:solidFill>
                  <a:schemeClr val="accent2"/>
                </a:solidFill>
              </a:rPr>
              <a:t>Native Mobile Development</a:t>
            </a:r>
          </a:p>
          <a:p>
            <a:pPr marL="12700" marR="5080"/>
            <a:r>
              <a:rPr lang="en-US" sz="1400" kern="0" spc="-80" dirty="0">
                <a:solidFill>
                  <a:schemeClr val="accent2"/>
                </a:solidFill>
              </a:rPr>
              <a:t>Aspect	                                      Explanation</a:t>
            </a:r>
          </a:p>
          <a:p>
            <a:pPr marL="12700" marR="5080"/>
            <a:r>
              <a:rPr lang="en-US" sz="1400" kern="0" spc="-80" dirty="0">
                <a:solidFill>
                  <a:schemeClr val="accent6"/>
                </a:solidFill>
              </a:rPr>
              <a:t>Primary goal	                   Build apps optimized for device hardware, OS patterns, and </a:t>
            </a:r>
          </a:p>
          <a:p>
            <a:pPr marL="12700" marR="5080"/>
            <a:r>
              <a:rPr lang="en-US" sz="1400" kern="0" spc="-80" dirty="0">
                <a:solidFill>
                  <a:schemeClr val="accent6"/>
                </a:solidFill>
              </a:rPr>
              <a:t>                                                          performance.</a:t>
            </a:r>
          </a:p>
          <a:p>
            <a:pPr marL="12700" marR="5080"/>
            <a:r>
              <a:rPr lang="en-US" sz="1400" kern="0" spc="-80" dirty="0">
                <a:solidFill>
                  <a:schemeClr val="accent6"/>
                </a:solidFill>
              </a:rPr>
              <a:t>Execution environment	OS-specific VM/Runtime (ART for Android, Obj-C/Swift runtime for iOS).</a:t>
            </a:r>
          </a:p>
          <a:p>
            <a:pPr marL="12700" marR="5080"/>
            <a:r>
              <a:rPr lang="en-US" sz="1400" kern="0" spc="-80" dirty="0">
                <a:solidFill>
                  <a:schemeClr val="accent6"/>
                </a:solidFill>
              </a:rPr>
              <a:t>Runtime model	                   Multi-threaded, OS-managed apps.</a:t>
            </a:r>
          </a:p>
          <a:p>
            <a:pPr marL="12700" marR="5080"/>
            <a:r>
              <a:rPr lang="en-US" sz="1400" kern="0" spc="-80" dirty="0">
                <a:solidFill>
                  <a:schemeClr val="accent6"/>
                </a:solidFill>
              </a:rPr>
              <a:t>Distribution	                   Distributed via App Stores; updates controlled by stores.</a:t>
            </a:r>
          </a:p>
          <a:p>
            <a:pPr marL="12700" marR="5080"/>
            <a:r>
              <a:rPr lang="en-US" sz="1400" kern="0" spc="-80" dirty="0">
                <a:solidFill>
                  <a:schemeClr val="accent6"/>
                </a:solidFill>
              </a:rPr>
              <a:t>Specificity	                                      More device control, better performance, richer OS integration.</a:t>
            </a:r>
          </a:p>
          <a:p>
            <a:pPr marL="12700" marR="5080"/>
            <a:endParaRPr lang="en-US" sz="1400" kern="0" spc="-80" dirty="0">
              <a:solidFill>
                <a:schemeClr val="accent6"/>
              </a:solidFill>
            </a:endParaRPr>
          </a:p>
          <a:p>
            <a:pPr marL="12700" marR="5080"/>
            <a:r>
              <a:rPr lang="en-US" sz="1400" kern="0" spc="-80" dirty="0">
                <a:solidFill>
                  <a:schemeClr val="accent2"/>
                </a:solidFill>
              </a:rPr>
              <a:t>✅ 2. Technology Stack Comparison</a:t>
            </a:r>
          </a:p>
          <a:p>
            <a:pPr marL="12700" marR="5080"/>
            <a:r>
              <a:rPr lang="en-US" sz="1400" kern="0" spc="-80" dirty="0">
                <a:solidFill>
                  <a:schemeClr val="accent2"/>
                </a:solidFill>
              </a:rPr>
              <a:t>Web Frontend</a:t>
            </a:r>
          </a:p>
          <a:p>
            <a:pPr marL="12700" marR="5080"/>
            <a:r>
              <a:rPr lang="en-US" sz="1400" kern="0" spc="-80" dirty="0">
                <a:solidFill>
                  <a:schemeClr val="accent2"/>
                </a:solidFill>
              </a:rPr>
              <a:t>Category	                                     Technologies</a:t>
            </a:r>
          </a:p>
          <a:p>
            <a:pPr marL="12700" marR="5080"/>
            <a:r>
              <a:rPr lang="en-US" sz="1400" kern="0" spc="-80" dirty="0">
                <a:solidFill>
                  <a:schemeClr val="accent6"/>
                </a:solidFill>
              </a:rPr>
              <a:t>Languages	                                     HTML, CSS, JavaScript / TypeScript</a:t>
            </a:r>
          </a:p>
          <a:p>
            <a:pPr marL="12700" marR="5080"/>
            <a:r>
              <a:rPr lang="en-US" sz="1400" kern="0" spc="-80" dirty="0">
                <a:solidFill>
                  <a:schemeClr val="accent6"/>
                </a:solidFill>
              </a:rPr>
              <a:t>Frameworks	                  React, Angular, Vue, Svelte, Solid</a:t>
            </a:r>
          </a:p>
          <a:p>
            <a:pPr marL="12700" marR="5080"/>
            <a:r>
              <a:rPr lang="en-US" sz="1400" kern="0" spc="-80" dirty="0">
                <a:solidFill>
                  <a:schemeClr val="accent6"/>
                </a:solidFill>
              </a:rPr>
              <a:t>Rendering	                                     DOM, Virtual DOM, Shadow DOM, Web Components</a:t>
            </a:r>
          </a:p>
          <a:p>
            <a:pPr marL="12700" marR="5080"/>
            <a:r>
              <a:rPr lang="en-US" sz="1400" kern="0" spc="-80" dirty="0">
                <a:solidFill>
                  <a:schemeClr val="accent6"/>
                </a:solidFill>
              </a:rPr>
              <a:t>State </a:t>
            </a:r>
            <a:r>
              <a:rPr lang="en-US" sz="1400" kern="0" spc="-80" dirty="0" err="1">
                <a:solidFill>
                  <a:schemeClr val="accent6"/>
                </a:solidFill>
              </a:rPr>
              <a:t>Mgmt</a:t>
            </a:r>
            <a:r>
              <a:rPr lang="en-US" sz="1400" kern="0" spc="-80" dirty="0">
                <a:solidFill>
                  <a:schemeClr val="accent6"/>
                </a:solidFill>
              </a:rPr>
              <a:t>	                  Redux, </a:t>
            </a:r>
            <a:r>
              <a:rPr lang="en-US" sz="1400" kern="0" spc="-80" dirty="0" err="1">
                <a:solidFill>
                  <a:schemeClr val="accent6"/>
                </a:solidFill>
              </a:rPr>
              <a:t>Zustand</a:t>
            </a:r>
            <a:r>
              <a:rPr lang="en-US" sz="1400" kern="0" spc="-80" dirty="0">
                <a:solidFill>
                  <a:schemeClr val="accent6"/>
                </a:solidFill>
              </a:rPr>
              <a:t>, </a:t>
            </a:r>
            <a:r>
              <a:rPr lang="en-US" sz="1400" kern="0" spc="-80" dirty="0" err="1">
                <a:solidFill>
                  <a:schemeClr val="accent6"/>
                </a:solidFill>
              </a:rPr>
              <a:t>MobX</a:t>
            </a:r>
            <a:r>
              <a:rPr lang="en-US" sz="1400" kern="0" spc="-80" dirty="0">
                <a:solidFill>
                  <a:schemeClr val="accent6"/>
                </a:solidFill>
              </a:rPr>
              <a:t>, Recoil, Signals</a:t>
            </a:r>
          </a:p>
        </p:txBody>
      </p:sp>
      <p:grpSp>
        <p:nvGrpSpPr>
          <p:cNvPr id="9" name="Group 8">
            <a:extLst>
              <a:ext uri="{FF2B5EF4-FFF2-40B4-BE49-F238E27FC236}">
                <a16:creationId xmlns:a16="http://schemas.microsoft.com/office/drawing/2014/main" id="{E4DED5D1-8F04-F304-DC8C-445644A0D2D1}"/>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0FACB8EB-B0DD-8C25-BDAD-03F3892C4CED}"/>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67B96EC3-4EDC-CBD3-A0DC-41A7A936DFE4}"/>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Web vs Native Mobile Development</a:t>
              </a:r>
            </a:p>
          </p:txBody>
        </p:sp>
      </p:grpSp>
    </p:spTree>
    <p:extLst>
      <p:ext uri="{BB962C8B-B14F-4D97-AF65-F5344CB8AC3E}">
        <p14:creationId xmlns:p14="http://schemas.microsoft.com/office/powerpoint/2010/main" val="2806124520"/>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A71FE3-2B0D-894F-A9C9-1B2286F4CAB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190D1E-81D6-D04B-37C3-F2368FE6D5F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E84586-3802-EB9C-CD50-815675998C0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F797FDAD-3E7A-1E9E-E1D0-4885A14EFD3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00C7BBF-DB78-7479-51ED-92155CF3712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C64DB00-E16B-8DE3-3CCB-85CF51DBD5C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A6E95DC-3652-A034-FF3B-B02F89E8121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6F504EB-8496-522C-7B0C-B448B1FCBB4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5922FFA-15FA-7D1D-EE50-A9CEF6DA73EB}"/>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2. Technology Stack Comparison</a:t>
            </a:r>
          </a:p>
          <a:p>
            <a:pPr marL="12700" marR="5080"/>
            <a:r>
              <a:rPr lang="en-US" sz="1400" kern="0" spc="-80" dirty="0">
                <a:solidFill>
                  <a:schemeClr val="accent2"/>
                </a:solidFill>
              </a:rPr>
              <a:t>Web Frontend</a:t>
            </a:r>
          </a:p>
          <a:p>
            <a:pPr marL="12700" marR="5080"/>
            <a:r>
              <a:rPr lang="en-US" sz="1400" kern="0" spc="-80" dirty="0">
                <a:solidFill>
                  <a:schemeClr val="accent2"/>
                </a:solidFill>
              </a:rPr>
              <a:t>Category	                                     Technologies</a:t>
            </a:r>
          </a:p>
          <a:p>
            <a:pPr marL="12700" marR="5080"/>
            <a:r>
              <a:rPr lang="en-US" sz="1400" kern="0" spc="-80" dirty="0">
                <a:solidFill>
                  <a:schemeClr val="accent6"/>
                </a:solidFill>
              </a:rPr>
              <a:t>Network	                                     Fetch, </a:t>
            </a:r>
            <a:r>
              <a:rPr lang="en-US" sz="1400" kern="0" spc="-80" dirty="0" err="1">
                <a:solidFill>
                  <a:schemeClr val="accent6"/>
                </a:solidFill>
              </a:rPr>
              <a:t>WebSockets</a:t>
            </a:r>
            <a:r>
              <a:rPr lang="en-US" sz="1400" kern="0" spc="-80" dirty="0">
                <a:solidFill>
                  <a:schemeClr val="accent6"/>
                </a:solidFill>
              </a:rPr>
              <a:t>, SSE</a:t>
            </a:r>
          </a:p>
          <a:p>
            <a:pPr marL="12700" marR="5080"/>
            <a:r>
              <a:rPr lang="en-US" sz="1400" kern="0" spc="-80" dirty="0">
                <a:solidFill>
                  <a:schemeClr val="accent6"/>
                </a:solidFill>
              </a:rPr>
              <a:t>Build Tools	                  Webpack, Vite, </a:t>
            </a:r>
            <a:r>
              <a:rPr lang="en-US" sz="1400" kern="0" spc="-80" dirty="0" err="1">
                <a:solidFill>
                  <a:schemeClr val="accent6"/>
                </a:solidFill>
              </a:rPr>
              <a:t>ESBuild</a:t>
            </a:r>
            <a:r>
              <a:rPr lang="en-US" sz="1400" kern="0" spc="-80" dirty="0">
                <a:solidFill>
                  <a:schemeClr val="accent6"/>
                </a:solidFill>
              </a:rPr>
              <a:t>, SWC, Rollup</a:t>
            </a:r>
          </a:p>
          <a:p>
            <a:pPr marL="12700" marR="5080"/>
            <a:r>
              <a:rPr lang="en-US" sz="1400" kern="0" spc="-80" dirty="0">
                <a:solidFill>
                  <a:schemeClr val="accent6"/>
                </a:solidFill>
              </a:rPr>
              <a:t>Styling Systems	                  CSS, Sass, Tailwind, CSS-in-JS</a:t>
            </a:r>
          </a:p>
          <a:p>
            <a:pPr marL="12700" marR="5080"/>
            <a:endParaRPr lang="en-US" sz="1400" kern="0" spc="-80" dirty="0">
              <a:solidFill>
                <a:schemeClr val="accent2"/>
              </a:solidFill>
            </a:endParaRPr>
          </a:p>
          <a:p>
            <a:pPr marL="12700" marR="5080"/>
            <a:r>
              <a:rPr lang="en-US" sz="1400" kern="0" spc="-80" dirty="0">
                <a:solidFill>
                  <a:schemeClr val="accent2"/>
                </a:solidFill>
              </a:rPr>
              <a:t>Native Mobile</a:t>
            </a:r>
          </a:p>
          <a:p>
            <a:pPr marL="12700" marR="5080"/>
            <a:r>
              <a:rPr lang="en-US" sz="1400" kern="0" spc="-80" dirty="0">
                <a:solidFill>
                  <a:schemeClr val="accent2"/>
                </a:solidFill>
              </a:rPr>
              <a:t>Category	                                     Android	                                                 iOS</a:t>
            </a:r>
          </a:p>
          <a:p>
            <a:pPr marL="12700" marR="5080"/>
            <a:r>
              <a:rPr lang="en-US" sz="1400" kern="0" spc="-80" dirty="0">
                <a:solidFill>
                  <a:schemeClr val="accent6"/>
                </a:solidFill>
              </a:rPr>
              <a:t>Languages	                                     Kotlin	                                                 Swift</a:t>
            </a:r>
          </a:p>
          <a:p>
            <a:pPr marL="12700" marR="5080"/>
            <a:r>
              <a:rPr lang="en-US" sz="1400" kern="0" spc="-80" dirty="0">
                <a:solidFill>
                  <a:schemeClr val="accent6"/>
                </a:solidFill>
              </a:rPr>
              <a:t>UI frameworks	                  Jetpack Compose	                             </a:t>
            </a:r>
            <a:r>
              <a:rPr lang="en-US" sz="1400" kern="0" spc="-80" dirty="0" err="1">
                <a:solidFill>
                  <a:schemeClr val="accent6"/>
                </a:solidFill>
              </a:rPr>
              <a:t>SwiftUI</a:t>
            </a:r>
            <a:endParaRPr lang="en-US" sz="1400" kern="0" spc="-80" dirty="0">
              <a:solidFill>
                <a:schemeClr val="accent6"/>
              </a:solidFill>
            </a:endParaRPr>
          </a:p>
          <a:p>
            <a:pPr marL="12700" marR="5080"/>
            <a:r>
              <a:rPr lang="en-US" sz="1400" kern="0" spc="-80" dirty="0">
                <a:solidFill>
                  <a:schemeClr val="accent6"/>
                </a:solidFill>
              </a:rPr>
              <a:t>Legacy UI	                                     XML + View System	                             </a:t>
            </a:r>
            <a:r>
              <a:rPr lang="en-US" sz="1400" kern="0" spc="-80" dirty="0" err="1">
                <a:solidFill>
                  <a:schemeClr val="accent6"/>
                </a:solidFill>
              </a:rPr>
              <a:t>UIKit</a:t>
            </a:r>
            <a:r>
              <a:rPr lang="en-US" sz="1400" kern="0" spc="-80" dirty="0">
                <a:solidFill>
                  <a:schemeClr val="accent6"/>
                </a:solidFill>
              </a:rPr>
              <a:t> + Storyboards</a:t>
            </a:r>
          </a:p>
          <a:p>
            <a:pPr marL="12700" marR="5080"/>
            <a:r>
              <a:rPr lang="en-US" sz="1400" kern="0" spc="-80" dirty="0">
                <a:solidFill>
                  <a:schemeClr val="accent6"/>
                </a:solidFill>
              </a:rPr>
              <a:t>Build Tools	                  Gradle + Android Studio	         Xcode + </a:t>
            </a:r>
            <a:r>
              <a:rPr lang="en-US" sz="1400" kern="0" spc="-80" dirty="0" err="1">
                <a:solidFill>
                  <a:schemeClr val="accent6"/>
                </a:solidFill>
              </a:rPr>
              <a:t>SwiftPM</a:t>
            </a:r>
            <a:endParaRPr lang="en-US" sz="1400" kern="0" spc="-80" dirty="0">
              <a:solidFill>
                <a:schemeClr val="accent6"/>
              </a:solidFill>
            </a:endParaRPr>
          </a:p>
          <a:p>
            <a:pPr marL="12700" marR="5080"/>
            <a:r>
              <a:rPr lang="en-US" sz="1400" kern="0" spc="-80" dirty="0">
                <a:solidFill>
                  <a:schemeClr val="accent6"/>
                </a:solidFill>
              </a:rPr>
              <a:t>Network	                                     Retrofit/</a:t>
            </a:r>
            <a:r>
              <a:rPr lang="en-US" sz="1400" kern="0" spc="-80" dirty="0" err="1">
                <a:solidFill>
                  <a:schemeClr val="accent6"/>
                </a:solidFill>
              </a:rPr>
              <a:t>OkHttp</a:t>
            </a:r>
            <a:r>
              <a:rPr lang="en-US" sz="1400" kern="0" spc="-80" dirty="0">
                <a:solidFill>
                  <a:schemeClr val="accent6"/>
                </a:solidFill>
              </a:rPr>
              <a:t>	                             </a:t>
            </a:r>
            <a:r>
              <a:rPr lang="en-US" sz="1400" kern="0" spc="-80" dirty="0" err="1">
                <a:solidFill>
                  <a:schemeClr val="accent6"/>
                </a:solidFill>
              </a:rPr>
              <a:t>URLSession</a:t>
            </a:r>
            <a:r>
              <a:rPr lang="en-US" sz="1400" kern="0" spc="-80" dirty="0">
                <a:solidFill>
                  <a:schemeClr val="accent6"/>
                </a:solidFill>
              </a:rPr>
              <a:t>/</a:t>
            </a:r>
            <a:r>
              <a:rPr lang="en-US" sz="1400" kern="0" spc="-80" dirty="0" err="1">
                <a:solidFill>
                  <a:schemeClr val="accent6"/>
                </a:solidFill>
              </a:rPr>
              <a:t>Alamofire</a:t>
            </a:r>
            <a:endParaRPr lang="en-US" sz="1400" kern="0" spc="-80" dirty="0">
              <a:solidFill>
                <a:schemeClr val="accent6"/>
              </a:solidFill>
            </a:endParaRPr>
          </a:p>
          <a:p>
            <a:pPr marL="12700" marR="5080"/>
            <a:r>
              <a:rPr lang="en-US" sz="1400" kern="0" spc="-80" dirty="0">
                <a:solidFill>
                  <a:schemeClr val="accent6"/>
                </a:solidFill>
              </a:rPr>
              <a:t>Architectures	                  MVVM, MVI, Clean	                             MVVM, VIPER, Clean Swift</a:t>
            </a:r>
          </a:p>
          <a:p>
            <a:pPr marL="12700" marR="5080"/>
            <a:endParaRPr lang="en-US" sz="1400" kern="0" spc="-80" dirty="0">
              <a:solidFill>
                <a:schemeClr val="accent6"/>
              </a:solidFill>
            </a:endParaRPr>
          </a:p>
          <a:p>
            <a:pPr marL="12700" marR="5080"/>
            <a:r>
              <a:rPr lang="en-US" sz="1400" kern="0" spc="-80" dirty="0">
                <a:solidFill>
                  <a:schemeClr val="accent2"/>
                </a:solidFill>
              </a:rPr>
              <a:t>✅ 3. Performance Comparison</a:t>
            </a:r>
          </a:p>
          <a:p>
            <a:pPr marL="12700" marR="5080"/>
            <a:r>
              <a:rPr lang="en-US" sz="1400" kern="0" spc="-80" dirty="0">
                <a:solidFill>
                  <a:schemeClr val="accent2"/>
                </a:solidFill>
              </a:rPr>
              <a:t>Factor	                                     Web Frontend	                             Native Mobile</a:t>
            </a:r>
          </a:p>
          <a:p>
            <a:pPr marL="12700" marR="5080"/>
            <a:r>
              <a:rPr lang="en-US" sz="1400" kern="0" spc="-80" dirty="0">
                <a:solidFill>
                  <a:schemeClr val="accent6"/>
                </a:solidFill>
              </a:rPr>
              <a:t>Startup time	                  Slower (JS parsing, bundle                        Fast (compiled binaries)</a:t>
            </a:r>
          </a:p>
          <a:p>
            <a:pPr marL="12700" marR="5080"/>
            <a:r>
              <a:rPr lang="en-US" sz="1400" kern="0" spc="-80" dirty="0">
                <a:solidFill>
                  <a:schemeClr val="accent6"/>
                </a:solidFill>
              </a:rPr>
              <a:t>                                                        load, network requests)	</a:t>
            </a:r>
          </a:p>
          <a:p>
            <a:pPr marL="12700" marR="5080"/>
            <a:r>
              <a:rPr lang="en-US" sz="1400" kern="0" spc="-80" dirty="0">
                <a:solidFill>
                  <a:schemeClr val="accent6"/>
                </a:solidFill>
              </a:rPr>
              <a:t>Rendering	                                     DOM diffing, layout                                    GPU-accelerated by default</a:t>
            </a:r>
          </a:p>
          <a:p>
            <a:pPr marL="12700" marR="5080"/>
            <a:r>
              <a:rPr lang="en-US" sz="1400" kern="0" spc="-80" dirty="0">
                <a:solidFill>
                  <a:schemeClr val="accent6"/>
                </a:solidFill>
              </a:rPr>
              <a:t>                                                        thrashing possible	</a:t>
            </a:r>
          </a:p>
          <a:p>
            <a:pPr marL="12700" marR="5080"/>
            <a:r>
              <a:rPr lang="en-US" sz="1400" kern="0" spc="-80" dirty="0">
                <a:solidFill>
                  <a:schemeClr val="accent6"/>
                </a:solidFill>
              </a:rPr>
              <a:t>Animations	                 60fps possible but fragile	          Very smooth; OS-optimized</a:t>
            </a:r>
          </a:p>
          <a:p>
            <a:pPr marL="12700" marR="5080"/>
            <a:r>
              <a:rPr lang="en-US" sz="1400" kern="0" spc="-80" dirty="0">
                <a:solidFill>
                  <a:schemeClr val="accent6"/>
                </a:solidFill>
              </a:rPr>
              <a:t>Memory usage	                 Higher due to browser                               Lower, optimized runtime</a:t>
            </a:r>
          </a:p>
          <a:p>
            <a:pPr marL="12700" marR="5080"/>
            <a:r>
              <a:rPr lang="en-US" sz="1400" kern="0" spc="-80" dirty="0">
                <a:solidFill>
                  <a:schemeClr val="accent6"/>
                </a:solidFill>
              </a:rPr>
              <a:t>                                                        abstraction	</a:t>
            </a:r>
          </a:p>
        </p:txBody>
      </p:sp>
      <p:grpSp>
        <p:nvGrpSpPr>
          <p:cNvPr id="9" name="Group 8">
            <a:extLst>
              <a:ext uri="{FF2B5EF4-FFF2-40B4-BE49-F238E27FC236}">
                <a16:creationId xmlns:a16="http://schemas.microsoft.com/office/drawing/2014/main" id="{57669FB0-202A-14C8-FC5A-30E580D15F26}"/>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5BD1A2BD-87C3-5740-D49B-9EB76E64198B}"/>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25C9DCE0-BCAD-BAFE-CB0C-FD3A7752D3CD}"/>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Web vs Native Mobile Development</a:t>
              </a:r>
            </a:p>
          </p:txBody>
        </p:sp>
      </p:grpSp>
    </p:spTree>
    <p:extLst>
      <p:ext uri="{BB962C8B-B14F-4D97-AF65-F5344CB8AC3E}">
        <p14:creationId xmlns:p14="http://schemas.microsoft.com/office/powerpoint/2010/main" val="2028943404"/>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97112-B2E7-EF4D-7846-C7ACB423222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0A0607E-9C24-EEB3-DCE0-E6833FCCD47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F1C8308-604D-D6F4-3478-C3C76D1067E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57C9CF26-4F39-3EB6-C351-B6122173930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F49729E-DEDD-E7C1-312C-79F74237DD2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0C035AB-596C-E132-E8D8-50D839C07CA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FE47A3C-4DFF-31AB-2C98-18167DF0E3F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EE8091E-D739-96E6-7E58-DDBE738D8A4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B6977D0-EBB1-BFFF-1F53-E3996504F9FF}"/>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3. Performance Comparison</a:t>
            </a:r>
          </a:p>
          <a:p>
            <a:pPr marL="12700" marR="5080"/>
            <a:r>
              <a:rPr lang="en-US" sz="1400" kern="0" spc="-80" dirty="0">
                <a:solidFill>
                  <a:schemeClr val="accent2"/>
                </a:solidFill>
              </a:rPr>
              <a:t>Factor	                                     Web Frontend	                             Native Mobile</a:t>
            </a:r>
          </a:p>
          <a:p>
            <a:pPr marL="12700" marR="5080"/>
            <a:r>
              <a:rPr lang="en-US" sz="1400" kern="0" spc="-80" dirty="0">
                <a:solidFill>
                  <a:schemeClr val="accent6"/>
                </a:solidFill>
              </a:rPr>
              <a:t>Hardware access	                  Limited (via APIs/plugins)	         Full, direct</a:t>
            </a:r>
          </a:p>
          <a:p>
            <a:pPr marL="12700" marR="5080"/>
            <a:r>
              <a:rPr lang="en-US" sz="1400" kern="0" spc="-80" dirty="0">
                <a:solidFill>
                  <a:schemeClr val="accent6"/>
                </a:solidFill>
              </a:rPr>
              <a:t>Multithreading	                  Limited (Web Workers)	                             Extensive threading support</a:t>
            </a:r>
          </a:p>
          <a:p>
            <a:pPr marL="12700" marR="5080"/>
            <a:r>
              <a:rPr lang="en-US" sz="1400" kern="0" spc="-80" dirty="0">
                <a:solidFill>
                  <a:schemeClr val="accent6"/>
                </a:solidFill>
              </a:rPr>
              <a:t>Offline support	                  Service Workers required	         Built-in offline behavior</a:t>
            </a:r>
          </a:p>
          <a:p>
            <a:pPr marL="12700" marR="5080"/>
            <a:r>
              <a:rPr lang="en-US" sz="1400" kern="0" spc="-80" dirty="0">
                <a:solidFill>
                  <a:schemeClr val="accent6"/>
                </a:solidFill>
              </a:rPr>
              <a:t>Native wins decisively in raw performance.</a:t>
            </a:r>
          </a:p>
          <a:p>
            <a:pPr marL="12700" marR="5080"/>
            <a:endParaRPr lang="en-US" sz="1400" kern="0" spc="-80" dirty="0">
              <a:solidFill>
                <a:schemeClr val="accent6"/>
              </a:solidFill>
            </a:endParaRPr>
          </a:p>
          <a:p>
            <a:pPr marL="12700" marR="5080"/>
            <a:r>
              <a:rPr lang="en-US" sz="1400" kern="0" spc="-80" dirty="0">
                <a:solidFill>
                  <a:schemeClr val="accent2"/>
                </a:solidFill>
              </a:rPr>
              <a:t>✅ 4. Access to Device Features</a:t>
            </a:r>
          </a:p>
          <a:p>
            <a:pPr marL="12700" marR="5080"/>
            <a:r>
              <a:rPr lang="en-US" sz="1400" kern="0" spc="-80" dirty="0">
                <a:solidFill>
                  <a:schemeClr val="accent2"/>
                </a:solidFill>
              </a:rPr>
              <a:t>Feature	                                     Web	                                                Native</a:t>
            </a:r>
          </a:p>
          <a:p>
            <a:pPr marL="12700" marR="5080"/>
            <a:r>
              <a:rPr lang="en-US" sz="1400" kern="0" spc="-80" dirty="0">
                <a:solidFill>
                  <a:schemeClr val="accent6"/>
                </a:solidFill>
              </a:rPr>
              <a:t>Camera / Photos	                  Yes (limited)	                             Full-featured</a:t>
            </a:r>
          </a:p>
          <a:p>
            <a:pPr marL="12700" marR="5080"/>
            <a:r>
              <a:rPr lang="en-US" sz="1400" kern="0" spc="-80" dirty="0">
                <a:solidFill>
                  <a:schemeClr val="accent6"/>
                </a:solidFill>
              </a:rPr>
              <a:t>Background tasks	                  Very limited	                             Complete background execution</a:t>
            </a:r>
          </a:p>
          <a:p>
            <a:pPr marL="12700" marR="5080"/>
            <a:r>
              <a:rPr lang="en-US" sz="1400" kern="0" spc="-80" dirty="0">
                <a:solidFill>
                  <a:schemeClr val="accent6"/>
                </a:solidFill>
              </a:rPr>
              <a:t>Sensors (GPS,                                 Yes (limited frequency/resolution)	          Full &amp; continuous access</a:t>
            </a:r>
          </a:p>
          <a:p>
            <a:pPr marL="12700" marR="5080"/>
            <a:r>
              <a:rPr lang="en-US" sz="1400" kern="0" spc="-80" dirty="0">
                <a:solidFill>
                  <a:schemeClr val="accent6"/>
                </a:solidFill>
              </a:rPr>
              <a:t>accelerometer,</a:t>
            </a:r>
          </a:p>
          <a:p>
            <a:pPr marL="12700" marR="5080"/>
            <a:r>
              <a:rPr lang="en-US" sz="1400" kern="0" spc="-80" dirty="0">
                <a:solidFill>
                  <a:schemeClr val="accent6"/>
                </a:solidFill>
              </a:rPr>
              <a:t>gyroscope)	</a:t>
            </a:r>
          </a:p>
          <a:p>
            <a:pPr marL="12700" marR="5080"/>
            <a:r>
              <a:rPr lang="en-US" sz="1400" kern="0" spc="-80" dirty="0">
                <a:solidFill>
                  <a:schemeClr val="accent6"/>
                </a:solidFill>
              </a:rPr>
              <a:t>Bluetooth, NFC	                 Partially supported	                             Fully supported</a:t>
            </a:r>
          </a:p>
          <a:p>
            <a:pPr marL="12700" marR="5080"/>
            <a:r>
              <a:rPr lang="en-US" sz="1400" kern="0" spc="-80" dirty="0">
                <a:solidFill>
                  <a:schemeClr val="accent6"/>
                </a:solidFill>
              </a:rPr>
              <a:t>Push notifications	                 Restricted (iOS Safari limitations)	          Rich notifications</a:t>
            </a:r>
          </a:p>
          <a:p>
            <a:pPr marL="12700" marR="5080"/>
            <a:r>
              <a:rPr lang="en-US" sz="1400" kern="0" spc="-80" dirty="0">
                <a:solidFill>
                  <a:schemeClr val="accent6"/>
                </a:solidFill>
              </a:rPr>
              <a:t>Secure storage	                 </a:t>
            </a:r>
            <a:r>
              <a:rPr lang="en-US" sz="1400" kern="0" spc="-80" dirty="0" err="1">
                <a:solidFill>
                  <a:schemeClr val="accent6"/>
                </a:solidFill>
              </a:rPr>
              <a:t>IndexedDB</a:t>
            </a:r>
            <a:r>
              <a:rPr lang="en-US" sz="1400" kern="0" spc="-80" dirty="0">
                <a:solidFill>
                  <a:schemeClr val="accent6"/>
                </a:solidFill>
              </a:rPr>
              <a:t>/</a:t>
            </a:r>
            <a:r>
              <a:rPr lang="en-US" sz="1400" kern="0" spc="-80" dirty="0" err="1">
                <a:solidFill>
                  <a:schemeClr val="accent6"/>
                </a:solidFill>
              </a:rPr>
              <a:t>LocalStorage</a:t>
            </a:r>
            <a:r>
              <a:rPr lang="en-US" sz="1400" kern="0" spc="-80" dirty="0">
                <a:solidFill>
                  <a:schemeClr val="accent6"/>
                </a:solidFill>
              </a:rPr>
              <a:t>                            Keychain / Keystore</a:t>
            </a:r>
          </a:p>
          <a:p>
            <a:pPr marL="12700" marR="5080"/>
            <a:r>
              <a:rPr lang="en-US" sz="1400" kern="0" spc="-80" dirty="0">
                <a:solidFill>
                  <a:schemeClr val="accent6"/>
                </a:solidFill>
              </a:rPr>
              <a:t>Native provides rich APIs out-of-the-box. Web provides only standardized subset.</a:t>
            </a:r>
          </a:p>
          <a:p>
            <a:pPr marL="12700" marR="5080"/>
            <a:endParaRPr lang="en-US" sz="1400" kern="0" spc="-80" dirty="0">
              <a:solidFill>
                <a:schemeClr val="accent6"/>
              </a:solidFill>
            </a:endParaRPr>
          </a:p>
          <a:p>
            <a:pPr marL="12700" marR="5080"/>
            <a:r>
              <a:rPr lang="en-US" sz="1400" kern="0" spc="-80" dirty="0">
                <a:solidFill>
                  <a:schemeClr val="accent2"/>
                </a:solidFill>
              </a:rPr>
              <a:t>✅ 5. UI/UX Experience Differences</a:t>
            </a:r>
          </a:p>
          <a:p>
            <a:pPr marL="12700" marR="5080"/>
            <a:r>
              <a:rPr lang="en-US" sz="1400" kern="0" spc="-80" dirty="0">
                <a:solidFill>
                  <a:schemeClr val="accent2"/>
                </a:solidFill>
              </a:rPr>
              <a:t>Web Frontend</a:t>
            </a:r>
          </a:p>
          <a:p>
            <a:pPr marL="12700" marR="5080"/>
            <a:r>
              <a:rPr lang="en-US" sz="1400" kern="0" spc="-80" dirty="0">
                <a:solidFill>
                  <a:schemeClr val="accent6"/>
                </a:solidFill>
              </a:rPr>
              <a:t>Responsive design across many screen sizes.</a:t>
            </a:r>
          </a:p>
          <a:p>
            <a:pPr marL="12700" marR="5080"/>
            <a:r>
              <a:rPr lang="en-US" sz="1400" kern="0" spc="-80" dirty="0">
                <a:solidFill>
                  <a:schemeClr val="accent6"/>
                </a:solidFill>
              </a:rPr>
              <a:t>Lightweight interactions.</a:t>
            </a:r>
          </a:p>
          <a:p>
            <a:pPr marL="12700" marR="5080"/>
            <a:r>
              <a:rPr lang="en-US" sz="1400" kern="0" spc="-80" dirty="0">
                <a:solidFill>
                  <a:schemeClr val="accent6"/>
                </a:solidFill>
              </a:rPr>
              <a:t>Navigate via URLs.</a:t>
            </a:r>
          </a:p>
        </p:txBody>
      </p:sp>
      <p:grpSp>
        <p:nvGrpSpPr>
          <p:cNvPr id="9" name="Group 8">
            <a:extLst>
              <a:ext uri="{FF2B5EF4-FFF2-40B4-BE49-F238E27FC236}">
                <a16:creationId xmlns:a16="http://schemas.microsoft.com/office/drawing/2014/main" id="{50F29C76-5F32-BC75-8DB7-1291A404F8B2}"/>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E9969240-69C1-2AC7-A4D7-B6753C11652E}"/>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561D49FA-723A-8E7C-2882-93D43E68CEFD}"/>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Web vs Native Mobile Development</a:t>
              </a:r>
            </a:p>
          </p:txBody>
        </p:sp>
      </p:grpSp>
    </p:spTree>
    <p:extLst>
      <p:ext uri="{BB962C8B-B14F-4D97-AF65-F5344CB8AC3E}">
        <p14:creationId xmlns:p14="http://schemas.microsoft.com/office/powerpoint/2010/main" val="2507970822"/>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499D6C-ED2D-CD2B-1997-B97B3AC7B4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9D192C8-F6C1-7BC4-4D48-E3BD4D15CB6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1305CCA-F956-D99F-F7F8-D9F7C193168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EAC19FF8-3155-CBD1-2A10-FA128022964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A20D92D-8C08-20FF-AB0E-BBFC25CEDD3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A74E86-7C62-8A45-DBE7-80B18CDCD94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54CFA04-F7E3-6903-D2D1-F97A27FB430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63B1AEA-709A-5698-D046-8232C367A6A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6581331-F6D5-C426-FF9E-D6F71E9226D6}"/>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5. UI/UX Experience Differences</a:t>
            </a:r>
          </a:p>
          <a:p>
            <a:pPr marL="12700" marR="5080"/>
            <a:r>
              <a:rPr lang="en-US" sz="1400" kern="0" spc="-80" dirty="0">
                <a:solidFill>
                  <a:schemeClr val="accent2"/>
                </a:solidFill>
              </a:rPr>
              <a:t>Web Frontend</a:t>
            </a:r>
          </a:p>
          <a:p>
            <a:pPr marL="12700" marR="5080"/>
            <a:r>
              <a:rPr lang="en-US" sz="1400" kern="0" spc="-80" dirty="0">
                <a:solidFill>
                  <a:schemeClr val="accent6"/>
                </a:solidFill>
              </a:rPr>
              <a:t>Browser constraints influence UX.</a:t>
            </a:r>
          </a:p>
          <a:p>
            <a:pPr marL="12700" marR="5080"/>
            <a:r>
              <a:rPr lang="en-US" sz="1400" kern="0" spc="-80" dirty="0">
                <a:solidFill>
                  <a:schemeClr val="accent6"/>
                </a:solidFill>
              </a:rPr>
              <a:t>Limited gesture support.</a:t>
            </a:r>
          </a:p>
          <a:p>
            <a:pPr marL="12700" marR="5080"/>
            <a:r>
              <a:rPr lang="en-US" sz="1400" kern="0" spc="-80" dirty="0">
                <a:solidFill>
                  <a:schemeClr val="accent2"/>
                </a:solidFill>
              </a:rPr>
              <a:t>Native Mobile</a:t>
            </a:r>
          </a:p>
          <a:p>
            <a:pPr marL="12700" marR="5080"/>
            <a:r>
              <a:rPr lang="en-US" sz="1400" kern="0" spc="-80" dirty="0">
                <a:solidFill>
                  <a:schemeClr val="accent6"/>
                </a:solidFill>
              </a:rPr>
              <a:t>Highly interactive, gesture-rich UX.</a:t>
            </a:r>
          </a:p>
          <a:p>
            <a:pPr marL="12700" marR="5080"/>
            <a:r>
              <a:rPr lang="en-US" sz="1400" kern="0" spc="-80" dirty="0">
                <a:solidFill>
                  <a:schemeClr val="accent6"/>
                </a:solidFill>
              </a:rPr>
              <a:t>Platform-specific HIG (Human Interface Guidelines):</a:t>
            </a:r>
          </a:p>
          <a:p>
            <a:pPr marL="12700" marR="5080"/>
            <a:r>
              <a:rPr lang="en-US" sz="1400" kern="0" spc="-80" dirty="0">
                <a:solidFill>
                  <a:schemeClr val="accent6"/>
                </a:solidFill>
              </a:rPr>
              <a:t>iOS: Flat, fluid animations, tab bars.</a:t>
            </a:r>
          </a:p>
          <a:p>
            <a:pPr marL="12700" marR="5080"/>
            <a:r>
              <a:rPr lang="en-US" sz="1400" kern="0" spc="-80" dirty="0">
                <a:solidFill>
                  <a:schemeClr val="accent6"/>
                </a:solidFill>
              </a:rPr>
              <a:t>Android: Material Design, FAB, navigation drawer.</a:t>
            </a:r>
          </a:p>
          <a:p>
            <a:pPr marL="12700" marR="5080"/>
            <a:r>
              <a:rPr lang="en-US" sz="1400" kern="0" spc="-80" dirty="0">
                <a:solidFill>
                  <a:schemeClr val="accent6"/>
                </a:solidFill>
              </a:rPr>
              <a:t>Full control over layout, transitions.</a:t>
            </a:r>
          </a:p>
          <a:p>
            <a:pPr marL="12700" marR="5080"/>
            <a:r>
              <a:rPr lang="en-US" sz="1400" kern="0" spc="-80" dirty="0">
                <a:solidFill>
                  <a:schemeClr val="accent6"/>
                </a:solidFill>
              </a:rPr>
              <a:t>Feels more “app-like” and consistent with OS.</a:t>
            </a:r>
          </a:p>
          <a:p>
            <a:pPr marL="12700" marR="5080"/>
            <a:r>
              <a:rPr lang="en-US" sz="1400" kern="0" spc="-80" dirty="0">
                <a:solidFill>
                  <a:schemeClr val="accent6"/>
                </a:solidFill>
              </a:rPr>
              <a:t>Native UX is typically superior, especially for interaction-heavy apps.</a:t>
            </a:r>
          </a:p>
          <a:p>
            <a:pPr marL="12700" marR="5080"/>
            <a:endParaRPr lang="en-US" sz="1400" kern="0" spc="-80" dirty="0">
              <a:solidFill>
                <a:schemeClr val="accent6"/>
              </a:solidFill>
            </a:endParaRPr>
          </a:p>
          <a:p>
            <a:pPr marL="12700" marR="5080"/>
            <a:r>
              <a:rPr lang="en-US" sz="1400" kern="0" spc="-80" dirty="0">
                <a:solidFill>
                  <a:schemeClr val="accent2"/>
                </a:solidFill>
              </a:rPr>
              <a:t>✅ 6. Development Experience &amp; Productivity</a:t>
            </a:r>
          </a:p>
          <a:p>
            <a:pPr marL="12700" marR="5080"/>
            <a:r>
              <a:rPr lang="en-US" sz="1400" kern="0" spc="-80" dirty="0">
                <a:solidFill>
                  <a:schemeClr val="accent2"/>
                </a:solidFill>
              </a:rPr>
              <a:t>Dimension	                                        Web	                        Native</a:t>
            </a:r>
          </a:p>
          <a:p>
            <a:pPr marL="12700" marR="5080"/>
            <a:r>
              <a:rPr lang="en-US" sz="1400" kern="0" spc="-80" dirty="0">
                <a:solidFill>
                  <a:schemeClr val="accent6"/>
                </a:solidFill>
              </a:rPr>
              <a:t>Hot Reload	                                        React Fast Refresh	     </a:t>
            </a:r>
            <a:r>
              <a:rPr lang="en-US" sz="1400" kern="0" spc="-80" dirty="0" err="1">
                <a:solidFill>
                  <a:schemeClr val="accent6"/>
                </a:solidFill>
              </a:rPr>
              <a:t>SwiftUI</a:t>
            </a:r>
            <a:r>
              <a:rPr lang="en-US" sz="1400" kern="0" spc="-80" dirty="0">
                <a:solidFill>
                  <a:schemeClr val="accent6"/>
                </a:solidFill>
              </a:rPr>
              <a:t> / Compose both support live previews</a:t>
            </a:r>
          </a:p>
          <a:p>
            <a:pPr marL="12700" marR="5080"/>
            <a:r>
              <a:rPr lang="en-US" sz="1400" kern="0" spc="-80" dirty="0">
                <a:solidFill>
                  <a:schemeClr val="accent6"/>
                </a:solidFill>
              </a:rPr>
              <a:t>Setup	                                        Lightweight                      Heavy (Xcode, Android Studio)</a:t>
            </a:r>
          </a:p>
          <a:p>
            <a:pPr marL="12700" marR="5080"/>
            <a:r>
              <a:rPr lang="en-US" sz="1400" kern="0" spc="-80" dirty="0">
                <a:solidFill>
                  <a:schemeClr val="accent6"/>
                </a:solidFill>
              </a:rPr>
              <a:t>                                                           (node + browser)	</a:t>
            </a:r>
          </a:p>
          <a:p>
            <a:pPr marL="12700" marR="5080"/>
            <a:r>
              <a:rPr lang="en-US" sz="1400" kern="0" spc="-80" dirty="0">
                <a:solidFill>
                  <a:schemeClr val="accent6"/>
                </a:solidFill>
              </a:rPr>
              <a:t>Complexity	                    Lower platform                 High platform-specific complexity</a:t>
            </a:r>
          </a:p>
          <a:p>
            <a:pPr marL="12700" marR="5080"/>
            <a:r>
              <a:rPr lang="en-US" sz="1400" kern="0" spc="-80" dirty="0">
                <a:solidFill>
                  <a:schemeClr val="accent6"/>
                </a:solidFill>
              </a:rPr>
              <a:t>                                                           complexity	</a:t>
            </a:r>
          </a:p>
          <a:p>
            <a:pPr marL="12700" marR="5080"/>
            <a:r>
              <a:rPr lang="en-US" sz="1400" kern="0" spc="-80" dirty="0">
                <a:solidFill>
                  <a:schemeClr val="accent6"/>
                </a:solidFill>
              </a:rPr>
              <a:t>Iteration speed	                    Extremely fast	      Slower build &amp; run times</a:t>
            </a:r>
          </a:p>
          <a:p>
            <a:pPr marL="12700" marR="5080"/>
            <a:r>
              <a:rPr lang="en-US" sz="1400" kern="0" spc="-80" dirty="0">
                <a:solidFill>
                  <a:schemeClr val="accent6"/>
                </a:solidFill>
              </a:rPr>
              <a:t>Tooling	                                        Diverse, fragmented	      Deep, stable integrated tools</a:t>
            </a:r>
          </a:p>
          <a:p>
            <a:pPr marL="12700" marR="5080"/>
            <a:r>
              <a:rPr lang="en-US" sz="1400" kern="0" spc="-80" dirty="0">
                <a:solidFill>
                  <a:schemeClr val="accent6"/>
                </a:solidFill>
              </a:rPr>
              <a:t>Web wins on speed and simplicity.</a:t>
            </a:r>
          </a:p>
          <a:p>
            <a:pPr marL="12700" marR="5080"/>
            <a:r>
              <a:rPr lang="en-US" sz="1400" kern="0" spc="-80" dirty="0">
                <a:solidFill>
                  <a:schemeClr val="accent6"/>
                </a:solidFill>
              </a:rPr>
              <a:t>Native wins on consistency and long-term stability.</a:t>
            </a:r>
          </a:p>
          <a:p>
            <a:pPr marL="12700" marR="5080"/>
            <a:endParaRPr lang="en-US" sz="1400" kern="0" spc="-80" dirty="0">
              <a:solidFill>
                <a:schemeClr val="accent6"/>
              </a:solidFill>
            </a:endParaRPr>
          </a:p>
        </p:txBody>
      </p:sp>
      <p:grpSp>
        <p:nvGrpSpPr>
          <p:cNvPr id="9" name="Group 8">
            <a:extLst>
              <a:ext uri="{FF2B5EF4-FFF2-40B4-BE49-F238E27FC236}">
                <a16:creationId xmlns:a16="http://schemas.microsoft.com/office/drawing/2014/main" id="{63A28E4F-FE84-8E9F-5612-6F58E05D53A1}"/>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FC693959-963B-C5E0-8931-94D85DF0B050}"/>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C9563928-7A3D-0C4F-9B36-21E758FAA8D2}"/>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Web vs Native Mobile Development</a:t>
              </a:r>
            </a:p>
          </p:txBody>
        </p:sp>
      </p:grpSp>
    </p:spTree>
    <p:extLst>
      <p:ext uri="{BB962C8B-B14F-4D97-AF65-F5344CB8AC3E}">
        <p14:creationId xmlns:p14="http://schemas.microsoft.com/office/powerpoint/2010/main" val="1731740811"/>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F5C5B-06A7-4CD7-AA26-6B9078052A6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16BF96-50C4-DE38-363C-E77853D8925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9D646D1-2C4A-7511-E169-5D556BC6272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2FAA84D6-9AED-3E9B-66E5-0A491C090B9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349F30D-2B82-885B-3FF3-7F220357D35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48681B5-A1F0-27EC-210E-F6F325996DD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89C0E63-2E1E-A65F-8F39-FC799CC3994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A9D08DF-151E-9D09-D384-555746CAD33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8DAA3F3-A7DA-E57C-7EBC-59E72CAC3A64}"/>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7. Security Model Comparison</a:t>
            </a:r>
          </a:p>
          <a:p>
            <a:pPr marL="12700" marR="5080"/>
            <a:r>
              <a:rPr lang="en-US" sz="1400" kern="0" spc="-80" dirty="0">
                <a:solidFill>
                  <a:schemeClr val="accent2"/>
                </a:solidFill>
              </a:rPr>
              <a:t>Concern	                    Web	                                                           Native</a:t>
            </a:r>
          </a:p>
          <a:p>
            <a:pPr marL="12700" marR="5080"/>
            <a:r>
              <a:rPr lang="en-US" sz="1400" kern="0" spc="-80" dirty="0">
                <a:solidFill>
                  <a:schemeClr val="accent6"/>
                </a:solidFill>
              </a:rPr>
              <a:t>Code visibility	Fully visible (JS can be reverse engineered)	Compiled binaries (harder to reverse engineer)</a:t>
            </a:r>
          </a:p>
          <a:p>
            <a:pPr marL="12700" marR="5080"/>
            <a:r>
              <a:rPr lang="en-US" sz="1400" kern="0" spc="-80" dirty="0">
                <a:solidFill>
                  <a:schemeClr val="accent6"/>
                </a:solidFill>
              </a:rPr>
              <a:t>Secure storage	Weak (</a:t>
            </a:r>
            <a:r>
              <a:rPr lang="en-US" sz="1400" kern="0" spc="-80" dirty="0" err="1">
                <a:solidFill>
                  <a:schemeClr val="accent6"/>
                </a:solidFill>
              </a:rPr>
              <a:t>IndexedDB</a:t>
            </a:r>
            <a:r>
              <a:rPr lang="en-US" sz="1400" kern="0" spc="-80" dirty="0">
                <a:solidFill>
                  <a:schemeClr val="accent6"/>
                </a:solidFill>
              </a:rPr>
              <a:t>, cookies)	                    Keychain, Keystore</a:t>
            </a:r>
          </a:p>
          <a:p>
            <a:pPr marL="12700" marR="5080"/>
            <a:r>
              <a:rPr lang="en-US" sz="1400" kern="0" spc="-80" dirty="0">
                <a:solidFill>
                  <a:schemeClr val="accent6"/>
                </a:solidFill>
              </a:rPr>
              <a:t>API Keys Storage	Not secure on frontend	                    More secure but still crackable</a:t>
            </a:r>
          </a:p>
          <a:p>
            <a:pPr marL="12700" marR="5080"/>
            <a:r>
              <a:rPr lang="en-US" sz="1400" kern="0" spc="-80" dirty="0">
                <a:solidFill>
                  <a:schemeClr val="accent6"/>
                </a:solidFill>
              </a:rPr>
              <a:t>Sandboxing	Browser sandbox	                                       OS-level sandbox</a:t>
            </a:r>
          </a:p>
          <a:p>
            <a:pPr marL="12700" marR="5080"/>
            <a:r>
              <a:rPr lang="en-US" sz="1400" kern="0" spc="-80" dirty="0">
                <a:solidFill>
                  <a:schemeClr val="accent6"/>
                </a:solidFill>
              </a:rPr>
              <a:t>Malware/attacks	XSS, CSRF, CSP issues	                                       RCE rare; stronger OS controls</a:t>
            </a:r>
          </a:p>
          <a:p>
            <a:pPr marL="12700" marR="5080"/>
            <a:r>
              <a:rPr lang="en-US" sz="1400" kern="0" spc="-80" dirty="0">
                <a:solidFill>
                  <a:schemeClr val="accent6"/>
                </a:solidFill>
              </a:rPr>
              <a:t>Native apps offer stronger security primitives.</a:t>
            </a:r>
          </a:p>
          <a:p>
            <a:pPr marL="12700" marR="5080"/>
            <a:endParaRPr lang="en-US" sz="1400" kern="0" spc="-80" dirty="0">
              <a:solidFill>
                <a:schemeClr val="accent6"/>
              </a:solidFill>
            </a:endParaRPr>
          </a:p>
          <a:p>
            <a:pPr marL="12700" marR="5080"/>
            <a:r>
              <a:rPr lang="en-US" sz="1400" kern="0" spc="-80" dirty="0">
                <a:solidFill>
                  <a:schemeClr val="accent2"/>
                </a:solidFill>
              </a:rPr>
              <a:t>✅ 8. Build, Release, Deployment</a:t>
            </a:r>
          </a:p>
          <a:p>
            <a:pPr marL="12700" marR="5080"/>
            <a:r>
              <a:rPr lang="en-US" sz="1400" kern="0" spc="-80" dirty="0">
                <a:solidFill>
                  <a:schemeClr val="accent2"/>
                </a:solidFill>
              </a:rPr>
              <a:t>Web</a:t>
            </a:r>
          </a:p>
          <a:p>
            <a:pPr marL="12700" marR="5080"/>
            <a:r>
              <a:rPr lang="en-US" sz="1400" kern="0" spc="-80" dirty="0">
                <a:solidFill>
                  <a:schemeClr val="accent6"/>
                </a:solidFill>
              </a:rPr>
              <a:t>Auto deploy via CI/CD.</a:t>
            </a:r>
          </a:p>
          <a:p>
            <a:pPr marL="12700" marR="5080"/>
            <a:r>
              <a:rPr lang="en-US" sz="1400" kern="0" spc="-80" dirty="0">
                <a:solidFill>
                  <a:schemeClr val="accent6"/>
                </a:solidFill>
              </a:rPr>
              <a:t>No app store approval.</a:t>
            </a:r>
          </a:p>
          <a:p>
            <a:pPr marL="12700" marR="5080"/>
            <a:r>
              <a:rPr lang="en-US" sz="1400" kern="0" spc="-80" dirty="0">
                <a:solidFill>
                  <a:schemeClr val="accent6"/>
                </a:solidFill>
              </a:rPr>
              <a:t>Changes instantly visible.</a:t>
            </a:r>
          </a:p>
          <a:p>
            <a:pPr marL="12700" marR="5080"/>
            <a:r>
              <a:rPr lang="en-US" sz="1400" kern="0" spc="-80" dirty="0">
                <a:solidFill>
                  <a:schemeClr val="accent6"/>
                </a:solidFill>
              </a:rPr>
              <a:t>Can use AB testing live.</a:t>
            </a:r>
          </a:p>
          <a:p>
            <a:pPr marL="12700" marR="5080"/>
            <a:r>
              <a:rPr lang="en-US" sz="1400" kern="0" spc="-80" dirty="0">
                <a:solidFill>
                  <a:schemeClr val="accent2"/>
                </a:solidFill>
              </a:rPr>
              <a:t>Native</a:t>
            </a:r>
          </a:p>
          <a:p>
            <a:pPr marL="12700" marR="5080"/>
            <a:r>
              <a:rPr lang="en-US" sz="1400" kern="0" spc="-80" dirty="0">
                <a:solidFill>
                  <a:schemeClr val="accent6"/>
                </a:solidFill>
              </a:rPr>
              <a:t>Build for each platform separately.</a:t>
            </a:r>
          </a:p>
          <a:p>
            <a:pPr marL="12700" marR="5080"/>
            <a:r>
              <a:rPr lang="en-US" sz="1400" kern="0" spc="-80" dirty="0">
                <a:solidFill>
                  <a:schemeClr val="accent6"/>
                </a:solidFill>
              </a:rPr>
              <a:t>App store submission, review, signing.</a:t>
            </a:r>
          </a:p>
          <a:p>
            <a:pPr marL="12700" marR="5080"/>
            <a:r>
              <a:rPr lang="en-US" sz="1400" kern="0" spc="-80" dirty="0">
                <a:solidFill>
                  <a:schemeClr val="accent6"/>
                </a:solidFill>
              </a:rPr>
              <a:t>Users must update app (unless forced).</a:t>
            </a:r>
          </a:p>
          <a:p>
            <a:pPr marL="12700" marR="5080"/>
            <a:r>
              <a:rPr lang="en-US" sz="1400" kern="0" spc="-80" dirty="0">
                <a:solidFill>
                  <a:schemeClr val="accent6"/>
                </a:solidFill>
              </a:rPr>
              <a:t>Long release cycles.</a:t>
            </a:r>
          </a:p>
        </p:txBody>
      </p:sp>
      <p:grpSp>
        <p:nvGrpSpPr>
          <p:cNvPr id="9" name="Group 8">
            <a:extLst>
              <a:ext uri="{FF2B5EF4-FFF2-40B4-BE49-F238E27FC236}">
                <a16:creationId xmlns:a16="http://schemas.microsoft.com/office/drawing/2014/main" id="{50C4E7D5-82D6-7010-D9A2-45C7AE60309A}"/>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27443923-5433-147A-AD96-B6911987044F}"/>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09874A50-CDAD-C102-E176-0D0C11C751B5}"/>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Web vs Native Mobile Development</a:t>
              </a:r>
            </a:p>
          </p:txBody>
        </p:sp>
      </p:grpSp>
    </p:spTree>
    <p:extLst>
      <p:ext uri="{BB962C8B-B14F-4D97-AF65-F5344CB8AC3E}">
        <p14:creationId xmlns:p14="http://schemas.microsoft.com/office/powerpoint/2010/main" val="3307992367"/>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241CE-8EB1-5739-76A7-8E265AF6D34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0056CA1-D98E-A641-8E1B-41E273687AA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BCFB367-27E8-10A4-4DB9-17AEBDFF99A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3C8F3BF7-EFA6-900A-CE37-729E99EFBA6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8BAB049-939F-6682-EBD7-82984D5AEE1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93161E2-2619-B0BA-8CF2-349434445FB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E9D5670-6798-161C-15DC-AA066BE43D1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E76CA31-433E-193F-CDEC-A4BF44DE047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BD42E7A-F5C4-2A24-3F4C-D2F15C76CC07}"/>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9. Testing Comparison</a:t>
            </a:r>
          </a:p>
          <a:p>
            <a:pPr marL="12700" marR="5080"/>
            <a:r>
              <a:rPr lang="en-US" sz="1400" kern="0" spc="-80" dirty="0">
                <a:solidFill>
                  <a:schemeClr val="accent2"/>
                </a:solidFill>
              </a:rPr>
              <a:t>Test Type	                               Web                                                	Native</a:t>
            </a:r>
          </a:p>
          <a:p>
            <a:pPr marL="12700" marR="5080"/>
            <a:r>
              <a:rPr lang="en-US" sz="1400" kern="0" spc="-80" dirty="0">
                <a:solidFill>
                  <a:schemeClr val="accent6"/>
                </a:solidFill>
              </a:rPr>
              <a:t>Unit Tests	                               Jest, </a:t>
            </a:r>
            <a:r>
              <a:rPr lang="en-US" sz="1400" kern="0" spc="-80" dirty="0" err="1">
                <a:solidFill>
                  <a:schemeClr val="accent6"/>
                </a:solidFill>
              </a:rPr>
              <a:t>Vitest</a:t>
            </a:r>
            <a:r>
              <a:rPr lang="en-US" sz="1400" kern="0" spc="-80" dirty="0">
                <a:solidFill>
                  <a:schemeClr val="accent6"/>
                </a:solidFill>
              </a:rPr>
              <a:t>	                                       JUnit/</a:t>
            </a:r>
            <a:r>
              <a:rPr lang="en-US" sz="1400" kern="0" spc="-80" dirty="0" err="1">
                <a:solidFill>
                  <a:schemeClr val="accent6"/>
                </a:solidFill>
              </a:rPr>
              <a:t>KotlinTest</a:t>
            </a:r>
            <a:r>
              <a:rPr lang="en-US" sz="1400" kern="0" spc="-80" dirty="0">
                <a:solidFill>
                  <a:schemeClr val="accent6"/>
                </a:solidFill>
              </a:rPr>
              <a:t>, </a:t>
            </a:r>
            <a:r>
              <a:rPr lang="en-US" sz="1400" kern="0" spc="-80" dirty="0" err="1">
                <a:solidFill>
                  <a:schemeClr val="accent6"/>
                </a:solidFill>
              </a:rPr>
              <a:t>XCTest</a:t>
            </a:r>
            <a:endParaRPr lang="en-US" sz="1400" kern="0" spc="-80" dirty="0">
              <a:solidFill>
                <a:schemeClr val="accent6"/>
              </a:solidFill>
            </a:endParaRPr>
          </a:p>
          <a:p>
            <a:pPr marL="12700" marR="5080"/>
            <a:r>
              <a:rPr lang="en-US" sz="1400" kern="0" spc="-80" dirty="0">
                <a:solidFill>
                  <a:schemeClr val="accent6"/>
                </a:solidFill>
              </a:rPr>
              <a:t>UI Tests	                               Cypress, Playwright	                    Espresso, </a:t>
            </a:r>
            <a:r>
              <a:rPr lang="en-US" sz="1400" kern="0" spc="-80" dirty="0" err="1">
                <a:solidFill>
                  <a:schemeClr val="accent6"/>
                </a:solidFill>
              </a:rPr>
              <a:t>XCUITest</a:t>
            </a:r>
            <a:endParaRPr lang="en-US" sz="1400" kern="0" spc="-80" dirty="0">
              <a:solidFill>
                <a:schemeClr val="accent6"/>
              </a:solidFill>
            </a:endParaRPr>
          </a:p>
          <a:p>
            <a:pPr marL="12700" marR="5080"/>
            <a:r>
              <a:rPr lang="en-US" sz="1400" kern="0" spc="-80" dirty="0">
                <a:solidFill>
                  <a:schemeClr val="accent6"/>
                </a:solidFill>
              </a:rPr>
              <a:t>Integration Tests	            Possible via mock servers	                    Stronger tooling</a:t>
            </a:r>
          </a:p>
          <a:p>
            <a:pPr marL="12700" marR="5080"/>
            <a:r>
              <a:rPr lang="en-US" sz="1400" kern="0" spc="-80" dirty="0">
                <a:solidFill>
                  <a:schemeClr val="accent6"/>
                </a:solidFill>
              </a:rPr>
              <a:t>Device Matrix	            Browser/device combinations              OS fragmentation for Android, </a:t>
            </a:r>
          </a:p>
          <a:p>
            <a:pPr marL="12700" marR="5080"/>
            <a:r>
              <a:rPr lang="en-US" sz="1400" kern="0" spc="-80" dirty="0">
                <a:solidFill>
                  <a:schemeClr val="accent6"/>
                </a:solidFill>
              </a:rPr>
              <a:t>                                                   very high	 l                                      limited for iOS</a:t>
            </a:r>
          </a:p>
          <a:p>
            <a:pPr marL="12700" marR="5080"/>
            <a:endParaRPr lang="en-US" sz="1400" kern="0" spc="-80" dirty="0">
              <a:solidFill>
                <a:schemeClr val="accent6"/>
              </a:solidFill>
            </a:endParaRPr>
          </a:p>
          <a:p>
            <a:pPr marL="12700" marR="5080"/>
            <a:r>
              <a:rPr lang="en-US" sz="1400" kern="0" spc="-80" dirty="0">
                <a:solidFill>
                  <a:schemeClr val="accent2"/>
                </a:solidFill>
              </a:rPr>
              <a:t>✅ 10. Scalability &amp; Maintainability</a:t>
            </a:r>
          </a:p>
          <a:p>
            <a:pPr marL="12700" marR="5080"/>
            <a:r>
              <a:rPr lang="en-US" sz="1400" kern="0" spc="-80" dirty="0">
                <a:solidFill>
                  <a:schemeClr val="accent2"/>
                </a:solidFill>
              </a:rPr>
              <a:t>Web Frontend</a:t>
            </a:r>
          </a:p>
          <a:p>
            <a:pPr marL="12700" marR="5080"/>
            <a:r>
              <a:rPr lang="en-US" sz="1400" kern="0" spc="-80" dirty="0">
                <a:solidFill>
                  <a:schemeClr val="accent6"/>
                </a:solidFill>
              </a:rPr>
              <a:t>Easier scaling of teams (React/TS widely known).</a:t>
            </a:r>
          </a:p>
          <a:p>
            <a:pPr marL="12700" marR="5080"/>
            <a:r>
              <a:rPr lang="en-US" sz="1400" kern="0" spc="-80" dirty="0">
                <a:solidFill>
                  <a:schemeClr val="accent6"/>
                </a:solidFill>
              </a:rPr>
              <a:t>Must handle browser compatibility issues.</a:t>
            </a:r>
          </a:p>
          <a:p>
            <a:pPr marL="12700" marR="5080"/>
            <a:r>
              <a:rPr lang="en-US" sz="1400" kern="0" spc="-80" dirty="0">
                <a:solidFill>
                  <a:schemeClr val="accent6"/>
                </a:solidFill>
              </a:rPr>
              <a:t>Large codebases become complex due to JS flexibility.</a:t>
            </a:r>
          </a:p>
          <a:p>
            <a:pPr marL="12700" marR="5080"/>
            <a:r>
              <a:rPr lang="en-US" sz="1400" kern="0" spc="-80" dirty="0">
                <a:solidFill>
                  <a:schemeClr val="accent2"/>
                </a:solidFill>
              </a:rPr>
              <a:t>Native Mobile</a:t>
            </a:r>
          </a:p>
          <a:p>
            <a:pPr marL="12700" marR="5080"/>
            <a:r>
              <a:rPr lang="en-US" sz="1400" kern="0" spc="-80" dirty="0">
                <a:solidFill>
                  <a:schemeClr val="accent6"/>
                </a:solidFill>
              </a:rPr>
              <a:t>Requires expertise in each platform.</a:t>
            </a:r>
          </a:p>
          <a:p>
            <a:pPr marL="12700" marR="5080"/>
            <a:r>
              <a:rPr lang="en-US" sz="1400" kern="0" spc="-80" dirty="0">
                <a:solidFill>
                  <a:schemeClr val="accent6"/>
                </a:solidFill>
              </a:rPr>
              <a:t>iOS codebases usually cleaner (type-safety + strict guidelines).</a:t>
            </a:r>
          </a:p>
          <a:p>
            <a:pPr marL="12700" marR="5080"/>
            <a:r>
              <a:rPr lang="en-US" sz="1400" kern="0" spc="-80" dirty="0">
                <a:solidFill>
                  <a:schemeClr val="accent6"/>
                </a:solidFill>
              </a:rPr>
              <a:t>Android fragmentation increases maintenance cost.</a:t>
            </a:r>
          </a:p>
          <a:p>
            <a:pPr marL="12700" marR="5080"/>
            <a:endParaRPr lang="en-US" sz="1400" kern="0" spc="-80" dirty="0">
              <a:solidFill>
                <a:schemeClr val="accent6"/>
              </a:solidFill>
            </a:endParaRPr>
          </a:p>
          <a:p>
            <a:pPr marL="12700" marR="5080"/>
            <a:r>
              <a:rPr lang="en-US" sz="1400" kern="0" spc="-80" dirty="0">
                <a:solidFill>
                  <a:schemeClr val="accent2"/>
                </a:solidFill>
              </a:rPr>
              <a:t>✅ 11. Cost vs Time Comparison</a:t>
            </a:r>
          </a:p>
          <a:p>
            <a:pPr marL="12700" marR="5080"/>
            <a:r>
              <a:rPr lang="en-US" sz="1400" kern="0" spc="-80" dirty="0">
                <a:solidFill>
                  <a:schemeClr val="accent2"/>
                </a:solidFill>
              </a:rPr>
              <a:t>Factor	                              Web	                                                           Native</a:t>
            </a:r>
          </a:p>
          <a:p>
            <a:pPr marL="12700" marR="5080"/>
            <a:r>
              <a:rPr lang="en-US" sz="1400" kern="0" spc="-80" dirty="0">
                <a:solidFill>
                  <a:schemeClr val="accent6"/>
                </a:solidFill>
              </a:rPr>
              <a:t>Development cost	           Low → One codebase	                    High → Two codebases</a:t>
            </a:r>
          </a:p>
          <a:p>
            <a:pPr marL="12700" marR="5080"/>
            <a:r>
              <a:rPr lang="en-US" sz="1400" kern="0" spc="-80" dirty="0">
                <a:solidFill>
                  <a:schemeClr val="accent6"/>
                </a:solidFill>
              </a:rPr>
              <a:t>Maintenance cost	           Medium	                                        High</a:t>
            </a:r>
          </a:p>
          <a:p>
            <a:pPr marL="12700" marR="5080"/>
            <a:r>
              <a:rPr lang="en-US" sz="1400" kern="0" spc="-80" dirty="0">
                <a:solidFill>
                  <a:schemeClr val="accent6"/>
                </a:solidFill>
              </a:rPr>
              <a:t>Time to market	           Fast	                                                           Slow</a:t>
            </a:r>
          </a:p>
          <a:p>
            <a:pPr marL="12700" marR="5080"/>
            <a:r>
              <a:rPr lang="en-US" sz="1400" kern="0" spc="-80" dirty="0">
                <a:solidFill>
                  <a:schemeClr val="accent6"/>
                </a:solidFill>
              </a:rPr>
              <a:t>Specialized talent	           Needed but widely available	Highly specialized, expensive</a:t>
            </a:r>
          </a:p>
          <a:p>
            <a:pPr marL="12700" marR="5080"/>
            <a:endParaRPr lang="en-US" sz="1400" kern="0" spc="-80" dirty="0">
              <a:solidFill>
                <a:schemeClr val="accent6"/>
              </a:solidFill>
            </a:endParaRPr>
          </a:p>
        </p:txBody>
      </p:sp>
      <p:grpSp>
        <p:nvGrpSpPr>
          <p:cNvPr id="9" name="Group 8">
            <a:extLst>
              <a:ext uri="{FF2B5EF4-FFF2-40B4-BE49-F238E27FC236}">
                <a16:creationId xmlns:a16="http://schemas.microsoft.com/office/drawing/2014/main" id="{8B3C89A9-9149-8F4A-CFC8-9C1310BE8CCB}"/>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B4145F73-63F5-FEA0-8345-18D2A259C22D}"/>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343316DB-6DB6-5BD7-A3A0-2E2F2947944A}"/>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Web vs Native Mobile Development</a:t>
              </a:r>
            </a:p>
          </p:txBody>
        </p:sp>
      </p:grpSp>
    </p:spTree>
    <p:extLst>
      <p:ext uri="{BB962C8B-B14F-4D97-AF65-F5344CB8AC3E}">
        <p14:creationId xmlns:p14="http://schemas.microsoft.com/office/powerpoint/2010/main" val="17937180"/>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4D9DC3-53D6-0AC5-27E7-09EED8D9B6B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C1596F0-BE7F-BABF-1FA8-664FFAF5589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A9BBF00-F9F1-7744-06B6-0A8D8292B45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FF32096-EE25-8970-4E3E-4903C0A5FB9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C85A06C-9A7F-2F72-AD75-E7C69CF4046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6BC3AF1-2327-81CC-4563-965CB2EABD7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F9A3B56-B30C-BF2B-520C-24AC22E1304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08D5970-B4A6-1665-7E4D-C346A1C378E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B88B346-566E-D003-602A-5972F7373595}"/>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12. When to Choose What?</a:t>
            </a:r>
          </a:p>
          <a:p>
            <a:pPr marL="12700" marR="5080"/>
            <a:r>
              <a:rPr lang="en-US" sz="1400" kern="0" spc="-80" dirty="0">
                <a:solidFill>
                  <a:schemeClr val="accent2"/>
                </a:solidFill>
              </a:rPr>
              <a:t>✔ Choose Web Frontend if:</a:t>
            </a:r>
          </a:p>
          <a:p>
            <a:pPr marL="12700" marR="5080"/>
            <a:r>
              <a:rPr lang="en-US" sz="1400" kern="0" spc="-80" dirty="0">
                <a:solidFill>
                  <a:schemeClr val="accent6"/>
                </a:solidFill>
              </a:rPr>
              <a:t>You need fast iteration, low cost, broad reach.</a:t>
            </a:r>
          </a:p>
          <a:p>
            <a:pPr marL="12700" marR="5080"/>
            <a:r>
              <a:rPr lang="en-US" sz="1400" kern="0" spc="-80" dirty="0">
                <a:solidFill>
                  <a:schemeClr val="accent6"/>
                </a:solidFill>
              </a:rPr>
              <a:t>App is mostly content-driven (SaaS dashboards, CMS, internal tools).</a:t>
            </a:r>
          </a:p>
          <a:p>
            <a:pPr marL="12700" marR="5080"/>
            <a:r>
              <a:rPr lang="en-US" sz="1400" kern="0" spc="-80" dirty="0">
                <a:solidFill>
                  <a:schemeClr val="accent6"/>
                </a:solidFill>
              </a:rPr>
              <a:t>You need instant deployment &amp; continuous updates.</a:t>
            </a:r>
          </a:p>
          <a:p>
            <a:pPr marL="12700" marR="5080"/>
            <a:r>
              <a:rPr lang="en-US" sz="1400" kern="0" spc="-80" dirty="0">
                <a:solidFill>
                  <a:schemeClr val="accent2"/>
                </a:solidFill>
              </a:rPr>
              <a:t>✔ Choose Native Mobile if:</a:t>
            </a:r>
          </a:p>
          <a:p>
            <a:pPr marL="12700" marR="5080"/>
            <a:r>
              <a:rPr lang="en-US" sz="1400" kern="0" spc="-80" dirty="0">
                <a:solidFill>
                  <a:schemeClr val="accent6"/>
                </a:solidFill>
              </a:rPr>
              <a:t>You need high performance, complex animations.</a:t>
            </a:r>
          </a:p>
          <a:p>
            <a:pPr marL="12700" marR="5080"/>
            <a:r>
              <a:rPr lang="en-US" sz="1400" kern="0" spc="-80" dirty="0">
                <a:solidFill>
                  <a:schemeClr val="accent6"/>
                </a:solidFill>
              </a:rPr>
              <a:t>You need deep hardware access (camera, sensors, NFC).</a:t>
            </a:r>
          </a:p>
          <a:p>
            <a:pPr marL="12700" marR="5080"/>
            <a:r>
              <a:rPr lang="en-US" sz="1400" kern="0" spc="-80" dirty="0">
                <a:solidFill>
                  <a:schemeClr val="accent6"/>
                </a:solidFill>
              </a:rPr>
              <a:t>Offline-first or near real-time app (finance, gaming, social networks).</a:t>
            </a:r>
          </a:p>
          <a:p>
            <a:pPr marL="12700" marR="5080"/>
            <a:r>
              <a:rPr lang="en-US" sz="1400" kern="0" spc="-80" dirty="0">
                <a:solidFill>
                  <a:schemeClr val="accent6"/>
                </a:solidFill>
              </a:rPr>
              <a:t>You deliver a premium UX.</a:t>
            </a:r>
          </a:p>
          <a:p>
            <a:pPr marL="12700" marR="5080"/>
            <a:endParaRPr lang="en-US" sz="1400" kern="0" spc="-80" dirty="0">
              <a:solidFill>
                <a:schemeClr val="accent6"/>
              </a:solidFill>
            </a:endParaRPr>
          </a:p>
          <a:p>
            <a:pPr marL="12700" marR="5080"/>
            <a:r>
              <a:rPr lang="en-US" sz="1400" kern="0" spc="-80" dirty="0">
                <a:solidFill>
                  <a:schemeClr val="accent2"/>
                </a:solidFill>
              </a:rPr>
              <a:t>📌 15. Summary Table</a:t>
            </a:r>
          </a:p>
          <a:p>
            <a:pPr marL="12700" marR="5080"/>
            <a:r>
              <a:rPr lang="en-US" sz="1400" kern="0" spc="-80" dirty="0">
                <a:solidFill>
                  <a:schemeClr val="accent2"/>
                </a:solidFill>
              </a:rPr>
              <a:t>Category	                          Web Frontend	                                                  Native Mobile</a:t>
            </a:r>
          </a:p>
          <a:p>
            <a:pPr marL="12700" marR="5080"/>
            <a:r>
              <a:rPr lang="en-US" sz="1400" kern="0" spc="-80" dirty="0">
                <a:solidFill>
                  <a:schemeClr val="accent6"/>
                </a:solidFill>
              </a:rPr>
              <a:t>Performance	      ⭐⭐⭐	                                                  ⭐⭐⭐⭐⭐</a:t>
            </a:r>
          </a:p>
          <a:p>
            <a:pPr marL="12700" marR="5080"/>
            <a:r>
              <a:rPr lang="en-US" sz="1400" kern="0" spc="-80" dirty="0">
                <a:solidFill>
                  <a:schemeClr val="accent6"/>
                </a:solidFill>
              </a:rPr>
              <a:t>Device Access	      ⭐⭐	                                                                     ⭐⭐⭐⭐⭐</a:t>
            </a:r>
          </a:p>
          <a:p>
            <a:pPr marL="12700" marR="5080"/>
            <a:r>
              <a:rPr lang="en-US" sz="1400" kern="0" spc="-80" dirty="0">
                <a:solidFill>
                  <a:schemeClr val="accent6"/>
                </a:solidFill>
              </a:rPr>
              <a:t>UX	                         ⭐⭐⭐	                                                  ⭐⭐⭐⭐⭐</a:t>
            </a:r>
          </a:p>
          <a:p>
            <a:pPr marL="12700" marR="5080"/>
            <a:r>
              <a:rPr lang="en-US" sz="1400" kern="0" spc="-80" dirty="0">
                <a:solidFill>
                  <a:schemeClr val="accent6"/>
                </a:solidFill>
              </a:rPr>
              <a:t>Dev Speed	                         ⭐⭐⭐⭐⭐	                                                  ⭐⭐⭐</a:t>
            </a:r>
          </a:p>
          <a:p>
            <a:pPr marL="12700" marR="5080"/>
            <a:r>
              <a:rPr lang="en-US" sz="1400" kern="0" spc="-80" dirty="0">
                <a:solidFill>
                  <a:schemeClr val="accent6"/>
                </a:solidFill>
              </a:rPr>
              <a:t>Deployment	       Instant	                                                                     Slow (store reviews)</a:t>
            </a:r>
          </a:p>
          <a:p>
            <a:pPr marL="12700" marR="5080"/>
            <a:r>
              <a:rPr lang="en-US" sz="1400" kern="0" spc="-80" dirty="0">
                <a:solidFill>
                  <a:schemeClr val="accent6"/>
                </a:solidFill>
              </a:rPr>
              <a:t>Cost	                          Low	                                                                     High</a:t>
            </a:r>
          </a:p>
          <a:p>
            <a:pPr marL="12700" marR="5080"/>
            <a:r>
              <a:rPr lang="en-US" sz="1400" kern="0" spc="-80" dirty="0">
                <a:solidFill>
                  <a:schemeClr val="accent6"/>
                </a:solidFill>
              </a:rPr>
              <a:t>Security	                          Medium	                                                  High</a:t>
            </a:r>
          </a:p>
          <a:p>
            <a:pPr marL="12700" marR="5080"/>
            <a:r>
              <a:rPr lang="en-US" sz="1400" kern="0" spc="-80" dirty="0">
                <a:solidFill>
                  <a:schemeClr val="accent6"/>
                </a:solidFill>
              </a:rPr>
              <a:t>Team Scaling	       Easy	                                                                      Hard</a:t>
            </a:r>
          </a:p>
          <a:p>
            <a:pPr marL="12700" marR="5080"/>
            <a:r>
              <a:rPr lang="en-US" sz="1400" kern="0" spc="-80" dirty="0">
                <a:solidFill>
                  <a:schemeClr val="accent6"/>
                </a:solidFill>
              </a:rPr>
              <a:t>Fragmentation	       High browsers	                                                  High Android, low iOS</a:t>
            </a:r>
          </a:p>
        </p:txBody>
      </p:sp>
      <p:grpSp>
        <p:nvGrpSpPr>
          <p:cNvPr id="9" name="Group 8">
            <a:extLst>
              <a:ext uri="{FF2B5EF4-FFF2-40B4-BE49-F238E27FC236}">
                <a16:creationId xmlns:a16="http://schemas.microsoft.com/office/drawing/2014/main" id="{270C58F7-188C-ED00-5870-46A4CD0400B1}"/>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E79B187B-F105-BEF7-8536-0A8789BE89C5}"/>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8E97531F-5D68-C8A7-2B24-31C792FB84B4}"/>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Web vs Native Mobile Development</a:t>
              </a:r>
            </a:p>
          </p:txBody>
        </p:sp>
      </p:grpSp>
    </p:spTree>
    <p:extLst>
      <p:ext uri="{BB962C8B-B14F-4D97-AF65-F5344CB8AC3E}">
        <p14:creationId xmlns:p14="http://schemas.microsoft.com/office/powerpoint/2010/main" val="3826156113"/>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7297875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9" name="object 2">
            <a:extLst>
              <a:ext uri="{FF2B5EF4-FFF2-40B4-BE49-F238E27FC236}">
                <a16:creationId xmlns:a16="http://schemas.microsoft.com/office/drawing/2014/main" id="{DD474852-C5BE-A008-7D95-8C1AABA0B0E5}"/>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Offline First &amp; PWA Architecture</a:t>
            </a:r>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2" name="Picture 11">
            <a:extLst>
              <a:ext uri="{FF2B5EF4-FFF2-40B4-BE49-F238E27FC236}">
                <a16:creationId xmlns:a16="http://schemas.microsoft.com/office/drawing/2014/main" id="{9BD046C4-A3A6-6360-F8EE-89554A614454}"/>
              </a:ext>
            </a:extLst>
          </p:cNvPr>
          <p:cNvPicPr>
            <a:picLocks noChangeAspect="1"/>
          </p:cNvPicPr>
          <p:nvPr/>
        </p:nvPicPr>
        <p:blipFill>
          <a:blip r:embed="rId7"/>
          <a:stretch>
            <a:fillRect/>
          </a:stretch>
        </p:blipFill>
        <p:spPr>
          <a:xfrm>
            <a:off x="138063" y="1196884"/>
            <a:ext cx="8777336" cy="4594316"/>
          </a:xfrm>
          <a:prstGeom prst="rect">
            <a:avLst/>
          </a:prstGeom>
        </p:spPr>
      </p:pic>
    </p:spTree>
    <p:extLst>
      <p:ext uri="{BB962C8B-B14F-4D97-AF65-F5344CB8AC3E}">
        <p14:creationId xmlns:p14="http://schemas.microsoft.com/office/powerpoint/2010/main" val="3970662625"/>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8BDA1B-4AED-95C0-DCAC-2C555EA6036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E125037-6A60-D191-529F-326D45B42C6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E36B01E-2A49-E375-26AF-29FB2B41AAE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C7A2805C-D45E-2456-BE65-25CACCECA5B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41F948D-5D6C-3B5E-D7AB-B1B741764A1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C470C59-5441-539D-D597-89FFB13FE37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F52C0D0-F9A8-DE5C-D602-9A7A2C0C01C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1F14B24-4D9D-446B-4FC4-42686BA1647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861FCC1-1222-7D25-5091-9657FE3392F8}"/>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1. FOUNDATIONS OF OFFLINE-FIRST</a:t>
            </a:r>
          </a:p>
          <a:p>
            <a:pPr marL="12700" marR="5080"/>
            <a:r>
              <a:rPr lang="en-US" sz="1400" kern="0" spc="-80" dirty="0">
                <a:solidFill>
                  <a:schemeClr val="accent2"/>
                </a:solidFill>
              </a:rPr>
              <a:t>Offline-first means:</a:t>
            </a:r>
          </a:p>
          <a:p>
            <a:pPr marL="12700" marR="5080"/>
            <a:r>
              <a:rPr lang="en-US" sz="1400" kern="0" spc="-80" dirty="0">
                <a:solidFill>
                  <a:schemeClr val="accent6"/>
                </a:solidFill>
              </a:rPr>
              <a:t>Design your application as if it will start offline and occasionally connect to the network.</a:t>
            </a:r>
          </a:p>
          <a:p>
            <a:pPr marL="12700" marR="5080"/>
            <a:r>
              <a:rPr lang="en-US" sz="1400" kern="0" spc="-80" dirty="0">
                <a:solidFill>
                  <a:schemeClr val="accent2"/>
                </a:solidFill>
              </a:rPr>
              <a:t>Core Principles</a:t>
            </a:r>
          </a:p>
          <a:p>
            <a:pPr marL="12700" marR="5080"/>
            <a:r>
              <a:rPr lang="en-US" sz="1400" kern="0" spc="-80" dirty="0">
                <a:solidFill>
                  <a:schemeClr val="accent6"/>
                </a:solidFill>
              </a:rPr>
              <a:t>Local-first storage → App reads from local DB first.</a:t>
            </a:r>
          </a:p>
          <a:p>
            <a:pPr marL="12700" marR="5080"/>
            <a:r>
              <a:rPr lang="en-US" sz="1400" kern="0" spc="-80" dirty="0">
                <a:solidFill>
                  <a:schemeClr val="accent6"/>
                </a:solidFill>
              </a:rPr>
              <a:t>Resilient UX → App provides meaningful UI even with no network.</a:t>
            </a:r>
          </a:p>
          <a:p>
            <a:pPr marL="12700" marR="5080"/>
            <a:r>
              <a:rPr lang="en-US" sz="1400" kern="0" spc="-80" dirty="0">
                <a:solidFill>
                  <a:schemeClr val="accent6"/>
                </a:solidFill>
              </a:rPr>
              <a:t>Eventual consistency → Syncs when connected (not real-time dependent).</a:t>
            </a:r>
          </a:p>
          <a:p>
            <a:pPr marL="12700" marR="5080"/>
            <a:r>
              <a:rPr lang="en-US" sz="1400" kern="0" spc="-80" dirty="0">
                <a:solidFill>
                  <a:schemeClr val="accent6"/>
                </a:solidFill>
              </a:rPr>
              <a:t>Conflict resolution strategies → Automatic merge or user-specified.</a:t>
            </a:r>
          </a:p>
          <a:p>
            <a:pPr marL="12700" marR="5080"/>
            <a:r>
              <a:rPr lang="en-US" sz="1400" kern="0" spc="-80" dirty="0">
                <a:solidFill>
                  <a:schemeClr val="accent6"/>
                </a:solidFill>
              </a:rPr>
              <a:t>Background Sync → Browser syncs changes without user presence.</a:t>
            </a:r>
          </a:p>
          <a:p>
            <a:pPr marL="12700" marR="5080"/>
            <a:r>
              <a:rPr lang="en-US" sz="1400" kern="0" spc="-80" dirty="0">
                <a:solidFill>
                  <a:schemeClr val="accent6"/>
                </a:solidFill>
              </a:rPr>
              <a:t>Graceful degradation → App still works but with limited features.</a:t>
            </a:r>
          </a:p>
          <a:p>
            <a:pPr marL="12700" marR="5080"/>
            <a:r>
              <a:rPr lang="en-US" sz="1400" kern="0" spc="-80" dirty="0">
                <a:solidFill>
                  <a:schemeClr val="accent6"/>
                </a:solidFill>
              </a:rPr>
              <a:t>Optimistic UI updates → Assume success before server confirmation.</a:t>
            </a:r>
          </a:p>
          <a:p>
            <a:pPr marL="12700" marR="5080"/>
            <a:endParaRPr lang="en-US" sz="1400" kern="0" spc="-80" dirty="0">
              <a:solidFill>
                <a:schemeClr val="accent6"/>
              </a:solidFill>
            </a:endParaRPr>
          </a:p>
          <a:p>
            <a:pPr marL="12700" marR="5080"/>
            <a:r>
              <a:rPr lang="en-US" sz="1400" kern="0" spc="-80" dirty="0">
                <a:solidFill>
                  <a:schemeClr val="accent2"/>
                </a:solidFill>
              </a:rPr>
              <a:t>🔌 2. CORE PWA BUILDING BLOCKS</a:t>
            </a:r>
          </a:p>
          <a:p>
            <a:pPr marL="12700" marR="5080"/>
            <a:r>
              <a:rPr lang="en-US" sz="1400" kern="0" spc="-80" dirty="0">
                <a:solidFill>
                  <a:schemeClr val="accent6"/>
                </a:solidFill>
              </a:rPr>
              <a:t>PWAs = Web apps with native capabilities.</a:t>
            </a:r>
          </a:p>
          <a:p>
            <a:pPr marL="12700" marR="5080"/>
            <a:r>
              <a:rPr lang="en-US" sz="1400" kern="0" spc="-80" dirty="0">
                <a:solidFill>
                  <a:schemeClr val="accent2"/>
                </a:solidFill>
              </a:rPr>
              <a:t>2.1 Service Workers</a:t>
            </a:r>
          </a:p>
          <a:p>
            <a:pPr marL="12700" marR="5080"/>
            <a:r>
              <a:rPr lang="en-US" sz="1400" kern="0" spc="-80" dirty="0">
                <a:solidFill>
                  <a:schemeClr val="accent6"/>
                </a:solidFill>
              </a:rPr>
              <a:t>The heart of offline-first.</a:t>
            </a:r>
          </a:p>
          <a:p>
            <a:pPr marL="12700" marR="5080"/>
            <a:r>
              <a:rPr lang="en-US" sz="1400" kern="0" spc="-80" dirty="0">
                <a:solidFill>
                  <a:schemeClr val="accent6"/>
                </a:solidFill>
              </a:rPr>
              <a:t>Capabilities:</a:t>
            </a:r>
          </a:p>
          <a:p>
            <a:pPr marL="12700" marR="5080"/>
            <a:r>
              <a:rPr lang="en-US" sz="1400" kern="0" spc="-80" dirty="0">
                <a:solidFill>
                  <a:schemeClr val="accent6"/>
                </a:solidFill>
              </a:rPr>
              <a:t>Asset caching</a:t>
            </a:r>
          </a:p>
          <a:p>
            <a:pPr marL="12700" marR="5080"/>
            <a:r>
              <a:rPr lang="en-US" sz="1400" kern="0" spc="-80" dirty="0">
                <a:solidFill>
                  <a:schemeClr val="accent6"/>
                </a:solidFill>
              </a:rPr>
              <a:t>Request interception</a:t>
            </a:r>
          </a:p>
          <a:p>
            <a:pPr marL="12700" marR="5080"/>
            <a:r>
              <a:rPr lang="en-US" sz="1400" kern="0" spc="-80" dirty="0">
                <a:solidFill>
                  <a:schemeClr val="accent6"/>
                </a:solidFill>
              </a:rPr>
              <a:t>Background sync</a:t>
            </a:r>
          </a:p>
          <a:p>
            <a:pPr marL="12700" marR="5080"/>
            <a:r>
              <a:rPr lang="en-US" sz="1400" kern="0" spc="-80" dirty="0">
                <a:solidFill>
                  <a:schemeClr val="accent6"/>
                </a:solidFill>
              </a:rPr>
              <a:t>Push notifications</a:t>
            </a:r>
          </a:p>
          <a:p>
            <a:pPr marL="12700" marR="5080"/>
            <a:r>
              <a:rPr lang="en-US" sz="1400" kern="0" spc="-80" dirty="0">
                <a:solidFill>
                  <a:schemeClr val="accent6"/>
                </a:solidFill>
              </a:rPr>
              <a:t>Offline routing</a:t>
            </a:r>
          </a:p>
          <a:p>
            <a:pPr marL="12700" marR="5080"/>
            <a:r>
              <a:rPr lang="en-US" sz="1400" kern="0" spc="-80" dirty="0">
                <a:solidFill>
                  <a:schemeClr val="accent6"/>
                </a:solidFill>
              </a:rPr>
              <a:t>Offline analytics</a:t>
            </a:r>
          </a:p>
          <a:p>
            <a:pPr marL="12700" marR="5080"/>
            <a:r>
              <a:rPr lang="en-US" sz="1400" kern="0" spc="-80" dirty="0">
                <a:solidFill>
                  <a:schemeClr val="accent6"/>
                </a:solidFill>
              </a:rPr>
              <a:t>Offline error pages</a:t>
            </a:r>
          </a:p>
        </p:txBody>
      </p:sp>
      <p:grpSp>
        <p:nvGrpSpPr>
          <p:cNvPr id="9" name="Group 8">
            <a:extLst>
              <a:ext uri="{FF2B5EF4-FFF2-40B4-BE49-F238E27FC236}">
                <a16:creationId xmlns:a16="http://schemas.microsoft.com/office/drawing/2014/main" id="{36F9BB2F-2DCF-BC07-5678-B44F4C68283A}"/>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2C9BB9E2-7FFD-3F48-A0E0-72054284D476}"/>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BDB78FE0-58DE-D924-D420-8F49279BE63C}"/>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3235225843"/>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51E7A-3836-44E3-8AEF-E3EACCA3ED1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64BA0E-6102-10F2-278C-29AB854B1F1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9854F2-BCDB-692F-32B3-AF2A552EC38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913D9A1F-FF76-CFB4-67AE-4E734E149FB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1EDC783-3000-471F-A90D-0C297F838A6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9C323D8-82CE-DB2B-23E9-E99FF7AC8BB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498CFA0-DFEC-1AE2-B303-BD1E1CE4F65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EE4BC8A-5FF0-A091-0869-A42D4BF3190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5F1FAD7-BB12-9561-3D29-4372708360F3}"/>
              </a:ext>
            </a:extLst>
          </p:cNvPr>
          <p:cNvSpPr txBox="1">
            <a:spLocks/>
          </p:cNvSpPr>
          <p:nvPr/>
        </p:nvSpPr>
        <p:spPr>
          <a:xfrm>
            <a:off x="152400" y="6858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1. FOUNDATIONS OF OFFLINE-FIRST</a:t>
            </a:r>
          </a:p>
          <a:p>
            <a:pPr marL="12700" marR="5080"/>
            <a:r>
              <a:rPr lang="en-US" sz="1400" kern="0" spc="-80" dirty="0">
                <a:solidFill>
                  <a:schemeClr val="accent2"/>
                </a:solidFill>
              </a:rPr>
              <a:t>🔌 2. CORE PWA BUILDING BLOCKS</a:t>
            </a:r>
          </a:p>
          <a:p>
            <a:pPr marL="12700" marR="5080"/>
            <a:r>
              <a:rPr lang="en-US" sz="1300" kern="0" spc="-80" dirty="0">
                <a:solidFill>
                  <a:schemeClr val="accent2"/>
                </a:solidFill>
              </a:rPr>
              <a:t>2.1 Service Workers</a:t>
            </a:r>
          </a:p>
          <a:p>
            <a:pPr marL="12700" marR="5080"/>
            <a:r>
              <a:rPr lang="en-US" sz="1300" kern="0" spc="-80" dirty="0">
                <a:solidFill>
                  <a:schemeClr val="accent6"/>
                </a:solidFill>
              </a:rPr>
              <a:t>Service worker side DB manipulation</a:t>
            </a:r>
          </a:p>
          <a:p>
            <a:pPr marL="12700" marR="5080"/>
            <a:r>
              <a:rPr lang="en-US" sz="1300" kern="0" spc="-80" dirty="0">
                <a:solidFill>
                  <a:schemeClr val="accent2"/>
                </a:solidFill>
              </a:rPr>
              <a:t>Lifecycle:</a:t>
            </a:r>
          </a:p>
          <a:p>
            <a:pPr marL="12700" marR="5080"/>
            <a:r>
              <a:rPr lang="en-US" sz="1300" kern="0" spc="-80" dirty="0">
                <a:solidFill>
                  <a:schemeClr val="accent6"/>
                </a:solidFill>
              </a:rPr>
              <a:t>install → activate → idle → fetch → terminate</a:t>
            </a:r>
          </a:p>
          <a:p>
            <a:pPr marL="12700" marR="5080"/>
            <a:r>
              <a:rPr lang="en-US" sz="1300" kern="0" spc="-80" dirty="0">
                <a:solidFill>
                  <a:schemeClr val="accent2"/>
                </a:solidFill>
              </a:rPr>
              <a:t>Patterns:</a:t>
            </a:r>
          </a:p>
          <a:p>
            <a:pPr marL="12700" marR="5080"/>
            <a:r>
              <a:rPr lang="en-US" sz="1300" kern="0" spc="-80" dirty="0">
                <a:solidFill>
                  <a:schemeClr val="accent6"/>
                </a:solidFill>
              </a:rPr>
              <a:t>Network-first</a:t>
            </a:r>
          </a:p>
          <a:p>
            <a:pPr marL="12700" marR="5080"/>
            <a:r>
              <a:rPr lang="en-US" sz="1300" kern="0" spc="-80" dirty="0">
                <a:solidFill>
                  <a:schemeClr val="accent6"/>
                </a:solidFill>
              </a:rPr>
              <a:t>Cache-first</a:t>
            </a:r>
          </a:p>
          <a:p>
            <a:pPr marL="12700" marR="5080"/>
            <a:r>
              <a:rPr lang="en-US" sz="1300" kern="0" spc="-80" dirty="0">
                <a:solidFill>
                  <a:schemeClr val="accent6"/>
                </a:solidFill>
              </a:rPr>
              <a:t>Stale-while-revalidate</a:t>
            </a:r>
          </a:p>
          <a:p>
            <a:pPr marL="12700" marR="5080"/>
            <a:r>
              <a:rPr lang="en-US" sz="1300" kern="0" spc="-80" dirty="0">
                <a:solidFill>
                  <a:schemeClr val="accent6"/>
                </a:solidFill>
              </a:rPr>
              <a:t>Cache-only</a:t>
            </a:r>
          </a:p>
          <a:p>
            <a:pPr marL="12700" marR="5080"/>
            <a:r>
              <a:rPr lang="en-US" sz="1300" kern="0" spc="-80" dirty="0">
                <a:solidFill>
                  <a:schemeClr val="accent6"/>
                </a:solidFill>
              </a:rPr>
              <a:t>Network-only</a:t>
            </a:r>
          </a:p>
          <a:p>
            <a:pPr marL="12700" marR="5080"/>
            <a:r>
              <a:rPr lang="en-US" sz="1300" kern="0" spc="-80" dirty="0">
                <a:solidFill>
                  <a:schemeClr val="accent6"/>
                </a:solidFill>
              </a:rPr>
              <a:t>Race strategy (network vs cache race)</a:t>
            </a:r>
          </a:p>
          <a:p>
            <a:pPr marL="12700" marR="5080"/>
            <a:endParaRPr lang="en-US" sz="1300" kern="0" spc="-80" dirty="0">
              <a:solidFill>
                <a:schemeClr val="accent6"/>
              </a:solidFill>
            </a:endParaRPr>
          </a:p>
          <a:p>
            <a:pPr marL="12700" marR="5080"/>
            <a:r>
              <a:rPr lang="en-US" sz="1300" kern="0" spc="-80" dirty="0">
                <a:solidFill>
                  <a:schemeClr val="accent2"/>
                </a:solidFill>
              </a:rPr>
              <a:t>2.2 Web App Manifest</a:t>
            </a:r>
          </a:p>
          <a:p>
            <a:pPr marL="12700" marR="5080"/>
            <a:r>
              <a:rPr lang="en-US" sz="1300" kern="0" spc="-80" dirty="0">
                <a:solidFill>
                  <a:schemeClr val="accent2"/>
                </a:solidFill>
              </a:rPr>
              <a:t>Controls:</a:t>
            </a:r>
          </a:p>
          <a:p>
            <a:pPr marL="12700" marR="5080"/>
            <a:r>
              <a:rPr lang="en-US" sz="1300" kern="0" spc="-80" dirty="0">
                <a:solidFill>
                  <a:schemeClr val="accent6"/>
                </a:solidFill>
              </a:rPr>
              <a:t>Home screen install</a:t>
            </a:r>
          </a:p>
          <a:p>
            <a:pPr marL="12700" marR="5080"/>
            <a:r>
              <a:rPr lang="en-US" sz="1300" kern="0" spc="-80" dirty="0">
                <a:solidFill>
                  <a:schemeClr val="accent6"/>
                </a:solidFill>
              </a:rPr>
              <a:t>Icons</a:t>
            </a:r>
          </a:p>
          <a:p>
            <a:pPr marL="12700" marR="5080"/>
            <a:r>
              <a:rPr lang="en-US" sz="1300" kern="0" spc="-80" dirty="0">
                <a:solidFill>
                  <a:schemeClr val="accent6"/>
                </a:solidFill>
              </a:rPr>
              <a:t>App name, theme color</a:t>
            </a:r>
          </a:p>
          <a:p>
            <a:pPr marL="12700" marR="5080"/>
            <a:r>
              <a:rPr lang="en-US" sz="1300" kern="0" spc="-80" dirty="0">
                <a:solidFill>
                  <a:schemeClr val="accent6"/>
                </a:solidFill>
              </a:rPr>
              <a:t>Splash screen</a:t>
            </a:r>
          </a:p>
          <a:p>
            <a:pPr marL="12700" marR="5080"/>
            <a:r>
              <a:rPr lang="en-US" sz="1300" kern="0" spc="-80" dirty="0">
                <a:solidFill>
                  <a:schemeClr val="accent6"/>
                </a:solidFill>
              </a:rPr>
              <a:t>Orientation, display modes</a:t>
            </a:r>
          </a:p>
          <a:p>
            <a:pPr marL="12700" marR="5080"/>
            <a:r>
              <a:rPr lang="en-US" sz="1300" kern="0" spc="-80" dirty="0">
                <a:solidFill>
                  <a:schemeClr val="accent6"/>
                </a:solidFill>
              </a:rPr>
              <a:t>Display Modes:</a:t>
            </a:r>
          </a:p>
          <a:p>
            <a:pPr marL="12700" marR="5080"/>
            <a:r>
              <a:rPr lang="en-US" sz="1300" kern="0" spc="-80" dirty="0">
                <a:solidFill>
                  <a:schemeClr val="accent6"/>
                </a:solidFill>
              </a:rPr>
              <a:t>standalone</a:t>
            </a:r>
          </a:p>
          <a:p>
            <a:pPr marL="12700" marR="5080"/>
            <a:r>
              <a:rPr lang="en-US" sz="1300" kern="0" spc="-80" dirty="0">
                <a:solidFill>
                  <a:schemeClr val="accent6"/>
                </a:solidFill>
              </a:rPr>
              <a:t>minimal-</a:t>
            </a:r>
            <a:r>
              <a:rPr lang="en-US" sz="1300" kern="0" spc="-80" dirty="0" err="1">
                <a:solidFill>
                  <a:schemeClr val="accent6"/>
                </a:solidFill>
              </a:rPr>
              <a:t>ui</a:t>
            </a:r>
            <a:endParaRPr lang="en-US" sz="1300" kern="0" spc="-80" dirty="0">
              <a:solidFill>
                <a:schemeClr val="accent6"/>
              </a:solidFill>
            </a:endParaRPr>
          </a:p>
          <a:p>
            <a:pPr marL="12700" marR="5080"/>
            <a:r>
              <a:rPr lang="en-US" sz="1300" kern="0" spc="-80" dirty="0" err="1">
                <a:solidFill>
                  <a:schemeClr val="accent6"/>
                </a:solidFill>
              </a:rPr>
              <a:t>fullscreen</a:t>
            </a:r>
            <a:endParaRPr lang="en-US" sz="1300" kern="0" spc="-80" dirty="0">
              <a:solidFill>
                <a:schemeClr val="accent6"/>
              </a:solidFill>
            </a:endParaRPr>
          </a:p>
          <a:p>
            <a:pPr marL="12700" marR="5080"/>
            <a:r>
              <a:rPr lang="en-US" sz="1300" kern="0" spc="-80" dirty="0">
                <a:solidFill>
                  <a:schemeClr val="accent6"/>
                </a:solidFill>
              </a:rPr>
              <a:t>browser</a:t>
            </a:r>
          </a:p>
        </p:txBody>
      </p:sp>
      <p:grpSp>
        <p:nvGrpSpPr>
          <p:cNvPr id="9" name="Group 8">
            <a:extLst>
              <a:ext uri="{FF2B5EF4-FFF2-40B4-BE49-F238E27FC236}">
                <a16:creationId xmlns:a16="http://schemas.microsoft.com/office/drawing/2014/main" id="{F7C721F5-26AD-92FE-0815-8B1ABD144D67}"/>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BC9C399D-803E-D570-0A38-CE74E2E23607}"/>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BB63933E-AEF5-1393-E3C0-841051283591}"/>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096933817"/>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D316-34A3-F747-0E72-61F2E9D2BB8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BB09637-15CB-751C-A67C-A5CE2BE1771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CA2BCD4-EE18-7190-78DB-4E6C07D1D7A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85B2DEB6-8DC6-BA12-BE69-D17FB29C3F8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801EFC8-7EE3-58B4-18E1-B98B57079EE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BD01396-5D62-0574-D581-D331BC0E246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F6BC56D-9967-58F3-6F58-7822DF58488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EE14C01-B4A9-8641-7024-1D883F7E5E5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BA04E6B-EA92-3C2A-CE06-427698859105}"/>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2. CORE PWA BUILDING BLOCKS</a:t>
            </a:r>
          </a:p>
          <a:p>
            <a:pPr marL="12700" marR="5080"/>
            <a:r>
              <a:rPr lang="en-US" sz="1400" kern="0" spc="-80" dirty="0">
                <a:solidFill>
                  <a:schemeClr val="accent2"/>
                </a:solidFill>
              </a:rPr>
              <a:t>2.3 Asset Optimization</a:t>
            </a:r>
          </a:p>
          <a:p>
            <a:pPr marL="12700" marR="5080"/>
            <a:r>
              <a:rPr lang="en-US" sz="1400" kern="0" spc="-80" dirty="0">
                <a:solidFill>
                  <a:schemeClr val="accent6"/>
                </a:solidFill>
              </a:rPr>
              <a:t>Precache essential assets</a:t>
            </a:r>
          </a:p>
          <a:p>
            <a:pPr marL="12700" marR="5080"/>
            <a:r>
              <a:rPr lang="en-US" sz="1400" kern="0" spc="-80" dirty="0">
                <a:solidFill>
                  <a:schemeClr val="accent6"/>
                </a:solidFill>
              </a:rPr>
              <a:t>Runtime caching</a:t>
            </a:r>
          </a:p>
          <a:p>
            <a:pPr marL="12700" marR="5080"/>
            <a:r>
              <a:rPr lang="en-US" sz="1400" kern="0" spc="-80" dirty="0">
                <a:solidFill>
                  <a:schemeClr val="accent6"/>
                </a:solidFill>
              </a:rPr>
              <a:t>Versioned caching</a:t>
            </a:r>
          </a:p>
          <a:p>
            <a:pPr marL="12700" marR="5080"/>
            <a:r>
              <a:rPr lang="en-US" sz="1400" kern="0" spc="-80" dirty="0">
                <a:solidFill>
                  <a:schemeClr val="accent6"/>
                </a:solidFill>
              </a:rPr>
              <a:t>Safe cache replacement</a:t>
            </a:r>
          </a:p>
          <a:p>
            <a:pPr marL="12700" marR="5080"/>
            <a:r>
              <a:rPr lang="en-US" sz="1400" kern="0" spc="-80" dirty="0">
                <a:solidFill>
                  <a:schemeClr val="accent6"/>
                </a:solidFill>
              </a:rPr>
              <a:t>Chunk splitting</a:t>
            </a:r>
          </a:p>
          <a:p>
            <a:pPr marL="12700" marR="5080"/>
            <a:r>
              <a:rPr lang="en-US" sz="1400" kern="0" spc="-80" dirty="0">
                <a:solidFill>
                  <a:schemeClr val="accent6"/>
                </a:solidFill>
              </a:rPr>
              <a:t>Lazy loading</a:t>
            </a:r>
          </a:p>
          <a:p>
            <a:pPr marL="12700" marR="5080"/>
            <a:r>
              <a:rPr lang="en-US" sz="1400" kern="0" spc="-80" dirty="0">
                <a:solidFill>
                  <a:schemeClr val="accent6"/>
                </a:solidFill>
              </a:rPr>
              <a:t>Code splitting</a:t>
            </a:r>
          </a:p>
          <a:p>
            <a:pPr marL="12700" marR="5080"/>
            <a:endParaRPr lang="en-US" sz="1400" kern="0" spc="-80" dirty="0">
              <a:solidFill>
                <a:schemeClr val="accent6"/>
              </a:solidFill>
            </a:endParaRPr>
          </a:p>
          <a:p>
            <a:pPr marL="12700" marR="5080"/>
            <a:r>
              <a:rPr lang="en-US" sz="1400" kern="0" spc="-80" dirty="0">
                <a:solidFill>
                  <a:schemeClr val="accent2"/>
                </a:solidFill>
              </a:rPr>
              <a:t>🗄️ 3. OFFLINE DATA TECHNIQUES</a:t>
            </a:r>
          </a:p>
          <a:p>
            <a:pPr marL="12700" marR="5080"/>
            <a:r>
              <a:rPr lang="en-US" sz="1400" kern="0" spc="-80" dirty="0">
                <a:solidFill>
                  <a:schemeClr val="accent6"/>
                </a:solidFill>
              </a:rPr>
              <a:t>Offline-first relies on local databases with sync logic.</a:t>
            </a:r>
          </a:p>
          <a:p>
            <a:pPr marL="12700" marR="5080"/>
            <a:r>
              <a:rPr lang="en-US" sz="1400" kern="0" spc="-80" dirty="0">
                <a:solidFill>
                  <a:schemeClr val="accent2"/>
                </a:solidFill>
              </a:rPr>
              <a:t>Local storage options:</a:t>
            </a:r>
          </a:p>
          <a:p>
            <a:pPr marL="12700" marR="5080"/>
            <a:r>
              <a:rPr lang="en-US" sz="1400" kern="0" spc="-80" dirty="0" err="1">
                <a:solidFill>
                  <a:schemeClr val="accent6"/>
                </a:solidFill>
              </a:rPr>
              <a:t>IndexedDB</a:t>
            </a:r>
            <a:r>
              <a:rPr lang="en-US" sz="1400" kern="0" spc="-80" dirty="0">
                <a:solidFill>
                  <a:schemeClr val="accent6"/>
                </a:solidFill>
              </a:rPr>
              <a:t> (primary)</a:t>
            </a:r>
          </a:p>
          <a:p>
            <a:pPr marL="12700" marR="5080"/>
            <a:r>
              <a:rPr lang="en-US" sz="1400" kern="0" spc="-80" dirty="0" err="1">
                <a:solidFill>
                  <a:schemeClr val="accent6"/>
                </a:solidFill>
              </a:rPr>
              <a:t>LocalStorage</a:t>
            </a:r>
            <a:r>
              <a:rPr lang="en-US" sz="1400" kern="0" spc="-80" dirty="0">
                <a:solidFill>
                  <a:schemeClr val="accent6"/>
                </a:solidFill>
              </a:rPr>
              <a:t> (not recommended for offline apps)</a:t>
            </a:r>
          </a:p>
          <a:p>
            <a:pPr marL="12700" marR="5080"/>
            <a:r>
              <a:rPr lang="en-US" sz="1400" kern="0" spc="-80" dirty="0">
                <a:solidFill>
                  <a:schemeClr val="accent6"/>
                </a:solidFill>
              </a:rPr>
              <a:t>Cache Storage API</a:t>
            </a:r>
          </a:p>
          <a:p>
            <a:pPr marL="12700" marR="5080"/>
            <a:r>
              <a:rPr lang="en-US" sz="1400" kern="0" spc="-80" dirty="0">
                <a:solidFill>
                  <a:schemeClr val="accent6"/>
                </a:solidFill>
              </a:rPr>
              <a:t>Service Worker storage</a:t>
            </a:r>
          </a:p>
          <a:p>
            <a:pPr marL="12700" marR="5080"/>
            <a:r>
              <a:rPr lang="en-US" sz="1400" kern="0" spc="-80" dirty="0">
                <a:solidFill>
                  <a:schemeClr val="accent6"/>
                </a:solidFill>
              </a:rPr>
              <a:t>File System Access API</a:t>
            </a:r>
          </a:p>
          <a:p>
            <a:pPr marL="12700" marR="5080"/>
            <a:r>
              <a:rPr lang="en-US" sz="1400" kern="0" spc="-80" dirty="0">
                <a:solidFill>
                  <a:schemeClr val="accent6"/>
                </a:solidFill>
              </a:rPr>
              <a:t>OPFS (Origin Private File System)</a:t>
            </a:r>
          </a:p>
          <a:p>
            <a:pPr marL="12700" marR="5080"/>
            <a:r>
              <a:rPr lang="en-US" sz="1400" kern="0" spc="-80" dirty="0" err="1">
                <a:solidFill>
                  <a:schemeClr val="accent6"/>
                </a:solidFill>
              </a:rPr>
              <a:t>WebSQL</a:t>
            </a:r>
            <a:r>
              <a:rPr lang="en-US" sz="1400" kern="0" spc="-80" dirty="0">
                <a:solidFill>
                  <a:schemeClr val="accent6"/>
                </a:solidFill>
              </a:rPr>
              <a:t> (deprecated)</a:t>
            </a:r>
          </a:p>
          <a:p>
            <a:pPr marL="12700" marR="5080"/>
            <a:r>
              <a:rPr lang="en-US" sz="1400" kern="0" spc="-80" dirty="0">
                <a:solidFill>
                  <a:schemeClr val="accent2"/>
                </a:solidFill>
              </a:rPr>
              <a:t>WASM-based DBs:</a:t>
            </a:r>
          </a:p>
          <a:p>
            <a:pPr marL="12700" marR="5080"/>
            <a:r>
              <a:rPr lang="en-US" sz="1400" kern="0" spc="-80" dirty="0">
                <a:solidFill>
                  <a:schemeClr val="accent6"/>
                </a:solidFill>
              </a:rPr>
              <a:t>SQLite WASM</a:t>
            </a:r>
          </a:p>
          <a:p>
            <a:pPr marL="12700" marR="5080"/>
            <a:r>
              <a:rPr lang="en-US" sz="1400" kern="0" spc="-80" dirty="0" err="1">
                <a:solidFill>
                  <a:schemeClr val="accent6"/>
                </a:solidFill>
              </a:rPr>
              <a:t>DuckDB</a:t>
            </a:r>
            <a:r>
              <a:rPr lang="en-US" sz="1400" kern="0" spc="-80" dirty="0">
                <a:solidFill>
                  <a:schemeClr val="accent6"/>
                </a:solidFill>
              </a:rPr>
              <a:t> WASM</a:t>
            </a:r>
          </a:p>
          <a:p>
            <a:pPr marL="12700" marR="5080"/>
            <a:r>
              <a:rPr lang="en-US" sz="1400" kern="0" spc="-80" dirty="0" err="1">
                <a:solidFill>
                  <a:schemeClr val="accent6"/>
                </a:solidFill>
              </a:rPr>
              <a:t>IndexedDB</a:t>
            </a:r>
            <a:r>
              <a:rPr lang="en-US" sz="1400" kern="0" spc="-80" dirty="0">
                <a:solidFill>
                  <a:schemeClr val="accent6"/>
                </a:solidFill>
              </a:rPr>
              <a:t> Patterns</a:t>
            </a:r>
          </a:p>
        </p:txBody>
      </p:sp>
      <p:grpSp>
        <p:nvGrpSpPr>
          <p:cNvPr id="9" name="Group 8">
            <a:extLst>
              <a:ext uri="{FF2B5EF4-FFF2-40B4-BE49-F238E27FC236}">
                <a16:creationId xmlns:a16="http://schemas.microsoft.com/office/drawing/2014/main" id="{C8B9EA48-C993-9960-2841-92C436AE3563}"/>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F007C1EB-67F1-A13B-EF5F-34C2C33B1C0A}"/>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AE1B5F74-71F2-4BEB-867F-C9DE0D8203BB}"/>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1296908243"/>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4BE28D-70CE-3808-03DF-B2BF050397D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D717699-925E-47DA-DBAD-F94E82D95E7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0891B83-723A-E135-682E-DF035DCEC26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88333F3F-AF72-F1A0-C4C2-248A550641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180EE8F-4F13-CD00-614B-0C677F07E8A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B32B44F-1461-B755-B2FF-140092ABDFF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B5B35AC-6AF4-275E-BF39-E9C58714835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D7D132F-287C-83DE-58CD-EC86A808B24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D4B9455-236D-AC44-0D05-25703E8944E8}"/>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3. OFFLINE DATA TECHNIQUES</a:t>
            </a:r>
          </a:p>
          <a:p>
            <a:pPr marL="12700" marR="5080"/>
            <a:r>
              <a:rPr lang="en-US" sz="1400" kern="0" spc="-80" dirty="0">
                <a:solidFill>
                  <a:schemeClr val="accent2"/>
                </a:solidFill>
              </a:rPr>
              <a:t>WASM-based DBs:</a:t>
            </a:r>
          </a:p>
          <a:p>
            <a:pPr marL="12700" marR="5080"/>
            <a:r>
              <a:rPr lang="en-US" sz="1400" kern="0" spc="-80" dirty="0">
                <a:solidFill>
                  <a:schemeClr val="accent2"/>
                </a:solidFill>
              </a:rPr>
              <a:t>Data modeling:</a:t>
            </a:r>
          </a:p>
          <a:p>
            <a:pPr marL="12700" marR="5080"/>
            <a:r>
              <a:rPr lang="en-US" sz="1400" kern="0" spc="-80" dirty="0">
                <a:solidFill>
                  <a:schemeClr val="accent6"/>
                </a:solidFill>
              </a:rPr>
              <a:t>One store per object type</a:t>
            </a:r>
          </a:p>
          <a:p>
            <a:pPr marL="12700" marR="5080"/>
            <a:r>
              <a:rPr lang="en-US" sz="1400" kern="0" spc="-80" dirty="0">
                <a:solidFill>
                  <a:schemeClr val="accent6"/>
                </a:solidFill>
              </a:rPr>
              <a:t>Composite keys for versioning</a:t>
            </a:r>
          </a:p>
          <a:p>
            <a:pPr marL="12700" marR="5080"/>
            <a:r>
              <a:rPr lang="en-US" sz="1400" kern="0" spc="-80" dirty="0">
                <a:solidFill>
                  <a:schemeClr val="accent6"/>
                </a:solidFill>
              </a:rPr>
              <a:t>Indexes for local queries</a:t>
            </a:r>
          </a:p>
          <a:p>
            <a:pPr marL="12700" marR="5080"/>
            <a:r>
              <a:rPr lang="en-US" sz="1400" kern="0" spc="-80" dirty="0">
                <a:solidFill>
                  <a:schemeClr val="accent2"/>
                </a:solidFill>
              </a:rPr>
              <a:t>Sync patterns:</a:t>
            </a:r>
          </a:p>
          <a:p>
            <a:pPr marL="12700" marR="5080"/>
            <a:r>
              <a:rPr lang="en-US" sz="1400" kern="0" spc="-80" dirty="0">
                <a:solidFill>
                  <a:schemeClr val="accent6"/>
                </a:solidFill>
              </a:rPr>
              <a:t>Change tracking table</a:t>
            </a:r>
          </a:p>
          <a:p>
            <a:pPr marL="12700" marR="5080"/>
            <a:r>
              <a:rPr lang="en-US" sz="1400" kern="0" spc="-80" dirty="0">
                <a:solidFill>
                  <a:schemeClr val="accent6"/>
                </a:solidFill>
              </a:rPr>
              <a:t>Timestamp-based deltas</a:t>
            </a:r>
          </a:p>
          <a:p>
            <a:pPr marL="12700" marR="5080"/>
            <a:r>
              <a:rPr lang="en-US" sz="1400" kern="0" spc="-80" dirty="0">
                <a:solidFill>
                  <a:schemeClr val="accent6"/>
                </a:solidFill>
              </a:rPr>
              <a:t>Mutation queues</a:t>
            </a:r>
          </a:p>
          <a:p>
            <a:pPr marL="12700" marR="5080"/>
            <a:endParaRPr lang="en-US" sz="1400" kern="0" spc="-80" dirty="0">
              <a:solidFill>
                <a:schemeClr val="accent6"/>
              </a:solidFill>
            </a:endParaRPr>
          </a:p>
          <a:p>
            <a:pPr marL="12700" marR="5080"/>
            <a:r>
              <a:rPr lang="en-US" sz="1400" kern="0" spc="-80" dirty="0">
                <a:solidFill>
                  <a:schemeClr val="accent2"/>
                </a:solidFill>
              </a:rPr>
              <a:t>🔁 4. SYNC ARCHITECTURES &amp; PATTERNS</a:t>
            </a:r>
          </a:p>
          <a:p>
            <a:pPr marL="12700" marR="5080"/>
            <a:r>
              <a:rPr lang="en-US" sz="1400" kern="0" spc="-80" dirty="0">
                <a:solidFill>
                  <a:schemeClr val="accent2"/>
                </a:solidFill>
              </a:rPr>
              <a:t>4.1 Sync Strategies</a:t>
            </a:r>
          </a:p>
          <a:p>
            <a:pPr marL="12700" marR="5080"/>
            <a:r>
              <a:rPr lang="en-US" sz="1400" kern="0" spc="-80" dirty="0">
                <a:solidFill>
                  <a:schemeClr val="accent6"/>
                </a:solidFill>
              </a:rPr>
              <a:t>Client → Server Sync</a:t>
            </a:r>
          </a:p>
          <a:p>
            <a:pPr marL="12700" marR="5080"/>
            <a:r>
              <a:rPr lang="en-US" sz="1400" kern="0" spc="-80" dirty="0">
                <a:solidFill>
                  <a:schemeClr val="accent6"/>
                </a:solidFill>
              </a:rPr>
              <a:t>Server → Client Sync</a:t>
            </a:r>
          </a:p>
          <a:p>
            <a:pPr marL="12700" marR="5080"/>
            <a:r>
              <a:rPr lang="en-US" sz="1400" kern="0" spc="-80" dirty="0">
                <a:solidFill>
                  <a:schemeClr val="accent6"/>
                </a:solidFill>
              </a:rPr>
              <a:t>Bidirectional Sync</a:t>
            </a:r>
          </a:p>
          <a:p>
            <a:pPr marL="12700" marR="5080"/>
            <a:r>
              <a:rPr lang="en-US" sz="1400" kern="0" spc="-80" dirty="0">
                <a:solidFill>
                  <a:schemeClr val="accent6"/>
                </a:solidFill>
              </a:rPr>
              <a:t>Collaborative Sync (Multi-user)</a:t>
            </a:r>
          </a:p>
          <a:p>
            <a:pPr marL="12700" marR="5080"/>
            <a:endParaRPr lang="en-US" sz="1400" kern="0" spc="-80" dirty="0">
              <a:solidFill>
                <a:schemeClr val="accent6"/>
              </a:solidFill>
            </a:endParaRPr>
          </a:p>
          <a:p>
            <a:pPr marL="12700" marR="5080"/>
            <a:r>
              <a:rPr lang="en-US" sz="1400" kern="0" spc="-80" dirty="0">
                <a:solidFill>
                  <a:schemeClr val="accent2"/>
                </a:solidFill>
              </a:rPr>
              <a:t>4.2 Conflict Resolution Strategies</a:t>
            </a:r>
          </a:p>
          <a:p>
            <a:pPr marL="12700" marR="5080"/>
            <a:r>
              <a:rPr lang="en-US" sz="1400" kern="0" spc="-80" dirty="0">
                <a:solidFill>
                  <a:schemeClr val="accent6"/>
                </a:solidFill>
              </a:rPr>
              <a:t>Last-write-wins</a:t>
            </a:r>
          </a:p>
          <a:p>
            <a:pPr marL="12700" marR="5080"/>
            <a:r>
              <a:rPr lang="en-US" sz="1400" kern="0" spc="-80" dirty="0">
                <a:solidFill>
                  <a:schemeClr val="accent6"/>
                </a:solidFill>
              </a:rPr>
              <a:t>Client-wins</a:t>
            </a:r>
          </a:p>
          <a:p>
            <a:pPr marL="12700" marR="5080"/>
            <a:r>
              <a:rPr lang="en-US" sz="1400" kern="0" spc="-80" dirty="0">
                <a:solidFill>
                  <a:schemeClr val="accent6"/>
                </a:solidFill>
              </a:rPr>
              <a:t>Server-wins</a:t>
            </a:r>
          </a:p>
          <a:p>
            <a:pPr marL="12700" marR="5080"/>
            <a:r>
              <a:rPr lang="en-US" sz="1400" kern="0" spc="-80" dirty="0">
                <a:solidFill>
                  <a:schemeClr val="accent6"/>
                </a:solidFill>
              </a:rPr>
              <a:t>Field-level merge</a:t>
            </a:r>
          </a:p>
          <a:p>
            <a:pPr marL="12700" marR="5080"/>
            <a:r>
              <a:rPr lang="en-US" sz="1400" kern="0" spc="-80" dirty="0">
                <a:solidFill>
                  <a:schemeClr val="accent6"/>
                </a:solidFill>
              </a:rPr>
              <a:t>CRDT-based sync (advanced)</a:t>
            </a:r>
          </a:p>
        </p:txBody>
      </p:sp>
      <p:grpSp>
        <p:nvGrpSpPr>
          <p:cNvPr id="9" name="Group 8">
            <a:extLst>
              <a:ext uri="{FF2B5EF4-FFF2-40B4-BE49-F238E27FC236}">
                <a16:creationId xmlns:a16="http://schemas.microsoft.com/office/drawing/2014/main" id="{A023B524-55A8-9D6D-D398-11F978967E80}"/>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39593CA7-698F-A95E-8CFA-B64980FCEDFB}"/>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6131094F-8610-4AB7-2515-ADF886F0FA7D}"/>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598527365"/>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F2E8D-E2A7-5B4A-35BA-18FD28AA7D2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D375FD1-2F74-976C-473D-76126B40441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282E093-33D2-4979-2EF6-797E23A9552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F1AC58F3-D4C3-963B-3134-D119A62F089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8D11EB1-1E90-1916-68F6-8634BCBD9E3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2159BCF-EEF9-D269-AF31-24E8BD7DD25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26183FB-6F8C-9998-3668-2E3605BC355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FAA239E-B57C-04CF-C41A-74B13B25107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606A178-AF3C-C270-6F43-2FF69E94873C}"/>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4. SYNC ARCHITECTURES &amp; PATTERNS</a:t>
            </a:r>
          </a:p>
          <a:p>
            <a:pPr marL="12700" marR="5080"/>
            <a:r>
              <a:rPr lang="en-US" sz="1400" kern="0" spc="-80" dirty="0">
                <a:solidFill>
                  <a:schemeClr val="accent2"/>
                </a:solidFill>
              </a:rPr>
              <a:t>4.2 Conflict Resolution Strategies</a:t>
            </a:r>
          </a:p>
          <a:p>
            <a:pPr marL="12700" marR="5080"/>
            <a:r>
              <a:rPr lang="en-US" sz="1400" kern="0" spc="-80" dirty="0" err="1">
                <a:solidFill>
                  <a:schemeClr val="accent6"/>
                </a:solidFill>
              </a:rPr>
              <a:t>Automerge</a:t>
            </a:r>
            <a:endParaRPr lang="en-US" sz="1400" kern="0" spc="-80" dirty="0">
              <a:solidFill>
                <a:schemeClr val="accent6"/>
              </a:solidFill>
            </a:endParaRPr>
          </a:p>
          <a:p>
            <a:pPr marL="12700" marR="5080"/>
            <a:r>
              <a:rPr lang="en-US" sz="1400" kern="0" spc="-80" dirty="0">
                <a:solidFill>
                  <a:schemeClr val="accent6"/>
                </a:solidFill>
              </a:rPr>
              <a:t>Y.js</a:t>
            </a:r>
          </a:p>
          <a:p>
            <a:pPr marL="12700" marR="5080"/>
            <a:r>
              <a:rPr lang="en-US" sz="1400" kern="0" spc="-80" dirty="0" err="1">
                <a:solidFill>
                  <a:schemeClr val="accent6"/>
                </a:solidFill>
              </a:rPr>
              <a:t>Logoot</a:t>
            </a:r>
            <a:endParaRPr lang="en-US" sz="1400" kern="0" spc="-80" dirty="0">
              <a:solidFill>
                <a:schemeClr val="accent6"/>
              </a:solidFill>
            </a:endParaRPr>
          </a:p>
          <a:p>
            <a:pPr marL="12700" marR="5080"/>
            <a:r>
              <a:rPr lang="en-US" sz="1400" kern="0" spc="-80" dirty="0">
                <a:solidFill>
                  <a:schemeClr val="accent6"/>
                </a:solidFill>
              </a:rPr>
              <a:t>RGA</a:t>
            </a:r>
          </a:p>
          <a:p>
            <a:pPr marL="12700" marR="5080"/>
            <a:endParaRPr lang="en-US" sz="1400" kern="0" spc="-80" dirty="0">
              <a:solidFill>
                <a:schemeClr val="accent6"/>
              </a:solidFill>
            </a:endParaRPr>
          </a:p>
          <a:p>
            <a:pPr marL="12700" marR="5080"/>
            <a:r>
              <a:rPr lang="en-US" sz="1400" kern="0" spc="-80" dirty="0">
                <a:solidFill>
                  <a:schemeClr val="accent2"/>
                </a:solidFill>
              </a:rPr>
              <a:t>4.3 Optimistic vs Pessimistic Approaches</a:t>
            </a:r>
          </a:p>
          <a:p>
            <a:pPr marL="12700" marR="5080"/>
            <a:r>
              <a:rPr lang="en-US" sz="1400" kern="0" spc="-80" dirty="0">
                <a:solidFill>
                  <a:schemeClr val="accent6"/>
                </a:solidFill>
              </a:rPr>
              <a:t>Optimistic updates (UI updated immediately)</a:t>
            </a:r>
          </a:p>
          <a:p>
            <a:pPr marL="12700" marR="5080"/>
            <a:r>
              <a:rPr lang="en-US" sz="1400" kern="0" spc="-80" dirty="0">
                <a:solidFill>
                  <a:schemeClr val="accent6"/>
                </a:solidFill>
              </a:rPr>
              <a:t>Pessimistic updates (wait for server confirmation)</a:t>
            </a:r>
          </a:p>
          <a:p>
            <a:pPr marL="12700" marR="5080"/>
            <a:endParaRPr lang="en-US" sz="1400" kern="0" spc="-80" dirty="0">
              <a:solidFill>
                <a:schemeClr val="accent6"/>
              </a:solidFill>
            </a:endParaRPr>
          </a:p>
          <a:p>
            <a:pPr marL="12700" marR="5080"/>
            <a:r>
              <a:rPr lang="en-US" sz="1400" kern="0" spc="-80" dirty="0">
                <a:solidFill>
                  <a:schemeClr val="accent2"/>
                </a:solidFill>
              </a:rPr>
              <a:t>4.4 Background Sync API</a:t>
            </a:r>
          </a:p>
          <a:p>
            <a:pPr marL="12700" marR="5080"/>
            <a:r>
              <a:rPr lang="en-US" sz="1400" kern="0" spc="-80" dirty="0">
                <a:solidFill>
                  <a:schemeClr val="accent6"/>
                </a:solidFill>
              </a:rPr>
              <a:t>Ensures sync continues even if app closes</a:t>
            </a:r>
          </a:p>
          <a:p>
            <a:pPr marL="12700" marR="5080"/>
            <a:endParaRPr lang="en-US" sz="1400" kern="0" spc="-80" dirty="0">
              <a:solidFill>
                <a:schemeClr val="accent6"/>
              </a:solidFill>
            </a:endParaRPr>
          </a:p>
          <a:p>
            <a:pPr marL="12700" marR="5080"/>
            <a:r>
              <a:rPr lang="en-US" sz="1400" kern="0" spc="-80" dirty="0">
                <a:solidFill>
                  <a:schemeClr val="accent2"/>
                </a:solidFill>
              </a:rPr>
              <a:t>4.5 Replay Queue Pattern</a:t>
            </a:r>
          </a:p>
          <a:p>
            <a:pPr marL="12700" marR="5080"/>
            <a:r>
              <a:rPr lang="en-US" sz="1400" kern="0" spc="-80" dirty="0">
                <a:solidFill>
                  <a:schemeClr val="accent6"/>
                </a:solidFill>
              </a:rPr>
              <a:t>Store operations offline:</a:t>
            </a:r>
          </a:p>
          <a:p>
            <a:pPr marL="12700" marR="5080"/>
            <a:r>
              <a:rPr lang="en-US" sz="1400" kern="0" spc="-80" dirty="0">
                <a:solidFill>
                  <a:schemeClr val="accent6"/>
                </a:solidFill>
              </a:rPr>
              <a:t>[</a:t>
            </a:r>
          </a:p>
          <a:p>
            <a:pPr marL="12700" marR="5080"/>
            <a:r>
              <a:rPr lang="en-US" sz="1400" kern="0" spc="-80" dirty="0">
                <a:solidFill>
                  <a:schemeClr val="accent6"/>
                </a:solidFill>
              </a:rPr>
              <a:t> { op: "POST", url: "/</a:t>
            </a:r>
            <a:r>
              <a:rPr lang="en-US" sz="1400" kern="0" spc="-80" dirty="0" err="1">
                <a:solidFill>
                  <a:schemeClr val="accent6"/>
                </a:solidFill>
              </a:rPr>
              <a:t>api</a:t>
            </a:r>
            <a:r>
              <a:rPr lang="en-US" sz="1400" kern="0" spc="-80" dirty="0">
                <a:solidFill>
                  <a:schemeClr val="accent6"/>
                </a:solidFill>
              </a:rPr>
              <a:t>/orders", body: {...} },</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Replay when online.</a:t>
            </a:r>
          </a:p>
          <a:p>
            <a:pPr marL="12700" marR="5080"/>
            <a:endParaRPr lang="en-US" sz="1400" kern="0" spc="-80" dirty="0">
              <a:solidFill>
                <a:schemeClr val="accent6"/>
              </a:solidFill>
            </a:endParaRPr>
          </a:p>
        </p:txBody>
      </p:sp>
      <p:grpSp>
        <p:nvGrpSpPr>
          <p:cNvPr id="9" name="Group 8">
            <a:extLst>
              <a:ext uri="{FF2B5EF4-FFF2-40B4-BE49-F238E27FC236}">
                <a16:creationId xmlns:a16="http://schemas.microsoft.com/office/drawing/2014/main" id="{4DEFD9BC-6ADD-A4B8-8DA3-55BA1B8383C4}"/>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DA94C762-3B11-6A5E-9856-7B8E549682C6}"/>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70E88776-5A94-C6A3-738E-9766B2E8628A}"/>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618383355"/>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0D47BE-6DB7-5AE4-289A-FE1C0885A9C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481DA8-B610-7633-3514-073B88F8543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D1D711F-080F-08E3-347E-7EB5B862651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51E99938-D9CB-50AE-55D4-252480AFAE9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6BC1FD0-73EB-9534-B781-AAC599A3197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B046398-FE72-9961-98B4-DF9C9A5FBFA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3AA8B4F-31FA-4443-5167-C4E59A5CC20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5125FAE-884D-8E52-5603-CE4FAB426BC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972DD33-A921-5BDE-C266-FC7A6184FA49}"/>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5. NETWORK RESILIENCE PATTERNS</a:t>
            </a:r>
          </a:p>
          <a:p>
            <a:pPr marL="12700" marR="5080"/>
            <a:r>
              <a:rPr lang="en-US" sz="1400" kern="0" spc="-80" dirty="0">
                <a:solidFill>
                  <a:schemeClr val="accent2"/>
                </a:solidFill>
              </a:rPr>
              <a:t>5.1 Caching Strategies (Advanced)</a:t>
            </a:r>
          </a:p>
          <a:p>
            <a:pPr marL="12700" marR="5080"/>
            <a:r>
              <a:rPr lang="en-US" sz="1400" kern="0" spc="-80" dirty="0">
                <a:solidFill>
                  <a:schemeClr val="accent6"/>
                </a:solidFill>
              </a:rPr>
              <a:t>Cache-first with fallback to network</a:t>
            </a:r>
          </a:p>
          <a:p>
            <a:pPr marL="12700" marR="5080"/>
            <a:r>
              <a:rPr lang="en-US" sz="1400" kern="0" spc="-80" dirty="0">
                <a:solidFill>
                  <a:schemeClr val="accent6"/>
                </a:solidFill>
              </a:rPr>
              <a:t>Network-first with fallback to cache</a:t>
            </a:r>
          </a:p>
          <a:p>
            <a:pPr marL="12700" marR="5080"/>
            <a:r>
              <a:rPr lang="en-US" sz="1400" kern="0" spc="-80" dirty="0">
                <a:solidFill>
                  <a:schemeClr val="accent6"/>
                </a:solidFill>
              </a:rPr>
              <a:t>Stale-while-revalidate</a:t>
            </a:r>
          </a:p>
          <a:p>
            <a:pPr marL="12700" marR="5080"/>
            <a:r>
              <a:rPr lang="en-US" sz="1400" kern="0" spc="-80" dirty="0">
                <a:solidFill>
                  <a:schemeClr val="accent6"/>
                </a:solidFill>
              </a:rPr>
              <a:t>→ Best for dynamic content (news, feeds).</a:t>
            </a:r>
          </a:p>
          <a:p>
            <a:pPr marL="12700" marR="5080"/>
            <a:r>
              <a:rPr lang="en-US" sz="1400" kern="0" spc="-80" dirty="0">
                <a:solidFill>
                  <a:schemeClr val="accent6"/>
                </a:solidFill>
              </a:rPr>
              <a:t>Offline fallback pages</a:t>
            </a:r>
          </a:p>
          <a:p>
            <a:pPr marL="12700" marR="5080"/>
            <a:r>
              <a:rPr lang="en-US" sz="1400" kern="0" spc="-80" dirty="0">
                <a:solidFill>
                  <a:schemeClr val="accent6"/>
                </a:solidFill>
              </a:rPr>
              <a:t>offline.html</a:t>
            </a:r>
          </a:p>
          <a:p>
            <a:pPr marL="12700" marR="5080"/>
            <a:r>
              <a:rPr lang="en-US" sz="1400" kern="0" spc="-80" dirty="0">
                <a:solidFill>
                  <a:schemeClr val="accent6"/>
                </a:solidFill>
              </a:rPr>
              <a:t>offline-image.png</a:t>
            </a:r>
          </a:p>
          <a:p>
            <a:pPr marL="12700" marR="5080"/>
            <a:r>
              <a:rPr lang="en-US" sz="1400" kern="0" spc="-80" dirty="0">
                <a:solidFill>
                  <a:schemeClr val="accent6"/>
                </a:solidFill>
              </a:rPr>
              <a:t>offline-video.mp4</a:t>
            </a:r>
          </a:p>
          <a:p>
            <a:pPr marL="12700" marR="5080"/>
            <a:endParaRPr lang="en-US" sz="1400" kern="0" spc="-80" dirty="0">
              <a:solidFill>
                <a:schemeClr val="accent6"/>
              </a:solidFill>
            </a:endParaRPr>
          </a:p>
          <a:p>
            <a:pPr marL="12700" marR="5080"/>
            <a:r>
              <a:rPr lang="en-US" sz="1400" kern="0" spc="-80" dirty="0">
                <a:solidFill>
                  <a:schemeClr val="accent2"/>
                </a:solidFill>
              </a:rPr>
              <a:t>5.2 Request Deduplication</a:t>
            </a:r>
          </a:p>
          <a:p>
            <a:pPr marL="12700" marR="5080"/>
            <a:r>
              <a:rPr lang="en-US" sz="1400" kern="0" spc="-80" dirty="0">
                <a:solidFill>
                  <a:schemeClr val="accent6"/>
                </a:solidFill>
              </a:rPr>
              <a:t>Avoid duplicate sync events.</a:t>
            </a:r>
          </a:p>
          <a:p>
            <a:pPr marL="12700" marR="5080"/>
            <a:endParaRPr lang="en-US" sz="1400" kern="0" spc="-80" dirty="0">
              <a:solidFill>
                <a:schemeClr val="accent6"/>
              </a:solidFill>
            </a:endParaRPr>
          </a:p>
          <a:p>
            <a:pPr marL="12700" marR="5080"/>
            <a:r>
              <a:rPr lang="en-US" sz="1400" kern="0" spc="-80" dirty="0">
                <a:solidFill>
                  <a:schemeClr val="accent2"/>
                </a:solidFill>
              </a:rPr>
              <a:t>5.3 Throttling / Debouncing sync</a:t>
            </a:r>
          </a:p>
          <a:p>
            <a:pPr marL="12700" marR="5080"/>
            <a:r>
              <a:rPr lang="en-US" sz="1400" kern="0" spc="-80" dirty="0">
                <a:solidFill>
                  <a:schemeClr val="accent6"/>
                </a:solidFill>
              </a:rPr>
              <a:t>Avoid flooding server when network restored.</a:t>
            </a:r>
          </a:p>
          <a:p>
            <a:pPr marL="12700" marR="5080"/>
            <a:endParaRPr lang="en-US" sz="1400" kern="0" spc="-80" dirty="0">
              <a:solidFill>
                <a:schemeClr val="accent6"/>
              </a:solidFill>
            </a:endParaRPr>
          </a:p>
          <a:p>
            <a:pPr marL="12700" marR="5080"/>
            <a:r>
              <a:rPr lang="en-US" sz="1400" kern="0" spc="-80" dirty="0">
                <a:solidFill>
                  <a:schemeClr val="accent2"/>
                </a:solidFill>
              </a:rPr>
              <a:t>5.4 Retry Pattern</a:t>
            </a:r>
          </a:p>
          <a:p>
            <a:pPr marL="12700" marR="5080"/>
            <a:r>
              <a:rPr lang="en-US" sz="1400" kern="0" spc="-80" dirty="0">
                <a:solidFill>
                  <a:schemeClr val="accent6"/>
                </a:solidFill>
              </a:rPr>
              <a:t>Retry with exponential backoff:</a:t>
            </a:r>
          </a:p>
          <a:p>
            <a:pPr marL="12700" marR="5080"/>
            <a:r>
              <a:rPr lang="en-US" sz="1400" kern="0" spc="-80" dirty="0">
                <a:solidFill>
                  <a:schemeClr val="accent6"/>
                </a:solidFill>
              </a:rPr>
              <a:t>1s → 2s → 4s → 8s → max 5 retries</a:t>
            </a:r>
          </a:p>
          <a:p>
            <a:pPr marL="12700" marR="5080"/>
            <a:endParaRPr lang="en-US" sz="1400" kern="0" spc="-80" dirty="0">
              <a:solidFill>
                <a:schemeClr val="accent6"/>
              </a:solidFill>
            </a:endParaRPr>
          </a:p>
        </p:txBody>
      </p:sp>
      <p:grpSp>
        <p:nvGrpSpPr>
          <p:cNvPr id="9" name="Group 8">
            <a:extLst>
              <a:ext uri="{FF2B5EF4-FFF2-40B4-BE49-F238E27FC236}">
                <a16:creationId xmlns:a16="http://schemas.microsoft.com/office/drawing/2014/main" id="{47E9EA08-7D9F-668B-D412-FCD8C707B77F}"/>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32855BA0-530B-5BD2-13B9-5E6481826682}"/>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23A36C0D-B1B7-9861-F142-515C2DD694BE}"/>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292849257"/>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95C82-CB68-D8C0-02FC-A3E8B5AB504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CFFBD7F-A65C-BAC7-6F50-668ADE06C69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365CF1A-C2B0-8B2C-A83E-6C4B181A473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A5A92F0B-52DE-CBF9-23BD-8CCFBC4DAF7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8E67D16-CC81-763A-E27C-34C10E2A317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F6E1A49-E6B4-9B5B-AD6F-A3EAE87D21B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01C438E-6A9B-512A-543D-2F54D9612F2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5131CBE-194C-B103-09B6-FBFEBAEFEB0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04A7CF0-B122-A3A0-949C-037427CEB593}"/>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6. SECURITY FOR OFFLINE-PWA</a:t>
            </a:r>
          </a:p>
          <a:p>
            <a:pPr marL="12700" marR="5080"/>
            <a:r>
              <a:rPr lang="en-US" sz="1400" kern="0" spc="-80" dirty="0">
                <a:solidFill>
                  <a:schemeClr val="accent6"/>
                </a:solidFill>
              </a:rPr>
              <a:t>HTTPS mandatory</a:t>
            </a:r>
          </a:p>
          <a:p>
            <a:pPr marL="12700" marR="5080"/>
            <a:r>
              <a:rPr lang="en-US" sz="1400" kern="0" spc="-80" dirty="0">
                <a:solidFill>
                  <a:schemeClr val="accent6"/>
                </a:solidFill>
              </a:rPr>
              <a:t>Secure Service Worker scope</a:t>
            </a:r>
          </a:p>
          <a:p>
            <a:pPr marL="12700" marR="5080"/>
            <a:r>
              <a:rPr lang="en-US" sz="1400" kern="0" spc="-80" dirty="0">
                <a:solidFill>
                  <a:schemeClr val="accent2"/>
                </a:solidFill>
              </a:rPr>
              <a:t>Token persistence patterns:</a:t>
            </a:r>
          </a:p>
          <a:p>
            <a:pPr marL="12700" marR="5080"/>
            <a:r>
              <a:rPr lang="en-US" sz="1400" kern="0" spc="-80" dirty="0">
                <a:solidFill>
                  <a:schemeClr val="accent6"/>
                </a:solidFill>
              </a:rPr>
              <a:t>Store tokens in memory</a:t>
            </a:r>
          </a:p>
          <a:p>
            <a:pPr marL="12700" marR="5080"/>
            <a:r>
              <a:rPr lang="en-US" sz="1400" kern="0" spc="-80" dirty="0">
                <a:solidFill>
                  <a:schemeClr val="accent6"/>
                </a:solidFill>
              </a:rPr>
              <a:t>Rotate-refresh strategy</a:t>
            </a:r>
          </a:p>
          <a:p>
            <a:pPr marL="12700" marR="5080"/>
            <a:r>
              <a:rPr lang="en-US" sz="1400" kern="0" spc="-80" dirty="0">
                <a:solidFill>
                  <a:schemeClr val="accent6"/>
                </a:solidFill>
              </a:rPr>
              <a:t>Offline auth (signed JWT, short expiry)</a:t>
            </a:r>
          </a:p>
          <a:p>
            <a:pPr marL="12700" marR="5080"/>
            <a:r>
              <a:rPr lang="en-US" sz="1400" kern="0" spc="-80" dirty="0">
                <a:solidFill>
                  <a:schemeClr val="accent6"/>
                </a:solidFill>
              </a:rPr>
              <a:t>Data encryption (</a:t>
            </a:r>
            <a:r>
              <a:rPr lang="en-US" sz="1400" kern="0" spc="-80" dirty="0" err="1">
                <a:solidFill>
                  <a:schemeClr val="accent6"/>
                </a:solidFill>
              </a:rPr>
              <a:t>IndexedDB</a:t>
            </a:r>
            <a:r>
              <a:rPr lang="en-US" sz="1400" kern="0" spc="-80" dirty="0">
                <a:solidFill>
                  <a:schemeClr val="accent6"/>
                </a:solidFill>
              </a:rPr>
              <a:t> AES encryption via </a:t>
            </a:r>
            <a:r>
              <a:rPr lang="en-US" sz="1400" kern="0" spc="-80" dirty="0" err="1">
                <a:solidFill>
                  <a:schemeClr val="accent6"/>
                </a:solidFill>
              </a:rPr>
              <a:t>WebCrypto</a:t>
            </a:r>
            <a:r>
              <a:rPr lang="en-US" sz="1400" kern="0" spc="-80" dirty="0">
                <a:solidFill>
                  <a:schemeClr val="accent6"/>
                </a:solidFill>
              </a:rPr>
              <a:t> API)</a:t>
            </a:r>
          </a:p>
          <a:p>
            <a:pPr marL="12700" marR="5080"/>
            <a:r>
              <a:rPr lang="en-US" sz="1400" kern="0" spc="-80" dirty="0">
                <a:solidFill>
                  <a:schemeClr val="accent2"/>
                </a:solidFill>
              </a:rPr>
              <a:t>Tamper detection:</a:t>
            </a:r>
          </a:p>
          <a:p>
            <a:pPr marL="12700" marR="5080"/>
            <a:r>
              <a:rPr lang="en-US" sz="1400" kern="0" spc="-80" dirty="0">
                <a:solidFill>
                  <a:schemeClr val="accent6"/>
                </a:solidFill>
              </a:rPr>
              <a:t>Hashed cache assets</a:t>
            </a:r>
          </a:p>
          <a:p>
            <a:pPr marL="12700" marR="5080"/>
            <a:r>
              <a:rPr lang="en-US" sz="1400" kern="0" spc="-80" dirty="0">
                <a:solidFill>
                  <a:schemeClr val="accent6"/>
                </a:solidFill>
              </a:rPr>
              <a:t>Service worker integrity checks</a:t>
            </a:r>
          </a:p>
          <a:p>
            <a:pPr marL="12700" marR="5080"/>
            <a:endParaRPr lang="en-US" sz="1400" kern="0" spc="-80" dirty="0">
              <a:solidFill>
                <a:schemeClr val="accent6"/>
              </a:solidFill>
            </a:endParaRPr>
          </a:p>
          <a:p>
            <a:pPr marL="12700" marR="5080"/>
            <a:r>
              <a:rPr lang="en-US" sz="1400" kern="0" spc="-80" dirty="0">
                <a:solidFill>
                  <a:schemeClr val="accent2"/>
                </a:solidFill>
              </a:rPr>
              <a:t>🧱 7. ARCHITECTURE PATTERNS FOR OFFLINE-FIRST PWAs</a:t>
            </a:r>
          </a:p>
          <a:p>
            <a:pPr marL="12700" marR="5080"/>
            <a:r>
              <a:rPr lang="en-US" sz="1400" kern="0" spc="-80" dirty="0">
                <a:solidFill>
                  <a:schemeClr val="accent2"/>
                </a:solidFill>
              </a:rPr>
              <a:t>7.1 App Shell Architecture</a:t>
            </a:r>
          </a:p>
          <a:p>
            <a:pPr marL="12700" marR="5080"/>
            <a:r>
              <a:rPr lang="en-US" sz="1400" kern="0" spc="-80" dirty="0">
                <a:solidFill>
                  <a:schemeClr val="accent6"/>
                </a:solidFill>
              </a:rPr>
              <a:t>Preload UI shell → Fetch content dynamically.</a:t>
            </a:r>
          </a:p>
          <a:p>
            <a:pPr marL="12700" marR="5080"/>
            <a:r>
              <a:rPr lang="en-US" sz="1400" kern="0" spc="-80" dirty="0">
                <a:solidFill>
                  <a:schemeClr val="accent6"/>
                </a:solidFill>
              </a:rPr>
              <a:t>Parts:</a:t>
            </a:r>
          </a:p>
          <a:p>
            <a:pPr marL="12700" marR="5080"/>
            <a:r>
              <a:rPr lang="en-US" sz="1400" kern="0" spc="-80" dirty="0">
                <a:solidFill>
                  <a:schemeClr val="accent6"/>
                </a:solidFill>
              </a:rPr>
              <a:t>Shell (HTML/CSS/JS)</a:t>
            </a:r>
          </a:p>
          <a:p>
            <a:pPr marL="12700" marR="5080"/>
            <a:r>
              <a:rPr lang="en-US" sz="1400" kern="0" spc="-80" dirty="0">
                <a:solidFill>
                  <a:schemeClr val="accent6"/>
                </a:solidFill>
              </a:rPr>
              <a:t>Content API</a:t>
            </a:r>
          </a:p>
          <a:p>
            <a:pPr marL="12700" marR="5080"/>
            <a:r>
              <a:rPr lang="en-US" sz="1400" kern="0" spc="-80" dirty="0">
                <a:solidFill>
                  <a:schemeClr val="accent6"/>
                </a:solidFill>
              </a:rPr>
              <a:t>Cache-first for shell</a:t>
            </a:r>
          </a:p>
          <a:p>
            <a:pPr marL="12700" marR="5080"/>
            <a:r>
              <a:rPr lang="en-US" sz="1400" kern="0" spc="-80" dirty="0">
                <a:solidFill>
                  <a:schemeClr val="accent6"/>
                </a:solidFill>
              </a:rPr>
              <a:t>Network-first for content</a:t>
            </a:r>
          </a:p>
          <a:p>
            <a:pPr marL="12700" marR="5080"/>
            <a:endParaRPr lang="en-US" sz="1400" kern="0" spc="-80" dirty="0">
              <a:solidFill>
                <a:schemeClr val="accent6"/>
              </a:solidFill>
            </a:endParaRPr>
          </a:p>
        </p:txBody>
      </p:sp>
      <p:grpSp>
        <p:nvGrpSpPr>
          <p:cNvPr id="9" name="Group 8">
            <a:extLst>
              <a:ext uri="{FF2B5EF4-FFF2-40B4-BE49-F238E27FC236}">
                <a16:creationId xmlns:a16="http://schemas.microsoft.com/office/drawing/2014/main" id="{F4C8AB10-9082-5951-A7DC-839462A92623}"/>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C585652E-8CB9-83AB-4F1A-FC744BEE5010}"/>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AC6073BC-59BC-DAED-6BBB-E5FFB21248D3}"/>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933024832"/>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4FD87B-00C8-9AAA-2642-7B0163649C8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C78A42D-6B5E-5D5D-FF0D-95CCC596BF2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9EA2C62-E4AC-23BF-1C9C-CD9DFC0C07B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A3F19DD0-7AD3-165F-18DC-0AA5E65491A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B9DA529-B2B0-B494-AF1E-E85650727B6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60F485D-35AD-6619-07FD-87D11E7F844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5DE07F6-2BF7-4250-B5FB-4AF64B4DCEA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E141E86-88C0-43E7-91BB-578E1E71816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9CB262E-BD8D-2B45-D342-36E480F2AED5}"/>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7. ARCHITECTURE PATTERNS FOR OFFLINE-FIRST PWAs</a:t>
            </a:r>
          </a:p>
          <a:p>
            <a:pPr marL="12700" marR="5080"/>
            <a:r>
              <a:rPr lang="en-US" sz="1400" kern="0" spc="-80" dirty="0">
                <a:solidFill>
                  <a:schemeClr val="accent2"/>
                </a:solidFill>
              </a:rPr>
              <a:t>7.2 Modular Service Worker Architecture</a:t>
            </a:r>
          </a:p>
          <a:p>
            <a:pPr marL="12700" marR="5080"/>
            <a:r>
              <a:rPr lang="en-US" sz="1400" kern="0" spc="-80" dirty="0">
                <a:solidFill>
                  <a:schemeClr val="accent6"/>
                </a:solidFill>
              </a:rPr>
              <a:t>Precaching module</a:t>
            </a:r>
          </a:p>
          <a:p>
            <a:pPr marL="12700" marR="5080"/>
            <a:r>
              <a:rPr lang="en-US" sz="1400" kern="0" spc="-80" dirty="0">
                <a:solidFill>
                  <a:schemeClr val="accent6"/>
                </a:solidFill>
              </a:rPr>
              <a:t>Runtime caching module</a:t>
            </a:r>
          </a:p>
          <a:p>
            <a:pPr marL="12700" marR="5080"/>
            <a:r>
              <a:rPr lang="en-US" sz="1400" kern="0" spc="-80" dirty="0">
                <a:solidFill>
                  <a:schemeClr val="accent6"/>
                </a:solidFill>
              </a:rPr>
              <a:t>Background sync module</a:t>
            </a:r>
          </a:p>
          <a:p>
            <a:pPr marL="12700" marR="5080"/>
            <a:r>
              <a:rPr lang="en-US" sz="1400" kern="0" spc="-80" dirty="0">
                <a:solidFill>
                  <a:schemeClr val="accent6"/>
                </a:solidFill>
              </a:rPr>
              <a:t>Push notifications module</a:t>
            </a:r>
          </a:p>
          <a:p>
            <a:pPr marL="12700" marR="5080"/>
            <a:r>
              <a:rPr lang="en-US" sz="1400" kern="0" spc="-80" dirty="0">
                <a:solidFill>
                  <a:schemeClr val="accent6"/>
                </a:solidFill>
              </a:rPr>
              <a:t>Routing module</a:t>
            </a:r>
          </a:p>
          <a:p>
            <a:pPr marL="12700" marR="5080"/>
            <a:endParaRPr lang="en-US" sz="1400" kern="0" spc="-80" dirty="0">
              <a:solidFill>
                <a:schemeClr val="accent6"/>
              </a:solidFill>
            </a:endParaRPr>
          </a:p>
          <a:p>
            <a:pPr marL="12700" marR="5080"/>
            <a:r>
              <a:rPr lang="en-US" sz="1400" kern="0" spc="-80" dirty="0">
                <a:solidFill>
                  <a:schemeClr val="accent2"/>
                </a:solidFill>
              </a:rPr>
              <a:t>7.3 Micro-PWA Architecture</a:t>
            </a:r>
          </a:p>
          <a:p>
            <a:pPr marL="12700" marR="5080"/>
            <a:r>
              <a:rPr lang="en-US" sz="1400" kern="0" spc="-80" dirty="0">
                <a:solidFill>
                  <a:schemeClr val="accent6"/>
                </a:solidFill>
              </a:rPr>
              <a:t>Micro frontends with:</a:t>
            </a:r>
          </a:p>
          <a:p>
            <a:pPr marL="12700" marR="5080"/>
            <a:r>
              <a:rPr lang="en-US" sz="1400" kern="0" spc="-80" dirty="0">
                <a:solidFill>
                  <a:schemeClr val="accent6"/>
                </a:solidFill>
              </a:rPr>
              <a:t>independent service workers</a:t>
            </a:r>
          </a:p>
          <a:p>
            <a:pPr marL="12700" marR="5080"/>
            <a:r>
              <a:rPr lang="en-US" sz="1400" kern="0" spc="-80" dirty="0">
                <a:solidFill>
                  <a:schemeClr val="accent6"/>
                </a:solidFill>
              </a:rPr>
              <a:t>scoped caches</a:t>
            </a:r>
          </a:p>
          <a:p>
            <a:pPr marL="12700" marR="5080"/>
            <a:r>
              <a:rPr lang="en-US" sz="1400" kern="0" spc="-80" dirty="0">
                <a:solidFill>
                  <a:schemeClr val="accent6"/>
                </a:solidFill>
              </a:rPr>
              <a:t>independent offline data stores</a:t>
            </a:r>
          </a:p>
          <a:p>
            <a:pPr marL="12700" marR="5080"/>
            <a:endParaRPr lang="en-US" sz="1400" kern="0" spc="-80" dirty="0">
              <a:solidFill>
                <a:schemeClr val="accent6"/>
              </a:solidFill>
            </a:endParaRPr>
          </a:p>
          <a:p>
            <a:pPr marL="12700" marR="5080"/>
            <a:r>
              <a:rPr lang="en-US" sz="1400" kern="0" spc="-80" dirty="0">
                <a:solidFill>
                  <a:schemeClr val="accent2"/>
                </a:solidFill>
              </a:rPr>
              <a:t>7.4 </a:t>
            </a:r>
            <a:r>
              <a:rPr lang="en-US" sz="1400" kern="0" spc="-80" dirty="0" err="1">
                <a:solidFill>
                  <a:schemeClr val="accent2"/>
                </a:solidFill>
              </a:rPr>
              <a:t>Comlink</a:t>
            </a:r>
            <a:r>
              <a:rPr lang="en-US" sz="1400" kern="0" spc="-80" dirty="0">
                <a:solidFill>
                  <a:schemeClr val="accent2"/>
                </a:solidFill>
              </a:rPr>
              <a:t>-friendly Web Worker + PWA</a:t>
            </a:r>
          </a:p>
          <a:p>
            <a:pPr marL="12700" marR="5080"/>
            <a:r>
              <a:rPr lang="en-US" sz="1400" kern="0" spc="-80" dirty="0">
                <a:solidFill>
                  <a:schemeClr val="accent6"/>
                </a:solidFill>
              </a:rPr>
              <a:t>Move heavy logic completely offline:</a:t>
            </a:r>
          </a:p>
          <a:p>
            <a:pPr marL="12700" marR="5080"/>
            <a:r>
              <a:rPr lang="en-US" sz="1400" kern="0" spc="-80" dirty="0">
                <a:solidFill>
                  <a:schemeClr val="accent6"/>
                </a:solidFill>
              </a:rPr>
              <a:t>Sorting</a:t>
            </a:r>
          </a:p>
          <a:p>
            <a:pPr marL="12700" marR="5080"/>
            <a:r>
              <a:rPr lang="en-US" sz="1400" kern="0" spc="-80" dirty="0">
                <a:solidFill>
                  <a:schemeClr val="accent6"/>
                </a:solidFill>
              </a:rPr>
              <a:t>Data analysis</a:t>
            </a:r>
          </a:p>
          <a:p>
            <a:pPr marL="12700" marR="5080"/>
            <a:r>
              <a:rPr lang="en-US" sz="1400" kern="0" spc="-80" dirty="0">
                <a:solidFill>
                  <a:schemeClr val="accent6"/>
                </a:solidFill>
              </a:rPr>
              <a:t>ML inference</a:t>
            </a:r>
          </a:p>
          <a:p>
            <a:pPr marL="12700" marR="5080"/>
            <a:r>
              <a:rPr lang="en-US" sz="1400" kern="0" spc="-80" dirty="0">
                <a:solidFill>
                  <a:schemeClr val="accent6"/>
                </a:solidFill>
              </a:rPr>
              <a:t>Offline search index via WASM</a:t>
            </a:r>
          </a:p>
          <a:p>
            <a:pPr marL="12700" marR="5080"/>
            <a:endParaRPr lang="en-US" sz="1400" kern="0" spc="-80" dirty="0">
              <a:solidFill>
                <a:schemeClr val="accent6"/>
              </a:solidFill>
            </a:endParaRPr>
          </a:p>
          <a:p>
            <a:pPr marL="12700" marR="5080"/>
            <a:r>
              <a:rPr lang="en-US" sz="1400" kern="0" spc="-80" dirty="0">
                <a:solidFill>
                  <a:schemeClr val="accent2"/>
                </a:solidFill>
              </a:rPr>
              <a:t>7.5 Edge-assisted PWAs</a:t>
            </a:r>
          </a:p>
          <a:p>
            <a:pPr marL="12700" marR="5080"/>
            <a:r>
              <a:rPr lang="en-US" sz="1400" kern="0" spc="-80" dirty="0">
                <a:solidFill>
                  <a:schemeClr val="accent6"/>
                </a:solidFill>
              </a:rPr>
              <a:t>Cloudflare Workers</a:t>
            </a:r>
          </a:p>
          <a:p>
            <a:pPr marL="12700" marR="5080"/>
            <a:r>
              <a:rPr lang="en-US" sz="1400" kern="0" spc="-80" dirty="0" err="1">
                <a:solidFill>
                  <a:schemeClr val="accent6"/>
                </a:solidFill>
              </a:rPr>
              <a:t>Vercel</a:t>
            </a:r>
            <a:r>
              <a:rPr lang="en-US" sz="1400" kern="0" spc="-80" dirty="0">
                <a:solidFill>
                  <a:schemeClr val="accent6"/>
                </a:solidFill>
              </a:rPr>
              <a:t> Edge</a:t>
            </a:r>
          </a:p>
        </p:txBody>
      </p:sp>
      <p:grpSp>
        <p:nvGrpSpPr>
          <p:cNvPr id="9" name="Group 8">
            <a:extLst>
              <a:ext uri="{FF2B5EF4-FFF2-40B4-BE49-F238E27FC236}">
                <a16:creationId xmlns:a16="http://schemas.microsoft.com/office/drawing/2014/main" id="{782EABE3-588A-C712-9DAE-F71B5255EF50}"/>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DFF180BF-AE73-66E7-53F6-5A2E9E53B3DF}"/>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BD7A4B3D-D181-0F40-E105-64D2A24DF52D}"/>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533695175"/>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FD05B-CD65-2103-9F31-CEAA2F83C7A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20738F9-6215-A6C3-17CF-073E26132AB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795E6DB-B420-78D8-5CBA-1771E50435A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03FE7D06-2390-55D3-5E1C-DA4B5332129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9FD5064-A378-2FEB-6E71-0754A2179D8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5327946-A6D4-607D-E228-8BD0550A1EB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39EF40F-5207-D35A-4CC3-891FC463F19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680969A-30B5-F2CC-401D-6E1B75309E1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C7EFF76-E912-8F55-7C3E-23D2AE0F97D6}"/>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7. ARCHITECTURE PATTERNS FOR OFFLINE-FIRST PWAs</a:t>
            </a:r>
          </a:p>
          <a:p>
            <a:pPr marL="12700" marR="5080"/>
            <a:r>
              <a:rPr lang="en-US" sz="1400" kern="0" spc="-80" dirty="0">
                <a:solidFill>
                  <a:schemeClr val="accent2"/>
                </a:solidFill>
              </a:rPr>
              <a:t>7.5 Edge-assisted PWAs</a:t>
            </a:r>
          </a:p>
          <a:p>
            <a:pPr marL="12700" marR="5080"/>
            <a:r>
              <a:rPr lang="en-US" sz="1400" kern="0" spc="-80" dirty="0">
                <a:solidFill>
                  <a:schemeClr val="accent6"/>
                </a:solidFill>
              </a:rPr>
              <a:t>Netlify Edge</a:t>
            </a:r>
          </a:p>
          <a:p>
            <a:pPr marL="12700" marR="5080"/>
            <a:r>
              <a:rPr lang="en-US" sz="1400" kern="0" spc="-80" dirty="0">
                <a:solidFill>
                  <a:schemeClr val="accent6"/>
                </a:solidFill>
              </a:rPr>
              <a:t>Push diff-based data to clients.</a:t>
            </a:r>
          </a:p>
          <a:p>
            <a:pPr marL="12700" marR="5080"/>
            <a:endParaRPr lang="en-US" sz="1400" kern="0" spc="-80" dirty="0">
              <a:solidFill>
                <a:schemeClr val="accent6"/>
              </a:solidFill>
            </a:endParaRPr>
          </a:p>
          <a:p>
            <a:pPr marL="12700" marR="5080"/>
            <a:r>
              <a:rPr lang="en-US" sz="1400" kern="0" spc="-80" dirty="0">
                <a:solidFill>
                  <a:schemeClr val="accent2"/>
                </a:solidFill>
              </a:rPr>
              <a:t>🧪 8. TESTING OFFLINE-FIRST + PWA APPS</a:t>
            </a:r>
          </a:p>
          <a:p>
            <a:pPr marL="12700" marR="5080"/>
            <a:r>
              <a:rPr lang="en-US" sz="1400" kern="0" spc="-80" dirty="0">
                <a:solidFill>
                  <a:schemeClr val="accent2"/>
                </a:solidFill>
              </a:rPr>
              <a:t>8.1 Testing Tools</a:t>
            </a:r>
          </a:p>
          <a:p>
            <a:pPr marL="12700" marR="5080"/>
            <a:r>
              <a:rPr lang="en-US" sz="1400" kern="0" spc="-80" dirty="0">
                <a:solidFill>
                  <a:schemeClr val="accent6"/>
                </a:solidFill>
              </a:rPr>
              <a:t>Lighthouse PWA checks</a:t>
            </a:r>
          </a:p>
          <a:p>
            <a:pPr marL="12700" marR="5080"/>
            <a:r>
              <a:rPr lang="en-US" sz="1400" kern="0" spc="-80" dirty="0">
                <a:solidFill>
                  <a:schemeClr val="accent6"/>
                </a:solidFill>
              </a:rPr>
              <a:t>Chrome </a:t>
            </a:r>
            <a:r>
              <a:rPr lang="en-US" sz="1400" kern="0" spc="-80" dirty="0" err="1">
                <a:solidFill>
                  <a:schemeClr val="accent6"/>
                </a:solidFill>
              </a:rPr>
              <a:t>DevTools</a:t>
            </a:r>
            <a:r>
              <a:rPr lang="en-US" sz="1400" kern="0" spc="-80" dirty="0">
                <a:solidFill>
                  <a:schemeClr val="accent6"/>
                </a:solidFill>
              </a:rPr>
              <a:t> offline mode</a:t>
            </a:r>
          </a:p>
          <a:p>
            <a:pPr marL="12700" marR="5080"/>
            <a:r>
              <a:rPr lang="en-US" sz="1400" kern="0" spc="-80" dirty="0">
                <a:solidFill>
                  <a:schemeClr val="accent6"/>
                </a:solidFill>
              </a:rPr>
              <a:t>Workbox test runner</a:t>
            </a:r>
          </a:p>
          <a:p>
            <a:pPr marL="12700" marR="5080"/>
            <a:r>
              <a:rPr lang="en-US" sz="1400" kern="0" spc="-80" dirty="0">
                <a:solidFill>
                  <a:schemeClr val="accent6"/>
                </a:solidFill>
              </a:rPr>
              <a:t>Playwright/Puppeteer offline tests</a:t>
            </a:r>
          </a:p>
          <a:p>
            <a:pPr marL="12700" marR="5080"/>
            <a:r>
              <a:rPr lang="en-US" sz="1400" kern="0" spc="-80" dirty="0">
                <a:solidFill>
                  <a:schemeClr val="accent6"/>
                </a:solidFill>
              </a:rPr>
              <a:t>Cypress network mocking</a:t>
            </a:r>
          </a:p>
          <a:p>
            <a:pPr marL="12700" marR="5080"/>
            <a:endParaRPr lang="en-US" sz="1400" kern="0" spc="-80" dirty="0">
              <a:solidFill>
                <a:schemeClr val="accent6"/>
              </a:solidFill>
            </a:endParaRPr>
          </a:p>
          <a:p>
            <a:pPr marL="12700" marR="5080"/>
            <a:r>
              <a:rPr lang="en-US" sz="1400" kern="0" spc="-80" dirty="0">
                <a:solidFill>
                  <a:schemeClr val="accent2"/>
                </a:solidFill>
              </a:rPr>
              <a:t>8.2 Testing Flows</a:t>
            </a:r>
          </a:p>
          <a:p>
            <a:pPr marL="12700" marR="5080"/>
            <a:r>
              <a:rPr lang="en-US" sz="1400" kern="0" spc="-80" dirty="0">
                <a:solidFill>
                  <a:schemeClr val="accent6"/>
                </a:solidFill>
              </a:rPr>
              <a:t>App load without network</a:t>
            </a:r>
          </a:p>
          <a:p>
            <a:pPr marL="12700" marR="5080"/>
            <a:r>
              <a:rPr lang="en-US" sz="1400" kern="0" spc="-80" dirty="0">
                <a:solidFill>
                  <a:schemeClr val="accent6"/>
                </a:solidFill>
              </a:rPr>
              <a:t>API request queue</a:t>
            </a:r>
          </a:p>
          <a:p>
            <a:pPr marL="12700" marR="5080"/>
            <a:r>
              <a:rPr lang="en-US" sz="1400" kern="0" spc="-80" dirty="0">
                <a:solidFill>
                  <a:schemeClr val="accent6"/>
                </a:solidFill>
              </a:rPr>
              <a:t>Restart app without network</a:t>
            </a:r>
          </a:p>
          <a:p>
            <a:pPr marL="12700" marR="5080"/>
            <a:r>
              <a:rPr lang="en-US" sz="1400" kern="0" spc="-80" dirty="0">
                <a:solidFill>
                  <a:schemeClr val="accent6"/>
                </a:solidFill>
              </a:rPr>
              <a:t>Background sync</a:t>
            </a:r>
          </a:p>
          <a:p>
            <a:pPr marL="12700" marR="5080"/>
            <a:r>
              <a:rPr lang="en-US" sz="1400" kern="0" spc="-80" dirty="0">
                <a:solidFill>
                  <a:schemeClr val="accent6"/>
                </a:solidFill>
              </a:rPr>
              <a:t>Push notifications</a:t>
            </a:r>
          </a:p>
          <a:p>
            <a:pPr marL="12700" marR="5080"/>
            <a:r>
              <a:rPr lang="en-US" sz="1400" kern="0" spc="-80" dirty="0">
                <a:solidFill>
                  <a:schemeClr val="accent6"/>
                </a:solidFill>
              </a:rPr>
              <a:t>Cache version upgrades</a:t>
            </a:r>
          </a:p>
          <a:p>
            <a:pPr marL="12700" marR="5080"/>
            <a:r>
              <a:rPr lang="en-US" sz="1400" kern="0" spc="-80" dirty="0">
                <a:solidFill>
                  <a:schemeClr val="accent6"/>
                </a:solidFill>
              </a:rPr>
              <a:t>Cache corruption handling</a:t>
            </a:r>
          </a:p>
          <a:p>
            <a:pPr marL="12700" marR="5080"/>
            <a:endParaRPr lang="en-US" sz="1400" kern="0" spc="-80" dirty="0">
              <a:solidFill>
                <a:schemeClr val="accent6"/>
              </a:solidFill>
            </a:endParaRPr>
          </a:p>
        </p:txBody>
      </p:sp>
      <p:grpSp>
        <p:nvGrpSpPr>
          <p:cNvPr id="9" name="Group 8">
            <a:extLst>
              <a:ext uri="{FF2B5EF4-FFF2-40B4-BE49-F238E27FC236}">
                <a16:creationId xmlns:a16="http://schemas.microsoft.com/office/drawing/2014/main" id="{F4C6CC51-E256-03B7-BC0A-6377989291C2}"/>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5C09CEFE-035A-9CA0-3B66-FDA68C18C09F}"/>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4A044C1E-6434-1E97-7A54-69D6ADB2471F}"/>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364106662"/>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A5AD1-2718-AA5A-F272-AA2524E8DE4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223597-2095-AB90-E105-1F000AA920B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9667224-155E-0A94-9EE5-A48ED11EFB3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FE930080-D8BA-6FA4-DA50-B83A2B6BD6F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3EBC3E0-919B-F45A-EDA5-C05414F8D86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3958A46-2F5B-4490-E507-E7B4CED2049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B4B8F94-115B-08D4-5162-F993737513B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C4F437B-97EB-0AD8-02EA-4C1E696249D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791BBCD-F774-4627-0EE9-1DB617224897}"/>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9. TECHNOLOGIES &amp; LIBRARIES</a:t>
            </a:r>
          </a:p>
          <a:p>
            <a:pPr marL="12700" marR="5080"/>
            <a:r>
              <a:rPr lang="en-US" sz="1400" kern="0" spc="-80" dirty="0">
                <a:solidFill>
                  <a:schemeClr val="accent6"/>
                </a:solidFill>
              </a:rPr>
              <a:t>Modern Tools</a:t>
            </a:r>
          </a:p>
          <a:p>
            <a:pPr marL="12700" marR="5080"/>
            <a:r>
              <a:rPr lang="en-US" sz="1400" kern="0" spc="-80" dirty="0">
                <a:solidFill>
                  <a:schemeClr val="accent6"/>
                </a:solidFill>
              </a:rPr>
              <a:t>Workbox (Google) – best for SW + caching</a:t>
            </a:r>
          </a:p>
          <a:p>
            <a:pPr marL="12700" marR="5080"/>
            <a:r>
              <a:rPr lang="en-US" sz="1400" kern="0" spc="-80" dirty="0" err="1">
                <a:solidFill>
                  <a:schemeClr val="accent6"/>
                </a:solidFill>
              </a:rPr>
              <a:t>PouchDB</a:t>
            </a:r>
            <a:r>
              <a:rPr lang="en-US" sz="1400" kern="0" spc="-80" dirty="0">
                <a:solidFill>
                  <a:schemeClr val="accent6"/>
                </a:solidFill>
              </a:rPr>
              <a:t> + CouchDB – best for bidirectional sync</a:t>
            </a:r>
          </a:p>
          <a:p>
            <a:pPr marL="12700" marR="5080"/>
            <a:r>
              <a:rPr lang="en-US" sz="1400" kern="0" spc="-80" dirty="0">
                <a:solidFill>
                  <a:schemeClr val="accent6"/>
                </a:solidFill>
              </a:rPr>
              <a:t>Firebase Offline Cache</a:t>
            </a:r>
          </a:p>
          <a:p>
            <a:pPr marL="12700" marR="5080"/>
            <a:r>
              <a:rPr lang="en-US" sz="1400" kern="0" spc="-80" dirty="0" err="1">
                <a:solidFill>
                  <a:schemeClr val="accent6"/>
                </a:solidFill>
              </a:rPr>
              <a:t>Supabase</a:t>
            </a:r>
            <a:r>
              <a:rPr lang="en-US" sz="1400" kern="0" spc="-80" dirty="0">
                <a:solidFill>
                  <a:schemeClr val="accent6"/>
                </a:solidFill>
              </a:rPr>
              <a:t> Realtime + CRDT sync</a:t>
            </a:r>
          </a:p>
          <a:p>
            <a:pPr marL="12700" marR="5080"/>
            <a:r>
              <a:rPr lang="en-US" sz="1400" kern="0" spc="-80" dirty="0" err="1">
                <a:solidFill>
                  <a:schemeClr val="accent6"/>
                </a:solidFill>
              </a:rPr>
              <a:t>RxDB</a:t>
            </a:r>
            <a:r>
              <a:rPr lang="en-US" sz="1400" kern="0" spc="-80" dirty="0">
                <a:solidFill>
                  <a:schemeClr val="accent6"/>
                </a:solidFill>
              </a:rPr>
              <a:t> (JS + </a:t>
            </a:r>
            <a:r>
              <a:rPr lang="en-US" sz="1400" kern="0" spc="-80" dirty="0" err="1">
                <a:solidFill>
                  <a:schemeClr val="accent6"/>
                </a:solidFill>
              </a:rPr>
              <a:t>WebWorker</a:t>
            </a:r>
            <a:r>
              <a:rPr lang="en-US" sz="1400" kern="0" spc="-80" dirty="0">
                <a:solidFill>
                  <a:schemeClr val="accent6"/>
                </a:solidFill>
              </a:rPr>
              <a:t>-based DB sync)</a:t>
            </a:r>
          </a:p>
          <a:p>
            <a:pPr marL="12700" marR="5080"/>
            <a:r>
              <a:rPr lang="en-US" sz="1400" kern="0" spc="-80" dirty="0">
                <a:solidFill>
                  <a:schemeClr val="accent6"/>
                </a:solidFill>
              </a:rPr>
              <a:t>Apollo </a:t>
            </a:r>
            <a:r>
              <a:rPr lang="en-US" sz="1400" kern="0" spc="-80" dirty="0" err="1">
                <a:solidFill>
                  <a:schemeClr val="accent6"/>
                </a:solidFill>
              </a:rPr>
              <a:t>GraphQL</a:t>
            </a:r>
            <a:r>
              <a:rPr lang="en-US" sz="1400" kern="0" spc="-80" dirty="0">
                <a:solidFill>
                  <a:schemeClr val="accent6"/>
                </a:solidFill>
              </a:rPr>
              <a:t> Offline (normalized cache + retry link)</a:t>
            </a:r>
          </a:p>
          <a:p>
            <a:pPr marL="12700" marR="5080"/>
            <a:r>
              <a:rPr lang="en-US" sz="1400" kern="0" spc="-80" dirty="0">
                <a:solidFill>
                  <a:schemeClr val="accent6"/>
                </a:solidFill>
              </a:rPr>
              <a:t>Redux Offline</a:t>
            </a:r>
          </a:p>
          <a:p>
            <a:pPr marL="12700" marR="5080"/>
            <a:r>
              <a:rPr lang="en-US" sz="1400" kern="0" spc="-80" dirty="0">
                <a:solidFill>
                  <a:schemeClr val="accent6"/>
                </a:solidFill>
              </a:rPr>
              <a:t>Service Worker Fabric / Swivel</a:t>
            </a:r>
          </a:p>
          <a:p>
            <a:pPr marL="12700" marR="5080"/>
            <a:endParaRPr lang="en-US" sz="1400" kern="0" spc="-80" dirty="0">
              <a:solidFill>
                <a:schemeClr val="accent6"/>
              </a:solidFill>
            </a:endParaRPr>
          </a:p>
          <a:p>
            <a:pPr marL="12700" marR="5080"/>
            <a:r>
              <a:rPr lang="en-US" sz="1400" kern="0" spc="-80" dirty="0">
                <a:solidFill>
                  <a:schemeClr val="accent2"/>
                </a:solidFill>
              </a:rPr>
              <a:t>🎯 10. ADVANCED PWA CAPABILITIES</a:t>
            </a:r>
          </a:p>
          <a:p>
            <a:pPr marL="12700" marR="5080"/>
            <a:r>
              <a:rPr lang="en-US" sz="1400" kern="0" spc="-80" dirty="0">
                <a:solidFill>
                  <a:schemeClr val="accent6"/>
                </a:solidFill>
              </a:rPr>
              <a:t>Hardware APIs</a:t>
            </a:r>
          </a:p>
          <a:p>
            <a:pPr marL="12700" marR="5080"/>
            <a:r>
              <a:rPr lang="en-US" sz="1400" kern="0" spc="-80" dirty="0">
                <a:solidFill>
                  <a:schemeClr val="accent6"/>
                </a:solidFill>
              </a:rPr>
              <a:t>Camera/Mic</a:t>
            </a:r>
          </a:p>
          <a:p>
            <a:pPr marL="12700" marR="5080"/>
            <a:r>
              <a:rPr lang="en-US" sz="1400" kern="0" spc="-80" dirty="0">
                <a:solidFill>
                  <a:schemeClr val="accent6"/>
                </a:solidFill>
              </a:rPr>
              <a:t>Bluetooth</a:t>
            </a:r>
          </a:p>
          <a:p>
            <a:pPr marL="12700" marR="5080"/>
            <a:r>
              <a:rPr lang="en-US" sz="1400" kern="0" spc="-80" dirty="0">
                <a:solidFill>
                  <a:schemeClr val="accent6"/>
                </a:solidFill>
              </a:rPr>
              <a:t>NFC</a:t>
            </a:r>
          </a:p>
          <a:p>
            <a:pPr marL="12700" marR="5080"/>
            <a:r>
              <a:rPr lang="en-US" sz="1400" kern="0" spc="-80" dirty="0">
                <a:solidFill>
                  <a:schemeClr val="accent6"/>
                </a:solidFill>
              </a:rPr>
              <a:t>USB</a:t>
            </a:r>
          </a:p>
          <a:p>
            <a:pPr marL="12700" marR="5080"/>
            <a:r>
              <a:rPr lang="en-US" sz="1400" kern="0" spc="-80" dirty="0">
                <a:solidFill>
                  <a:schemeClr val="accent6"/>
                </a:solidFill>
              </a:rPr>
              <a:t>Geolocation</a:t>
            </a:r>
          </a:p>
          <a:p>
            <a:pPr marL="12700" marR="5080"/>
            <a:r>
              <a:rPr lang="en-US" sz="1400" kern="0" spc="-80" dirty="0">
                <a:solidFill>
                  <a:schemeClr val="accent6"/>
                </a:solidFill>
              </a:rPr>
              <a:t>Motion sensors</a:t>
            </a:r>
          </a:p>
          <a:p>
            <a:pPr marL="12700" marR="5080"/>
            <a:r>
              <a:rPr lang="en-US" sz="1400" kern="0" spc="-80" dirty="0">
                <a:solidFill>
                  <a:schemeClr val="accent6"/>
                </a:solidFill>
              </a:rPr>
              <a:t>Advanced Web Capabilities</a:t>
            </a:r>
          </a:p>
          <a:p>
            <a:pPr marL="12700" marR="5080"/>
            <a:r>
              <a:rPr lang="en-US" sz="1400" kern="0" spc="-80" dirty="0">
                <a:solidFill>
                  <a:schemeClr val="accent6"/>
                </a:solidFill>
              </a:rPr>
              <a:t>File System API</a:t>
            </a:r>
          </a:p>
          <a:p>
            <a:pPr marL="12700" marR="5080"/>
            <a:r>
              <a:rPr lang="en-US" sz="1400" kern="0" spc="-80" dirty="0">
                <a:solidFill>
                  <a:schemeClr val="accent6"/>
                </a:solidFill>
              </a:rPr>
              <a:t>Share API</a:t>
            </a:r>
          </a:p>
          <a:p>
            <a:pPr marL="12700" marR="5080"/>
            <a:r>
              <a:rPr lang="en-US" sz="1400" kern="0" spc="-80" dirty="0">
                <a:solidFill>
                  <a:schemeClr val="accent6"/>
                </a:solidFill>
              </a:rPr>
              <a:t>Clipboard API</a:t>
            </a:r>
          </a:p>
          <a:p>
            <a:pPr marL="12700" marR="5080"/>
            <a:r>
              <a:rPr lang="en-US" sz="1400" kern="0" spc="-80" dirty="0">
                <a:solidFill>
                  <a:schemeClr val="accent6"/>
                </a:solidFill>
              </a:rPr>
              <a:t>Background Fetch</a:t>
            </a:r>
          </a:p>
        </p:txBody>
      </p:sp>
      <p:grpSp>
        <p:nvGrpSpPr>
          <p:cNvPr id="9" name="Group 8">
            <a:extLst>
              <a:ext uri="{FF2B5EF4-FFF2-40B4-BE49-F238E27FC236}">
                <a16:creationId xmlns:a16="http://schemas.microsoft.com/office/drawing/2014/main" id="{75B33ECD-CBB1-B5F7-6CDE-A602DA223905}"/>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73CE84FD-9FE7-7689-ECA0-A27ACBFF5CEB}"/>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A8707560-C72A-14A5-58FE-A7359FFECBAC}"/>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399072124"/>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925493-B74B-81C8-8657-77AF967CB35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FD5A823-8232-FD07-8430-FDEE8D53C6C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BA20D91-154E-A034-C8F5-493F39D1CB9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28E3164D-FC0F-3055-5058-AF95051FBE7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5DF3EF7-107D-3FA6-A3E8-307250584C1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2DD3034-AB74-F37C-3EB6-A915ECECABD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FB21780-A3E0-11E9-A662-8654BCC69AB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5CB36CA-70C3-D0BE-403E-BAE8007C925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94A5DD5-868F-388B-4F06-DB636500BF8C}"/>
              </a:ext>
            </a:extLst>
          </p:cNvPr>
          <p:cNvSpPr txBox="1">
            <a:spLocks/>
          </p:cNvSpPr>
          <p:nvPr/>
        </p:nvSpPr>
        <p:spPr>
          <a:xfrm>
            <a:off x="152400" y="685800"/>
            <a:ext cx="8624937" cy="56015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10. ADVANCED PWA CAPABILITIES</a:t>
            </a:r>
          </a:p>
          <a:p>
            <a:pPr marL="12700" marR="5080"/>
            <a:r>
              <a:rPr lang="en-US" sz="1400" kern="0" spc="-80" dirty="0">
                <a:solidFill>
                  <a:schemeClr val="accent6"/>
                </a:solidFill>
              </a:rPr>
              <a:t>Web Push</a:t>
            </a:r>
          </a:p>
          <a:p>
            <a:pPr marL="12700" marR="5080"/>
            <a:r>
              <a:rPr lang="en-US" sz="1400" kern="0" spc="-80" dirty="0">
                <a:solidFill>
                  <a:schemeClr val="accent6"/>
                </a:solidFill>
              </a:rPr>
              <a:t>Periodic Sync</a:t>
            </a:r>
          </a:p>
          <a:p>
            <a:pPr marL="12700" marR="5080"/>
            <a:r>
              <a:rPr lang="en-US" sz="1400" kern="0" spc="-80" dirty="0">
                <a:solidFill>
                  <a:schemeClr val="accent6"/>
                </a:solidFill>
              </a:rPr>
              <a:t>Web Bundles</a:t>
            </a:r>
          </a:p>
          <a:p>
            <a:pPr marL="12700" marR="5080"/>
            <a:r>
              <a:rPr lang="en-US" sz="1400" kern="0" spc="-80" dirty="0">
                <a:solidFill>
                  <a:schemeClr val="accent6"/>
                </a:solidFill>
              </a:rPr>
              <a:t>Web Packaging</a:t>
            </a:r>
          </a:p>
          <a:p>
            <a:pPr marL="12700" marR="5080"/>
            <a:r>
              <a:rPr lang="en-US" sz="1400" kern="0" spc="-80" dirty="0">
                <a:solidFill>
                  <a:schemeClr val="accent6"/>
                </a:solidFill>
              </a:rPr>
              <a:t>Multi-platform PWA Patterns</a:t>
            </a:r>
          </a:p>
          <a:p>
            <a:pPr marL="12700" marR="5080"/>
            <a:r>
              <a:rPr lang="en-US" sz="1400" kern="0" spc="-80" dirty="0">
                <a:solidFill>
                  <a:schemeClr val="accent6"/>
                </a:solidFill>
              </a:rPr>
              <a:t>PWA-to-APK via </a:t>
            </a:r>
            <a:r>
              <a:rPr lang="en-US" sz="1400" kern="0" spc="-80" dirty="0" err="1">
                <a:solidFill>
                  <a:schemeClr val="accent6"/>
                </a:solidFill>
              </a:rPr>
              <a:t>Bubblewrap</a:t>
            </a:r>
            <a:r>
              <a:rPr lang="en-US" sz="1400" kern="0" spc="-80" dirty="0">
                <a:solidFill>
                  <a:schemeClr val="accent6"/>
                </a:solidFill>
              </a:rPr>
              <a:t> / TWA</a:t>
            </a:r>
          </a:p>
          <a:p>
            <a:pPr marL="12700" marR="5080"/>
            <a:r>
              <a:rPr lang="en-US" sz="1400" kern="0" spc="-80" dirty="0">
                <a:solidFill>
                  <a:schemeClr val="accent6"/>
                </a:solidFill>
              </a:rPr>
              <a:t>PWA as Windows App using </a:t>
            </a:r>
            <a:r>
              <a:rPr lang="en-US" sz="1400" kern="0" spc="-80" dirty="0" err="1">
                <a:solidFill>
                  <a:schemeClr val="accent6"/>
                </a:solidFill>
              </a:rPr>
              <a:t>PWABuilder</a:t>
            </a:r>
            <a:endParaRPr lang="en-US" sz="1400" kern="0" spc="-80" dirty="0">
              <a:solidFill>
                <a:schemeClr val="accent6"/>
              </a:solidFill>
            </a:endParaRPr>
          </a:p>
          <a:p>
            <a:pPr marL="12700" marR="5080"/>
            <a:r>
              <a:rPr lang="en-US" sz="1400" kern="0" spc="-80" dirty="0">
                <a:solidFill>
                  <a:schemeClr val="accent6"/>
                </a:solidFill>
              </a:rPr>
              <a:t>PWA inside Electron container</a:t>
            </a:r>
          </a:p>
          <a:p>
            <a:pPr marL="12700" marR="5080"/>
            <a:r>
              <a:rPr lang="en-US" sz="1400" kern="0" spc="-80" dirty="0">
                <a:solidFill>
                  <a:schemeClr val="accent6"/>
                </a:solidFill>
              </a:rPr>
              <a:t>PWA on iOS (limited background sync)</a:t>
            </a:r>
          </a:p>
          <a:p>
            <a:pPr marL="12700" marR="5080"/>
            <a:endParaRPr lang="en-US" sz="1400" kern="0" spc="-80" dirty="0">
              <a:solidFill>
                <a:schemeClr val="accent6"/>
              </a:solidFill>
            </a:endParaRPr>
          </a:p>
          <a:p>
            <a:pPr marL="12700" marR="5080"/>
            <a:r>
              <a:rPr lang="en-US" sz="1400" kern="0" spc="-80" dirty="0">
                <a:solidFill>
                  <a:schemeClr val="accent2"/>
                </a:solidFill>
              </a:rPr>
              <a:t>📘 11. OFFLINE-FIRST DESIGN PATTERNS</a:t>
            </a:r>
          </a:p>
          <a:p>
            <a:pPr marL="12700" marR="5080"/>
            <a:r>
              <a:rPr lang="en-US" sz="1400" kern="0" spc="-80" dirty="0">
                <a:solidFill>
                  <a:schemeClr val="accent6"/>
                </a:solidFill>
              </a:rPr>
              <a:t>Visual Patterns</a:t>
            </a:r>
          </a:p>
          <a:p>
            <a:pPr marL="12700" marR="5080"/>
            <a:r>
              <a:rPr lang="en-US" sz="1400" kern="0" spc="-80" dirty="0">
                <a:solidFill>
                  <a:schemeClr val="accent6"/>
                </a:solidFill>
              </a:rPr>
              <a:t>“Offline badge”</a:t>
            </a:r>
          </a:p>
          <a:p>
            <a:pPr marL="12700" marR="5080"/>
            <a:r>
              <a:rPr lang="en-US" sz="1400" kern="0" spc="-80" dirty="0">
                <a:solidFill>
                  <a:schemeClr val="accent6"/>
                </a:solidFill>
              </a:rPr>
              <a:t>Greyed-out actions</a:t>
            </a:r>
          </a:p>
          <a:p>
            <a:pPr marL="12700" marR="5080"/>
            <a:r>
              <a:rPr lang="en-US" sz="1400" kern="0" spc="-80" dirty="0">
                <a:solidFill>
                  <a:schemeClr val="accent6"/>
                </a:solidFill>
              </a:rPr>
              <a:t>Sync indicator</a:t>
            </a:r>
          </a:p>
          <a:p>
            <a:pPr marL="12700" marR="5080"/>
            <a:r>
              <a:rPr lang="en-US" sz="1400" kern="0" spc="-80" dirty="0">
                <a:solidFill>
                  <a:schemeClr val="accent6"/>
                </a:solidFill>
              </a:rPr>
              <a:t>Activity queue indicator</a:t>
            </a:r>
          </a:p>
          <a:p>
            <a:pPr marL="12700" marR="5080"/>
            <a:r>
              <a:rPr lang="en-US" sz="1400" kern="0" spc="-80" dirty="0">
                <a:solidFill>
                  <a:schemeClr val="accent6"/>
                </a:solidFill>
              </a:rPr>
              <a:t>Offline toast messages</a:t>
            </a:r>
          </a:p>
          <a:p>
            <a:pPr marL="12700" marR="5080"/>
            <a:r>
              <a:rPr lang="en-US" sz="1400" kern="0" spc="-80" dirty="0">
                <a:solidFill>
                  <a:schemeClr val="accent6"/>
                </a:solidFill>
              </a:rPr>
              <a:t>“Changes saved locally” patterns</a:t>
            </a:r>
          </a:p>
          <a:p>
            <a:pPr marL="12700" marR="5080"/>
            <a:r>
              <a:rPr lang="en-US" sz="1400" kern="0" spc="-80" dirty="0">
                <a:solidFill>
                  <a:schemeClr val="accent6"/>
                </a:solidFill>
              </a:rPr>
              <a:t>UX Patterns</a:t>
            </a:r>
          </a:p>
          <a:p>
            <a:pPr marL="12700" marR="5080"/>
            <a:r>
              <a:rPr lang="en-US" sz="1400" kern="0" spc="-80" dirty="0">
                <a:solidFill>
                  <a:schemeClr val="accent6"/>
                </a:solidFill>
              </a:rPr>
              <a:t>Local-first forms</a:t>
            </a:r>
          </a:p>
          <a:p>
            <a:pPr marL="12700" marR="5080"/>
            <a:r>
              <a:rPr lang="en-US" sz="1400" kern="0" spc="-80" dirty="0">
                <a:solidFill>
                  <a:schemeClr val="accent6"/>
                </a:solidFill>
              </a:rPr>
              <a:t>Auto-save</a:t>
            </a:r>
          </a:p>
          <a:p>
            <a:pPr marL="12700" marR="5080"/>
            <a:r>
              <a:rPr lang="en-US" sz="1400" kern="0" spc="-80" dirty="0">
                <a:solidFill>
                  <a:schemeClr val="accent6"/>
                </a:solidFill>
              </a:rPr>
              <a:t>Conflict screen</a:t>
            </a:r>
          </a:p>
          <a:p>
            <a:pPr marL="12700" marR="5080"/>
            <a:r>
              <a:rPr lang="en-US" sz="1400" kern="0" spc="-80" dirty="0">
                <a:solidFill>
                  <a:schemeClr val="accent6"/>
                </a:solidFill>
              </a:rPr>
              <a:t>Retry screen</a:t>
            </a:r>
          </a:p>
          <a:p>
            <a:pPr marL="12700" marR="5080"/>
            <a:r>
              <a:rPr lang="en-US" sz="1400" kern="0" spc="-80" dirty="0">
                <a:solidFill>
                  <a:schemeClr val="accent6"/>
                </a:solidFill>
              </a:rPr>
              <a:t>Connection lost banner</a:t>
            </a:r>
          </a:p>
          <a:p>
            <a:pPr marL="12700" marR="5080"/>
            <a:endParaRPr lang="en-US" sz="1400" kern="0" spc="-80" dirty="0">
              <a:solidFill>
                <a:schemeClr val="accent6"/>
              </a:solidFill>
            </a:endParaRPr>
          </a:p>
        </p:txBody>
      </p:sp>
      <p:grpSp>
        <p:nvGrpSpPr>
          <p:cNvPr id="9" name="Group 8">
            <a:extLst>
              <a:ext uri="{FF2B5EF4-FFF2-40B4-BE49-F238E27FC236}">
                <a16:creationId xmlns:a16="http://schemas.microsoft.com/office/drawing/2014/main" id="{95CE4217-3E21-8178-1D83-4872438B5527}"/>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EAE9653B-9522-5169-3A7A-FF6B9ED89B64}"/>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F80C1994-6F9A-DBB6-0135-EFB20F4A10A2}"/>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688122824"/>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8D1F56-4576-F5F8-F078-61406122BC4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5FCC23B-0158-63C4-36E2-BA5E797B870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0D14B04-EC65-8F68-5A8C-4E865413F40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70E637A5-11BD-B428-95EB-B7F56235602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B150A9E-3D30-6BA4-BDA4-5E4F17F95EF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D26E2D4-D905-AC74-1C98-30126CF9EA8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48AE062-1629-6099-6CB6-0C89276BFB5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5D2590A-51F6-D548-34DE-79F1890049D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AE70385-ABD3-EA81-E874-7E103D136F3E}"/>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12. BEST PRACTICES SUMMARY</a:t>
            </a:r>
          </a:p>
          <a:p>
            <a:pPr marL="12700" marR="5080"/>
            <a:r>
              <a:rPr lang="en-US" sz="1400" kern="0" spc="-80" dirty="0">
                <a:solidFill>
                  <a:schemeClr val="accent6"/>
                </a:solidFill>
              </a:rPr>
              <a:t>Cache app shell + critical assets</a:t>
            </a:r>
          </a:p>
          <a:p>
            <a:pPr marL="12700" marR="5080"/>
            <a:r>
              <a:rPr lang="en-US" sz="1400" kern="0" spc="-80" dirty="0">
                <a:solidFill>
                  <a:schemeClr val="accent6"/>
                </a:solidFill>
              </a:rPr>
              <a:t>Use </a:t>
            </a:r>
            <a:r>
              <a:rPr lang="en-US" sz="1400" kern="0" spc="-80" dirty="0" err="1">
                <a:solidFill>
                  <a:schemeClr val="accent6"/>
                </a:solidFill>
              </a:rPr>
              <a:t>IndexedDB</a:t>
            </a:r>
            <a:r>
              <a:rPr lang="en-US" sz="1400" kern="0" spc="-80" dirty="0">
                <a:solidFill>
                  <a:schemeClr val="accent6"/>
                </a:solidFill>
              </a:rPr>
              <a:t> for offline data</a:t>
            </a:r>
          </a:p>
          <a:p>
            <a:pPr marL="12700" marR="5080"/>
            <a:r>
              <a:rPr lang="en-US" sz="1400" kern="0" spc="-80" dirty="0">
                <a:solidFill>
                  <a:schemeClr val="accent6"/>
                </a:solidFill>
              </a:rPr>
              <a:t>Use Background Sync for delayed requests</a:t>
            </a:r>
          </a:p>
          <a:p>
            <a:pPr marL="12700" marR="5080"/>
            <a:r>
              <a:rPr lang="en-US" sz="1400" kern="0" spc="-80" dirty="0">
                <a:solidFill>
                  <a:schemeClr val="accent6"/>
                </a:solidFill>
              </a:rPr>
              <a:t>Build replay-queue for mutations</a:t>
            </a:r>
          </a:p>
          <a:p>
            <a:pPr marL="12700" marR="5080"/>
            <a:r>
              <a:rPr lang="en-US" sz="1400" kern="0" spc="-80" dirty="0">
                <a:solidFill>
                  <a:schemeClr val="accent6"/>
                </a:solidFill>
              </a:rPr>
              <a:t>Use stale-while-revalidate for dynamic data</a:t>
            </a:r>
          </a:p>
          <a:p>
            <a:pPr marL="12700" marR="5080"/>
            <a:r>
              <a:rPr lang="en-US" sz="1400" kern="0" spc="-80" dirty="0">
                <a:solidFill>
                  <a:schemeClr val="accent6"/>
                </a:solidFill>
              </a:rPr>
              <a:t>Encrypt local data</a:t>
            </a:r>
          </a:p>
          <a:p>
            <a:pPr marL="12700" marR="5080"/>
            <a:r>
              <a:rPr lang="en-US" sz="1400" kern="0" spc="-80" dirty="0">
                <a:solidFill>
                  <a:schemeClr val="accent6"/>
                </a:solidFill>
              </a:rPr>
              <a:t>Clear old caches automatically</a:t>
            </a:r>
          </a:p>
          <a:p>
            <a:pPr marL="12700" marR="5080"/>
            <a:r>
              <a:rPr lang="en-US" sz="1400" kern="0" spc="-80" dirty="0">
                <a:solidFill>
                  <a:schemeClr val="accent6"/>
                </a:solidFill>
              </a:rPr>
              <a:t>Provide offline routes and pages</a:t>
            </a:r>
          </a:p>
          <a:p>
            <a:pPr marL="12700" marR="5080"/>
            <a:r>
              <a:rPr lang="en-US" sz="1400" kern="0" spc="-80" dirty="0">
                <a:solidFill>
                  <a:schemeClr val="accent6"/>
                </a:solidFill>
              </a:rPr>
              <a:t>Include an offline analytics mechanism</a:t>
            </a:r>
          </a:p>
          <a:p>
            <a:pPr marL="12700" marR="5080"/>
            <a:r>
              <a:rPr lang="en-US" sz="1400" kern="0" spc="-80" dirty="0">
                <a:solidFill>
                  <a:schemeClr val="accent6"/>
                </a:solidFill>
              </a:rPr>
              <a:t>Test on low network + flight mode</a:t>
            </a:r>
          </a:p>
          <a:p>
            <a:pPr marL="12700" marR="5080"/>
            <a:endParaRPr lang="en-US" sz="1400" kern="0" spc="-80" dirty="0">
              <a:solidFill>
                <a:schemeClr val="accent6"/>
              </a:solidFill>
            </a:endParaRPr>
          </a:p>
          <a:p>
            <a:pPr marL="12700" marR="5080"/>
            <a:r>
              <a:rPr lang="en-US" sz="1400" kern="0" spc="-80" dirty="0">
                <a:solidFill>
                  <a:schemeClr val="accent2"/>
                </a:solidFill>
              </a:rPr>
              <a:t>For Further Exploration</a:t>
            </a:r>
          </a:p>
          <a:p>
            <a:pPr marL="12700" marR="5080"/>
            <a:r>
              <a:rPr lang="en-US" sz="1400" dirty="0">
                <a:hlinkClick r:id="rId3"/>
              </a:rPr>
              <a:t>Difference in offline-first approach and PWAs</a:t>
            </a:r>
            <a:endParaRPr lang="en-US" sz="1400" dirty="0"/>
          </a:p>
          <a:p>
            <a:pPr marL="12700" marR="5080"/>
            <a:r>
              <a:rPr lang="en-US" sz="1400" dirty="0">
                <a:hlinkClick r:id="rId4"/>
              </a:rPr>
              <a:t>Progressive Web Apps  |  </a:t>
            </a:r>
            <a:r>
              <a:rPr lang="en-US" sz="1400" dirty="0" err="1">
                <a:hlinkClick r:id="rId4"/>
              </a:rPr>
              <a:t>web.dev</a:t>
            </a:r>
            <a:endParaRPr lang="en-US" sz="1400" dirty="0"/>
          </a:p>
          <a:p>
            <a:pPr marL="12700" marR="5080"/>
            <a:r>
              <a:rPr lang="en-US" sz="1400" dirty="0">
                <a:hlinkClick r:id="rId5"/>
              </a:rPr>
              <a:t>Service Worker API - Web APIs | MDN</a:t>
            </a:r>
            <a:endParaRPr lang="en-US" sz="1400" dirty="0"/>
          </a:p>
          <a:p>
            <a:pPr marL="12700" marR="5080"/>
            <a:r>
              <a:rPr lang="en-IN" sz="1400" dirty="0">
                <a:hlinkClick r:id="rId6"/>
              </a:rPr>
              <a:t>Workbox  |  Chrome for Developers</a:t>
            </a:r>
            <a:endParaRPr lang="en-IN" sz="1400" dirty="0"/>
          </a:p>
          <a:p>
            <a:pPr marL="12700" marR="5080"/>
            <a:r>
              <a:rPr lang="en-US" sz="1400" dirty="0">
                <a:hlinkClick r:id="rId7"/>
              </a:rPr>
              <a:t>Using </a:t>
            </a:r>
            <a:r>
              <a:rPr lang="en-US" sz="1400" dirty="0" err="1">
                <a:hlinkClick r:id="rId7"/>
              </a:rPr>
              <a:t>IndexedDB</a:t>
            </a:r>
            <a:r>
              <a:rPr lang="en-US" sz="1400" dirty="0">
                <a:hlinkClick r:id="rId7"/>
              </a:rPr>
              <a:t> - Web APIs | MDN</a:t>
            </a:r>
            <a:endParaRPr lang="en-US" sz="1400" dirty="0"/>
          </a:p>
          <a:p>
            <a:pPr marL="12700" marR="5080"/>
            <a:r>
              <a:rPr lang="en-US" sz="1400" dirty="0">
                <a:hlinkClick r:id="rId8"/>
              </a:rPr>
              <a:t>Basic Tutorial for </a:t>
            </a:r>
            <a:r>
              <a:rPr lang="en-US" sz="1400" dirty="0" err="1">
                <a:hlinkClick r:id="rId8"/>
              </a:rPr>
              <a:t>PouchDB</a:t>
            </a:r>
            <a:r>
              <a:rPr lang="en-US" sz="1400" dirty="0">
                <a:hlinkClick r:id="rId8"/>
              </a:rPr>
              <a:t> and CouchDB · </a:t>
            </a:r>
            <a:r>
              <a:rPr lang="en-US" sz="1400" dirty="0" err="1">
                <a:hlinkClick r:id="rId8"/>
              </a:rPr>
              <a:t>usePouchDB</a:t>
            </a:r>
            <a:endParaRPr lang="en-US" sz="1400" dirty="0"/>
          </a:p>
          <a:p>
            <a:pPr marL="12700" marR="5080"/>
            <a:r>
              <a:rPr lang="en-US" sz="1400" dirty="0">
                <a:hlinkClick r:id="rId9"/>
              </a:rPr>
              <a:t>Building offline-first Progressive Web Apps</a:t>
            </a:r>
            <a:endParaRPr lang="en-US" sz="1400" dirty="0"/>
          </a:p>
          <a:p>
            <a:pPr marL="12700" marR="5080"/>
            <a:r>
              <a:rPr lang="en-US" sz="1400" dirty="0">
                <a:hlinkClick r:id="rId10"/>
              </a:rPr>
              <a:t>The Offline Cookbook  |  Articles  |  </a:t>
            </a:r>
            <a:r>
              <a:rPr lang="en-US" sz="1400" dirty="0" err="1">
                <a:hlinkClick r:id="rId10"/>
              </a:rPr>
              <a:t>web.dev</a:t>
            </a:r>
            <a:endParaRPr lang="en-US" sz="1400" dirty="0"/>
          </a:p>
          <a:p>
            <a:pPr marL="12700" marR="5080"/>
            <a:r>
              <a:rPr lang="en-US" sz="1400" dirty="0">
                <a:hlinkClick r:id="rId11"/>
              </a:rPr>
              <a:t>Progressive-Web-Apps-book</a:t>
            </a:r>
            <a:endParaRPr lang="en-US" sz="1400" dirty="0"/>
          </a:p>
          <a:p>
            <a:pPr marL="12700" marR="5080"/>
            <a:r>
              <a:rPr lang="en-US" sz="1400" dirty="0">
                <a:hlinkClick r:id="rId12"/>
              </a:rPr>
              <a:t>Progressive Web Apps (PWA) - The Complete Guide Course | Udemy</a:t>
            </a:r>
            <a:endParaRPr lang="en-US" sz="1400" dirty="0"/>
          </a:p>
          <a:p>
            <a:pPr marL="12700" marR="5080"/>
            <a:r>
              <a:rPr lang="en-US" sz="1400" dirty="0">
                <a:hlinkClick r:id="rId13"/>
              </a:rPr>
              <a:t>Awesome-Progressive-Web-Apps</a:t>
            </a:r>
            <a:endParaRPr lang="en-US" sz="1400" kern="0" spc="-80" dirty="0">
              <a:solidFill>
                <a:schemeClr val="accent2"/>
              </a:solidFill>
            </a:endParaRPr>
          </a:p>
        </p:txBody>
      </p:sp>
      <p:grpSp>
        <p:nvGrpSpPr>
          <p:cNvPr id="9" name="Group 8">
            <a:extLst>
              <a:ext uri="{FF2B5EF4-FFF2-40B4-BE49-F238E27FC236}">
                <a16:creationId xmlns:a16="http://schemas.microsoft.com/office/drawing/2014/main" id="{62C9A54D-49C5-855D-508C-BFBA94085BE0}"/>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404B79AB-A19A-3AE5-A2F6-98BEF05166FE}"/>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9579C890-90E8-16E4-3C8E-83ED8F2A81FE}"/>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554136974"/>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9" name="object 2">
            <a:extLst>
              <a:ext uri="{FF2B5EF4-FFF2-40B4-BE49-F238E27FC236}">
                <a16:creationId xmlns:a16="http://schemas.microsoft.com/office/drawing/2014/main" id="{DD474852-C5BE-A008-7D95-8C1AABA0B0E5}"/>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Web UI Architectures – MPA vs SPA</a:t>
            </a:r>
          </a:p>
        </p:txBody>
      </p:sp>
      <p:pic>
        <p:nvPicPr>
          <p:cNvPr id="16" name="Picture 15">
            <a:extLst>
              <a:ext uri="{FF2B5EF4-FFF2-40B4-BE49-F238E27FC236}">
                <a16:creationId xmlns:a16="http://schemas.microsoft.com/office/drawing/2014/main" id="{14CAD3EF-7BCE-0F8A-4ABC-EC6B34698842}"/>
              </a:ext>
            </a:extLst>
          </p:cNvPr>
          <p:cNvPicPr>
            <a:picLocks noChangeAspect="1"/>
          </p:cNvPicPr>
          <p:nvPr/>
        </p:nvPicPr>
        <p:blipFill>
          <a:blip r:embed="rId7"/>
          <a:stretch>
            <a:fillRect/>
          </a:stretch>
        </p:blipFill>
        <p:spPr>
          <a:xfrm>
            <a:off x="152400" y="1149111"/>
            <a:ext cx="3988005" cy="4642089"/>
          </a:xfrm>
          <a:prstGeom prst="rect">
            <a:avLst/>
          </a:prstGeom>
        </p:spPr>
      </p:pic>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9" name="Picture 18">
            <a:extLst>
              <a:ext uri="{FF2B5EF4-FFF2-40B4-BE49-F238E27FC236}">
                <a16:creationId xmlns:a16="http://schemas.microsoft.com/office/drawing/2014/main" id="{6FDA91A5-3FDE-2B7F-1CC2-E61FB19BFED8}"/>
              </a:ext>
            </a:extLst>
          </p:cNvPr>
          <p:cNvPicPr>
            <a:picLocks noChangeAspect="1"/>
          </p:cNvPicPr>
          <p:nvPr/>
        </p:nvPicPr>
        <p:blipFill>
          <a:blip r:embed="rId8"/>
          <a:stretch>
            <a:fillRect/>
          </a:stretch>
        </p:blipFill>
        <p:spPr>
          <a:xfrm>
            <a:off x="4495800" y="1447800"/>
            <a:ext cx="3962400" cy="4267200"/>
          </a:xfrm>
          <a:prstGeom prst="rect">
            <a:avLst/>
          </a:prstGeom>
        </p:spPr>
      </p:pic>
    </p:spTree>
    <p:extLst>
      <p:ext uri="{BB962C8B-B14F-4D97-AF65-F5344CB8AC3E}">
        <p14:creationId xmlns:p14="http://schemas.microsoft.com/office/powerpoint/2010/main" val="744611335"/>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9" name="object 2">
            <a:extLst>
              <a:ext uri="{FF2B5EF4-FFF2-40B4-BE49-F238E27FC236}">
                <a16:creationId xmlns:a16="http://schemas.microsoft.com/office/drawing/2014/main" id="{DD474852-C5BE-A008-7D95-8C1AABA0B0E5}"/>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Web UI Architectures – SPA vs Isomorphic</a:t>
            </a:r>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5A5D70FC-153A-9C11-2611-D7AF2E297254}"/>
              </a:ext>
            </a:extLst>
          </p:cNvPr>
          <p:cNvPicPr>
            <a:picLocks noChangeAspect="1"/>
          </p:cNvPicPr>
          <p:nvPr/>
        </p:nvPicPr>
        <p:blipFill>
          <a:blip r:embed="rId7"/>
          <a:stretch>
            <a:fillRect/>
          </a:stretch>
        </p:blipFill>
        <p:spPr>
          <a:xfrm>
            <a:off x="166738" y="1170067"/>
            <a:ext cx="8977262" cy="4264089"/>
          </a:xfrm>
          <a:prstGeom prst="rect">
            <a:avLst/>
          </a:prstGeom>
        </p:spPr>
      </p:pic>
      <p:sp>
        <p:nvSpPr>
          <p:cNvPr id="12" name="Rectangle 1">
            <a:extLst>
              <a:ext uri="{FF2B5EF4-FFF2-40B4-BE49-F238E27FC236}">
                <a16:creationId xmlns:a16="http://schemas.microsoft.com/office/drawing/2014/main" id="{FC5196FE-B1A1-2A3B-9712-F88BCD9AA965}"/>
              </a:ext>
            </a:extLst>
          </p:cNvPr>
          <p:cNvSpPr>
            <a:spLocks noChangeArrowheads="1"/>
          </p:cNvSpPr>
          <p:nvPr/>
        </p:nvSpPr>
        <p:spPr bwMode="auto">
          <a:xfrm>
            <a:off x="1217613" y="2022475"/>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
        <p:nvSpPr>
          <p:cNvPr id="10" name="object 2">
            <a:extLst>
              <a:ext uri="{FF2B5EF4-FFF2-40B4-BE49-F238E27FC236}">
                <a16:creationId xmlns:a16="http://schemas.microsoft.com/office/drawing/2014/main" id="{8E8EBBAD-2298-FEB1-7E4A-FAD976FF89F2}"/>
              </a:ext>
            </a:extLst>
          </p:cNvPr>
          <p:cNvSpPr txBox="1">
            <a:spLocks/>
          </p:cNvSpPr>
          <p:nvPr/>
        </p:nvSpPr>
        <p:spPr>
          <a:xfrm>
            <a:off x="176837" y="5434161"/>
            <a:ext cx="8915399"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For Further Exploration –</a:t>
            </a:r>
            <a:r>
              <a:rPr lang="en-US" sz="1100" kern="0" spc="-80" dirty="0">
                <a:solidFill>
                  <a:schemeClr val="accent2"/>
                </a:solidFill>
              </a:rPr>
              <a:t> </a:t>
            </a:r>
          </a:p>
          <a:p>
            <a:pPr marL="12700" marR="5080"/>
            <a:r>
              <a:rPr lang="en-IN" sz="1100" dirty="0">
                <a:hlinkClick r:id="rId8"/>
              </a:rPr>
              <a:t>Rendering Patterns</a:t>
            </a:r>
            <a:endParaRPr lang="en-IN" sz="1100" dirty="0"/>
          </a:p>
          <a:p>
            <a:pPr marL="12700" marR="5080"/>
            <a:r>
              <a:rPr lang="en-US" sz="1100" dirty="0">
                <a:hlinkClick r:id="rId9"/>
              </a:rPr>
              <a:t>The Art of Balance: Mastering Rendering Patterns in Modern Web Applications | LinkedIn</a:t>
            </a:r>
            <a:endParaRPr lang="en-US" sz="1100" kern="0" spc="-80" dirty="0">
              <a:solidFill>
                <a:schemeClr val="accent2"/>
              </a:solidFill>
            </a:endParaRPr>
          </a:p>
        </p:txBody>
      </p:sp>
    </p:spTree>
    <p:extLst>
      <p:ext uri="{BB962C8B-B14F-4D97-AF65-F5344CB8AC3E}">
        <p14:creationId xmlns:p14="http://schemas.microsoft.com/office/powerpoint/2010/main" val="3062108496"/>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object 2">
            <a:extLst>
              <a:ext uri="{FF2B5EF4-FFF2-40B4-BE49-F238E27FC236}">
                <a16:creationId xmlns:a16="http://schemas.microsoft.com/office/drawing/2014/main" id="{D8BFA8CF-4668-FE6D-F2F6-989E497281E2}"/>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Microfrontend</a:t>
            </a:r>
            <a:r>
              <a:rPr lang="en-US" sz="2400" kern="0" spc="-80" dirty="0">
                <a:solidFill>
                  <a:schemeClr val="accent2"/>
                </a:solidFill>
              </a:rPr>
              <a:t> In Context - </a:t>
            </a:r>
          </a:p>
        </p:txBody>
      </p:sp>
      <p:pic>
        <p:nvPicPr>
          <p:cNvPr id="11" name="Picture 10">
            <a:extLst>
              <a:ext uri="{FF2B5EF4-FFF2-40B4-BE49-F238E27FC236}">
                <a16:creationId xmlns:a16="http://schemas.microsoft.com/office/drawing/2014/main" id="{586DCCD3-E0BC-A090-69AC-BD89BBCC9339}"/>
              </a:ext>
            </a:extLst>
          </p:cNvPr>
          <p:cNvPicPr>
            <a:picLocks noChangeAspect="1"/>
          </p:cNvPicPr>
          <p:nvPr/>
        </p:nvPicPr>
        <p:blipFill>
          <a:blip r:embed="rId7"/>
          <a:stretch>
            <a:fillRect/>
          </a:stretch>
        </p:blipFill>
        <p:spPr>
          <a:xfrm>
            <a:off x="138062" y="1170068"/>
            <a:ext cx="8915399" cy="4621132"/>
          </a:xfrm>
          <a:prstGeom prst="rect">
            <a:avLst/>
          </a:prstGeom>
        </p:spPr>
      </p:pic>
    </p:spTree>
    <p:extLst>
      <p:ext uri="{BB962C8B-B14F-4D97-AF65-F5344CB8AC3E}">
        <p14:creationId xmlns:p14="http://schemas.microsoft.com/office/powerpoint/2010/main" val="1453645335"/>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Microfrontend</a:t>
            </a:r>
            <a:r>
              <a:rPr lang="en-US" sz="2400" kern="0" spc="-80" dirty="0">
                <a:solidFill>
                  <a:schemeClr val="accent2"/>
                </a:solidFill>
              </a:rPr>
              <a:t> Principles(same as that of Microservices) – </a:t>
            </a:r>
          </a:p>
        </p:txBody>
      </p:sp>
      <p:pic>
        <p:nvPicPr>
          <p:cNvPr id="10" name="Picture 9">
            <a:extLst>
              <a:ext uri="{FF2B5EF4-FFF2-40B4-BE49-F238E27FC236}">
                <a16:creationId xmlns:a16="http://schemas.microsoft.com/office/drawing/2014/main" id="{5F2C0B30-08EC-CE67-A445-2DD56DC6A608}"/>
              </a:ext>
            </a:extLst>
          </p:cNvPr>
          <p:cNvPicPr>
            <a:picLocks noChangeAspect="1"/>
          </p:cNvPicPr>
          <p:nvPr/>
        </p:nvPicPr>
        <p:blipFill>
          <a:blip r:embed="rId7"/>
          <a:stretch>
            <a:fillRect/>
          </a:stretch>
        </p:blipFill>
        <p:spPr>
          <a:xfrm>
            <a:off x="137369" y="1101760"/>
            <a:ext cx="8716168" cy="4099004"/>
          </a:xfrm>
          <a:prstGeom prst="rect">
            <a:avLst/>
          </a:prstGeom>
        </p:spPr>
      </p:pic>
    </p:spTree>
    <p:extLst>
      <p:ext uri="{BB962C8B-B14F-4D97-AF65-F5344CB8AC3E}">
        <p14:creationId xmlns:p14="http://schemas.microsoft.com/office/powerpoint/2010/main" val="4113430893"/>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6146" name="Picture 2" descr="4. Discovering Micro-Frontend Architectures - Building Micro-Frontends  [Book]">
            <a:extLst>
              <a:ext uri="{FF2B5EF4-FFF2-40B4-BE49-F238E27FC236}">
                <a16:creationId xmlns:a16="http://schemas.microsoft.com/office/drawing/2014/main" id="{8BDDE265-FC1F-EE06-B98C-7D6A83504CC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0999" y="1143000"/>
            <a:ext cx="8624937" cy="4419600"/>
          </a:xfrm>
          <a:prstGeom prst="rect">
            <a:avLst/>
          </a:prstGeom>
          <a:noFill/>
          <a:extLst>
            <a:ext uri="{909E8E84-426E-40DD-AFC4-6F175D3DCCD1}">
              <a14:hiddenFill xmlns:a14="http://schemas.microsoft.com/office/drawing/2010/main">
                <a:solidFill>
                  <a:srgbClr val="FFFFFF"/>
                </a:solidFill>
              </a14:hiddenFill>
            </a:ext>
          </a:extLst>
        </p:spPr>
      </p:pic>
      <p:sp>
        <p:nvSpPr>
          <p:cNvPr id="10" name="object 2">
            <a:extLst>
              <a:ext uri="{FF2B5EF4-FFF2-40B4-BE49-F238E27FC236}">
                <a16:creationId xmlns:a16="http://schemas.microsoft.com/office/drawing/2014/main" id="{D8BFA8CF-4668-FE6D-F2F6-989E497281E2}"/>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Microfrontend</a:t>
            </a:r>
            <a:r>
              <a:rPr lang="en-US" sz="2400" kern="0" spc="-80" dirty="0">
                <a:solidFill>
                  <a:schemeClr val="accent2"/>
                </a:solidFill>
              </a:rPr>
              <a:t> Architecture</a:t>
            </a:r>
          </a:p>
        </p:txBody>
      </p:sp>
      <p:sp>
        <p:nvSpPr>
          <p:cNvPr id="12" name="object 2">
            <a:extLst>
              <a:ext uri="{FF2B5EF4-FFF2-40B4-BE49-F238E27FC236}">
                <a16:creationId xmlns:a16="http://schemas.microsoft.com/office/drawing/2014/main" id="{94F59937-00D2-611D-9BDA-D0BD87712451}"/>
              </a:ext>
            </a:extLst>
          </p:cNvPr>
          <p:cNvSpPr txBox="1">
            <a:spLocks/>
          </p:cNvSpPr>
          <p:nvPr/>
        </p:nvSpPr>
        <p:spPr>
          <a:xfrm>
            <a:off x="152400" y="5666601"/>
            <a:ext cx="8624937" cy="2769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N.B. -&gt; Edge above in general means CDN</a:t>
            </a:r>
          </a:p>
        </p:txBody>
      </p:sp>
    </p:spTree>
    <p:extLst>
      <p:ext uri="{BB962C8B-B14F-4D97-AF65-F5344CB8AC3E}">
        <p14:creationId xmlns:p14="http://schemas.microsoft.com/office/powerpoint/2010/main" val="2235511064"/>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C2F393-8E49-3B8A-5D8E-613CA795E95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488E81-4273-3C11-7913-0F1DAD6C312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7939EF-2C1F-E781-3E0C-AAAD22F57FE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A693D4D-70F7-0A5E-34A0-E2DC0F9D9F1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CE32BCD-3568-03DC-397B-E118B0A40F1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0FC2358-F66C-887F-88D0-4D57000EAB0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2109D39-5E62-A4BB-26E2-6DA4F4C2416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E970843-47AD-D5FC-C363-F3B440E5369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1C2771D-64B7-82E9-9C51-896D53B6844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object 2">
            <a:extLst>
              <a:ext uri="{FF2B5EF4-FFF2-40B4-BE49-F238E27FC236}">
                <a16:creationId xmlns:a16="http://schemas.microsoft.com/office/drawing/2014/main" id="{1707518E-9BEA-5F1D-F79B-DF2B40183E6E}"/>
              </a:ext>
            </a:extLst>
          </p:cNvPr>
          <p:cNvSpPr txBox="1">
            <a:spLocks/>
          </p:cNvSpPr>
          <p:nvPr/>
        </p:nvSpPr>
        <p:spPr>
          <a:xfrm>
            <a:off x="138064" y="762000"/>
            <a:ext cx="9005936" cy="58169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Microfrontend</a:t>
            </a:r>
            <a:r>
              <a:rPr lang="en-US" sz="2400" kern="0" spc="-80" dirty="0">
                <a:solidFill>
                  <a:schemeClr val="accent2"/>
                </a:solidFill>
              </a:rPr>
              <a:t> Architecture</a:t>
            </a:r>
          </a:p>
          <a:p>
            <a:pPr marL="12700" marR="5080"/>
            <a:r>
              <a:rPr lang="en-US" sz="1500" kern="0" spc="-80" dirty="0">
                <a:solidFill>
                  <a:schemeClr val="accent6"/>
                </a:solidFill>
              </a:rPr>
              <a:t>Micro frontends is an architectural style where a web application's user interface is broken into smaller, independent, and self-contained modules, often owned by different teams. This approach, inspired by microservices, allows for independent development, deployment, and the use of different technologies for each module, promoting scalability and faster delivery. </a:t>
            </a:r>
          </a:p>
          <a:p>
            <a:pPr marL="12700" marR="5080"/>
            <a:endParaRPr lang="en-US" sz="1500" kern="0" spc="-80" dirty="0">
              <a:solidFill>
                <a:schemeClr val="accent6"/>
              </a:solidFill>
            </a:endParaRPr>
          </a:p>
          <a:p>
            <a:pPr marL="12700" marR="5080"/>
            <a:r>
              <a:rPr lang="en-US" sz="1500" kern="0" spc="-80" dirty="0">
                <a:solidFill>
                  <a:schemeClr val="accent2"/>
                </a:solidFill>
              </a:rPr>
              <a:t>Core concepts</a:t>
            </a:r>
          </a:p>
          <a:p>
            <a:pPr marL="12700" marR="5080"/>
            <a:r>
              <a:rPr lang="en-US" sz="1500" kern="0" spc="-80" dirty="0">
                <a:solidFill>
                  <a:schemeClr val="accent2"/>
                </a:solidFill>
              </a:rPr>
              <a:t>Decoupled and autonomous modules:</a:t>
            </a:r>
            <a:r>
              <a:rPr lang="en-US" sz="1500" kern="0" spc="-80" dirty="0">
                <a:solidFill>
                  <a:schemeClr val="accent6"/>
                </a:solidFill>
              </a:rPr>
              <a:t> The frontend is split into distinct, independent modules that can be developed, tested, and deployed separately, each with its own codebase.</a:t>
            </a:r>
          </a:p>
          <a:p>
            <a:pPr marL="12700" marR="5080"/>
            <a:r>
              <a:rPr lang="en-US" sz="1500" kern="0" spc="-80" dirty="0">
                <a:solidFill>
                  <a:schemeClr val="accent2"/>
                </a:solidFill>
              </a:rPr>
              <a:t>Team autonomy: </a:t>
            </a:r>
            <a:r>
              <a:rPr lang="en-US" sz="1500" kern="0" spc="-80" dirty="0">
                <a:solidFill>
                  <a:schemeClr val="accent6"/>
                </a:solidFill>
              </a:rPr>
              <a:t>Different teams can own and manage their own micro frontends, allowing them to choose their technology stack and work on their features independently.</a:t>
            </a:r>
          </a:p>
          <a:p>
            <a:pPr marL="12700" marR="5080"/>
            <a:r>
              <a:rPr lang="en-US" sz="1500" kern="0" spc="-80" dirty="0">
                <a:solidFill>
                  <a:schemeClr val="accent2"/>
                </a:solidFill>
              </a:rPr>
              <a:t>Independent deployment:</a:t>
            </a:r>
            <a:r>
              <a:rPr lang="en-US" sz="1500" kern="0" spc="-80" dirty="0">
                <a:solidFill>
                  <a:schemeClr val="accent6"/>
                </a:solidFill>
              </a:rPr>
              <a:t> Each micro frontend can be deployed on its own, reducing the risk and complexity associated with large, monolithic deployments.</a:t>
            </a:r>
          </a:p>
          <a:p>
            <a:pPr marL="12700" marR="5080"/>
            <a:r>
              <a:rPr lang="en-US" sz="1500" kern="0" spc="-80" dirty="0">
                <a:solidFill>
                  <a:schemeClr val="accent2"/>
                </a:solidFill>
              </a:rPr>
              <a:t>Technology agnosticism: </a:t>
            </a:r>
            <a:r>
              <a:rPr lang="en-US" sz="1500" kern="0" spc="-80" dirty="0">
                <a:solidFill>
                  <a:schemeClr val="accent6"/>
                </a:solidFill>
              </a:rPr>
              <a:t>Teams can use different frameworks, libraries, or languages for their micro frontends without affecting other parts of the application.</a:t>
            </a:r>
          </a:p>
          <a:p>
            <a:pPr marL="12700" marR="5080"/>
            <a:r>
              <a:rPr lang="en-US" sz="1500" kern="0" spc="-80" dirty="0">
                <a:solidFill>
                  <a:schemeClr val="accent2"/>
                </a:solidFill>
              </a:rPr>
              <a:t>Composition:</a:t>
            </a:r>
            <a:r>
              <a:rPr lang="en-US" sz="1500" kern="0" spc="-80" dirty="0">
                <a:solidFill>
                  <a:schemeClr val="accent6"/>
                </a:solidFill>
              </a:rPr>
              <a:t> Fragments from different micro frontends are composed together to form a single, cohesive user interface, either at build time, run time, or server-side.</a:t>
            </a:r>
          </a:p>
          <a:p>
            <a:pPr marL="12700" marR="5080"/>
            <a:r>
              <a:rPr lang="en-US" sz="1500" kern="0" spc="-80" dirty="0">
                <a:solidFill>
                  <a:schemeClr val="accent2"/>
                </a:solidFill>
              </a:rPr>
              <a:t>Communication: </a:t>
            </a:r>
            <a:r>
              <a:rPr lang="en-US" sz="1500" kern="0" spc="-80" dirty="0">
                <a:solidFill>
                  <a:schemeClr val="accent6"/>
                </a:solidFill>
              </a:rPr>
              <a:t>Micro frontends communicate with each other through well-defined, simple APIs, often using custom events or other browser-native features to avoid tight coupling.</a:t>
            </a:r>
          </a:p>
          <a:p>
            <a:pPr marL="12700" marR="5080"/>
            <a:r>
              <a:rPr lang="en-US" sz="1500" kern="0" spc="-80" dirty="0">
                <a:solidFill>
                  <a:schemeClr val="accent2"/>
                </a:solidFill>
              </a:rPr>
              <a:t>Resilience: </a:t>
            </a:r>
            <a:r>
              <a:rPr lang="en-US" sz="1500" kern="0" spc="-80" dirty="0">
                <a:solidFill>
                  <a:schemeClr val="accent6"/>
                </a:solidFill>
              </a:rPr>
              <a:t>The application should remain resilient even if one micro frontend fails to load, often achieved through progressive enhancement and universal rendering.</a:t>
            </a: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2111113573"/>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9E7BD5-0E17-6A26-FCF2-58E9EC98C52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520EBC6-BA8E-B09B-A2BE-FB09DF92380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9FD7388-41B6-783E-4660-C5774154BF4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DD8502E-9337-0DC6-FAAE-DBD99368762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6B88AF8-9FA0-35E7-373C-3E5B8012E3E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3C36CD9-B5C2-4218-FB58-3A144A5219E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F020F86-4C22-4956-6356-59299B33C0D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E638CE5-A9C6-206B-49AE-17C77B37FBB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39A0A98-8498-599A-79C2-E985310CF5D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object 2">
            <a:extLst>
              <a:ext uri="{FF2B5EF4-FFF2-40B4-BE49-F238E27FC236}">
                <a16:creationId xmlns:a16="http://schemas.microsoft.com/office/drawing/2014/main" id="{AD2E41BF-F623-FE77-25C2-AC6643705C20}"/>
              </a:ext>
            </a:extLst>
          </p:cNvPr>
          <p:cNvSpPr txBox="1">
            <a:spLocks/>
          </p:cNvSpPr>
          <p:nvPr/>
        </p:nvSpPr>
        <p:spPr>
          <a:xfrm>
            <a:off x="138064" y="762000"/>
            <a:ext cx="9005936" cy="433965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Microfrontend</a:t>
            </a:r>
            <a:r>
              <a:rPr lang="en-US" sz="2400" kern="0" spc="-80" dirty="0">
                <a:solidFill>
                  <a:schemeClr val="accent2"/>
                </a:solidFill>
              </a:rPr>
              <a:t> Architecture</a:t>
            </a:r>
          </a:p>
          <a:p>
            <a:pPr marL="12700" marR="5080"/>
            <a:r>
              <a:rPr lang="en-US" sz="2000" kern="0" spc="-80" dirty="0">
                <a:solidFill>
                  <a:schemeClr val="accent2"/>
                </a:solidFill>
              </a:rPr>
              <a:t>Implementation Methods</a:t>
            </a:r>
          </a:p>
          <a:p>
            <a:pPr marL="12700" marR="5080"/>
            <a:r>
              <a:rPr lang="en-US" sz="1500" kern="0" spc="-80" dirty="0">
                <a:solidFill>
                  <a:schemeClr val="accent2"/>
                </a:solidFill>
              </a:rPr>
              <a:t>Server-side composition: </a:t>
            </a:r>
            <a:r>
              <a:rPr lang="en-US" sz="1500" kern="0" spc="-80" dirty="0">
                <a:solidFill>
                  <a:schemeClr val="accent6"/>
                </a:solidFill>
              </a:rPr>
              <a:t>A server assembles the HTML from different micro frontends before sending it to the browser.</a:t>
            </a:r>
          </a:p>
          <a:p>
            <a:pPr marL="12700" marR="5080"/>
            <a:r>
              <a:rPr lang="en-US" sz="1500" kern="0" spc="-80" dirty="0">
                <a:solidFill>
                  <a:schemeClr val="accent2"/>
                </a:solidFill>
              </a:rPr>
              <a:t>Client-side composition:</a:t>
            </a:r>
            <a:r>
              <a:rPr lang="en-US" sz="1500" kern="0" spc="-80" dirty="0">
                <a:solidFill>
                  <a:schemeClr val="accent6"/>
                </a:solidFill>
              </a:rPr>
              <a:t> A container application orchestrates the loading and rendering of different micro frontends in the browser.</a:t>
            </a:r>
          </a:p>
          <a:p>
            <a:pPr marL="12700" marR="5080"/>
            <a:r>
              <a:rPr lang="en-US" sz="1500" kern="0" spc="-80" dirty="0">
                <a:solidFill>
                  <a:schemeClr val="accent2"/>
                </a:solidFill>
              </a:rPr>
              <a:t>Frameworks and tools: </a:t>
            </a:r>
            <a:r>
              <a:rPr lang="en-US" sz="1500" kern="0" spc="-80" dirty="0">
                <a:solidFill>
                  <a:schemeClr val="accent6"/>
                </a:solidFill>
              </a:rPr>
              <a:t>Specific tools and libraries like Module Federation, Single-SPA, or Piral can be used to implement micro frontends.</a:t>
            </a:r>
          </a:p>
          <a:p>
            <a:pPr marL="12700" marR="5080"/>
            <a:r>
              <a:rPr lang="en-US" sz="1500" kern="0" spc="-80" dirty="0">
                <a:solidFill>
                  <a:schemeClr val="accent2"/>
                </a:solidFill>
              </a:rPr>
              <a:t>Web Components: </a:t>
            </a:r>
            <a:r>
              <a:rPr lang="en-US" sz="1500" kern="0" spc="-80" dirty="0">
                <a:solidFill>
                  <a:schemeClr val="accent6"/>
                </a:solidFill>
              </a:rPr>
              <a:t>These are browser-native components that can be used to create self-contained, framework-agnostic micro frontends.</a:t>
            </a:r>
          </a:p>
          <a:p>
            <a:pPr marL="12700" marR="5080"/>
            <a:r>
              <a:rPr lang="en-US" sz="1500" kern="0" spc="-80" dirty="0" err="1">
                <a:solidFill>
                  <a:schemeClr val="accent2"/>
                </a:solidFill>
              </a:rPr>
              <a:t>Iframes</a:t>
            </a:r>
            <a:r>
              <a:rPr lang="en-US" sz="1500" kern="0" spc="-80" dirty="0">
                <a:solidFill>
                  <a:schemeClr val="accent2"/>
                </a:solidFill>
              </a:rPr>
              <a:t>: </a:t>
            </a:r>
            <a:r>
              <a:rPr lang="en-US" sz="1500" kern="0" spc="-80" dirty="0">
                <a:solidFill>
                  <a:schemeClr val="accent6"/>
                </a:solidFill>
              </a:rPr>
              <a:t>These provide a strong level of isolation between micro frontends but can introduce challenges with communication and styling.   </a:t>
            </a:r>
          </a:p>
          <a:p>
            <a:pPr marL="12700" marR="5080"/>
            <a:r>
              <a:rPr lang="en-US" sz="1500" kern="0" spc="-80" dirty="0">
                <a:solidFill>
                  <a:schemeClr val="accent2"/>
                </a:solidFill>
              </a:rPr>
              <a:t>Isolation:</a:t>
            </a:r>
            <a:r>
              <a:rPr lang="en-US" sz="1500" kern="0" spc="-80" dirty="0">
                <a:solidFill>
                  <a:schemeClr val="accent6"/>
                </a:solidFill>
              </a:rPr>
              <a:t> Techniques like namespace-based isolation (for CSS, events, etc.) and avoiding shared global state are crucial for preventing conflicts between different micro frontends. </a:t>
            </a:r>
          </a:p>
          <a:p>
            <a:pPr marL="12700" marR="5080"/>
            <a:r>
              <a:rPr lang="en-US" sz="1500" kern="0" spc="-80" dirty="0">
                <a:solidFill>
                  <a:schemeClr val="accent6"/>
                </a:solidFill>
              </a:rPr>
              <a:t>Implementation methods</a:t>
            </a:r>
          </a:p>
          <a:p>
            <a:pPr marL="12700" marR="5080"/>
            <a:endParaRPr lang="en-US" sz="1500" kern="0" spc="-80" dirty="0">
              <a:solidFill>
                <a:schemeClr val="accent6"/>
              </a:solidFill>
            </a:endParaRP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1279007398"/>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10AFBA-9A8B-7405-A339-AFB5C0A8EEB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B79D353-8A15-101F-53EB-5761C0A71E1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8CEFA4-F575-E66A-144C-DAA5F8BB362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532308E-FBC1-C4E9-D839-741FF890740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EA3BBC8-F79A-93DF-FB60-E6F7DE29FF8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9A37874-C96C-FCD3-B5C5-0918E686F7E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93F22E9-06EA-FDAC-5A80-7B5808225A4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E7B32D3-A74F-457D-F2FA-9088D1620D7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4657D87-FFB4-5C6C-1EF8-16EA8A2691D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0DFB45D-F162-9181-702F-82409DCDDCF9}"/>
              </a:ext>
            </a:extLst>
          </p:cNvPr>
          <p:cNvSpPr txBox="1">
            <a:spLocks/>
          </p:cNvSpPr>
          <p:nvPr/>
        </p:nvSpPr>
        <p:spPr>
          <a:xfrm>
            <a:off x="152400" y="685800"/>
            <a:ext cx="8624937" cy="30777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IN" sz="1600" dirty="0">
                <a:hlinkClick r:id="rId8"/>
              </a:rPr>
              <a:t>Micro frontend </a:t>
            </a:r>
            <a:r>
              <a:rPr lang="en-IN" sz="1600" dirty="0">
                <a:hlinkClick r:id="rId9"/>
              </a:rPr>
              <a:t>–</a:t>
            </a:r>
            <a:r>
              <a:rPr lang="en-IN" sz="1600" dirty="0">
                <a:hlinkClick r:id="rId8"/>
              </a:rPr>
              <a:t> Wikipedia</a:t>
            </a:r>
            <a:endParaRPr lang="en-IN" sz="1600" dirty="0"/>
          </a:p>
          <a:p>
            <a:pPr marL="12700" marR="5080"/>
            <a:r>
              <a:rPr lang="en-US" sz="1600" dirty="0">
                <a:hlinkClick r:id="rId10"/>
              </a:rPr>
              <a:t>What are Micro Frontends and When Should You Use Them? | Turing</a:t>
            </a:r>
            <a:endParaRPr lang="en-US" sz="1500" dirty="0">
              <a:hlinkClick r:id="rId9"/>
            </a:endParaRPr>
          </a:p>
          <a:p>
            <a:pPr marL="12700" marR="5080"/>
            <a:r>
              <a:rPr lang="en-US" sz="1500" dirty="0">
                <a:hlinkClick r:id="rId9"/>
              </a:rPr>
              <a:t>Micro-Frontends-in-Action-Code</a:t>
            </a:r>
            <a:endParaRPr lang="en-US" sz="1500" dirty="0"/>
          </a:p>
          <a:p>
            <a:pPr marL="12700" marR="5080"/>
            <a:r>
              <a:rPr lang="en-IN" sz="1500" dirty="0">
                <a:hlinkClick r:id="rId11"/>
              </a:rPr>
              <a:t>Micro-Frontends Future</a:t>
            </a:r>
            <a:r>
              <a:rPr lang="en-US" sz="1500" kern="0" spc="-80" dirty="0">
                <a:solidFill>
                  <a:schemeClr val="accent2"/>
                </a:solidFill>
              </a:rPr>
              <a:t>  </a:t>
            </a:r>
          </a:p>
          <a:p>
            <a:pPr marL="12700" marR="5080"/>
            <a:r>
              <a:rPr lang="en-US" sz="1500" dirty="0">
                <a:hlinkClick r:id="rId12"/>
              </a:rPr>
              <a:t>Micro Frontend Framework Guide</a:t>
            </a:r>
            <a:endParaRPr lang="en-US" sz="1500" dirty="0"/>
          </a:p>
          <a:p>
            <a:pPr marL="12700" marR="5080"/>
            <a:r>
              <a:rPr lang="en-US" sz="1500" dirty="0">
                <a:hlinkClick r:id="rId13"/>
              </a:rPr>
              <a:t>The-Art-of-Micro-Frontends</a:t>
            </a:r>
            <a:endParaRPr lang="en-US" sz="1500" dirty="0"/>
          </a:p>
          <a:p>
            <a:pPr marL="12700" marR="5080"/>
            <a:r>
              <a:rPr lang="en-US" sz="1600" dirty="0">
                <a:hlinkClick r:id="rId14"/>
              </a:rPr>
              <a:t>Create Seamless and Consistent UX with </a:t>
            </a:r>
            <a:r>
              <a:rPr lang="en-US" sz="1600" dirty="0" err="1">
                <a:hlinkClick r:id="rId14"/>
              </a:rPr>
              <a:t>Microfrontends</a:t>
            </a:r>
            <a:r>
              <a:rPr lang="en-US" sz="1600" dirty="0">
                <a:hlinkClick r:id="rId14"/>
              </a:rPr>
              <a:t> | Bits and Pieces</a:t>
            </a:r>
            <a:endParaRPr lang="en-US" sz="1600" dirty="0"/>
          </a:p>
          <a:p>
            <a:pPr marL="12700" marR="5080"/>
            <a:r>
              <a:rPr lang="en-US" sz="1600" dirty="0">
                <a:hlinkClick r:id="rId15"/>
              </a:rPr>
              <a:t>Mastering Micro Frontends: 9 Patterns Every Developer Should Know</a:t>
            </a:r>
            <a:endParaRPr lang="en-US" sz="1600" dirty="0"/>
          </a:p>
          <a:p>
            <a:pPr marL="12700" marR="5080"/>
            <a:r>
              <a:rPr lang="en-IN" sz="1600" dirty="0">
                <a:hlinkClick r:id="rId16"/>
              </a:rPr>
              <a:t>Approaching Micro-frontend Orchestration | Mia-Platform</a:t>
            </a:r>
            <a:endParaRPr lang="en-US" sz="1500" dirty="0"/>
          </a:p>
          <a:p>
            <a:pPr marL="12700" marR="5080"/>
            <a:r>
              <a:rPr lang="en-US" sz="1500" dirty="0">
                <a:hlinkClick r:id="rId17"/>
              </a:rPr>
              <a:t>Micro Frontends with Modern Angular</a:t>
            </a:r>
            <a:endParaRPr lang="en-US" sz="1500" dirty="0"/>
          </a:p>
          <a:p>
            <a:pPr marL="12700" marR="5080"/>
            <a:r>
              <a:rPr lang="en-US" sz="1500" dirty="0">
                <a:hlinkClick r:id="rId18"/>
              </a:rPr>
              <a:t>Building-Micro-Frontends-with-React-18</a:t>
            </a:r>
            <a:endParaRPr lang="en-US" sz="1500" dirty="0"/>
          </a:p>
          <a:p>
            <a:pPr marL="12700" marR="5080"/>
            <a:r>
              <a:rPr lang="en-US" sz="1500" dirty="0" err="1">
                <a:hlinkClick r:id="rId19"/>
              </a:rPr>
              <a:t>Microfrontends</a:t>
            </a:r>
            <a:r>
              <a:rPr lang="en-US" sz="1500" dirty="0">
                <a:hlinkClick r:id="rId19"/>
              </a:rPr>
              <a:t> with React: A Complete Developer's Guide | Udemy</a:t>
            </a:r>
            <a:endParaRPr lang="en-US" sz="1500" kern="0" spc="-80" dirty="0">
              <a:solidFill>
                <a:schemeClr val="accent2"/>
              </a:solidFill>
            </a:endParaRPr>
          </a:p>
        </p:txBody>
      </p:sp>
    </p:spTree>
    <p:extLst>
      <p:ext uri="{BB962C8B-B14F-4D97-AF65-F5344CB8AC3E}">
        <p14:creationId xmlns:p14="http://schemas.microsoft.com/office/powerpoint/2010/main" val="1597892192"/>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F2AE05-F121-7E85-F6C5-792D957972F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A684438-0EC5-C191-A96B-AE91C4DC44F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71416EA-918A-CED3-E512-AEB1D97EC02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947DC9F-BA3C-B267-BEED-1ABCBC1BFC46}"/>
              </a:ext>
            </a:extLst>
          </p:cNvPr>
          <p:cNvGraphicFramePr/>
          <p:nvPr>
            <p:extLst>
              <p:ext uri="{D42A27DB-BD31-4B8C-83A1-F6EECF244321}">
                <p14:modId xmlns:p14="http://schemas.microsoft.com/office/powerpoint/2010/main" val="137722711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3A4D554-7FFA-66A2-0737-D3473143212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DA54209-ECC9-2EC3-759C-926984FE897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13015F8-BB46-BB9A-D433-98DADEFD4B0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841CF0F-D72E-E65B-1499-85A6ADC9B1E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EA1B9F5-D862-38C7-9AA7-7DED103451C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D14FDD6-7B87-2CEA-4D1F-A9E89D8F091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634040D-63AE-E51A-1887-2628A3DC0FBC}"/>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 Direct HTTP-based Communication</a:t>
            </a:r>
          </a:p>
          <a:p>
            <a:pPr marL="12700" marR="5080"/>
            <a:r>
              <a:rPr lang="en-US" sz="1400" kern="0" spc="-80" dirty="0">
                <a:solidFill>
                  <a:schemeClr val="accent6"/>
                </a:solidFill>
              </a:rPr>
              <a:t>This is the most common way UI communicates with the backend.</a:t>
            </a:r>
          </a:p>
          <a:p>
            <a:pPr marL="12700" marR="5080"/>
            <a:endParaRPr lang="en-US" sz="1400" kern="0" spc="-80" dirty="0">
              <a:solidFill>
                <a:schemeClr val="accent6"/>
              </a:solidFill>
            </a:endParaRPr>
          </a:p>
          <a:p>
            <a:pPr marL="12700" marR="5080"/>
            <a:r>
              <a:rPr lang="en-US" sz="1400" kern="0" spc="-80" dirty="0">
                <a:solidFill>
                  <a:schemeClr val="accent2"/>
                </a:solidFill>
              </a:rPr>
              <a:t>a. REST (Representational State Transfer)</a:t>
            </a:r>
          </a:p>
          <a:p>
            <a:pPr marL="12700" marR="5080"/>
            <a:r>
              <a:rPr lang="en-US" sz="1400" kern="0" spc="-80" dirty="0">
                <a:solidFill>
                  <a:schemeClr val="accent2"/>
                </a:solidFill>
              </a:rPr>
              <a:t>Pattern: </a:t>
            </a:r>
            <a:r>
              <a:rPr lang="en-US" sz="1400" kern="0" spc="-80" dirty="0">
                <a:solidFill>
                  <a:schemeClr val="accent6"/>
                </a:solidFill>
              </a:rPr>
              <a:t>Client → HTTP Request → REST API → Server → Response → Client</a:t>
            </a:r>
          </a:p>
          <a:p>
            <a:pPr marL="12700" marR="5080"/>
            <a:r>
              <a:rPr lang="en-US" sz="1400" kern="0" spc="-80" dirty="0">
                <a:solidFill>
                  <a:schemeClr val="accent2"/>
                </a:solidFill>
              </a:rPr>
              <a:t>Use Case: </a:t>
            </a:r>
            <a:r>
              <a:rPr lang="en-US" sz="1400" kern="0" spc="-80" dirty="0">
                <a:solidFill>
                  <a:schemeClr val="accent6"/>
                </a:solidFill>
              </a:rPr>
              <a:t>CRUD applications, mobile apps, single-page apps (SPA)</a:t>
            </a:r>
          </a:p>
          <a:p>
            <a:pPr marL="12700" marR="5080"/>
            <a:r>
              <a:rPr lang="en-US" sz="1400" kern="0" spc="-80" dirty="0">
                <a:solidFill>
                  <a:schemeClr val="accent2"/>
                </a:solidFill>
              </a:rPr>
              <a:t>Pros: </a:t>
            </a:r>
            <a:r>
              <a:rPr lang="en-US" sz="1400" kern="0" spc="-80" dirty="0">
                <a:solidFill>
                  <a:schemeClr val="accent6"/>
                </a:solidFill>
              </a:rPr>
              <a:t>Simple, stateless, widely adopted</a:t>
            </a:r>
          </a:p>
          <a:p>
            <a:pPr marL="12700" marR="5080"/>
            <a:r>
              <a:rPr lang="en-US" sz="1400" kern="0" spc="-80" dirty="0">
                <a:solidFill>
                  <a:schemeClr val="accent2"/>
                </a:solidFill>
              </a:rPr>
              <a:t>Cons: </a:t>
            </a:r>
            <a:r>
              <a:rPr lang="en-US" sz="1400" kern="0" spc="-80" dirty="0">
                <a:solidFill>
                  <a:schemeClr val="accent6"/>
                </a:solidFill>
              </a:rPr>
              <a:t>Over-fetching/under-fetching data; lacks real-time support</a:t>
            </a:r>
          </a:p>
          <a:p>
            <a:pPr marL="12700" marR="5080"/>
            <a:r>
              <a:rPr lang="en-US" sz="1400" kern="0" spc="-80" dirty="0">
                <a:solidFill>
                  <a:schemeClr val="accent2"/>
                </a:solidFill>
              </a:rPr>
              <a:t>Example:</a:t>
            </a:r>
          </a:p>
          <a:p>
            <a:pPr marL="12700" marR="5080"/>
            <a:r>
              <a:rPr lang="en-US" sz="1400" kern="0" spc="-80" dirty="0">
                <a:solidFill>
                  <a:schemeClr val="accent2"/>
                </a:solidFill>
              </a:rPr>
              <a:t>UI: </a:t>
            </a:r>
            <a:r>
              <a:rPr lang="en-US" sz="1400" kern="0" spc="-80" dirty="0">
                <a:solidFill>
                  <a:schemeClr val="accent6"/>
                </a:solidFill>
              </a:rPr>
              <a:t>React app makes GET /users request</a:t>
            </a:r>
          </a:p>
          <a:p>
            <a:pPr marL="12700" marR="5080"/>
            <a:r>
              <a:rPr lang="en-US" sz="1400" kern="0" spc="-80" dirty="0">
                <a:solidFill>
                  <a:schemeClr val="accent2"/>
                </a:solidFill>
              </a:rPr>
              <a:t>Server: </a:t>
            </a:r>
            <a:r>
              <a:rPr lang="en-US" sz="1400" kern="0" spc="-80" dirty="0">
                <a:solidFill>
                  <a:schemeClr val="accent6"/>
                </a:solidFill>
              </a:rPr>
              <a:t>Returns JSON { users: [...] }</a:t>
            </a:r>
          </a:p>
          <a:p>
            <a:pPr marL="12700" marR="5080"/>
            <a:endParaRPr lang="en-US" sz="1400" kern="0" spc="-80" dirty="0">
              <a:solidFill>
                <a:schemeClr val="accent6"/>
              </a:solidFill>
            </a:endParaRPr>
          </a:p>
          <a:p>
            <a:pPr marL="12700" marR="5080"/>
            <a:r>
              <a:rPr lang="en-US" sz="1400" kern="0" spc="-80" dirty="0">
                <a:solidFill>
                  <a:schemeClr val="accent2"/>
                </a:solidFill>
              </a:rPr>
              <a:t>b. </a:t>
            </a:r>
            <a:r>
              <a:rPr lang="en-US" sz="1400" kern="0" spc="-80" dirty="0" err="1">
                <a:solidFill>
                  <a:schemeClr val="accent2"/>
                </a:solidFill>
              </a:rPr>
              <a:t>GraphQL</a:t>
            </a:r>
            <a:endParaRPr lang="en-US" sz="1400" kern="0" spc="-80" dirty="0">
              <a:solidFill>
                <a:schemeClr val="accent2"/>
              </a:solidFill>
            </a:endParaRPr>
          </a:p>
          <a:p>
            <a:pPr marL="12700" marR="5080"/>
            <a:r>
              <a:rPr lang="en-US" sz="1400" kern="0" spc="-80" dirty="0">
                <a:solidFill>
                  <a:schemeClr val="accent2"/>
                </a:solidFill>
              </a:rPr>
              <a:t>Pattern: </a:t>
            </a:r>
            <a:r>
              <a:rPr lang="en-US" sz="1400" kern="0" spc="-80" dirty="0">
                <a:solidFill>
                  <a:schemeClr val="accent6"/>
                </a:solidFill>
              </a:rPr>
              <a:t>Client specifies exactly what data it needs → Server responds with precise data</a:t>
            </a:r>
          </a:p>
          <a:p>
            <a:pPr marL="12700" marR="5080"/>
            <a:r>
              <a:rPr lang="en-US" sz="1400" kern="0" spc="-80" dirty="0">
                <a:solidFill>
                  <a:schemeClr val="accent2"/>
                </a:solidFill>
              </a:rPr>
              <a:t>Use Case: </a:t>
            </a:r>
            <a:r>
              <a:rPr lang="en-US" sz="1400" kern="0" spc="-80" dirty="0">
                <a:solidFill>
                  <a:schemeClr val="accent6"/>
                </a:solidFill>
              </a:rPr>
              <a:t>Complex data relationships, mobile apps needing minimal payloads</a:t>
            </a:r>
          </a:p>
          <a:p>
            <a:pPr marL="12700" marR="5080"/>
            <a:r>
              <a:rPr lang="en-US" sz="1400" kern="0" spc="-80" dirty="0">
                <a:solidFill>
                  <a:schemeClr val="accent2"/>
                </a:solidFill>
              </a:rPr>
              <a:t>Pros: </a:t>
            </a:r>
            <a:r>
              <a:rPr lang="en-US" sz="1400" kern="0" spc="-80" dirty="0">
                <a:solidFill>
                  <a:schemeClr val="accent6"/>
                </a:solidFill>
              </a:rPr>
              <a:t>Avoids over/under-fetching, single endpoint for queries</a:t>
            </a:r>
          </a:p>
          <a:p>
            <a:pPr marL="12700" marR="5080"/>
            <a:r>
              <a:rPr lang="en-US" sz="1400" kern="0" spc="-80" dirty="0">
                <a:solidFill>
                  <a:schemeClr val="accent2"/>
                </a:solidFill>
              </a:rPr>
              <a:t>Cons: </a:t>
            </a:r>
            <a:r>
              <a:rPr lang="en-US" sz="1400" kern="0" spc="-80" dirty="0">
                <a:solidFill>
                  <a:schemeClr val="accent6"/>
                </a:solidFill>
              </a:rPr>
              <a:t>Learning curve; caching is harder</a:t>
            </a:r>
          </a:p>
          <a:p>
            <a:pPr marL="12700" marR="5080"/>
            <a:endParaRPr lang="en-US" sz="1400" kern="0" spc="-80" dirty="0">
              <a:solidFill>
                <a:schemeClr val="accent6"/>
              </a:solidFill>
            </a:endParaRPr>
          </a:p>
          <a:p>
            <a:pPr marL="12700" marR="5080"/>
            <a:r>
              <a:rPr lang="en-US" sz="1400" kern="0" spc="-80" dirty="0">
                <a:solidFill>
                  <a:schemeClr val="accent2"/>
                </a:solidFill>
              </a:rPr>
              <a:t>2. Real-Time Communication Patterns</a:t>
            </a:r>
          </a:p>
          <a:p>
            <a:pPr marL="12700" marR="5080"/>
            <a:r>
              <a:rPr lang="en-US" sz="1400" kern="0" spc="-80" dirty="0">
                <a:solidFill>
                  <a:schemeClr val="accent6"/>
                </a:solidFill>
              </a:rPr>
              <a:t>For live updates or streaming data.</a:t>
            </a:r>
          </a:p>
          <a:p>
            <a:pPr marL="12700" marR="5080"/>
            <a:r>
              <a:rPr lang="en-US" sz="1400" kern="0" spc="-80" dirty="0">
                <a:solidFill>
                  <a:schemeClr val="accent2"/>
                </a:solidFill>
              </a:rPr>
              <a:t>a. </a:t>
            </a:r>
            <a:r>
              <a:rPr lang="en-US" sz="1400" kern="0" spc="-80" dirty="0" err="1">
                <a:solidFill>
                  <a:schemeClr val="accent2"/>
                </a:solidFill>
              </a:rPr>
              <a:t>WebSockets</a:t>
            </a:r>
            <a:endParaRPr lang="en-US" sz="1400" kern="0" spc="-80" dirty="0">
              <a:solidFill>
                <a:schemeClr val="accent2"/>
              </a:solidFill>
            </a:endParaRPr>
          </a:p>
          <a:p>
            <a:pPr marL="12700" marR="5080"/>
            <a:r>
              <a:rPr lang="en-US" sz="1400" kern="0" spc="-80" dirty="0">
                <a:solidFill>
                  <a:schemeClr val="accent2"/>
                </a:solidFill>
              </a:rPr>
              <a:t>Pattern: </a:t>
            </a:r>
            <a:r>
              <a:rPr lang="en-US" sz="1400" kern="0" spc="-80" dirty="0">
                <a:solidFill>
                  <a:schemeClr val="accent6"/>
                </a:solidFill>
              </a:rPr>
              <a:t>Persistent connection between client and server</a:t>
            </a:r>
          </a:p>
          <a:p>
            <a:pPr marL="12700" marR="5080"/>
            <a:r>
              <a:rPr lang="en-US" sz="1400" kern="0" spc="-80" dirty="0">
                <a:solidFill>
                  <a:schemeClr val="accent2"/>
                </a:solidFill>
              </a:rPr>
              <a:t>Use Case: </a:t>
            </a:r>
            <a:r>
              <a:rPr lang="en-US" sz="1400" kern="0" spc="-80" dirty="0">
                <a:solidFill>
                  <a:schemeClr val="accent6"/>
                </a:solidFill>
              </a:rPr>
              <a:t>Chat apps, stock tickers, multiplayer games</a:t>
            </a:r>
          </a:p>
        </p:txBody>
      </p:sp>
    </p:spTree>
    <p:extLst>
      <p:ext uri="{BB962C8B-B14F-4D97-AF65-F5344CB8AC3E}">
        <p14:creationId xmlns:p14="http://schemas.microsoft.com/office/powerpoint/2010/main" val="3247279352"/>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2B114-35D0-99CF-E60F-9E0CB6726F5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DE4DDEB-9090-CD26-568E-CDCFF29431B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4886E57-CB6C-CEC0-B9A9-B9EA2ACB3E5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D97799E-E6CF-F3DE-8515-F4ECDE5307EE}"/>
              </a:ext>
            </a:extLst>
          </p:cNvPr>
          <p:cNvGraphicFramePr/>
          <p:nvPr>
            <p:extLst>
              <p:ext uri="{D42A27DB-BD31-4B8C-83A1-F6EECF244321}">
                <p14:modId xmlns:p14="http://schemas.microsoft.com/office/powerpoint/2010/main" val="750086786"/>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035D7AE-BDA7-BCE3-E72F-5AB363DAF45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73A53F0-D650-A020-01BE-DA002824BB1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31298A9-76AF-2DBA-74D0-110134CEA62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0128198-2A7D-7AA7-E6B7-988BAB91215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578DD7C-CF27-D2FE-B0AB-06FED921022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2FC4826-109D-13FD-0312-87F8B4CFC23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C8210BF-F79B-08E0-842C-287783FD84B2}"/>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2. Real-Time Communication Patterns</a:t>
            </a:r>
          </a:p>
          <a:p>
            <a:pPr marL="12700" marR="5080"/>
            <a:r>
              <a:rPr lang="en-US" sz="1400" kern="0" spc="-80" dirty="0">
                <a:solidFill>
                  <a:schemeClr val="accent2"/>
                </a:solidFill>
              </a:rPr>
              <a:t>a. </a:t>
            </a:r>
            <a:r>
              <a:rPr lang="en-US" sz="1400" kern="0" spc="-80" dirty="0" err="1">
                <a:solidFill>
                  <a:schemeClr val="accent2"/>
                </a:solidFill>
              </a:rPr>
              <a:t>WebSockets</a:t>
            </a:r>
            <a:endParaRPr lang="en-US" sz="1400" kern="0" spc="-80" dirty="0">
              <a:solidFill>
                <a:schemeClr val="accent2"/>
              </a:solidFill>
            </a:endParaRPr>
          </a:p>
          <a:p>
            <a:pPr marL="12700" marR="5080"/>
            <a:r>
              <a:rPr lang="en-US" sz="1400" kern="0" spc="-80" dirty="0">
                <a:solidFill>
                  <a:schemeClr val="accent2"/>
                </a:solidFill>
              </a:rPr>
              <a:t>Pros:</a:t>
            </a:r>
            <a:r>
              <a:rPr lang="en-US" sz="1400" kern="0" spc="-80" dirty="0">
                <a:solidFill>
                  <a:schemeClr val="accent6"/>
                </a:solidFill>
              </a:rPr>
              <a:t> Low-latency, bi-directional</a:t>
            </a:r>
          </a:p>
          <a:p>
            <a:pPr marL="12700" marR="5080"/>
            <a:r>
              <a:rPr lang="en-US" sz="1400" kern="0" spc="-80" dirty="0">
                <a:solidFill>
                  <a:schemeClr val="accent2"/>
                </a:solidFill>
              </a:rPr>
              <a:t>Cons: </a:t>
            </a:r>
            <a:r>
              <a:rPr lang="en-US" sz="1400" kern="0" spc="-80" dirty="0">
                <a:solidFill>
                  <a:schemeClr val="accent6"/>
                </a:solidFill>
              </a:rPr>
              <a:t>More complex server infrastructure, resource-intensive</a:t>
            </a:r>
          </a:p>
          <a:p>
            <a:pPr marL="12700" marR="5080"/>
            <a:r>
              <a:rPr lang="en-US" sz="1400" kern="0" spc="-80" dirty="0">
                <a:solidFill>
                  <a:schemeClr val="accent2"/>
                </a:solidFill>
              </a:rPr>
              <a:t>b. Server-Sent Events (SSE)</a:t>
            </a:r>
          </a:p>
          <a:p>
            <a:pPr marL="12700" marR="5080"/>
            <a:r>
              <a:rPr lang="en-US" sz="1400" kern="0" spc="-80" dirty="0">
                <a:solidFill>
                  <a:schemeClr val="accent2"/>
                </a:solidFill>
              </a:rPr>
              <a:t>Pattern: </a:t>
            </a:r>
            <a:r>
              <a:rPr lang="en-US" sz="1400" kern="0" spc="-80" dirty="0">
                <a:solidFill>
                  <a:schemeClr val="accent6"/>
                </a:solidFill>
              </a:rPr>
              <a:t>Server pushes updates over HTTP to the client</a:t>
            </a:r>
          </a:p>
          <a:p>
            <a:pPr marL="12700" marR="5080"/>
            <a:r>
              <a:rPr lang="en-US" sz="1400" kern="0" spc="-80" dirty="0">
                <a:solidFill>
                  <a:schemeClr val="accent2"/>
                </a:solidFill>
              </a:rPr>
              <a:t>Use Case: </a:t>
            </a:r>
            <a:r>
              <a:rPr lang="en-US" sz="1400" kern="0" spc="-80" dirty="0">
                <a:solidFill>
                  <a:schemeClr val="accent6"/>
                </a:solidFill>
              </a:rPr>
              <a:t>Live notifications, news feeds</a:t>
            </a:r>
          </a:p>
          <a:p>
            <a:pPr marL="12700" marR="5080"/>
            <a:r>
              <a:rPr lang="en-US" sz="1400" kern="0" spc="-80" dirty="0">
                <a:solidFill>
                  <a:schemeClr val="accent2"/>
                </a:solidFill>
              </a:rPr>
              <a:t>Pros: </a:t>
            </a:r>
            <a:r>
              <a:rPr lang="en-US" sz="1400" kern="0" spc="-80" dirty="0">
                <a:solidFill>
                  <a:schemeClr val="accent6"/>
                </a:solidFill>
              </a:rPr>
              <a:t>Simpler than </a:t>
            </a:r>
            <a:r>
              <a:rPr lang="en-US" sz="1400" kern="0" spc="-80" dirty="0" err="1">
                <a:solidFill>
                  <a:schemeClr val="accent6"/>
                </a:solidFill>
              </a:rPr>
              <a:t>WebSockets</a:t>
            </a:r>
            <a:r>
              <a:rPr lang="en-US" sz="1400" kern="0" spc="-80" dirty="0">
                <a:solidFill>
                  <a:schemeClr val="accent6"/>
                </a:solidFill>
              </a:rPr>
              <a:t> for one-way updates</a:t>
            </a:r>
          </a:p>
          <a:p>
            <a:pPr marL="12700" marR="5080"/>
            <a:r>
              <a:rPr lang="en-US" sz="1400" kern="0" spc="-80" dirty="0">
                <a:solidFill>
                  <a:schemeClr val="accent2"/>
                </a:solidFill>
              </a:rPr>
              <a:t>Cons: </a:t>
            </a:r>
            <a:r>
              <a:rPr lang="en-US" sz="1400" kern="0" spc="-80" dirty="0">
                <a:solidFill>
                  <a:schemeClr val="accent6"/>
                </a:solidFill>
              </a:rPr>
              <a:t>One-way communication only</a:t>
            </a:r>
          </a:p>
          <a:p>
            <a:pPr marL="12700" marR="5080"/>
            <a:endParaRPr lang="en-US" sz="1400" kern="0" spc="-80" dirty="0">
              <a:solidFill>
                <a:schemeClr val="accent6"/>
              </a:solidFill>
            </a:endParaRPr>
          </a:p>
          <a:p>
            <a:pPr marL="12700" marR="5080"/>
            <a:r>
              <a:rPr lang="en-US" sz="1400" kern="0" spc="-80" dirty="0">
                <a:solidFill>
                  <a:schemeClr val="accent2"/>
                </a:solidFill>
              </a:rPr>
              <a:t>3. Message-Queue-Based Communication</a:t>
            </a:r>
          </a:p>
          <a:p>
            <a:pPr marL="12700" marR="5080"/>
            <a:r>
              <a:rPr lang="en-US" sz="1400" kern="0" spc="-80" dirty="0">
                <a:solidFill>
                  <a:schemeClr val="accent6"/>
                </a:solidFill>
              </a:rPr>
              <a:t>Used in microservices or distributed systems.</a:t>
            </a:r>
          </a:p>
          <a:p>
            <a:pPr marL="12700" marR="5080"/>
            <a:r>
              <a:rPr lang="en-US" sz="1400" kern="0" spc="-80" dirty="0">
                <a:solidFill>
                  <a:schemeClr val="accent2"/>
                </a:solidFill>
              </a:rPr>
              <a:t>Pattern: </a:t>
            </a:r>
            <a:r>
              <a:rPr lang="en-US" sz="1400" kern="0" spc="-80" dirty="0">
                <a:solidFill>
                  <a:schemeClr val="accent6"/>
                </a:solidFill>
              </a:rPr>
              <a:t>UI → Backend → Message Queue (e.g., RabbitMQ, Kafka) → Worker Service → Response (optional)</a:t>
            </a:r>
          </a:p>
          <a:p>
            <a:pPr marL="12700" marR="5080"/>
            <a:r>
              <a:rPr lang="en-US" sz="1400" kern="0" spc="-80" dirty="0">
                <a:solidFill>
                  <a:schemeClr val="accent2"/>
                </a:solidFill>
              </a:rPr>
              <a:t>Use Case: </a:t>
            </a:r>
            <a:r>
              <a:rPr lang="en-US" sz="1400" kern="0" spc="-80" dirty="0">
                <a:solidFill>
                  <a:schemeClr val="accent6"/>
                </a:solidFill>
              </a:rPr>
              <a:t>Long-running processes, background jobs, offline UI sync</a:t>
            </a:r>
          </a:p>
          <a:p>
            <a:pPr marL="12700" marR="5080"/>
            <a:r>
              <a:rPr lang="en-US" sz="1400" kern="0" spc="-80" dirty="0">
                <a:solidFill>
                  <a:schemeClr val="accent2"/>
                </a:solidFill>
              </a:rPr>
              <a:t>Pros: </a:t>
            </a:r>
            <a:r>
              <a:rPr lang="en-US" sz="1400" kern="0" spc="-80" dirty="0">
                <a:solidFill>
                  <a:schemeClr val="accent6"/>
                </a:solidFill>
              </a:rPr>
              <a:t>Decouples UI from backend, scales well</a:t>
            </a:r>
          </a:p>
          <a:p>
            <a:pPr marL="12700" marR="5080"/>
            <a:r>
              <a:rPr lang="en-US" sz="1400" kern="0" spc="-80" dirty="0">
                <a:solidFill>
                  <a:schemeClr val="accent2"/>
                </a:solidFill>
              </a:rPr>
              <a:t>Cons: </a:t>
            </a:r>
            <a:r>
              <a:rPr lang="en-US" sz="1400" kern="0" spc="-80" dirty="0">
                <a:solidFill>
                  <a:schemeClr val="accent6"/>
                </a:solidFill>
              </a:rPr>
              <a:t>Added complexity, eventual consistency</a:t>
            </a:r>
          </a:p>
          <a:p>
            <a:pPr marL="12700" marR="5080"/>
            <a:endParaRPr lang="en-US" sz="1400" kern="0" spc="-80" dirty="0">
              <a:solidFill>
                <a:schemeClr val="accent6"/>
              </a:solidFill>
            </a:endParaRPr>
          </a:p>
          <a:p>
            <a:pPr marL="12700" marR="5080"/>
            <a:r>
              <a:rPr lang="en-US" sz="1400" kern="0" spc="-80" dirty="0">
                <a:solidFill>
                  <a:schemeClr val="accent2"/>
                </a:solidFill>
              </a:rPr>
              <a:t>4. Hybrid / Async Patterns</a:t>
            </a:r>
          </a:p>
          <a:p>
            <a:pPr marL="12700" marR="5080"/>
            <a:r>
              <a:rPr lang="en-US" sz="1400" kern="0" spc="-80" dirty="0">
                <a:solidFill>
                  <a:schemeClr val="accent2"/>
                </a:solidFill>
              </a:rPr>
              <a:t>a. Polling</a:t>
            </a:r>
          </a:p>
          <a:p>
            <a:pPr marL="12700" marR="5080"/>
            <a:r>
              <a:rPr lang="en-US" sz="1400" kern="0" spc="-80" dirty="0">
                <a:solidFill>
                  <a:schemeClr val="accent2"/>
                </a:solidFill>
              </a:rPr>
              <a:t>Pattern: </a:t>
            </a:r>
            <a:r>
              <a:rPr lang="en-US" sz="1400" kern="0" spc="-80" dirty="0">
                <a:solidFill>
                  <a:schemeClr val="accent6"/>
                </a:solidFill>
              </a:rPr>
              <a:t>Client periodically requests server for updates</a:t>
            </a:r>
          </a:p>
          <a:p>
            <a:pPr marL="12700" marR="5080"/>
            <a:r>
              <a:rPr lang="en-US" sz="1400" kern="0" spc="-80" dirty="0">
                <a:solidFill>
                  <a:schemeClr val="accent2"/>
                </a:solidFill>
              </a:rPr>
              <a:t>Use Case: </a:t>
            </a:r>
            <a:r>
              <a:rPr lang="en-US" sz="1400" kern="0" spc="-80" dirty="0">
                <a:solidFill>
                  <a:schemeClr val="accent6"/>
                </a:solidFill>
              </a:rPr>
              <a:t>Low frequency updates</a:t>
            </a:r>
          </a:p>
          <a:p>
            <a:pPr marL="12700" marR="5080"/>
            <a:r>
              <a:rPr lang="en-US" sz="1400" kern="0" spc="-80" dirty="0">
                <a:solidFill>
                  <a:schemeClr val="accent2"/>
                </a:solidFill>
              </a:rPr>
              <a:t>Pros: </a:t>
            </a:r>
            <a:r>
              <a:rPr lang="en-US" sz="1400" kern="0" spc="-80" dirty="0">
                <a:solidFill>
                  <a:schemeClr val="accent6"/>
                </a:solidFill>
              </a:rPr>
              <a:t>Simple, no persistent connections</a:t>
            </a:r>
          </a:p>
        </p:txBody>
      </p:sp>
    </p:spTree>
    <p:extLst>
      <p:ext uri="{BB962C8B-B14F-4D97-AF65-F5344CB8AC3E}">
        <p14:creationId xmlns:p14="http://schemas.microsoft.com/office/powerpoint/2010/main" val="4078892902"/>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DEDC62-7E89-0ACD-D7C4-03B8851F8F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6A7E1FF-D517-5AF0-A9C8-0DD3D919DFB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36B1664-A9BE-3507-44EA-9C1C3D895F2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F21C90B-7738-E623-EC03-B1202AAB8F57}"/>
              </a:ext>
            </a:extLst>
          </p:cNvPr>
          <p:cNvGraphicFramePr/>
          <p:nvPr>
            <p:extLst>
              <p:ext uri="{D42A27DB-BD31-4B8C-83A1-F6EECF244321}">
                <p14:modId xmlns:p14="http://schemas.microsoft.com/office/powerpoint/2010/main" val="1580665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7D15BE9-EAF5-BFF0-8098-46ADEB6A468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CBDB9F-D14F-10A0-DCC9-0131422D081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CEE0F95-6D92-5BD5-78CE-0E00D0310DF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DC0D4D6-C93D-2280-8DC2-46DA6F9CE5E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71C9B54-198C-842A-9A42-B4D76D00766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20B4FA4-AEFD-0973-2956-2297E7C7C82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401A635-83BC-C1AB-8C03-1EC2FEAB4707}"/>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a. Polling</a:t>
            </a:r>
          </a:p>
          <a:p>
            <a:pPr marL="12700" marR="5080"/>
            <a:r>
              <a:rPr lang="en-US" sz="1400" kern="0" spc="-80" dirty="0">
                <a:solidFill>
                  <a:schemeClr val="accent2"/>
                </a:solidFill>
              </a:rPr>
              <a:t>Cons: </a:t>
            </a:r>
            <a:r>
              <a:rPr lang="en-US" sz="1400" kern="0" spc="-80" dirty="0">
                <a:solidFill>
                  <a:schemeClr val="accent6"/>
                </a:solidFill>
              </a:rPr>
              <a:t>Wastes resources if frequent polling, latency issues</a:t>
            </a:r>
          </a:p>
          <a:p>
            <a:pPr marL="12700" marR="5080"/>
            <a:r>
              <a:rPr lang="en-US" sz="1400" kern="0" spc="-80" dirty="0">
                <a:solidFill>
                  <a:schemeClr val="accent2"/>
                </a:solidFill>
              </a:rPr>
              <a:t>b. Long Polling</a:t>
            </a:r>
          </a:p>
          <a:p>
            <a:pPr marL="12700" marR="5080"/>
            <a:r>
              <a:rPr lang="en-US" sz="1400" kern="0" spc="-80" dirty="0">
                <a:solidFill>
                  <a:schemeClr val="accent2"/>
                </a:solidFill>
              </a:rPr>
              <a:t>Pattern: </a:t>
            </a:r>
            <a:r>
              <a:rPr lang="en-US" sz="1400" kern="0" spc="-80" dirty="0">
                <a:solidFill>
                  <a:schemeClr val="accent6"/>
                </a:solidFill>
              </a:rPr>
              <a:t>Client requests → server holds connection until data is available</a:t>
            </a:r>
          </a:p>
          <a:p>
            <a:pPr marL="12700" marR="5080"/>
            <a:r>
              <a:rPr lang="en-US" sz="1400" kern="0" spc="-80" dirty="0">
                <a:solidFill>
                  <a:schemeClr val="accent2"/>
                </a:solidFill>
              </a:rPr>
              <a:t>Use Case: </a:t>
            </a:r>
            <a:r>
              <a:rPr lang="en-US" sz="1400" kern="0" spc="-80" dirty="0">
                <a:solidFill>
                  <a:schemeClr val="accent6"/>
                </a:solidFill>
              </a:rPr>
              <a:t>Real-time updates without WebSocket</a:t>
            </a:r>
          </a:p>
          <a:p>
            <a:pPr marL="12700" marR="5080"/>
            <a:r>
              <a:rPr lang="en-US" sz="1400" kern="0" spc="-80" dirty="0">
                <a:solidFill>
                  <a:schemeClr val="accent2"/>
                </a:solidFill>
              </a:rPr>
              <a:t>Pros: </a:t>
            </a:r>
            <a:r>
              <a:rPr lang="en-US" sz="1400" kern="0" spc="-80" dirty="0">
                <a:solidFill>
                  <a:schemeClr val="accent6"/>
                </a:solidFill>
              </a:rPr>
              <a:t>Works over HTTP, no new protocol needed</a:t>
            </a:r>
          </a:p>
          <a:p>
            <a:pPr marL="12700" marR="5080"/>
            <a:r>
              <a:rPr lang="en-US" sz="1400" kern="0" spc="-80" dirty="0">
                <a:solidFill>
                  <a:schemeClr val="accent2"/>
                </a:solidFill>
              </a:rPr>
              <a:t>Cons: </a:t>
            </a:r>
            <a:r>
              <a:rPr lang="en-US" sz="1400" kern="0" spc="-80" dirty="0">
                <a:solidFill>
                  <a:schemeClr val="accent6"/>
                </a:solidFill>
              </a:rPr>
              <a:t>Connection can time out; not as efficient as </a:t>
            </a:r>
            <a:r>
              <a:rPr lang="en-US" sz="1400" kern="0" spc="-80" dirty="0" err="1">
                <a:solidFill>
                  <a:schemeClr val="accent6"/>
                </a:solidFill>
              </a:rPr>
              <a:t>WebSockets</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5. Serverless / Cloud Function Patterns</a:t>
            </a:r>
          </a:p>
          <a:p>
            <a:pPr marL="12700" marR="5080"/>
            <a:r>
              <a:rPr lang="en-US" sz="1400" kern="0" spc="-80" dirty="0">
                <a:solidFill>
                  <a:schemeClr val="accent2"/>
                </a:solidFill>
              </a:rPr>
              <a:t>Pattern: </a:t>
            </a:r>
            <a:r>
              <a:rPr lang="en-US" sz="1400" kern="0" spc="-80" dirty="0">
                <a:solidFill>
                  <a:schemeClr val="accent6"/>
                </a:solidFill>
              </a:rPr>
              <a:t>UI calls cloud function endpoints (e.g., AWS Lambda, Azure Functions)</a:t>
            </a:r>
          </a:p>
          <a:p>
            <a:pPr marL="12700" marR="5080"/>
            <a:r>
              <a:rPr lang="en-US" sz="1400" kern="0" spc="-80" dirty="0">
                <a:solidFill>
                  <a:schemeClr val="accent2"/>
                </a:solidFill>
              </a:rPr>
              <a:t>Use Case:</a:t>
            </a:r>
            <a:r>
              <a:rPr lang="en-US" sz="1400" kern="0" spc="-80" dirty="0">
                <a:solidFill>
                  <a:schemeClr val="accent6"/>
                </a:solidFill>
              </a:rPr>
              <a:t> Lightweight APIs, microservices, event-driven UI</a:t>
            </a:r>
          </a:p>
          <a:p>
            <a:pPr marL="12700" marR="5080"/>
            <a:r>
              <a:rPr lang="en-US" sz="1400" kern="0" spc="-80" dirty="0">
                <a:solidFill>
                  <a:schemeClr val="accent2"/>
                </a:solidFill>
              </a:rPr>
              <a:t>Pros: </a:t>
            </a:r>
            <a:r>
              <a:rPr lang="en-US" sz="1400" kern="0" spc="-80" dirty="0">
                <a:solidFill>
                  <a:schemeClr val="accent6"/>
                </a:solidFill>
              </a:rPr>
              <a:t>Auto-scaling, pay-per-use</a:t>
            </a:r>
          </a:p>
          <a:p>
            <a:pPr marL="12700" marR="5080"/>
            <a:r>
              <a:rPr lang="en-US" sz="1400" kern="0" spc="-80" dirty="0">
                <a:solidFill>
                  <a:schemeClr val="accent2"/>
                </a:solidFill>
              </a:rPr>
              <a:t>Cons: </a:t>
            </a:r>
            <a:r>
              <a:rPr lang="en-US" sz="1400" kern="0" spc="-80" dirty="0">
                <a:solidFill>
                  <a:schemeClr val="accent6"/>
                </a:solidFill>
              </a:rPr>
              <a:t>Cold starts, stateless functions</a:t>
            </a:r>
          </a:p>
          <a:p>
            <a:pPr marL="12700" marR="5080"/>
            <a:endParaRPr lang="en-US" sz="1400" kern="0" spc="-80" dirty="0">
              <a:solidFill>
                <a:schemeClr val="accent6"/>
              </a:solidFill>
            </a:endParaRPr>
          </a:p>
          <a:p>
            <a:pPr marL="12700" marR="5080"/>
            <a:r>
              <a:rPr lang="en-US" sz="1400" kern="0" spc="-80" dirty="0">
                <a:solidFill>
                  <a:schemeClr val="accent2"/>
                </a:solidFill>
              </a:rPr>
              <a:t>6. UI-to-Backend Best Practices</a:t>
            </a:r>
          </a:p>
          <a:p>
            <a:pPr marL="12700" marR="5080"/>
            <a:r>
              <a:rPr lang="en-US" sz="1400" kern="0" spc="-80" dirty="0">
                <a:solidFill>
                  <a:schemeClr val="accent2"/>
                </a:solidFill>
              </a:rPr>
              <a:t>Data Layer Separation: </a:t>
            </a:r>
            <a:r>
              <a:rPr lang="en-US" sz="1400" kern="0" spc="-80" dirty="0">
                <a:solidFill>
                  <a:schemeClr val="accent6"/>
                </a:solidFill>
              </a:rPr>
              <a:t>Use a dedicated service layer (API service) in UI for all server communication</a:t>
            </a:r>
          </a:p>
          <a:p>
            <a:pPr marL="12700" marR="5080"/>
            <a:r>
              <a:rPr lang="en-US" sz="1400" kern="0" spc="-80" dirty="0">
                <a:solidFill>
                  <a:schemeClr val="accent2"/>
                </a:solidFill>
              </a:rPr>
              <a:t>Error Handling: </a:t>
            </a:r>
            <a:r>
              <a:rPr lang="en-US" sz="1400" kern="0" spc="-80" dirty="0">
                <a:solidFill>
                  <a:schemeClr val="accent6"/>
                </a:solidFill>
              </a:rPr>
              <a:t>Graceful handling of network errors and server failures</a:t>
            </a:r>
          </a:p>
          <a:p>
            <a:pPr marL="12700" marR="5080"/>
            <a:r>
              <a:rPr lang="en-US" sz="1400" kern="0" spc="-80" dirty="0">
                <a:solidFill>
                  <a:schemeClr val="accent2"/>
                </a:solidFill>
              </a:rPr>
              <a:t>Caching: </a:t>
            </a:r>
            <a:r>
              <a:rPr lang="en-US" sz="1400" kern="0" spc="-80" dirty="0">
                <a:solidFill>
                  <a:schemeClr val="accent6"/>
                </a:solidFill>
              </a:rPr>
              <a:t>Client-side caching (</a:t>
            </a:r>
            <a:r>
              <a:rPr lang="en-US" sz="1400" kern="0" spc="-80" dirty="0" err="1">
                <a:solidFill>
                  <a:schemeClr val="accent6"/>
                </a:solidFill>
              </a:rPr>
              <a:t>localStorage</a:t>
            </a:r>
            <a:r>
              <a:rPr lang="en-US" sz="1400" kern="0" spc="-80" dirty="0">
                <a:solidFill>
                  <a:schemeClr val="accent6"/>
                </a:solidFill>
              </a:rPr>
              <a:t>, </a:t>
            </a:r>
            <a:r>
              <a:rPr lang="en-US" sz="1400" kern="0" spc="-80" dirty="0" err="1">
                <a:solidFill>
                  <a:schemeClr val="accent6"/>
                </a:solidFill>
              </a:rPr>
              <a:t>IndexedDB</a:t>
            </a:r>
            <a:r>
              <a:rPr lang="en-US" sz="1400" kern="0" spc="-80" dirty="0">
                <a:solidFill>
                  <a:schemeClr val="accent6"/>
                </a:solidFill>
              </a:rPr>
              <a:t>) for repeated requests</a:t>
            </a:r>
          </a:p>
          <a:p>
            <a:pPr marL="12700" marR="5080"/>
            <a:r>
              <a:rPr lang="en-US" sz="1400" kern="0" spc="-80" dirty="0">
                <a:solidFill>
                  <a:schemeClr val="accent2"/>
                </a:solidFill>
              </a:rPr>
              <a:t>Security: </a:t>
            </a:r>
            <a:r>
              <a:rPr lang="en-US" sz="1400" kern="0" spc="-80" dirty="0">
                <a:solidFill>
                  <a:schemeClr val="accent6"/>
                </a:solidFill>
              </a:rPr>
              <a:t>Use HTTPS, JWT/OAuth for authentication</a:t>
            </a:r>
          </a:p>
          <a:p>
            <a:pPr marL="12700" marR="5080"/>
            <a:r>
              <a:rPr lang="en-US" sz="1400" kern="0" spc="-80" dirty="0">
                <a:solidFill>
                  <a:schemeClr val="accent2"/>
                </a:solidFill>
              </a:rPr>
              <a:t>Retry/Backoff: </a:t>
            </a:r>
            <a:r>
              <a:rPr lang="en-US" sz="1400" kern="0" spc="-80" dirty="0">
                <a:solidFill>
                  <a:schemeClr val="accent6"/>
                </a:solidFill>
              </a:rPr>
              <a:t>For unreliable connections, use exponential backoff</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080086058"/>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19CE7-D87E-EBA6-6ECA-5FF74E8FE34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31B5475-B2CE-E3FB-B419-73785A37810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63D3F4A-C941-3F7C-3E54-7E14B75293F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D0E13A4-EEE6-189C-4DD8-71081E394623}"/>
              </a:ext>
            </a:extLst>
          </p:cNvPr>
          <p:cNvGraphicFramePr/>
          <p:nvPr>
            <p:extLst>
              <p:ext uri="{D42A27DB-BD31-4B8C-83A1-F6EECF244321}">
                <p14:modId xmlns:p14="http://schemas.microsoft.com/office/powerpoint/2010/main" val="361358603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6ACDB05-0912-1AFA-ABDC-C7DB883930F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F6F6DC8-6599-598C-80BD-3B4B044E489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52D252E-4958-1D28-2201-1518CCF4C5D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4A76379-E63B-0A3D-3D0B-39DD47840BC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0B3700B-4104-FC1F-A73D-D2C0B3A77A9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52DD1DB-EFA7-10F9-4D19-1BBF09B54CE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E46FD75-91C2-87F5-BEFB-C7555E9C7EBC}"/>
              </a:ext>
            </a:extLst>
          </p:cNvPr>
          <p:cNvSpPr txBox="1">
            <a:spLocks/>
          </p:cNvSpPr>
          <p:nvPr/>
        </p:nvSpPr>
        <p:spPr>
          <a:xfrm>
            <a:off x="152400" y="685800"/>
            <a:ext cx="8624937" cy="36625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7. Typical UI Communication Flow Patterns</a:t>
            </a:r>
          </a:p>
          <a:p>
            <a:pPr marL="12700" marR="5080"/>
            <a:r>
              <a:rPr lang="en-US" sz="1400" kern="0" spc="-80" dirty="0">
                <a:solidFill>
                  <a:schemeClr val="accent6"/>
                </a:solidFill>
              </a:rPr>
              <a:t>Direct Fetch / Axios → REST API</a:t>
            </a:r>
          </a:p>
          <a:p>
            <a:pPr marL="12700" marR="5080"/>
            <a:r>
              <a:rPr lang="en-US" sz="1400" kern="0" spc="-80" dirty="0">
                <a:solidFill>
                  <a:schemeClr val="accent6"/>
                </a:solidFill>
              </a:rPr>
              <a:t>Apollo Client → </a:t>
            </a:r>
            <a:r>
              <a:rPr lang="en-US" sz="1400" kern="0" spc="-80" dirty="0" err="1">
                <a:solidFill>
                  <a:schemeClr val="accent6"/>
                </a:solidFill>
              </a:rPr>
              <a:t>GraphQL</a:t>
            </a:r>
            <a:r>
              <a:rPr lang="en-US" sz="1400" kern="0" spc="-80" dirty="0">
                <a:solidFill>
                  <a:schemeClr val="accent6"/>
                </a:solidFill>
              </a:rPr>
              <a:t> API</a:t>
            </a:r>
          </a:p>
          <a:p>
            <a:pPr marL="12700" marR="5080"/>
            <a:r>
              <a:rPr lang="en-US" sz="1400" kern="0" spc="-80" dirty="0">
                <a:solidFill>
                  <a:schemeClr val="accent6"/>
                </a:solidFill>
              </a:rPr>
              <a:t>WebSocket → Event-driven updates</a:t>
            </a:r>
          </a:p>
          <a:p>
            <a:pPr marL="12700" marR="5080"/>
            <a:r>
              <a:rPr lang="en-US" sz="1400" kern="0" spc="-80" dirty="0">
                <a:solidFill>
                  <a:schemeClr val="accent6"/>
                </a:solidFill>
              </a:rPr>
              <a:t>Polling / Long Polling → REST</a:t>
            </a:r>
          </a:p>
          <a:p>
            <a:pPr marL="12700" marR="5080"/>
            <a:r>
              <a:rPr lang="en-US" sz="1400" kern="0" spc="-80" dirty="0">
                <a:solidFill>
                  <a:schemeClr val="accent6"/>
                </a:solidFill>
              </a:rPr>
              <a:t>Serverless Functions → Event-driven actions</a:t>
            </a:r>
          </a:p>
          <a:p>
            <a:pPr marL="12700" marR="5080"/>
            <a:r>
              <a:rPr lang="en-US" sz="1400" kern="0" spc="-80" dirty="0">
                <a:solidFill>
                  <a:schemeClr val="accent6"/>
                </a:solidFill>
              </a:rPr>
              <a:t>Background Queue → UI notification on completion</a:t>
            </a:r>
          </a:p>
          <a:p>
            <a:pPr marL="12700" marR="5080"/>
            <a:endParaRPr lang="en-US" sz="1400" kern="0" spc="-80" dirty="0">
              <a:solidFill>
                <a:schemeClr val="accent6"/>
              </a:solidFill>
            </a:endParaRPr>
          </a:p>
          <a:p>
            <a:pPr marL="12700" marR="5080"/>
            <a:r>
              <a:rPr lang="en-US" sz="1400" kern="0" spc="-80" dirty="0">
                <a:solidFill>
                  <a:schemeClr val="accent2"/>
                </a:solidFill>
              </a:rPr>
              <a:t>💡 Visual Summary:</a:t>
            </a:r>
          </a:p>
          <a:p>
            <a:pPr marL="12700" marR="5080"/>
            <a:r>
              <a:rPr lang="en-US" sz="1400" kern="0" spc="-80" dirty="0">
                <a:solidFill>
                  <a:schemeClr val="accent6"/>
                </a:solidFill>
              </a:rPr>
              <a:t>[UI] --HTTP/REST--&gt; [Backend API]</a:t>
            </a:r>
          </a:p>
          <a:p>
            <a:pPr marL="12700" marR="5080"/>
            <a:r>
              <a:rPr lang="en-US" sz="1400" kern="0" spc="-80" dirty="0">
                <a:solidFill>
                  <a:schemeClr val="accent6"/>
                </a:solidFill>
              </a:rPr>
              <a:t>[UI] --</a:t>
            </a:r>
            <a:r>
              <a:rPr lang="en-US" sz="1400" kern="0" spc="-80" dirty="0" err="1">
                <a:solidFill>
                  <a:schemeClr val="accent6"/>
                </a:solidFill>
              </a:rPr>
              <a:t>GraphQL</a:t>
            </a:r>
            <a:r>
              <a:rPr lang="en-US" sz="1400" kern="0" spc="-80" dirty="0">
                <a:solidFill>
                  <a:schemeClr val="accent6"/>
                </a:solidFill>
              </a:rPr>
              <a:t>--&gt; [Backend API]</a:t>
            </a:r>
          </a:p>
          <a:p>
            <a:pPr marL="12700" marR="5080"/>
            <a:r>
              <a:rPr lang="en-US" sz="1400" kern="0" spc="-80" dirty="0">
                <a:solidFill>
                  <a:schemeClr val="accent6"/>
                </a:solidFill>
              </a:rPr>
              <a:t>[UI] --WebSocket--&gt; [Backend (Real-time)]</a:t>
            </a:r>
          </a:p>
          <a:p>
            <a:pPr marL="12700" marR="5080"/>
            <a:r>
              <a:rPr lang="en-US" sz="1400" kern="0" spc="-80" dirty="0">
                <a:solidFill>
                  <a:schemeClr val="accent6"/>
                </a:solidFill>
              </a:rPr>
              <a:t>[UI] --SSE--&gt; [Backend (Stream Updates)]</a:t>
            </a:r>
          </a:p>
          <a:p>
            <a:pPr marL="12700" marR="5080"/>
            <a:r>
              <a:rPr lang="en-US" sz="1400" kern="0" spc="-80" dirty="0">
                <a:solidFill>
                  <a:schemeClr val="accent6"/>
                </a:solidFill>
              </a:rPr>
              <a:t>[UI] --Serverless--&gt; [Cloud Functions]</a:t>
            </a:r>
          </a:p>
          <a:p>
            <a:pPr marL="12700" marR="5080"/>
            <a:r>
              <a:rPr lang="en-US" sz="1400" kern="0" spc="-80" dirty="0">
                <a:solidFill>
                  <a:schemeClr val="accent6"/>
                </a:solidFill>
              </a:rPr>
              <a:t>[UI] --Message Queue--&gt; [Worker/Service] --&gt; Response</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920196663"/>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B3531-A07F-4746-4FB9-A73D29ADBF0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FE1236D-C7AF-9390-8DB3-F734906F474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FB859DF-569C-5D2F-BE2F-5C6CB7CE6AE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9AC98AA-34B2-5A4E-C609-E793821484E3}"/>
              </a:ext>
            </a:extLst>
          </p:cNvPr>
          <p:cNvGraphicFramePr/>
          <p:nvPr>
            <p:extLst>
              <p:ext uri="{D42A27DB-BD31-4B8C-83A1-F6EECF244321}">
                <p14:modId xmlns:p14="http://schemas.microsoft.com/office/powerpoint/2010/main" val="119563861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96E9ADB-35A8-1F5E-2FB4-C02A2B3A08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E72B3C2-BA36-64E2-CC99-23E2D1A449A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0116579-71F7-FB98-A6AC-ADF8F0CF0DA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7F28C6D-6D5F-9C09-9026-4088CA39777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AF3BEBE-F210-994B-1997-34DC3C844FF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C76AEF7-2F2D-8909-7833-17E52BBD888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8CE8FCC-4222-F43E-9801-911D8A622AD3}"/>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UI(Web/Mobile) to CDN Communication Patterns</a:t>
            </a:r>
          </a:p>
          <a:p>
            <a:pPr marL="12700" marR="5080"/>
            <a:r>
              <a:rPr lang="en-US" sz="1400" kern="0" spc="-80" dirty="0">
                <a:solidFill>
                  <a:schemeClr val="accent2"/>
                </a:solidFill>
              </a:rPr>
              <a:t>1. Basic Flow</a:t>
            </a:r>
          </a:p>
          <a:p>
            <a:pPr marL="12700" marR="5080"/>
            <a:r>
              <a:rPr lang="en-US" sz="1400" kern="0" spc="-80" dirty="0">
                <a:solidFill>
                  <a:schemeClr val="accent6"/>
                </a:solidFill>
              </a:rPr>
              <a:t>UI (Browser/App)</a:t>
            </a:r>
          </a:p>
          <a:p>
            <a:pPr marL="12700" marR="5080"/>
            <a:r>
              <a:rPr lang="en-US" sz="1400" kern="0" spc="-80" dirty="0">
                <a:solidFill>
                  <a:schemeClr val="accent6"/>
                </a:solidFill>
              </a:rPr>
              <a:t>      |</a:t>
            </a:r>
          </a:p>
          <a:p>
            <a:pPr marL="12700" marR="5080"/>
            <a:r>
              <a:rPr lang="en-US" sz="1400" kern="0" spc="-80" dirty="0">
                <a:solidFill>
                  <a:schemeClr val="accent6"/>
                </a:solidFill>
              </a:rPr>
              <a:t>      v</a:t>
            </a:r>
          </a:p>
          <a:p>
            <a:pPr marL="12700" marR="5080"/>
            <a:r>
              <a:rPr lang="en-US" sz="1400" kern="0" spc="-80" dirty="0">
                <a:solidFill>
                  <a:schemeClr val="accent6"/>
                </a:solidFill>
              </a:rPr>
              <a:t>   CDN Edge Node</a:t>
            </a:r>
          </a:p>
          <a:p>
            <a:pPr marL="12700" marR="5080"/>
            <a:r>
              <a:rPr lang="en-US" sz="1400" kern="0" spc="-80" dirty="0">
                <a:solidFill>
                  <a:schemeClr val="accent6"/>
                </a:solidFill>
              </a:rPr>
              <a:t>      |</a:t>
            </a:r>
          </a:p>
          <a:p>
            <a:pPr marL="12700" marR="5080"/>
            <a:r>
              <a:rPr lang="en-US" sz="1400" kern="0" spc="-80" dirty="0">
                <a:solidFill>
                  <a:schemeClr val="accent6"/>
                </a:solidFill>
              </a:rPr>
              <a:t>      v</a:t>
            </a:r>
          </a:p>
          <a:p>
            <a:pPr marL="12700" marR="5080"/>
            <a:r>
              <a:rPr lang="en-US" sz="1400" kern="0" spc="-80" dirty="0">
                <a:solidFill>
                  <a:schemeClr val="accent6"/>
                </a:solidFill>
              </a:rPr>
              <a:t>   Origin Server (Static Content: HTML/CSS/JS/Images/Video)</a:t>
            </a:r>
          </a:p>
          <a:p>
            <a:pPr marL="12700" marR="5080"/>
            <a:r>
              <a:rPr lang="en-US" sz="1400" kern="0" spc="-80" dirty="0">
                <a:solidFill>
                  <a:schemeClr val="accent2"/>
                </a:solidFill>
              </a:rPr>
              <a:t>Key idea: </a:t>
            </a:r>
            <a:r>
              <a:rPr lang="en-US" sz="1400" kern="0" spc="-80" dirty="0">
                <a:solidFill>
                  <a:schemeClr val="accent6"/>
                </a:solidFill>
              </a:rPr>
              <a:t>The UI doesn’t fetch static content directly from the origin server; it hits the CDN, which caches content closer to the user for low latency and high performance.</a:t>
            </a:r>
          </a:p>
          <a:p>
            <a:pPr marL="12700" marR="5080"/>
            <a:endParaRPr lang="en-US" sz="1400" kern="0" spc="-80" dirty="0">
              <a:solidFill>
                <a:schemeClr val="accent6"/>
              </a:solidFill>
            </a:endParaRPr>
          </a:p>
          <a:p>
            <a:pPr marL="12700" marR="5080"/>
            <a:r>
              <a:rPr lang="en-US" sz="1400" kern="0" spc="-80" dirty="0">
                <a:solidFill>
                  <a:schemeClr val="accent2"/>
                </a:solidFill>
              </a:rPr>
              <a:t>2. Common Patterns</a:t>
            </a:r>
          </a:p>
          <a:p>
            <a:pPr marL="12700" marR="5080"/>
            <a:r>
              <a:rPr lang="en-US" sz="1400" kern="0" spc="-80" dirty="0">
                <a:solidFill>
                  <a:schemeClr val="accent2"/>
                </a:solidFill>
              </a:rPr>
              <a:t>A. Direct Linking Pattern</a:t>
            </a:r>
          </a:p>
          <a:p>
            <a:pPr marL="12700" marR="5080"/>
            <a:r>
              <a:rPr lang="en-US" sz="1400" kern="0" spc="-80" dirty="0">
                <a:solidFill>
                  <a:schemeClr val="accent2"/>
                </a:solidFill>
              </a:rPr>
              <a:t>Flow: </a:t>
            </a:r>
            <a:r>
              <a:rPr lang="en-US" sz="1400" kern="0" spc="-80" dirty="0">
                <a:solidFill>
                  <a:schemeClr val="accent6"/>
                </a:solidFill>
              </a:rPr>
              <a:t>UI → CDN → Origin</a:t>
            </a:r>
          </a:p>
          <a:p>
            <a:pPr marL="12700" marR="5080"/>
            <a:r>
              <a:rPr lang="en-US" sz="1400" kern="0" spc="-80" dirty="0">
                <a:solidFill>
                  <a:schemeClr val="accent2"/>
                </a:solidFill>
              </a:rPr>
              <a:t>How it works:</a:t>
            </a:r>
          </a:p>
          <a:p>
            <a:pPr marL="12700" marR="5080"/>
            <a:r>
              <a:rPr lang="en-US" sz="1400" kern="0" spc="-80" dirty="0">
                <a:solidFill>
                  <a:schemeClr val="accent6"/>
                </a:solidFill>
              </a:rPr>
              <a:t>UI requests a resource (e.g., logo.png).</a:t>
            </a:r>
          </a:p>
          <a:p>
            <a:pPr marL="12700" marR="5080"/>
            <a:r>
              <a:rPr lang="en-US" sz="1400" kern="0" spc="-80" dirty="0">
                <a:solidFill>
                  <a:schemeClr val="accent6"/>
                </a:solidFill>
              </a:rPr>
              <a:t>Request goes to CDN edge node.</a:t>
            </a:r>
          </a:p>
          <a:p>
            <a:pPr marL="12700" marR="5080"/>
            <a:r>
              <a:rPr lang="en-US" sz="1400" kern="0" spc="-80" dirty="0">
                <a:solidFill>
                  <a:schemeClr val="accent2"/>
                </a:solidFill>
              </a:rPr>
              <a:t>CDN checks cache:</a:t>
            </a:r>
          </a:p>
          <a:p>
            <a:pPr marL="12700" marR="5080"/>
            <a:r>
              <a:rPr lang="en-US" sz="1400" kern="0" spc="-80" dirty="0">
                <a:solidFill>
                  <a:schemeClr val="accent6"/>
                </a:solidFill>
              </a:rPr>
              <a:t>If cached → returns resource.</a:t>
            </a:r>
          </a:p>
          <a:p>
            <a:pPr marL="12700" marR="5080"/>
            <a:r>
              <a:rPr lang="en-US" sz="1400" kern="0" spc="-80" dirty="0">
                <a:solidFill>
                  <a:schemeClr val="accent6"/>
                </a:solidFill>
              </a:rPr>
              <a:t>If not → fetches from origin, caches it, returns it.</a:t>
            </a:r>
          </a:p>
          <a:p>
            <a:pPr marL="12700" marR="5080"/>
            <a:r>
              <a:rPr lang="en-US" sz="1400" kern="0" spc="-80" dirty="0">
                <a:solidFill>
                  <a:schemeClr val="accent2"/>
                </a:solidFill>
              </a:rPr>
              <a:t>Pros: </a:t>
            </a:r>
            <a:r>
              <a:rPr lang="en-US" sz="1400" kern="0" spc="-80" dirty="0">
                <a:solidFill>
                  <a:schemeClr val="accent6"/>
                </a:solidFill>
              </a:rPr>
              <a:t>Simple, widely used.</a:t>
            </a:r>
          </a:p>
          <a:p>
            <a:pPr marL="12700" marR="5080"/>
            <a:r>
              <a:rPr lang="en-US" sz="1400" kern="0" spc="-80" dirty="0">
                <a:solidFill>
                  <a:schemeClr val="accent2"/>
                </a:solidFill>
              </a:rPr>
              <a:t>Cons: </a:t>
            </a:r>
            <a:r>
              <a:rPr lang="en-US" sz="1400" kern="0" spc="-80" dirty="0">
                <a:solidFill>
                  <a:schemeClr val="accent6"/>
                </a:solidFill>
              </a:rPr>
              <a:t>Cache invalidation can be tricky.</a:t>
            </a:r>
          </a:p>
        </p:txBody>
      </p:sp>
    </p:spTree>
    <p:extLst>
      <p:ext uri="{BB962C8B-B14F-4D97-AF65-F5344CB8AC3E}">
        <p14:creationId xmlns:p14="http://schemas.microsoft.com/office/powerpoint/2010/main" val="2275644581"/>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E814F3-AF29-B735-8A05-4DA22EF5FA2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F0AFA7B-BF30-595C-DA4F-E39DD004B02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303F9F6-B101-965C-5CC1-33D870100B4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E8D04B-FBBE-ADF0-96A3-F97A8F4940ED}"/>
              </a:ext>
            </a:extLst>
          </p:cNvPr>
          <p:cNvGraphicFramePr/>
          <p:nvPr>
            <p:extLst>
              <p:ext uri="{D42A27DB-BD31-4B8C-83A1-F6EECF244321}">
                <p14:modId xmlns:p14="http://schemas.microsoft.com/office/powerpoint/2010/main" val="28332823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59D98F4-A59E-D5F6-6036-D083E780891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3A708ED-F79E-DCB3-75D4-0B1DFE2C878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A53BF6C-8871-E0DD-0E2C-C662B4D9A24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1CFC9FD-A8D1-F990-0DE1-04B153399D6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E586CE5-4CFA-2DD4-03E6-9FFAB161245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B5E8973-6889-868B-DC9C-A50DD02D596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46F5831-2472-F183-FEBB-CCF9BC5291EC}"/>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UI(Web/Mobile) to CDN Communication Patterns</a:t>
            </a:r>
          </a:p>
          <a:p>
            <a:pPr marL="12700" marR="5080"/>
            <a:r>
              <a:rPr lang="en-US" sz="1400" kern="0" spc="-80" dirty="0">
                <a:solidFill>
                  <a:schemeClr val="accent2"/>
                </a:solidFill>
              </a:rPr>
              <a:t>2. Common Patterns</a:t>
            </a:r>
          </a:p>
          <a:p>
            <a:pPr marL="12700" marR="5080"/>
            <a:r>
              <a:rPr lang="en-US" sz="1400" kern="0" spc="-80" dirty="0">
                <a:solidFill>
                  <a:schemeClr val="accent2"/>
                </a:solidFill>
              </a:rPr>
              <a:t>A. Direct Linking Pattern</a:t>
            </a:r>
          </a:p>
          <a:p>
            <a:pPr marL="12700" marR="5080"/>
            <a:r>
              <a:rPr lang="en-US" sz="1400" kern="0" spc="-80" dirty="0">
                <a:solidFill>
                  <a:schemeClr val="accent2"/>
                </a:solidFill>
              </a:rPr>
              <a:t>Use case:</a:t>
            </a:r>
            <a:r>
              <a:rPr lang="en-US" sz="1400" kern="0" spc="-80" dirty="0">
                <a:solidFill>
                  <a:schemeClr val="accent6"/>
                </a:solidFill>
              </a:rPr>
              <a:t> Small sites or apps where static content is updated infrequently.</a:t>
            </a:r>
          </a:p>
          <a:p>
            <a:pPr marL="12700" marR="5080"/>
            <a:endParaRPr lang="en-US" sz="1400" kern="0" spc="-80" dirty="0">
              <a:solidFill>
                <a:schemeClr val="accent6"/>
              </a:solidFill>
            </a:endParaRPr>
          </a:p>
          <a:p>
            <a:pPr marL="12700" marR="5080"/>
            <a:r>
              <a:rPr lang="en-US" sz="1400" kern="0" spc="-80" dirty="0">
                <a:solidFill>
                  <a:schemeClr val="accent2"/>
                </a:solidFill>
              </a:rPr>
              <a:t>B. Versioned/Hashed Assets Pattern</a:t>
            </a:r>
          </a:p>
          <a:p>
            <a:pPr marL="12700" marR="5080"/>
            <a:r>
              <a:rPr lang="en-US" sz="1400" kern="0" spc="-80" dirty="0">
                <a:solidFill>
                  <a:schemeClr val="accent2"/>
                </a:solidFill>
              </a:rPr>
              <a:t>Flow: </a:t>
            </a:r>
            <a:r>
              <a:rPr lang="en-US" sz="1400" kern="0" spc="-80" dirty="0">
                <a:solidFill>
                  <a:schemeClr val="accent6"/>
                </a:solidFill>
              </a:rPr>
              <a:t>UI references versioned static files: app.3f2a1.js</a:t>
            </a:r>
          </a:p>
          <a:p>
            <a:pPr marL="12700" marR="5080"/>
            <a:r>
              <a:rPr lang="en-US" sz="1400" kern="0" spc="-80" dirty="0">
                <a:solidFill>
                  <a:schemeClr val="accent2"/>
                </a:solidFill>
              </a:rPr>
              <a:t>How it works:</a:t>
            </a:r>
          </a:p>
          <a:p>
            <a:pPr marL="12700" marR="5080"/>
            <a:r>
              <a:rPr lang="en-US" sz="1400" kern="0" spc="-80" dirty="0">
                <a:solidFill>
                  <a:schemeClr val="accent6"/>
                </a:solidFill>
              </a:rPr>
              <a:t>File names contain a hash of content.</a:t>
            </a:r>
          </a:p>
          <a:p>
            <a:pPr marL="12700" marR="5080"/>
            <a:r>
              <a:rPr lang="en-US" sz="1400" kern="0" spc="-80" dirty="0">
                <a:solidFill>
                  <a:schemeClr val="accent6"/>
                </a:solidFill>
              </a:rPr>
              <a:t>Any change generates a new filename → CDN always serves latest without cache conflicts.</a:t>
            </a:r>
          </a:p>
          <a:p>
            <a:pPr marL="12700" marR="5080"/>
            <a:r>
              <a:rPr lang="en-US" sz="1400" kern="0" spc="-80" dirty="0">
                <a:solidFill>
                  <a:schemeClr val="accent2"/>
                </a:solidFill>
              </a:rPr>
              <a:t>Pros: </a:t>
            </a:r>
            <a:r>
              <a:rPr lang="en-US" sz="1400" kern="0" spc="-80" dirty="0">
                <a:solidFill>
                  <a:schemeClr val="accent6"/>
                </a:solidFill>
              </a:rPr>
              <a:t>Solves stale cache problem.</a:t>
            </a:r>
          </a:p>
          <a:p>
            <a:pPr marL="12700" marR="5080"/>
            <a:r>
              <a:rPr lang="en-US" sz="1400" kern="0" spc="-80" dirty="0">
                <a:solidFill>
                  <a:schemeClr val="accent2"/>
                </a:solidFill>
              </a:rPr>
              <a:t>Cons: </a:t>
            </a:r>
            <a:r>
              <a:rPr lang="en-US" sz="1400" kern="0" spc="-80" dirty="0">
                <a:solidFill>
                  <a:schemeClr val="accent6"/>
                </a:solidFill>
              </a:rPr>
              <a:t>Requires build system to generate hashes.</a:t>
            </a:r>
          </a:p>
          <a:p>
            <a:pPr marL="12700" marR="5080"/>
            <a:r>
              <a:rPr lang="en-US" sz="1400" kern="0" spc="-80" dirty="0">
                <a:solidFill>
                  <a:schemeClr val="accent2"/>
                </a:solidFill>
              </a:rPr>
              <a:t>Use case: </a:t>
            </a:r>
            <a:r>
              <a:rPr lang="en-US" sz="1400" kern="0" spc="-80" dirty="0">
                <a:solidFill>
                  <a:schemeClr val="accent6"/>
                </a:solidFill>
              </a:rPr>
              <a:t>Modern frontend frameworks (React, Vue, Angular).</a:t>
            </a:r>
          </a:p>
          <a:p>
            <a:pPr marL="12700" marR="5080"/>
            <a:endParaRPr lang="en-US" sz="1400" kern="0" spc="-80" dirty="0">
              <a:solidFill>
                <a:schemeClr val="accent6"/>
              </a:solidFill>
            </a:endParaRPr>
          </a:p>
          <a:p>
            <a:pPr marL="12700" marR="5080"/>
            <a:r>
              <a:rPr lang="en-US" sz="1400" kern="0" spc="-80" dirty="0">
                <a:solidFill>
                  <a:schemeClr val="accent2"/>
                </a:solidFill>
              </a:rPr>
              <a:t>C. Signed/Private URLs Pattern</a:t>
            </a:r>
          </a:p>
          <a:p>
            <a:pPr marL="12700" marR="5080"/>
            <a:r>
              <a:rPr lang="en-US" sz="1400" kern="0" spc="-80" dirty="0">
                <a:solidFill>
                  <a:schemeClr val="accent2"/>
                </a:solidFill>
              </a:rPr>
              <a:t>Flow: </a:t>
            </a:r>
            <a:r>
              <a:rPr lang="en-US" sz="1400" kern="0" spc="-80" dirty="0">
                <a:solidFill>
                  <a:schemeClr val="accent6"/>
                </a:solidFill>
              </a:rPr>
              <a:t>UI → CDN → Origin (authenticated)</a:t>
            </a:r>
          </a:p>
          <a:p>
            <a:pPr marL="12700" marR="5080"/>
            <a:r>
              <a:rPr lang="en-US" sz="1400" kern="0" spc="-80" dirty="0">
                <a:solidFill>
                  <a:schemeClr val="accent2"/>
                </a:solidFill>
              </a:rPr>
              <a:t>How it works:</a:t>
            </a:r>
          </a:p>
          <a:p>
            <a:pPr marL="12700" marR="5080"/>
            <a:r>
              <a:rPr lang="en-US" sz="1400" kern="0" spc="-80" dirty="0">
                <a:solidFill>
                  <a:schemeClr val="accent6"/>
                </a:solidFill>
              </a:rPr>
              <a:t>CDN only serves content with signed URLs or tokens.</a:t>
            </a:r>
          </a:p>
          <a:p>
            <a:pPr marL="12700" marR="5080"/>
            <a:r>
              <a:rPr lang="en-US" sz="1400" kern="0" spc="-80" dirty="0">
                <a:solidFill>
                  <a:schemeClr val="accent6"/>
                </a:solidFill>
              </a:rPr>
              <a:t>Prevents unauthorized access to protected content.</a:t>
            </a:r>
          </a:p>
          <a:p>
            <a:pPr marL="12700" marR="5080"/>
            <a:r>
              <a:rPr lang="en-US" sz="1400" kern="0" spc="-80" dirty="0">
                <a:solidFill>
                  <a:schemeClr val="accent2"/>
                </a:solidFill>
              </a:rPr>
              <a:t>Pros: </a:t>
            </a:r>
            <a:r>
              <a:rPr lang="en-US" sz="1400" kern="0" spc="-80" dirty="0">
                <a:solidFill>
                  <a:schemeClr val="accent6"/>
                </a:solidFill>
              </a:rPr>
              <a:t>Security for private static assets.</a:t>
            </a:r>
          </a:p>
          <a:p>
            <a:pPr marL="12700" marR="5080"/>
            <a:r>
              <a:rPr lang="en-US" sz="1400" kern="0" spc="-80" dirty="0">
                <a:solidFill>
                  <a:schemeClr val="accent2"/>
                </a:solidFill>
              </a:rPr>
              <a:t>Cons: </a:t>
            </a:r>
            <a:r>
              <a:rPr lang="en-US" sz="1400" kern="0" spc="-80" dirty="0">
                <a:solidFill>
                  <a:schemeClr val="accent6"/>
                </a:solidFill>
              </a:rPr>
              <a:t>Adds complexity, URLs expire.</a:t>
            </a:r>
          </a:p>
          <a:p>
            <a:pPr marL="12700" marR="5080"/>
            <a:r>
              <a:rPr lang="en-US" sz="1400" kern="0" spc="-80" dirty="0">
                <a:solidFill>
                  <a:schemeClr val="accent2"/>
                </a:solidFill>
              </a:rPr>
              <a:t>Use case: </a:t>
            </a:r>
            <a:r>
              <a:rPr lang="en-US" sz="1400" kern="0" spc="-80" dirty="0">
                <a:solidFill>
                  <a:schemeClr val="accent6"/>
                </a:solidFill>
              </a:rPr>
              <a:t>Video streaming platforms, premium content.</a:t>
            </a:r>
          </a:p>
        </p:txBody>
      </p:sp>
    </p:spTree>
    <p:extLst>
      <p:ext uri="{BB962C8B-B14F-4D97-AF65-F5344CB8AC3E}">
        <p14:creationId xmlns:p14="http://schemas.microsoft.com/office/powerpoint/2010/main" val="1521580652"/>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99751-3A65-6184-890B-871697D6D3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9FA7377-63CC-FE72-C022-8BE1D5C9DE2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F9A3C14-8135-2A0B-84CB-B407AADC43A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F7A6D0A-CD16-ACD0-C163-2650DDD245FA}"/>
              </a:ext>
            </a:extLst>
          </p:cNvPr>
          <p:cNvGraphicFramePr/>
          <p:nvPr>
            <p:extLst>
              <p:ext uri="{D42A27DB-BD31-4B8C-83A1-F6EECF244321}">
                <p14:modId xmlns:p14="http://schemas.microsoft.com/office/powerpoint/2010/main" val="374524745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5FC20DA-DD6B-7CB0-9CA6-7C028C0049B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8CDFF38-8A00-1792-2B8D-CADEA197A5E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8FAB476-1E5C-973A-FFDF-84C9DB0D570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8B0144C-AB29-263B-45C7-AD66D38C97D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5FDE616-FBA3-6D3D-E4C1-9F7DE97B4B9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348D4E4-2FBF-47AD-5017-CAFC91D05F3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59FFEB4-06DE-3399-BD7A-E86FC5F71533}"/>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UI(Web/Mobile) to CDN Communication Patterns</a:t>
            </a:r>
          </a:p>
          <a:p>
            <a:pPr marL="12700" marR="5080"/>
            <a:r>
              <a:rPr lang="en-US" sz="1400" kern="0" spc="-80" dirty="0">
                <a:solidFill>
                  <a:schemeClr val="accent2"/>
                </a:solidFill>
              </a:rPr>
              <a:t>2. Common Patterns</a:t>
            </a:r>
          </a:p>
          <a:p>
            <a:pPr marL="12700" marR="5080"/>
            <a:r>
              <a:rPr lang="en-US" sz="1400" kern="0" spc="-80" dirty="0">
                <a:solidFill>
                  <a:schemeClr val="accent2"/>
                </a:solidFill>
              </a:rPr>
              <a:t>D. Dynamic Content Fetch + CDN Caching</a:t>
            </a:r>
          </a:p>
          <a:p>
            <a:pPr marL="12700" marR="5080"/>
            <a:r>
              <a:rPr lang="en-US" sz="1400" kern="0" spc="-80" dirty="0">
                <a:solidFill>
                  <a:schemeClr val="accent2"/>
                </a:solidFill>
              </a:rPr>
              <a:t>Flow: </a:t>
            </a:r>
            <a:r>
              <a:rPr lang="en-US" sz="1400" kern="0" spc="-80" dirty="0">
                <a:solidFill>
                  <a:schemeClr val="accent6"/>
                </a:solidFill>
              </a:rPr>
              <a:t>UI → CDN → API / Origin</a:t>
            </a:r>
          </a:p>
          <a:p>
            <a:pPr marL="12700" marR="5080"/>
            <a:r>
              <a:rPr lang="en-US" sz="1400" kern="0" spc="-80" dirty="0">
                <a:solidFill>
                  <a:schemeClr val="accent2"/>
                </a:solidFill>
              </a:rPr>
              <a:t>How it works:</a:t>
            </a:r>
          </a:p>
          <a:p>
            <a:pPr marL="12700" marR="5080"/>
            <a:r>
              <a:rPr lang="en-US" sz="1400" kern="0" spc="-80" dirty="0">
                <a:solidFill>
                  <a:schemeClr val="accent6"/>
                </a:solidFill>
              </a:rPr>
              <a:t>UI requests a file that may be dynamically generated.</a:t>
            </a:r>
          </a:p>
          <a:p>
            <a:pPr marL="12700" marR="5080"/>
            <a:r>
              <a:rPr lang="en-US" sz="1400" kern="0" spc="-80" dirty="0">
                <a:solidFill>
                  <a:schemeClr val="accent6"/>
                </a:solidFill>
              </a:rPr>
              <a:t>CDN caches the result with TTL (time to live).</a:t>
            </a:r>
          </a:p>
          <a:p>
            <a:pPr marL="12700" marR="5080"/>
            <a:r>
              <a:rPr lang="en-US" sz="1400" kern="0" spc="-80" dirty="0">
                <a:solidFill>
                  <a:schemeClr val="accent6"/>
                </a:solidFill>
              </a:rPr>
              <a:t>Subsequent requests hit CDN instead of origin.</a:t>
            </a:r>
          </a:p>
          <a:p>
            <a:pPr marL="12700" marR="5080"/>
            <a:r>
              <a:rPr lang="en-US" sz="1400" kern="0" spc="-80" dirty="0">
                <a:solidFill>
                  <a:schemeClr val="accent2"/>
                </a:solidFill>
              </a:rPr>
              <a:t>Pros: </a:t>
            </a:r>
            <a:r>
              <a:rPr lang="en-US" sz="1400" kern="0" spc="-80" dirty="0">
                <a:solidFill>
                  <a:schemeClr val="accent6"/>
                </a:solidFill>
              </a:rPr>
              <a:t>Combines dynamic content flexibility with CDN speed.</a:t>
            </a:r>
          </a:p>
          <a:p>
            <a:pPr marL="12700" marR="5080"/>
            <a:r>
              <a:rPr lang="en-US" sz="1400" kern="0" spc="-80" dirty="0">
                <a:solidFill>
                  <a:schemeClr val="accent2"/>
                </a:solidFill>
              </a:rPr>
              <a:t>Cons: </a:t>
            </a:r>
            <a:r>
              <a:rPr lang="en-US" sz="1400" kern="0" spc="-80" dirty="0">
                <a:solidFill>
                  <a:schemeClr val="accent6"/>
                </a:solidFill>
              </a:rPr>
              <a:t>Needs cache invalidation strategy.</a:t>
            </a:r>
          </a:p>
          <a:p>
            <a:pPr marL="12700" marR="5080"/>
            <a:r>
              <a:rPr lang="en-US" sz="1400" kern="0" spc="-80" dirty="0">
                <a:solidFill>
                  <a:schemeClr val="accent2"/>
                </a:solidFill>
              </a:rPr>
              <a:t>Use case:</a:t>
            </a:r>
            <a:r>
              <a:rPr lang="en-US" sz="1400" kern="0" spc="-80" dirty="0">
                <a:solidFill>
                  <a:schemeClr val="accent6"/>
                </a:solidFill>
              </a:rPr>
              <a:t> CMS-driven sites, personalized dashboards.</a:t>
            </a:r>
          </a:p>
          <a:p>
            <a:pPr marL="12700" marR="5080"/>
            <a:endParaRPr lang="en-US" sz="1400" kern="0" spc="-80" dirty="0">
              <a:solidFill>
                <a:schemeClr val="accent6"/>
              </a:solidFill>
            </a:endParaRPr>
          </a:p>
          <a:p>
            <a:pPr marL="12700" marR="5080"/>
            <a:r>
              <a:rPr lang="en-US" sz="1400" kern="0" spc="-80" dirty="0">
                <a:solidFill>
                  <a:schemeClr val="accent2"/>
                </a:solidFill>
              </a:rPr>
              <a:t>E. Edge Rendering / SSR + CDN</a:t>
            </a:r>
          </a:p>
          <a:p>
            <a:pPr marL="12700" marR="5080"/>
            <a:r>
              <a:rPr lang="en-US" sz="1400" kern="0" spc="-80" dirty="0">
                <a:solidFill>
                  <a:schemeClr val="accent2"/>
                </a:solidFill>
              </a:rPr>
              <a:t>Flow: </a:t>
            </a:r>
            <a:r>
              <a:rPr lang="en-US" sz="1400" kern="0" spc="-80" dirty="0">
                <a:solidFill>
                  <a:schemeClr val="accent6"/>
                </a:solidFill>
              </a:rPr>
              <a:t>UI → CDN Edge (Server-Side Rendering at edge) → Origin</a:t>
            </a:r>
          </a:p>
          <a:p>
            <a:pPr marL="12700" marR="5080"/>
            <a:r>
              <a:rPr lang="en-US" sz="1400" kern="0" spc="-80" dirty="0">
                <a:solidFill>
                  <a:schemeClr val="accent2"/>
                </a:solidFill>
              </a:rPr>
              <a:t>How it works:</a:t>
            </a:r>
          </a:p>
          <a:p>
            <a:pPr marL="12700" marR="5080"/>
            <a:r>
              <a:rPr lang="en-US" sz="1400" kern="0" spc="-80" dirty="0">
                <a:solidFill>
                  <a:schemeClr val="accent6"/>
                </a:solidFill>
              </a:rPr>
              <a:t>CDN runs server-side logic (like Next.js ISR or CloudFront Functions).</a:t>
            </a:r>
          </a:p>
          <a:p>
            <a:pPr marL="12700" marR="5080"/>
            <a:r>
              <a:rPr lang="en-US" sz="1400" kern="0" spc="-80" dirty="0">
                <a:solidFill>
                  <a:schemeClr val="accent6"/>
                </a:solidFill>
              </a:rPr>
              <a:t>Generates pages closer to users and caches them at the edge.</a:t>
            </a:r>
          </a:p>
          <a:p>
            <a:pPr marL="12700" marR="5080"/>
            <a:r>
              <a:rPr lang="en-US" sz="1400" kern="0" spc="-80" dirty="0">
                <a:solidFill>
                  <a:schemeClr val="accent2"/>
                </a:solidFill>
              </a:rPr>
              <a:t>Pros: </a:t>
            </a:r>
            <a:r>
              <a:rPr lang="en-US" sz="1400" kern="0" spc="-80" dirty="0">
                <a:solidFill>
                  <a:schemeClr val="accent6"/>
                </a:solidFill>
              </a:rPr>
              <a:t>Super fast, reduces origin load.</a:t>
            </a:r>
          </a:p>
          <a:p>
            <a:pPr marL="12700" marR="5080"/>
            <a:r>
              <a:rPr lang="en-US" sz="1400" kern="0" spc="-80" dirty="0">
                <a:solidFill>
                  <a:schemeClr val="accent2"/>
                </a:solidFill>
              </a:rPr>
              <a:t>Cons: </a:t>
            </a:r>
            <a:r>
              <a:rPr lang="en-US" sz="1400" kern="0" spc="-80" dirty="0">
                <a:solidFill>
                  <a:schemeClr val="accent6"/>
                </a:solidFill>
              </a:rPr>
              <a:t>More complex setup.</a:t>
            </a:r>
          </a:p>
          <a:p>
            <a:pPr marL="12700" marR="5080"/>
            <a:r>
              <a:rPr lang="en-US" sz="1400" kern="0" spc="-80" dirty="0">
                <a:solidFill>
                  <a:schemeClr val="accent2"/>
                </a:solidFill>
              </a:rPr>
              <a:t>Use case: </a:t>
            </a:r>
            <a:r>
              <a:rPr lang="en-US" sz="1400" kern="0" spc="-80" dirty="0">
                <a:solidFill>
                  <a:schemeClr val="accent6"/>
                </a:solidFill>
              </a:rPr>
              <a:t>High-traffic websites needing fast TTFB (Time to First Byte).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513531198"/>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D5B69E-8765-DB72-DA0E-4D6F4BF2CF4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EC93B42-A993-80CA-52BD-3C8C1DBAB25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69B497E-D5D8-2D6A-AA36-14B1038E95C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F8F5571-99A2-B895-ADED-32147166CBCD}"/>
              </a:ext>
            </a:extLst>
          </p:cNvPr>
          <p:cNvGraphicFramePr/>
          <p:nvPr>
            <p:extLst>
              <p:ext uri="{D42A27DB-BD31-4B8C-83A1-F6EECF244321}">
                <p14:modId xmlns:p14="http://schemas.microsoft.com/office/powerpoint/2010/main" val="280821136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52B9266-C713-F4D0-61F2-3374A0C3198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461E07B-293E-2BAC-C967-93F2E5F7F6E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171C938-1BD2-7BEF-29C1-1AF2229E394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9D41910-BD8C-D509-A469-1FCFEF1EB2E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F52AD0C-BD0D-A857-77A6-5079FC7A87E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3E9228F-2D64-59C9-5120-F584FC6F107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8F329E5-CA25-0648-C289-3F23BD668F4D}"/>
              </a:ext>
            </a:extLst>
          </p:cNvPr>
          <p:cNvSpPr txBox="1">
            <a:spLocks/>
          </p:cNvSpPr>
          <p:nvPr/>
        </p:nvSpPr>
        <p:spPr>
          <a:xfrm>
            <a:off x="152400" y="685800"/>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UI(Web/Mobile) to CDN Communication Patterns</a:t>
            </a:r>
          </a:p>
          <a:p>
            <a:pPr marL="12700" marR="5080"/>
            <a:r>
              <a:rPr lang="en-US" sz="1400" kern="0" spc="-80" dirty="0">
                <a:solidFill>
                  <a:schemeClr val="accent2"/>
                </a:solidFill>
              </a:rPr>
              <a:t>3. Cache Invalidation Strategies</a:t>
            </a:r>
          </a:p>
          <a:p>
            <a:pPr marL="12700" marR="5080"/>
            <a:r>
              <a:rPr lang="en-US" sz="1400" kern="0" spc="-80" dirty="0">
                <a:solidFill>
                  <a:schemeClr val="accent2"/>
                </a:solidFill>
              </a:rPr>
              <a:t>Time-based (TTL): </a:t>
            </a:r>
            <a:r>
              <a:rPr lang="en-US" sz="1400" kern="0" spc="-80" dirty="0">
                <a:solidFill>
                  <a:schemeClr val="accent6"/>
                </a:solidFill>
              </a:rPr>
              <a:t>Let CDN cache content for a set duration.</a:t>
            </a:r>
          </a:p>
          <a:p>
            <a:pPr marL="12700" marR="5080"/>
            <a:r>
              <a:rPr lang="en-US" sz="1400" kern="0" spc="-80" dirty="0">
                <a:solidFill>
                  <a:schemeClr val="accent2"/>
                </a:solidFill>
              </a:rPr>
              <a:t>Versioned assets: </a:t>
            </a:r>
            <a:r>
              <a:rPr lang="en-US" sz="1400" kern="0" spc="-80" dirty="0">
                <a:solidFill>
                  <a:schemeClr val="accent6"/>
                </a:solidFill>
              </a:rPr>
              <a:t>Change filename/hash whenever content changes.</a:t>
            </a:r>
          </a:p>
          <a:p>
            <a:pPr marL="12700" marR="5080"/>
            <a:r>
              <a:rPr lang="en-US" sz="1400" kern="0" spc="-80" dirty="0">
                <a:solidFill>
                  <a:schemeClr val="accent2"/>
                </a:solidFill>
              </a:rPr>
              <a:t>Purge API: </a:t>
            </a:r>
            <a:r>
              <a:rPr lang="en-US" sz="1400" kern="0" spc="-80" dirty="0">
                <a:solidFill>
                  <a:schemeClr val="accent6"/>
                </a:solidFill>
              </a:rPr>
              <a:t>Programmatically clear CDN cache when content updates.</a:t>
            </a:r>
          </a:p>
          <a:p>
            <a:pPr marL="12700" marR="5080"/>
            <a:r>
              <a:rPr lang="en-US" sz="1400" kern="0" spc="-80" dirty="0">
                <a:solidFill>
                  <a:schemeClr val="accent2"/>
                </a:solidFill>
              </a:rPr>
              <a:t>Cache-Control Headers: </a:t>
            </a:r>
            <a:r>
              <a:rPr lang="en-US" sz="1400" kern="0" spc="-80" dirty="0">
                <a:solidFill>
                  <a:schemeClr val="accent6"/>
                </a:solidFill>
              </a:rPr>
              <a:t>Use max-age, s-</a:t>
            </a:r>
            <a:r>
              <a:rPr lang="en-US" sz="1400" kern="0" spc="-80" dirty="0" err="1">
                <a:solidFill>
                  <a:schemeClr val="accent6"/>
                </a:solidFill>
              </a:rPr>
              <a:t>maxage</a:t>
            </a:r>
            <a:r>
              <a:rPr lang="en-US" sz="1400" kern="0" spc="-80" dirty="0">
                <a:solidFill>
                  <a:schemeClr val="accent6"/>
                </a:solidFill>
              </a:rPr>
              <a:t>, no-cache, etc.</a:t>
            </a:r>
          </a:p>
          <a:p>
            <a:pPr marL="12700" marR="5080"/>
            <a:endParaRPr lang="en-US" sz="1400" kern="0" spc="-80" dirty="0">
              <a:solidFill>
                <a:schemeClr val="accent6"/>
              </a:solidFill>
            </a:endParaRPr>
          </a:p>
          <a:p>
            <a:pPr marL="12700" marR="5080"/>
            <a:r>
              <a:rPr lang="en-US" sz="1400" kern="0" spc="-80" dirty="0">
                <a:solidFill>
                  <a:schemeClr val="accent2"/>
                </a:solidFill>
              </a:rPr>
              <a:t>4. Recommended Architecture</a:t>
            </a:r>
          </a:p>
          <a:p>
            <a:pPr marL="12700" marR="5080"/>
            <a:r>
              <a:rPr lang="en-US" sz="1400" kern="0" spc="-80" dirty="0">
                <a:solidFill>
                  <a:schemeClr val="accent6"/>
                </a:solidFill>
              </a:rPr>
              <a:t>Frontend (UI)</a:t>
            </a:r>
          </a:p>
          <a:p>
            <a:pPr marL="12700" marR="5080"/>
            <a:r>
              <a:rPr lang="en-US" sz="1400" kern="0" spc="-80" dirty="0">
                <a:solidFill>
                  <a:schemeClr val="accent6"/>
                </a:solidFill>
              </a:rPr>
              <a:t>    |</a:t>
            </a:r>
          </a:p>
          <a:p>
            <a:pPr marL="12700" marR="5080"/>
            <a:r>
              <a:rPr lang="en-US" sz="1400" kern="0" spc="-80" dirty="0">
                <a:solidFill>
                  <a:schemeClr val="accent6"/>
                </a:solidFill>
              </a:rPr>
              <a:t>    v</a:t>
            </a:r>
          </a:p>
          <a:p>
            <a:pPr marL="12700" marR="5080"/>
            <a:r>
              <a:rPr lang="en-US" sz="1400" kern="0" spc="-80" dirty="0">
                <a:solidFill>
                  <a:schemeClr val="accent6"/>
                </a:solidFill>
              </a:rPr>
              <a:t>[CDN Edge Node]</a:t>
            </a:r>
          </a:p>
          <a:p>
            <a:pPr marL="12700" marR="5080"/>
            <a:r>
              <a:rPr lang="en-US" sz="1400" kern="0" spc="-80" dirty="0">
                <a:solidFill>
                  <a:schemeClr val="accent6"/>
                </a:solidFill>
              </a:rPr>
              <a:t>    |      \</a:t>
            </a:r>
          </a:p>
          <a:p>
            <a:pPr marL="12700" marR="5080"/>
            <a:r>
              <a:rPr lang="en-US" sz="1400" kern="0" spc="-80" dirty="0">
                <a:solidFill>
                  <a:schemeClr val="accent6"/>
                </a:solidFill>
              </a:rPr>
              <a:t>    |       \</a:t>
            </a:r>
          </a:p>
          <a:p>
            <a:pPr marL="12700" marR="5080"/>
            <a:r>
              <a:rPr lang="en-US" sz="1400" kern="0" spc="-80" dirty="0">
                <a:solidFill>
                  <a:schemeClr val="accent6"/>
                </a:solidFill>
              </a:rPr>
              <a:t> Cache Hit  Cache Miss</a:t>
            </a:r>
          </a:p>
          <a:p>
            <a:pPr marL="12700" marR="5080"/>
            <a:r>
              <a:rPr lang="en-US" sz="1400" kern="0" spc="-80" dirty="0">
                <a:solidFill>
                  <a:schemeClr val="accent6"/>
                </a:solidFill>
              </a:rPr>
              <a:t>    |         \</a:t>
            </a:r>
          </a:p>
          <a:p>
            <a:pPr marL="12700" marR="5080"/>
            <a:r>
              <a:rPr lang="en-US" sz="1400" kern="0" spc="-80" dirty="0">
                <a:solidFill>
                  <a:schemeClr val="accent6"/>
                </a:solidFill>
              </a:rPr>
              <a:t>    v          \</a:t>
            </a:r>
          </a:p>
          <a:p>
            <a:pPr marL="12700" marR="5080"/>
            <a:r>
              <a:rPr lang="en-US" sz="1400" kern="0" spc="-80" dirty="0">
                <a:solidFill>
                  <a:schemeClr val="accent6"/>
                </a:solidFill>
              </a:rPr>
              <a:t>User gets     CDN fetches</a:t>
            </a:r>
          </a:p>
          <a:p>
            <a:pPr marL="12700" marR="5080"/>
            <a:r>
              <a:rPr lang="en-US" sz="1400" kern="0" spc="-80" dirty="0">
                <a:solidFill>
                  <a:schemeClr val="accent6"/>
                </a:solidFill>
              </a:rPr>
              <a:t>asset from   asset from</a:t>
            </a:r>
          </a:p>
          <a:p>
            <a:pPr marL="12700" marR="5080"/>
            <a:r>
              <a:rPr lang="en-US" sz="1400" kern="0" spc="-80" dirty="0">
                <a:solidFill>
                  <a:schemeClr val="accent6"/>
                </a:solidFill>
              </a:rPr>
              <a:t>cache            Origin Server</a:t>
            </a:r>
          </a:p>
        </p:txBody>
      </p:sp>
    </p:spTree>
    <p:extLst>
      <p:ext uri="{BB962C8B-B14F-4D97-AF65-F5344CB8AC3E}">
        <p14:creationId xmlns:p14="http://schemas.microsoft.com/office/powerpoint/2010/main" val="3920755206"/>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4A70A-CAAB-7ED2-D527-BB92B500457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B327FC2-E3BA-0174-0574-C435F66FD05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7C31025-F023-081C-6278-3F76F1D810D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EFF0D49-EDAD-F4F1-7C62-45F85C5EA302}"/>
              </a:ext>
            </a:extLst>
          </p:cNvPr>
          <p:cNvGraphicFramePr/>
          <p:nvPr>
            <p:extLst>
              <p:ext uri="{D42A27DB-BD31-4B8C-83A1-F6EECF244321}">
                <p14:modId xmlns:p14="http://schemas.microsoft.com/office/powerpoint/2010/main" val="127083929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CBE24C0-560F-680B-74DE-1562745E852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D37D041-5B61-7912-9466-B4076D907B3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FDAB420-ED16-AC7B-5D06-5280C753582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98893A3-677E-4328-1A62-98419EF7253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2F8E58D-95A1-9A56-7F74-9324395A65C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C1EE850-8BBF-C6EA-51A6-E2E5F025CE5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C0797A7-28E8-A18B-E887-95F697F7DB6E}"/>
              </a:ext>
            </a:extLst>
          </p:cNvPr>
          <p:cNvSpPr txBox="1">
            <a:spLocks/>
          </p:cNvSpPr>
          <p:nvPr/>
        </p:nvSpPr>
        <p:spPr>
          <a:xfrm>
            <a:off x="152400" y="685800"/>
            <a:ext cx="8624937" cy="41242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UI(Web/Mobile) to CDN Communication Patterns</a:t>
            </a:r>
          </a:p>
          <a:p>
            <a:pPr marL="12700" marR="5080"/>
            <a:r>
              <a:rPr lang="en-US" sz="1400" kern="0" spc="-80" dirty="0">
                <a:solidFill>
                  <a:schemeClr val="accent2"/>
                </a:solidFill>
              </a:rPr>
              <a:t>Notes:</a:t>
            </a:r>
          </a:p>
          <a:p>
            <a:pPr marL="12700" marR="5080"/>
            <a:r>
              <a:rPr lang="en-US" sz="1400" kern="0" spc="-80" dirty="0">
                <a:solidFill>
                  <a:schemeClr val="accent6"/>
                </a:solidFill>
              </a:rPr>
              <a:t>Use multi-CDN for global reach if high traffic.</a:t>
            </a:r>
          </a:p>
          <a:p>
            <a:pPr marL="12700" marR="5080"/>
            <a:r>
              <a:rPr lang="en-US" sz="1400" kern="0" spc="-80" dirty="0">
                <a:solidFill>
                  <a:schemeClr val="accent6"/>
                </a:solidFill>
              </a:rPr>
              <a:t>Enable compression (</a:t>
            </a:r>
            <a:r>
              <a:rPr lang="en-US" sz="1400" kern="0" spc="-80" dirty="0" err="1">
                <a:solidFill>
                  <a:schemeClr val="accent6"/>
                </a:solidFill>
              </a:rPr>
              <a:t>Gzip</a:t>
            </a:r>
            <a:r>
              <a:rPr lang="en-US" sz="1400" kern="0" spc="-80" dirty="0">
                <a:solidFill>
                  <a:schemeClr val="accent6"/>
                </a:solidFill>
              </a:rPr>
              <a:t>/</a:t>
            </a:r>
            <a:r>
              <a:rPr lang="en-US" sz="1400" kern="0" spc="-80" dirty="0" err="1">
                <a:solidFill>
                  <a:schemeClr val="accent6"/>
                </a:solidFill>
              </a:rPr>
              <a:t>Brotli</a:t>
            </a:r>
            <a:r>
              <a:rPr lang="en-US" sz="1400" kern="0" spc="-80" dirty="0">
                <a:solidFill>
                  <a:schemeClr val="accent6"/>
                </a:solidFill>
              </a:rPr>
              <a:t>) at CDN.</a:t>
            </a:r>
          </a:p>
          <a:p>
            <a:pPr marL="12700" marR="5080"/>
            <a:r>
              <a:rPr lang="en-US" sz="1400" kern="0" spc="-80" dirty="0">
                <a:solidFill>
                  <a:schemeClr val="accent6"/>
                </a:solidFill>
              </a:rPr>
              <a:t>Enable HTTP/2 or HTTP/3 for faster delivery.</a:t>
            </a:r>
          </a:p>
          <a:p>
            <a:pPr marL="12700" marR="5080"/>
            <a:r>
              <a:rPr lang="en-US" sz="1400" kern="0" spc="-80" dirty="0">
                <a:solidFill>
                  <a:schemeClr val="accent6"/>
                </a:solidFill>
              </a:rPr>
              <a:t>Serve immutable assets via versioned URLs.</a:t>
            </a:r>
          </a:p>
          <a:p>
            <a:pPr marL="12700" marR="5080"/>
            <a:endParaRPr lang="en-US" sz="1400" kern="0" spc="-80" dirty="0">
              <a:solidFill>
                <a:schemeClr val="accent6"/>
              </a:solidFill>
            </a:endParaRPr>
          </a:p>
          <a:p>
            <a:pPr marL="12700" marR="5080"/>
            <a:r>
              <a:rPr lang="en-US" sz="1400" kern="0" spc="-80" dirty="0">
                <a:solidFill>
                  <a:schemeClr val="accent2"/>
                </a:solidFill>
              </a:rPr>
              <a:t>5. Example Services</a:t>
            </a:r>
          </a:p>
          <a:p>
            <a:pPr marL="12700" marR="5080"/>
            <a:r>
              <a:rPr lang="en-US" sz="1400" kern="0" spc="-80" dirty="0">
                <a:solidFill>
                  <a:schemeClr val="accent2"/>
                </a:solidFill>
              </a:rPr>
              <a:t>CDN: </a:t>
            </a:r>
            <a:r>
              <a:rPr lang="en-US" sz="1400" kern="0" spc="-80" dirty="0">
                <a:solidFill>
                  <a:schemeClr val="accent6"/>
                </a:solidFill>
              </a:rPr>
              <a:t>Cloudflare, AWS CloudFront, Fastly, Akamai</a:t>
            </a:r>
          </a:p>
          <a:p>
            <a:pPr marL="12700" marR="5080"/>
            <a:r>
              <a:rPr lang="en-US" sz="1400" kern="0" spc="-80" dirty="0">
                <a:solidFill>
                  <a:schemeClr val="accent2"/>
                </a:solidFill>
              </a:rPr>
              <a:t>Static Hosting / Origin: </a:t>
            </a:r>
            <a:r>
              <a:rPr lang="en-US" sz="1400" kern="0" spc="-80" dirty="0">
                <a:solidFill>
                  <a:schemeClr val="accent6"/>
                </a:solidFill>
              </a:rPr>
              <a:t>AWS S3, Google Cloud Storage, Azure Blob Storage, Netlify, </a:t>
            </a:r>
            <a:r>
              <a:rPr lang="en-US" sz="1400" kern="0" spc="-80" dirty="0" err="1">
                <a:solidFill>
                  <a:schemeClr val="accent6"/>
                </a:solidFill>
              </a:rPr>
              <a:t>Vercel</a:t>
            </a:r>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600" kern="0" spc="-80" dirty="0">
                <a:solidFill>
                  <a:schemeClr val="accent2"/>
                </a:solidFill>
              </a:rPr>
              <a:t>For Further Exploration</a:t>
            </a:r>
          </a:p>
          <a:p>
            <a:pPr marL="12700" marR="5080"/>
            <a:r>
              <a:rPr lang="en-US" sz="1400" dirty="0">
                <a:hlinkClick r:id="rId8"/>
              </a:rPr>
              <a:t>Backends for Frontends Pattern - Azure Architecture Center | Microsoft Learn</a:t>
            </a:r>
            <a:endParaRPr lang="en-US" sz="1400" dirty="0"/>
          </a:p>
          <a:p>
            <a:pPr marL="12700" marR="5080"/>
            <a:r>
              <a:rPr lang="en-US" sz="1400" dirty="0">
                <a:hlinkClick r:id="rId9"/>
              </a:rPr>
              <a:t>NGINX - Zero To Hero: Your Ultimate Guide from Beginner to Advanced Mastery</a:t>
            </a:r>
            <a:endParaRPr lang="en-US" sz="1400" dirty="0"/>
          </a:p>
          <a:p>
            <a:pPr marL="12700" marR="5080"/>
            <a:r>
              <a:rPr lang="en-US" sz="1400" dirty="0">
                <a:hlinkClick r:id="rId10"/>
              </a:rPr>
              <a:t>How to use Nginx with CDN. A Content Delivery Network (CDN) is a…</a:t>
            </a:r>
            <a:endParaRPr lang="en-US" sz="1400" dirty="0"/>
          </a:p>
          <a:p>
            <a:pPr marL="12700" marR="5080"/>
            <a:r>
              <a:rPr lang="en-US" sz="1400" dirty="0">
                <a:hlinkClick r:id="rId11"/>
              </a:rPr>
              <a:t>Map a custom domain to an Azure Blob Storage endpoint - Azure Storage | Microsoft Learn</a:t>
            </a:r>
            <a:endParaRPr lang="en-US" sz="1400" kern="0" spc="-80" dirty="0">
              <a:solidFill>
                <a:schemeClr val="accent2"/>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457196008"/>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BE37D1-1305-583C-8051-17683BD5A9A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F148DE4-4D49-8A9B-3BA4-541AF2E4295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63AFE73-B40B-55E7-06C9-DBAAF7EBFCA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1934BEA-7AC1-7A5C-F27D-E4C08D0033C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D6451EA-8DF0-6D45-87CA-FA82D7F5364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F73ED1D-4F8C-5861-814F-F0129F2A5BC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661E0BB-C1D7-82C0-AD75-BC272382D2F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4030F59-85F5-CB10-7E73-DEF37BE9E38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02E9DED-DAE7-0DC7-4A8E-E05CF1228E0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9DFB8BD-D380-CC48-5D0D-D36F55A16CD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1963FFA-ACF4-B7EC-0AD0-94D29596C82D}"/>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 Browser Architecture (High-Level)</a:t>
            </a:r>
          </a:p>
          <a:p>
            <a:pPr marL="12700" marR="5080"/>
            <a:r>
              <a:rPr lang="en-US" sz="1400" kern="0" spc="-80" dirty="0">
                <a:solidFill>
                  <a:schemeClr val="accent6"/>
                </a:solidFill>
              </a:rPr>
              <a:t>Modern browsers (Chrome, Edge, Safari, Firefox) follow a multi-process architecture optimized for performance, isolation, security, and responsiveness.</a:t>
            </a:r>
          </a:p>
          <a:p>
            <a:pPr marL="12700" marR="5080"/>
            <a:r>
              <a:rPr lang="en-US" sz="1400" kern="0" spc="-80" dirty="0">
                <a:solidFill>
                  <a:schemeClr val="accent2"/>
                </a:solidFill>
              </a:rPr>
              <a:t>1.1 Core Processes</a:t>
            </a:r>
          </a:p>
          <a:p>
            <a:pPr marL="12700" marR="5080"/>
            <a:r>
              <a:rPr lang="en-US" sz="1400" kern="0" spc="-80" dirty="0">
                <a:solidFill>
                  <a:schemeClr val="accent2"/>
                </a:solidFill>
              </a:rPr>
              <a:t>1. Browser Process</a:t>
            </a:r>
          </a:p>
          <a:p>
            <a:pPr marL="12700" marR="5080"/>
            <a:r>
              <a:rPr lang="en-US" sz="1400" kern="0" spc="-80" dirty="0">
                <a:solidFill>
                  <a:schemeClr val="accent2"/>
                </a:solidFill>
              </a:rPr>
              <a:t>Responsible for:</a:t>
            </a:r>
          </a:p>
          <a:p>
            <a:pPr marL="12700" marR="5080"/>
            <a:r>
              <a:rPr lang="en-US" sz="1400" kern="0" spc="-80" dirty="0">
                <a:solidFill>
                  <a:schemeClr val="accent6"/>
                </a:solidFill>
              </a:rPr>
              <a:t>UI (tabs, address bar, bookmarks, menus)</a:t>
            </a:r>
          </a:p>
          <a:p>
            <a:pPr marL="12700" marR="5080"/>
            <a:r>
              <a:rPr lang="en-US" sz="1400" kern="0" spc="-80" dirty="0">
                <a:solidFill>
                  <a:schemeClr val="accent6"/>
                </a:solidFill>
              </a:rPr>
              <a:t>Network stack</a:t>
            </a:r>
          </a:p>
          <a:p>
            <a:pPr marL="12700" marR="5080"/>
            <a:r>
              <a:rPr lang="en-US" sz="1400" kern="0" spc="-80" dirty="0">
                <a:solidFill>
                  <a:schemeClr val="accent6"/>
                </a:solidFill>
              </a:rPr>
              <a:t>Disk cache</a:t>
            </a:r>
          </a:p>
          <a:p>
            <a:pPr marL="12700" marR="5080"/>
            <a:r>
              <a:rPr lang="en-US" sz="1400" kern="0" spc="-80" dirty="0">
                <a:solidFill>
                  <a:schemeClr val="accent6"/>
                </a:solidFill>
              </a:rPr>
              <a:t>HTTP/2, HTTP/3, QUIC</a:t>
            </a:r>
          </a:p>
          <a:p>
            <a:pPr marL="12700" marR="5080"/>
            <a:r>
              <a:rPr lang="en-US" sz="1400" kern="0" spc="-80" dirty="0">
                <a:solidFill>
                  <a:schemeClr val="accent6"/>
                </a:solidFill>
              </a:rPr>
              <a:t>Managing renderer processes</a:t>
            </a:r>
          </a:p>
          <a:p>
            <a:pPr marL="12700" marR="5080"/>
            <a:r>
              <a:rPr lang="en-US" sz="1400" kern="0" spc="-80" dirty="0">
                <a:solidFill>
                  <a:schemeClr val="accent6"/>
                </a:solidFill>
              </a:rPr>
              <a:t>Permissions, cookies, storage</a:t>
            </a:r>
          </a:p>
          <a:p>
            <a:pPr marL="12700" marR="5080"/>
            <a:r>
              <a:rPr lang="en-US" sz="1400" kern="0" spc="-80" dirty="0">
                <a:solidFill>
                  <a:schemeClr val="accent6"/>
                </a:solidFill>
              </a:rPr>
              <a:t>GPU process management</a:t>
            </a:r>
          </a:p>
          <a:p>
            <a:pPr marL="12700" marR="5080"/>
            <a:endParaRPr lang="en-US" sz="1400" kern="0" spc="-80" dirty="0">
              <a:solidFill>
                <a:schemeClr val="accent6"/>
              </a:solidFill>
            </a:endParaRPr>
          </a:p>
          <a:p>
            <a:pPr marL="12700" marR="5080"/>
            <a:r>
              <a:rPr lang="en-US" sz="1400" kern="0" spc="-80" dirty="0">
                <a:solidFill>
                  <a:schemeClr val="accent2"/>
                </a:solidFill>
              </a:rPr>
              <a:t>2. Renderer Process</a:t>
            </a:r>
          </a:p>
          <a:p>
            <a:pPr marL="12700" marR="5080"/>
            <a:r>
              <a:rPr lang="en-US" sz="1400" kern="0" spc="-80" dirty="0">
                <a:solidFill>
                  <a:schemeClr val="accent2"/>
                </a:solidFill>
              </a:rPr>
              <a:t>Handles everything inside a tab:</a:t>
            </a:r>
          </a:p>
          <a:p>
            <a:pPr marL="12700" marR="5080"/>
            <a:r>
              <a:rPr lang="en-US" sz="1400" kern="0" spc="-80" dirty="0">
                <a:solidFill>
                  <a:schemeClr val="accent6"/>
                </a:solidFill>
              </a:rPr>
              <a:t>HTML parsing</a:t>
            </a:r>
          </a:p>
          <a:p>
            <a:pPr marL="12700" marR="5080"/>
            <a:r>
              <a:rPr lang="en-US" sz="1400" kern="0" spc="-80" dirty="0">
                <a:solidFill>
                  <a:schemeClr val="accent6"/>
                </a:solidFill>
              </a:rPr>
              <a:t>CSS parsing</a:t>
            </a:r>
          </a:p>
          <a:p>
            <a:pPr marL="12700" marR="5080"/>
            <a:r>
              <a:rPr lang="en-US" sz="1400" kern="0" spc="-80" dirty="0">
                <a:solidFill>
                  <a:schemeClr val="accent6"/>
                </a:solidFill>
              </a:rPr>
              <a:t>JavaScript execution (via JS engine)</a:t>
            </a:r>
          </a:p>
          <a:p>
            <a:pPr marL="12700" marR="5080"/>
            <a:r>
              <a:rPr lang="en-US" sz="1400" kern="0" spc="-80" dirty="0">
                <a:solidFill>
                  <a:schemeClr val="accent6"/>
                </a:solidFill>
              </a:rPr>
              <a:t>Layout, paint, compositing</a:t>
            </a:r>
          </a:p>
          <a:p>
            <a:pPr marL="12700" marR="5080"/>
            <a:r>
              <a:rPr lang="en-US" sz="1400" kern="0" spc="-80" dirty="0">
                <a:solidFill>
                  <a:schemeClr val="accent6"/>
                </a:solidFill>
              </a:rPr>
              <a:t>DOM tree, CSSOM, Render tree</a:t>
            </a:r>
          </a:p>
          <a:p>
            <a:pPr marL="12700" marR="5080"/>
            <a:r>
              <a:rPr lang="en-US" sz="1400" kern="0" spc="-80" dirty="0">
                <a:solidFill>
                  <a:schemeClr val="accent6"/>
                </a:solidFill>
              </a:rPr>
              <a:t>Each tab typically has its own Renderer, except when sharing same origin/site.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052538847"/>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D4ED3D-133A-7D2F-0FF6-449B21F6D9C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9B24908-86B6-ABF7-E91C-13C0F14533B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37ED605-C52C-5DFA-C322-D27ABF584D2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F7AB99A-C16A-ECC1-98F5-233EEDE00B9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DBF3872-FA30-2659-FC1C-8544C79895E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FE4D02C-0FFB-BFAA-4F75-5ED862CDFAF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2E2581-38A7-CF14-50A2-016147CD5BC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2D292C3-ED08-1265-C2D5-0DA075A799C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4EF6C19-1987-27A2-6BF1-6F1E027903A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B6EE250-B12C-C75E-CCAD-59CC5884D93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1162F88-EAF6-36B2-F789-F158C462AB3F}"/>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 GPU Process</a:t>
            </a:r>
          </a:p>
          <a:p>
            <a:pPr marL="12700" marR="5080"/>
            <a:r>
              <a:rPr lang="en-US" sz="1400" kern="0" spc="-80" dirty="0">
                <a:solidFill>
                  <a:schemeClr val="accent6"/>
                </a:solidFill>
              </a:rPr>
              <a:t>Executes GPU-accelerated operations</a:t>
            </a:r>
          </a:p>
          <a:p>
            <a:pPr marL="12700" marR="5080"/>
            <a:r>
              <a:rPr lang="en-US" sz="1400" kern="0" spc="-80" dirty="0">
                <a:solidFill>
                  <a:schemeClr val="accent6"/>
                </a:solidFill>
              </a:rPr>
              <a:t>Compositing layers</a:t>
            </a:r>
          </a:p>
          <a:p>
            <a:pPr marL="12700" marR="5080"/>
            <a:r>
              <a:rPr lang="en-US" sz="1400" kern="0" spc="-80" dirty="0">
                <a:solidFill>
                  <a:schemeClr val="accent6"/>
                </a:solidFill>
              </a:rPr>
              <a:t>WebGL, </a:t>
            </a:r>
            <a:r>
              <a:rPr lang="en-US" sz="1400" kern="0" spc="-80" dirty="0" err="1">
                <a:solidFill>
                  <a:schemeClr val="accent6"/>
                </a:solidFill>
              </a:rPr>
              <a:t>WebGPU</a:t>
            </a:r>
            <a:r>
              <a:rPr lang="en-US" sz="1400" kern="0" spc="-80" dirty="0">
                <a:solidFill>
                  <a:schemeClr val="accent6"/>
                </a:solidFill>
              </a:rPr>
              <a:t> rendering</a:t>
            </a:r>
          </a:p>
          <a:p>
            <a:pPr marL="12700" marR="5080"/>
            <a:endParaRPr lang="en-US" sz="1400" kern="0" spc="-80" dirty="0">
              <a:solidFill>
                <a:schemeClr val="accent6"/>
              </a:solidFill>
            </a:endParaRPr>
          </a:p>
          <a:p>
            <a:pPr marL="12700" marR="5080"/>
            <a:r>
              <a:rPr lang="en-US" sz="1400" kern="0" spc="-80" dirty="0">
                <a:solidFill>
                  <a:schemeClr val="accent2"/>
                </a:solidFill>
              </a:rPr>
              <a:t>4. Networking Process (Chrome)</a:t>
            </a:r>
          </a:p>
          <a:p>
            <a:pPr marL="12700" marR="5080"/>
            <a:r>
              <a:rPr lang="en-US" sz="1400" kern="0" spc="-80" dirty="0">
                <a:solidFill>
                  <a:schemeClr val="accent6"/>
                </a:solidFill>
              </a:rPr>
              <a:t>Dedicated for:</a:t>
            </a:r>
          </a:p>
          <a:p>
            <a:pPr marL="12700" marR="5080"/>
            <a:r>
              <a:rPr lang="en-US" sz="1400" kern="0" spc="-80" dirty="0">
                <a:solidFill>
                  <a:schemeClr val="accent6"/>
                </a:solidFill>
              </a:rPr>
              <a:t>DNS resolution</a:t>
            </a:r>
          </a:p>
          <a:p>
            <a:pPr marL="12700" marR="5080"/>
            <a:r>
              <a:rPr lang="en-US" sz="1400" kern="0" spc="-80" dirty="0">
                <a:solidFill>
                  <a:schemeClr val="accent6"/>
                </a:solidFill>
              </a:rPr>
              <a:t>Handling sockets</a:t>
            </a:r>
          </a:p>
          <a:p>
            <a:pPr marL="12700" marR="5080"/>
            <a:r>
              <a:rPr lang="en-US" sz="1400" kern="0" spc="-80" dirty="0">
                <a:solidFill>
                  <a:schemeClr val="accent6"/>
                </a:solidFill>
              </a:rPr>
              <a:t>TLS negotiation</a:t>
            </a:r>
          </a:p>
          <a:p>
            <a:pPr marL="12700" marR="5080"/>
            <a:r>
              <a:rPr lang="en-US" sz="1400" kern="0" spc="-80" dirty="0">
                <a:solidFill>
                  <a:schemeClr val="accent6"/>
                </a:solidFill>
              </a:rPr>
              <a:t>Certificate validation</a:t>
            </a:r>
          </a:p>
          <a:p>
            <a:pPr marL="12700" marR="5080"/>
            <a:endParaRPr lang="en-US" sz="1400" kern="0" spc="-80" dirty="0">
              <a:solidFill>
                <a:schemeClr val="accent6"/>
              </a:solidFill>
            </a:endParaRPr>
          </a:p>
          <a:p>
            <a:pPr marL="12700" marR="5080"/>
            <a:r>
              <a:rPr lang="en-US" sz="1400" kern="0" spc="-80" dirty="0">
                <a:solidFill>
                  <a:schemeClr val="accent2"/>
                </a:solidFill>
              </a:rPr>
              <a:t>5. Utility / Plugin / Sandbox Processes</a:t>
            </a:r>
          </a:p>
          <a:p>
            <a:pPr marL="12700" marR="5080"/>
            <a:r>
              <a:rPr lang="en-US" sz="1400" kern="0" spc="-80" dirty="0" err="1">
                <a:solidFill>
                  <a:schemeClr val="accent6"/>
                </a:solidFill>
              </a:rPr>
              <a:t>WebAssembly</a:t>
            </a:r>
            <a:r>
              <a:rPr lang="en-US" sz="1400" kern="0" spc="-80" dirty="0">
                <a:solidFill>
                  <a:schemeClr val="accent6"/>
                </a:solidFill>
              </a:rPr>
              <a:t> sandboxing</a:t>
            </a:r>
          </a:p>
          <a:p>
            <a:pPr marL="12700" marR="5080"/>
            <a:r>
              <a:rPr lang="en-US" sz="1400" kern="0" spc="-80" dirty="0">
                <a:solidFill>
                  <a:schemeClr val="accent6"/>
                </a:solidFill>
              </a:rPr>
              <a:t>Video decoding</a:t>
            </a:r>
          </a:p>
          <a:p>
            <a:pPr marL="12700" marR="5080"/>
            <a:r>
              <a:rPr lang="en-US" sz="1400" kern="0" spc="-80" dirty="0">
                <a:solidFill>
                  <a:schemeClr val="accent6"/>
                </a:solidFill>
              </a:rPr>
              <a:t>Audio processing</a:t>
            </a:r>
          </a:p>
          <a:p>
            <a:pPr marL="12700" marR="5080"/>
            <a:r>
              <a:rPr lang="en-US" sz="1400" kern="0" spc="-80" dirty="0">
                <a:solidFill>
                  <a:schemeClr val="accent6"/>
                </a:solidFill>
              </a:rPr>
              <a:t>PDF viewer</a:t>
            </a:r>
          </a:p>
          <a:p>
            <a:pPr marL="12700" marR="5080"/>
            <a:r>
              <a:rPr lang="en-US" sz="1400" kern="0" spc="-80" dirty="0">
                <a:solidFill>
                  <a:schemeClr val="accent6"/>
                </a:solidFill>
              </a:rPr>
              <a:t>Extensions</a:t>
            </a:r>
          </a:p>
          <a:p>
            <a:pPr marL="12700" marR="5080"/>
            <a:endParaRPr lang="en-US" sz="1400" kern="0" spc="-80" dirty="0">
              <a:solidFill>
                <a:schemeClr val="accent6"/>
              </a:solidFill>
            </a:endParaRPr>
          </a:p>
          <a:p>
            <a:pPr marL="12700" marR="5080"/>
            <a:r>
              <a:rPr lang="en-US" sz="1400" kern="0" spc="-80" dirty="0">
                <a:solidFill>
                  <a:schemeClr val="accent2"/>
                </a:solidFill>
              </a:rPr>
              <a:t>2. Rendering Engine Architecture</a:t>
            </a:r>
          </a:p>
          <a:p>
            <a:pPr marL="12700" marR="5080"/>
            <a:r>
              <a:rPr lang="en-US" sz="1400" kern="0" spc="-80" dirty="0">
                <a:solidFill>
                  <a:schemeClr val="accent2"/>
                </a:solidFill>
              </a:rPr>
              <a:t>Different browsers use different engines:</a:t>
            </a:r>
          </a:p>
          <a:p>
            <a:pPr marL="12700" marR="5080"/>
            <a:r>
              <a:rPr lang="en-US" sz="1400" kern="0" spc="-80" dirty="0">
                <a:solidFill>
                  <a:schemeClr val="accent2"/>
                </a:solidFill>
              </a:rPr>
              <a:t>Browser	                          Rendering Engine	                                                       JS Engine</a:t>
            </a:r>
          </a:p>
          <a:p>
            <a:pPr marL="12700" marR="5080"/>
            <a:r>
              <a:rPr lang="en-US" sz="1400" kern="0" spc="-80" dirty="0">
                <a:solidFill>
                  <a:schemeClr val="accent6"/>
                </a:solidFill>
              </a:rPr>
              <a:t>Chrome / Edge	       Blink	                                                                           V8</a:t>
            </a:r>
          </a:p>
          <a:p>
            <a:pPr marL="12700" marR="5080"/>
            <a:r>
              <a:rPr lang="en-US" sz="1400" kern="0" spc="-80" dirty="0">
                <a:solidFill>
                  <a:schemeClr val="accent6"/>
                </a:solidFill>
              </a:rPr>
              <a:t>Safari	                          WebKit	                                                                           </a:t>
            </a:r>
            <a:r>
              <a:rPr lang="en-US" sz="1400" kern="0" spc="-80" dirty="0" err="1">
                <a:solidFill>
                  <a:schemeClr val="accent6"/>
                </a:solidFill>
              </a:rPr>
              <a:t>JavaScriptCore</a:t>
            </a:r>
            <a:endParaRPr lang="en-US" sz="1400" kern="0" spc="-80" dirty="0">
              <a:solidFill>
                <a:schemeClr val="accent6"/>
              </a:solidFill>
            </a:endParaRPr>
          </a:p>
          <a:p>
            <a:pPr marL="12700" marR="5080"/>
            <a:r>
              <a:rPr lang="en-US" sz="1400" kern="0" spc="-80" dirty="0">
                <a:solidFill>
                  <a:schemeClr val="accent6"/>
                </a:solidFill>
              </a:rPr>
              <a:t>Firefox	                          Gecko	                                                                           </a:t>
            </a:r>
            <a:r>
              <a:rPr lang="en-US" sz="1400" kern="0" spc="-80" dirty="0" err="1">
                <a:solidFill>
                  <a:schemeClr val="accent6"/>
                </a:solidFill>
              </a:rPr>
              <a:t>SpiderMonkey</a:t>
            </a:r>
            <a:endParaRPr lang="en-US" sz="1400" kern="0" spc="-80" dirty="0">
              <a:solidFill>
                <a:schemeClr val="accent6"/>
              </a:solidFill>
            </a:endParaRPr>
          </a:p>
        </p:txBody>
      </p:sp>
    </p:spTree>
    <p:extLst>
      <p:ext uri="{BB962C8B-B14F-4D97-AF65-F5344CB8AC3E}">
        <p14:creationId xmlns:p14="http://schemas.microsoft.com/office/powerpoint/2010/main" val="2171227261"/>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5F9E7-7796-D321-FBED-9729629F33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4F673C-3BB7-9E12-4609-C6813EAE7F9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78DB4E9-1D72-FD5C-A37A-EB7DE679F5A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54803D8-1724-01CB-AA9F-FD048328B76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26A4B6A-E94E-618C-729B-EE6E9A49C57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1213A31-F1DE-BC30-3A2B-439DA865BE7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FFA3825-6D9C-B9F4-DA5B-87B0F3EDBEE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6661E65-E375-4F6A-591E-AEB865011CC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C99B66C-8F93-61EE-0752-A04F2DBA4E7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6F674CB-8963-8500-4059-D29D56B1297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26506A2-FB97-EA8E-9DFD-4902C4DCDD81}"/>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2. Rendering Engine Architecture</a:t>
            </a:r>
          </a:p>
          <a:p>
            <a:pPr marL="12700" marR="5080"/>
            <a:r>
              <a:rPr lang="en-US" sz="1400" kern="0" spc="-80" dirty="0">
                <a:solidFill>
                  <a:schemeClr val="accent6"/>
                </a:solidFill>
              </a:rPr>
              <a:t>All engines adhere to the same traditional rendering pipeline but differ in internal optimizations.</a:t>
            </a:r>
          </a:p>
          <a:p>
            <a:pPr marL="12700" marR="5080"/>
            <a:endParaRPr lang="en-US" sz="1400" kern="0" spc="-80" dirty="0">
              <a:solidFill>
                <a:schemeClr val="accent6"/>
              </a:solidFill>
            </a:endParaRPr>
          </a:p>
          <a:p>
            <a:pPr marL="12700" marR="5080"/>
            <a:r>
              <a:rPr lang="en-US" sz="1400" kern="0" spc="-80" dirty="0">
                <a:solidFill>
                  <a:schemeClr val="accent2"/>
                </a:solidFill>
              </a:rPr>
              <a:t>3. Complete Rendering Pipeline (Critical Path)</a:t>
            </a:r>
          </a:p>
          <a:p>
            <a:pPr marL="12700" marR="5080"/>
            <a:r>
              <a:rPr lang="en-US" sz="1400" kern="0" spc="-80" dirty="0">
                <a:solidFill>
                  <a:schemeClr val="accent2"/>
                </a:solidFill>
              </a:rPr>
              <a:t>Below is the step-by-step flow of rendering a webpage:</a:t>
            </a:r>
          </a:p>
          <a:p>
            <a:pPr marL="12700" marR="5080"/>
            <a:r>
              <a:rPr lang="en-US" sz="1400" kern="0" spc="-80" dirty="0">
                <a:solidFill>
                  <a:schemeClr val="accent6"/>
                </a:solidFill>
              </a:rPr>
              <a:t>HTML → DOM → Style → Layout → Paint → Compositing → GPU rendering</a:t>
            </a:r>
          </a:p>
          <a:p>
            <a:pPr marL="12700" marR="5080"/>
            <a:r>
              <a:rPr lang="en-US" sz="1400" kern="0" spc="-80" dirty="0">
                <a:solidFill>
                  <a:schemeClr val="accent6"/>
                </a:solidFill>
              </a:rPr>
              <a:t>Let’s break it down.</a:t>
            </a:r>
          </a:p>
          <a:p>
            <a:pPr marL="12700" marR="5080"/>
            <a:r>
              <a:rPr lang="en-US" sz="1400" kern="0" spc="-80" dirty="0">
                <a:solidFill>
                  <a:schemeClr val="accent2"/>
                </a:solidFill>
              </a:rPr>
              <a:t>3.1 Step 1: HTML Parsing → DOM Creation</a:t>
            </a:r>
          </a:p>
          <a:p>
            <a:pPr marL="12700" marR="5080"/>
            <a:r>
              <a:rPr lang="en-US" sz="1400" kern="0" spc="-80" dirty="0">
                <a:solidFill>
                  <a:schemeClr val="accent2"/>
                </a:solidFill>
              </a:rPr>
              <a:t>How browsers parse HTML:</a:t>
            </a:r>
          </a:p>
          <a:p>
            <a:pPr marL="12700" marR="5080"/>
            <a:r>
              <a:rPr lang="en-US" sz="1400" kern="0" spc="-80" dirty="0">
                <a:solidFill>
                  <a:schemeClr val="accent6"/>
                </a:solidFill>
              </a:rPr>
              <a:t>HTML tokenization (FSM </a:t>
            </a:r>
            <a:r>
              <a:rPr lang="en-US" sz="1400" kern="0" spc="-80" dirty="0" err="1">
                <a:solidFill>
                  <a:schemeClr val="accent6"/>
                </a:solidFill>
              </a:rPr>
              <a:t>lexer</a:t>
            </a:r>
            <a:r>
              <a:rPr lang="en-US" sz="1400" kern="0" spc="-80" dirty="0">
                <a:solidFill>
                  <a:schemeClr val="accent6"/>
                </a:solidFill>
              </a:rPr>
              <a:t>)</a:t>
            </a:r>
          </a:p>
          <a:p>
            <a:pPr marL="12700" marR="5080"/>
            <a:r>
              <a:rPr lang="en-US" sz="1400" kern="0" spc="-80" dirty="0">
                <a:solidFill>
                  <a:schemeClr val="accent6"/>
                </a:solidFill>
              </a:rPr>
              <a:t>Tree construction</a:t>
            </a:r>
          </a:p>
          <a:p>
            <a:pPr marL="12700" marR="5080"/>
            <a:r>
              <a:rPr lang="en-US" sz="1400" kern="0" spc="-80" dirty="0">
                <a:solidFill>
                  <a:schemeClr val="accent6"/>
                </a:solidFill>
              </a:rPr>
              <a:t>Handles malformed markup</a:t>
            </a:r>
          </a:p>
          <a:p>
            <a:pPr marL="12700" marR="5080"/>
            <a:r>
              <a:rPr lang="en-US" sz="1400" kern="0" spc="-80" dirty="0">
                <a:solidFill>
                  <a:schemeClr val="accent6"/>
                </a:solidFill>
              </a:rPr>
              <a:t>Executes parser-blocking scripts</a:t>
            </a:r>
          </a:p>
          <a:p>
            <a:pPr marL="12700" marR="5080"/>
            <a:r>
              <a:rPr lang="en-US" sz="1400" kern="0" spc="-80" dirty="0">
                <a:solidFill>
                  <a:schemeClr val="accent6"/>
                </a:solidFill>
              </a:rPr>
              <a:t>Creates DOM Nodes (Document Object Model)</a:t>
            </a:r>
          </a:p>
          <a:p>
            <a:pPr marL="12700" marR="5080"/>
            <a:r>
              <a:rPr lang="en-US" sz="1400" kern="0" spc="-80" dirty="0">
                <a:solidFill>
                  <a:schemeClr val="accent2"/>
                </a:solidFill>
              </a:rPr>
              <a:t>Features:</a:t>
            </a:r>
          </a:p>
          <a:p>
            <a:pPr marL="12700" marR="5080"/>
            <a:r>
              <a:rPr lang="en-US" sz="1400" kern="0" spc="-80" dirty="0">
                <a:solidFill>
                  <a:schemeClr val="accent6"/>
                </a:solidFill>
              </a:rPr>
              <a:t>Incremental parsing (streaming)</a:t>
            </a:r>
          </a:p>
          <a:p>
            <a:pPr marL="12700" marR="5080"/>
            <a:r>
              <a:rPr lang="en-US" sz="1400" kern="0" spc="-80" dirty="0">
                <a:solidFill>
                  <a:schemeClr val="accent6"/>
                </a:solidFill>
              </a:rPr>
              <a:t>Speculative/preload scanning</a:t>
            </a:r>
          </a:p>
          <a:p>
            <a:pPr marL="12700" marR="5080"/>
            <a:r>
              <a:rPr lang="en-US" sz="1400" kern="0" spc="-80" dirty="0">
                <a:solidFill>
                  <a:schemeClr val="accent6"/>
                </a:solidFill>
              </a:rPr>
              <a:t>Async/defer scripts to avoid blocking parsing</a:t>
            </a:r>
          </a:p>
          <a:p>
            <a:pPr marL="12700" marR="5080"/>
            <a:endParaRPr lang="en-US" sz="1400" kern="0" spc="-80" dirty="0">
              <a:solidFill>
                <a:schemeClr val="accent6"/>
              </a:solidFill>
            </a:endParaRPr>
          </a:p>
          <a:p>
            <a:pPr marL="12700" marR="5080"/>
            <a:r>
              <a:rPr lang="en-US" sz="1400" kern="0" spc="-80" dirty="0">
                <a:solidFill>
                  <a:schemeClr val="accent2"/>
                </a:solidFill>
              </a:rPr>
              <a:t>3.2 Step 2: CSS Parsing → CSSOM</a:t>
            </a:r>
          </a:p>
          <a:p>
            <a:pPr marL="12700" marR="5080"/>
            <a:r>
              <a:rPr lang="en-US" sz="1400" kern="0" spc="-80" dirty="0">
                <a:solidFill>
                  <a:schemeClr val="accent6"/>
                </a:solidFill>
              </a:rPr>
              <a:t>CSS parsing creates CSSOM tree.</a:t>
            </a:r>
          </a:p>
          <a:p>
            <a:pPr marL="12700" marR="5080"/>
            <a:r>
              <a:rPr lang="en-US" sz="1400" kern="0" spc="-80" dirty="0">
                <a:solidFill>
                  <a:schemeClr val="accent2"/>
                </a:solidFill>
              </a:rPr>
              <a:t>Parsing tasks:</a:t>
            </a:r>
          </a:p>
          <a:p>
            <a:pPr marL="12700" marR="5080"/>
            <a:r>
              <a:rPr lang="en-US" sz="1400" kern="0" spc="-80" dirty="0" err="1">
                <a:solidFill>
                  <a:schemeClr val="accent6"/>
                </a:solidFill>
              </a:rPr>
              <a:t>Lexing</a:t>
            </a:r>
            <a:r>
              <a:rPr lang="en-US" sz="1400" kern="0" spc="-80" dirty="0">
                <a:solidFill>
                  <a:schemeClr val="accent6"/>
                </a:solidFill>
              </a:rPr>
              <a:t> (tokenizer)</a:t>
            </a:r>
          </a:p>
          <a:p>
            <a:pPr marL="12700" marR="5080"/>
            <a:r>
              <a:rPr lang="en-US" sz="1400" kern="0" spc="-80" dirty="0">
                <a:solidFill>
                  <a:schemeClr val="accent6"/>
                </a:solidFill>
              </a:rPr>
              <a:t>Parsing rules</a:t>
            </a:r>
          </a:p>
        </p:txBody>
      </p:sp>
    </p:spTree>
    <p:extLst>
      <p:ext uri="{BB962C8B-B14F-4D97-AF65-F5344CB8AC3E}">
        <p14:creationId xmlns:p14="http://schemas.microsoft.com/office/powerpoint/2010/main" val="1331776853"/>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BB743F-C735-F675-8ADC-AF4270BAF0D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5640F48-9F47-F4A6-965B-8548705AE5C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3E3EF0F-10A0-D68B-111D-98C301690D6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CA07FA-08B7-B800-B386-BB5CE5B3076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221750A-C8E7-1CBC-5D90-AD240D3EFCD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64FD7DD-DD78-FA3C-5B1B-5D4EFB54619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BEA603D-457A-9630-E797-818D1A15021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6D9F5ED-4033-8F2F-A0DC-B4C68DDBE53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93CF690-C894-AAA6-4837-A741E3F3C00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2531AD9-370C-066C-C305-8CC8258B5FC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EAEF14A-1182-E69C-6089-71925A4F038A}"/>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3.2 Step 2: CSS Parsing → CSSOM</a:t>
            </a:r>
          </a:p>
          <a:p>
            <a:pPr marL="12700" marR="5080"/>
            <a:r>
              <a:rPr lang="en-US" sz="1400" kern="0" spc="-80" dirty="0">
                <a:solidFill>
                  <a:schemeClr val="accent2"/>
                </a:solidFill>
              </a:rPr>
              <a:t>Parsing tasks:</a:t>
            </a:r>
          </a:p>
          <a:p>
            <a:pPr marL="12700" marR="5080"/>
            <a:r>
              <a:rPr lang="en-US" sz="1400" kern="0" spc="-80" dirty="0">
                <a:solidFill>
                  <a:schemeClr val="accent6"/>
                </a:solidFill>
              </a:rPr>
              <a:t>Handling @media, @supports, @keyframes</a:t>
            </a:r>
          </a:p>
          <a:p>
            <a:pPr marL="12700" marR="5080"/>
            <a:r>
              <a:rPr lang="en-US" sz="1400" kern="0" spc="-80" dirty="0">
                <a:solidFill>
                  <a:schemeClr val="accent6"/>
                </a:solidFill>
              </a:rPr>
              <a:t>CSS specificity and cascade resolution:</a:t>
            </a:r>
          </a:p>
          <a:p>
            <a:pPr marL="12700" marR="5080"/>
            <a:r>
              <a:rPr lang="en-US" sz="1400" kern="0" spc="-80" dirty="0">
                <a:solidFill>
                  <a:schemeClr val="accent6"/>
                </a:solidFill>
              </a:rPr>
              <a:t>Selector specificity → Cascade → Inheritance → Final computed style</a:t>
            </a:r>
          </a:p>
          <a:p>
            <a:pPr marL="12700" marR="5080"/>
            <a:endParaRPr lang="en-US" sz="1400" kern="0" spc="-80" dirty="0">
              <a:solidFill>
                <a:schemeClr val="accent6"/>
              </a:solidFill>
            </a:endParaRPr>
          </a:p>
          <a:p>
            <a:pPr marL="12700" marR="5080"/>
            <a:r>
              <a:rPr lang="en-US" sz="1400" kern="0" spc="-80" dirty="0">
                <a:solidFill>
                  <a:schemeClr val="accent2"/>
                </a:solidFill>
              </a:rPr>
              <a:t>3.3 Step 3: Style Calculation (Styling)</a:t>
            </a:r>
          </a:p>
          <a:p>
            <a:pPr marL="12700" marR="5080"/>
            <a:r>
              <a:rPr lang="en-US" sz="1400" kern="0" spc="-80" dirty="0">
                <a:solidFill>
                  <a:schemeClr val="accent2"/>
                </a:solidFill>
              </a:rPr>
              <a:t>DOM + CSSOM → Style Engine calculates computed styles:</a:t>
            </a:r>
          </a:p>
          <a:p>
            <a:pPr marL="12700" marR="5080"/>
            <a:r>
              <a:rPr lang="en-US" sz="1400" kern="0" spc="-80" dirty="0">
                <a:solidFill>
                  <a:schemeClr val="accent6"/>
                </a:solidFill>
              </a:rPr>
              <a:t>Color normalization (</a:t>
            </a:r>
            <a:r>
              <a:rPr lang="en-US" sz="1400" kern="0" spc="-80" dirty="0" err="1">
                <a:solidFill>
                  <a:schemeClr val="accent6"/>
                </a:solidFill>
              </a:rPr>
              <a:t>rgb</a:t>
            </a:r>
            <a:r>
              <a:rPr lang="en-US" sz="1400" kern="0" spc="-80" dirty="0">
                <a:solidFill>
                  <a:schemeClr val="accent6"/>
                </a:solidFill>
              </a:rPr>
              <a:t> → </a:t>
            </a:r>
            <a:r>
              <a:rPr lang="en-US" sz="1400" kern="0" spc="-80" dirty="0" err="1">
                <a:solidFill>
                  <a:schemeClr val="accent6"/>
                </a:solidFill>
              </a:rPr>
              <a:t>rgba</a:t>
            </a:r>
            <a:r>
              <a:rPr lang="en-US" sz="1400" kern="0" spc="-80" dirty="0">
                <a:solidFill>
                  <a:schemeClr val="accent6"/>
                </a:solidFill>
              </a:rPr>
              <a:t>)</a:t>
            </a:r>
          </a:p>
          <a:p>
            <a:pPr marL="12700" marR="5080"/>
            <a:r>
              <a:rPr lang="en-US" sz="1400" kern="0" spc="-80" dirty="0">
                <a:solidFill>
                  <a:schemeClr val="accent6"/>
                </a:solidFill>
              </a:rPr>
              <a:t>Length normalization (</a:t>
            </a:r>
            <a:r>
              <a:rPr lang="en-US" sz="1400" kern="0" spc="-80" dirty="0" err="1">
                <a:solidFill>
                  <a:schemeClr val="accent6"/>
                </a:solidFill>
              </a:rPr>
              <a:t>px</a:t>
            </a:r>
            <a:r>
              <a:rPr lang="en-US" sz="1400" kern="0" spc="-80" dirty="0">
                <a:solidFill>
                  <a:schemeClr val="accent6"/>
                </a:solidFill>
              </a:rPr>
              <a:t>, </a:t>
            </a:r>
            <a:r>
              <a:rPr lang="en-US" sz="1400" kern="0" spc="-80" dirty="0" err="1">
                <a:solidFill>
                  <a:schemeClr val="accent6"/>
                </a:solidFill>
              </a:rPr>
              <a:t>em</a:t>
            </a:r>
            <a:r>
              <a:rPr lang="en-US" sz="1400" kern="0" spc="-80" dirty="0">
                <a:solidFill>
                  <a:schemeClr val="accent6"/>
                </a:solidFill>
              </a:rPr>
              <a:t>, rem → </a:t>
            </a:r>
            <a:r>
              <a:rPr lang="en-US" sz="1400" kern="0" spc="-80" dirty="0" err="1">
                <a:solidFill>
                  <a:schemeClr val="accent6"/>
                </a:solidFill>
              </a:rPr>
              <a:t>px</a:t>
            </a:r>
            <a:r>
              <a:rPr lang="en-US" sz="1400" kern="0" spc="-80" dirty="0">
                <a:solidFill>
                  <a:schemeClr val="accent6"/>
                </a:solidFill>
              </a:rPr>
              <a:t>)</a:t>
            </a:r>
          </a:p>
          <a:p>
            <a:pPr marL="12700" marR="5080"/>
            <a:r>
              <a:rPr lang="en-US" sz="1400" kern="0" spc="-80" dirty="0">
                <a:solidFill>
                  <a:schemeClr val="accent6"/>
                </a:solidFill>
              </a:rPr>
              <a:t>Shorthand expansion</a:t>
            </a:r>
          </a:p>
          <a:p>
            <a:pPr marL="12700" marR="5080"/>
            <a:r>
              <a:rPr lang="en-US" sz="1400" kern="0" spc="-80" dirty="0">
                <a:solidFill>
                  <a:schemeClr val="accent6"/>
                </a:solidFill>
              </a:rPr>
              <a:t>Cascade applied</a:t>
            </a:r>
          </a:p>
          <a:p>
            <a:pPr marL="12700" marR="5080"/>
            <a:r>
              <a:rPr lang="en-US" sz="1400" kern="0" spc="-80" dirty="0">
                <a:solidFill>
                  <a:schemeClr val="accent2"/>
                </a:solidFill>
              </a:rPr>
              <a:t>Optimizations:</a:t>
            </a:r>
          </a:p>
          <a:p>
            <a:pPr marL="12700" marR="5080"/>
            <a:r>
              <a:rPr lang="en-US" sz="1400" kern="0" spc="-80" dirty="0">
                <a:solidFill>
                  <a:schemeClr val="accent6"/>
                </a:solidFill>
              </a:rPr>
              <a:t>Style sharing caches</a:t>
            </a:r>
          </a:p>
          <a:p>
            <a:pPr marL="12700" marR="5080"/>
            <a:r>
              <a:rPr lang="en-US" sz="1400" kern="0" spc="-80" dirty="0">
                <a:solidFill>
                  <a:schemeClr val="accent6"/>
                </a:solidFill>
              </a:rPr>
              <a:t>Rule matching via selector engine (e.g., Blink’s “Style Engine”)</a:t>
            </a:r>
          </a:p>
          <a:p>
            <a:pPr marL="12700" marR="5080"/>
            <a:endParaRPr lang="en-US" sz="1400" kern="0" spc="-80" dirty="0">
              <a:solidFill>
                <a:schemeClr val="accent6"/>
              </a:solidFill>
            </a:endParaRPr>
          </a:p>
          <a:p>
            <a:pPr marL="12700" marR="5080"/>
            <a:r>
              <a:rPr lang="en-US" sz="1400" kern="0" spc="-80" dirty="0">
                <a:solidFill>
                  <a:schemeClr val="accent2"/>
                </a:solidFill>
              </a:rPr>
              <a:t>3.4 Step 4: Render Tree Construction</a:t>
            </a:r>
          </a:p>
          <a:p>
            <a:pPr marL="12700" marR="5080"/>
            <a:r>
              <a:rPr lang="en-US" sz="1400" kern="0" spc="-80" dirty="0">
                <a:solidFill>
                  <a:schemeClr val="accent2"/>
                </a:solidFill>
              </a:rPr>
              <a:t>Browser creates render tree (visual representation) by:</a:t>
            </a:r>
          </a:p>
          <a:p>
            <a:pPr marL="12700" marR="5080"/>
            <a:r>
              <a:rPr lang="en-US" sz="1400" kern="0" spc="-80" dirty="0">
                <a:solidFill>
                  <a:schemeClr val="accent6"/>
                </a:solidFill>
              </a:rPr>
              <a:t>Traversing DOM</a:t>
            </a:r>
          </a:p>
          <a:p>
            <a:pPr marL="12700" marR="5080"/>
            <a:r>
              <a:rPr lang="en-US" sz="1400" kern="0" spc="-80" dirty="0">
                <a:solidFill>
                  <a:schemeClr val="accent6"/>
                </a:solidFill>
              </a:rPr>
              <a:t>Omitting invisible elements:</a:t>
            </a:r>
          </a:p>
          <a:p>
            <a:pPr marL="12700" marR="5080"/>
            <a:r>
              <a:rPr lang="en-US" sz="1400" kern="0" spc="-80" dirty="0">
                <a:solidFill>
                  <a:schemeClr val="accent6"/>
                </a:solidFill>
              </a:rPr>
              <a:t>&lt;script&gt;, &lt;meta&gt;, </a:t>
            </a:r>
            <a:r>
              <a:rPr lang="en-US" sz="1400" kern="0" spc="-80" dirty="0" err="1">
                <a:solidFill>
                  <a:schemeClr val="accent6"/>
                </a:solidFill>
              </a:rPr>
              <a:t>display:none</a:t>
            </a:r>
            <a:endParaRPr lang="en-US" sz="1400" kern="0" spc="-80" dirty="0">
              <a:solidFill>
                <a:schemeClr val="accent6"/>
              </a:solidFill>
            </a:endParaRPr>
          </a:p>
          <a:p>
            <a:pPr marL="12700" marR="5080"/>
            <a:r>
              <a:rPr lang="en-US" sz="1400" kern="0" spc="-80" dirty="0">
                <a:solidFill>
                  <a:schemeClr val="accent6"/>
                </a:solidFill>
              </a:rPr>
              <a:t>Associating styled render objects</a:t>
            </a:r>
          </a:p>
          <a:p>
            <a:pPr marL="12700" marR="5080"/>
            <a:r>
              <a:rPr lang="en-US" sz="1400" kern="0" spc="-80" dirty="0">
                <a:solidFill>
                  <a:schemeClr val="accent6"/>
                </a:solidFill>
              </a:rPr>
              <a:t>Render tree ≠ DOM tree.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174977975"/>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963CAD-3708-1BAB-E3E5-06B2F8ABBBF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F2524F1-A5FE-3414-CE5A-CE837ED9DFA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F2A24E0-31FC-E8E2-D374-9C4AA9A0F2E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7E0503C-7814-988B-4B3D-9CA88EDBB6A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A24E0C2-E4F2-F9C5-ABB9-DA36931519C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99895E7-3F34-4818-EEE0-2D3B8C3E93C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8015307-0A6E-F399-2D5D-2889927A253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416D417-B5E1-EEB0-E21A-6FA161E2F81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67E05DE-C6CD-1E38-EB8C-976ED373686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939EE2E-5511-A15F-EDE0-BD293BCD8B4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EAB4DE5-195B-8658-3C8B-861A2AAFE727}"/>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3.5 Step 5: Layout / Reflow</a:t>
            </a:r>
          </a:p>
          <a:p>
            <a:pPr marL="12700" marR="5080"/>
            <a:r>
              <a:rPr lang="en-US" sz="1400" kern="0" spc="-80" dirty="0">
                <a:solidFill>
                  <a:schemeClr val="accent2"/>
                </a:solidFill>
              </a:rPr>
              <a:t>Layout engine computes:</a:t>
            </a:r>
          </a:p>
          <a:p>
            <a:pPr marL="12700" marR="5080"/>
            <a:r>
              <a:rPr lang="en-US" sz="1400" kern="0" spc="-80" dirty="0">
                <a:solidFill>
                  <a:schemeClr val="accent6"/>
                </a:solidFill>
              </a:rPr>
              <a:t>Element size</a:t>
            </a:r>
          </a:p>
          <a:p>
            <a:pPr marL="12700" marR="5080"/>
            <a:r>
              <a:rPr lang="en-US" sz="1400" kern="0" spc="-80" dirty="0">
                <a:solidFill>
                  <a:schemeClr val="accent6"/>
                </a:solidFill>
              </a:rPr>
              <a:t>Position</a:t>
            </a:r>
          </a:p>
          <a:p>
            <a:pPr marL="12700" marR="5080"/>
            <a:r>
              <a:rPr lang="en-US" sz="1400" kern="0" spc="-80" dirty="0">
                <a:solidFill>
                  <a:schemeClr val="accent6"/>
                </a:solidFill>
              </a:rPr>
              <a:t>Box model</a:t>
            </a:r>
          </a:p>
          <a:p>
            <a:pPr marL="12700" marR="5080"/>
            <a:r>
              <a:rPr lang="en-US" sz="1400" kern="0" spc="-80" dirty="0">
                <a:solidFill>
                  <a:schemeClr val="accent6"/>
                </a:solidFill>
              </a:rPr>
              <a:t>Flexbox/grid calculations</a:t>
            </a:r>
          </a:p>
          <a:p>
            <a:pPr marL="12700" marR="5080"/>
            <a:r>
              <a:rPr lang="en-US" sz="1400" kern="0" spc="-80" dirty="0">
                <a:solidFill>
                  <a:schemeClr val="accent6"/>
                </a:solidFill>
              </a:rPr>
              <a:t>Percentage resolution</a:t>
            </a:r>
          </a:p>
          <a:p>
            <a:pPr marL="12700" marR="5080"/>
            <a:r>
              <a:rPr lang="en-US" sz="1400" kern="0" spc="-80" dirty="0">
                <a:solidFill>
                  <a:schemeClr val="accent6"/>
                </a:solidFill>
              </a:rPr>
              <a:t>Scroll geometry</a:t>
            </a:r>
          </a:p>
          <a:p>
            <a:pPr marL="12700" marR="5080"/>
            <a:r>
              <a:rPr lang="en-US" sz="1400" kern="0" spc="-80" dirty="0">
                <a:solidFill>
                  <a:schemeClr val="accent6"/>
                </a:solidFill>
              </a:rPr>
              <a:t>Line breaking</a:t>
            </a:r>
          </a:p>
          <a:p>
            <a:pPr marL="12700" marR="5080"/>
            <a:r>
              <a:rPr lang="en-US" sz="1400" kern="0" spc="-80" dirty="0">
                <a:solidFill>
                  <a:schemeClr val="accent2"/>
                </a:solidFill>
              </a:rPr>
              <a:t>Layout Types:</a:t>
            </a:r>
          </a:p>
          <a:p>
            <a:pPr marL="12700" marR="5080"/>
            <a:r>
              <a:rPr lang="en-US" sz="1400" kern="0" spc="-80" dirty="0">
                <a:solidFill>
                  <a:schemeClr val="accent6"/>
                </a:solidFill>
              </a:rPr>
              <a:t>Normal Flow</a:t>
            </a:r>
          </a:p>
          <a:p>
            <a:pPr marL="12700" marR="5080"/>
            <a:r>
              <a:rPr lang="en-US" sz="1400" kern="0" spc="-80" dirty="0">
                <a:solidFill>
                  <a:schemeClr val="accent6"/>
                </a:solidFill>
              </a:rPr>
              <a:t>Flexbox Layout</a:t>
            </a:r>
          </a:p>
          <a:p>
            <a:pPr marL="12700" marR="5080"/>
            <a:r>
              <a:rPr lang="en-US" sz="1400" kern="0" spc="-80" dirty="0">
                <a:solidFill>
                  <a:schemeClr val="accent6"/>
                </a:solidFill>
              </a:rPr>
              <a:t>Grid Layout</a:t>
            </a:r>
          </a:p>
          <a:p>
            <a:pPr marL="12700" marR="5080"/>
            <a:r>
              <a:rPr lang="en-US" sz="1400" kern="0" spc="-80" dirty="0">
                <a:solidFill>
                  <a:schemeClr val="accent6"/>
                </a:solidFill>
              </a:rPr>
              <a:t>Absolute/Fixed positioning</a:t>
            </a:r>
          </a:p>
          <a:p>
            <a:pPr marL="12700" marR="5080"/>
            <a:r>
              <a:rPr lang="en-US" sz="1400" kern="0" spc="-80" dirty="0">
                <a:solidFill>
                  <a:schemeClr val="accent6"/>
                </a:solidFill>
              </a:rPr>
              <a:t>Fragmentation (multi-column, pagination)</a:t>
            </a:r>
          </a:p>
          <a:p>
            <a:pPr marL="12700" marR="5080"/>
            <a:r>
              <a:rPr lang="en-US" sz="1400" kern="0" spc="-80" dirty="0">
                <a:solidFill>
                  <a:schemeClr val="accent6"/>
                </a:solidFill>
              </a:rPr>
              <a:t>Complexity: O(n) → deeply nested elements are expensive.</a:t>
            </a:r>
          </a:p>
          <a:p>
            <a:pPr marL="12700" marR="5080"/>
            <a:r>
              <a:rPr lang="en-US" sz="1400" kern="0" spc="-80" dirty="0">
                <a:solidFill>
                  <a:schemeClr val="accent2"/>
                </a:solidFill>
              </a:rPr>
              <a:t>Triggers of layout:</a:t>
            </a:r>
          </a:p>
          <a:p>
            <a:pPr marL="12700" marR="5080"/>
            <a:r>
              <a:rPr lang="en-US" sz="1400" kern="0" spc="-80" dirty="0">
                <a:solidFill>
                  <a:schemeClr val="accent6"/>
                </a:solidFill>
              </a:rPr>
              <a:t>DOM changes affecting geometry</a:t>
            </a:r>
          </a:p>
          <a:p>
            <a:pPr marL="12700" marR="5080"/>
            <a:r>
              <a:rPr lang="en-US" sz="1400" kern="0" spc="-80" dirty="0">
                <a:solidFill>
                  <a:schemeClr val="accent6"/>
                </a:solidFill>
              </a:rPr>
              <a:t>Adding/removing nodes</a:t>
            </a:r>
          </a:p>
          <a:p>
            <a:pPr marL="12700" marR="5080"/>
            <a:r>
              <a:rPr lang="en-US" sz="1400" kern="0" spc="-80" dirty="0">
                <a:solidFill>
                  <a:schemeClr val="accent6"/>
                </a:solidFill>
              </a:rPr>
              <a:t>Changing font-size</a:t>
            </a:r>
          </a:p>
          <a:p>
            <a:pPr marL="12700" marR="5080"/>
            <a:r>
              <a:rPr lang="en-US" sz="1400" kern="0" spc="-80" dirty="0">
                <a:solidFill>
                  <a:schemeClr val="accent6"/>
                </a:solidFill>
              </a:rPr>
              <a:t>Changing visibility</a:t>
            </a:r>
          </a:p>
          <a:p>
            <a:pPr marL="12700" marR="5080"/>
            <a:r>
              <a:rPr lang="en-US" sz="1400" kern="0" spc="-80" dirty="0">
                <a:solidFill>
                  <a:schemeClr val="accent6"/>
                </a:solidFill>
              </a:rPr>
              <a:t>Window resize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241937929"/>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B64D92-B8FF-BB7F-05E2-E6FFEE7EC42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D31FAC-E0CB-02F1-2F77-9679EBDDD45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D8DD0A2-2A3E-DC6C-B51A-1861BF37E96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10D445-FF4B-4C1A-F63D-AAE4D986770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2733016-28C6-3463-B354-1E546D6835C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D1FC95F-D81A-C899-AD58-A2C3020F223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51B6D24-B52D-C0DE-734D-E8F33CC2B81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2B9A1C7-1151-7B2C-2925-99892BCB616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2C358CA-E044-DC8F-5069-85B9F59C04C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A9217B9-C98E-C81E-B25B-B48EBECA8F0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0131FD4-4C48-745B-C1A6-6243CCD3AF24}"/>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3.6 Step 6: Paint / Rasterization</a:t>
            </a:r>
          </a:p>
          <a:p>
            <a:pPr marL="12700" marR="5080"/>
            <a:r>
              <a:rPr lang="en-US" sz="1400" kern="0" spc="-80" dirty="0">
                <a:solidFill>
                  <a:schemeClr val="accent2"/>
                </a:solidFill>
              </a:rPr>
              <a:t>Painting converts render tree into drawing commands:</a:t>
            </a:r>
          </a:p>
          <a:p>
            <a:pPr marL="12700" marR="5080"/>
            <a:r>
              <a:rPr lang="en-US" sz="1400" kern="0" spc="-80" dirty="0">
                <a:solidFill>
                  <a:schemeClr val="accent2"/>
                </a:solidFill>
              </a:rPr>
              <a:t>Paint steps:</a:t>
            </a:r>
          </a:p>
          <a:p>
            <a:pPr marL="12700" marR="5080"/>
            <a:r>
              <a:rPr lang="en-US" sz="1400" kern="0" spc="-80" dirty="0">
                <a:solidFill>
                  <a:schemeClr val="accent6"/>
                </a:solidFill>
              </a:rPr>
              <a:t>Background</a:t>
            </a:r>
          </a:p>
          <a:p>
            <a:pPr marL="12700" marR="5080"/>
            <a:r>
              <a:rPr lang="en-US" sz="1400" kern="0" spc="-80" dirty="0">
                <a:solidFill>
                  <a:schemeClr val="accent6"/>
                </a:solidFill>
              </a:rPr>
              <a:t>Borders</a:t>
            </a:r>
          </a:p>
          <a:p>
            <a:pPr marL="12700" marR="5080"/>
            <a:r>
              <a:rPr lang="en-US" sz="1400" kern="0" spc="-80" dirty="0">
                <a:solidFill>
                  <a:schemeClr val="accent6"/>
                </a:solidFill>
              </a:rPr>
              <a:t>Text</a:t>
            </a:r>
          </a:p>
          <a:p>
            <a:pPr marL="12700" marR="5080"/>
            <a:r>
              <a:rPr lang="en-US" sz="1400" kern="0" spc="-80" dirty="0">
                <a:solidFill>
                  <a:schemeClr val="accent6"/>
                </a:solidFill>
              </a:rPr>
              <a:t>Shadows</a:t>
            </a:r>
          </a:p>
          <a:p>
            <a:pPr marL="12700" marR="5080"/>
            <a:r>
              <a:rPr lang="en-US" sz="1400" kern="0" spc="-80" dirty="0">
                <a:solidFill>
                  <a:schemeClr val="accent6"/>
                </a:solidFill>
              </a:rPr>
              <a:t>Transformations</a:t>
            </a:r>
          </a:p>
          <a:p>
            <a:pPr marL="12700" marR="5080"/>
            <a:r>
              <a:rPr lang="en-US" sz="1400" kern="0" spc="-80" dirty="0">
                <a:solidFill>
                  <a:schemeClr val="accent6"/>
                </a:solidFill>
              </a:rPr>
              <a:t>SVG paths</a:t>
            </a:r>
          </a:p>
          <a:p>
            <a:pPr marL="12700" marR="5080"/>
            <a:r>
              <a:rPr lang="en-US" sz="1400" kern="0" spc="-80" dirty="0">
                <a:solidFill>
                  <a:schemeClr val="accent6"/>
                </a:solidFill>
              </a:rPr>
              <a:t>WebGL layers</a:t>
            </a:r>
          </a:p>
          <a:p>
            <a:pPr marL="12700" marR="5080"/>
            <a:r>
              <a:rPr lang="en-US" sz="1400" kern="0" spc="-80" dirty="0">
                <a:solidFill>
                  <a:schemeClr val="accent6"/>
                </a:solidFill>
              </a:rPr>
              <a:t>Browsers record this into a Display List (WebKit) or </a:t>
            </a:r>
            <a:r>
              <a:rPr lang="en-US" sz="1400" kern="0" spc="-80" dirty="0" err="1">
                <a:solidFill>
                  <a:schemeClr val="accent6"/>
                </a:solidFill>
              </a:rPr>
              <a:t>PaintOps</a:t>
            </a:r>
            <a:r>
              <a:rPr lang="en-US" sz="1400" kern="0" spc="-80" dirty="0">
                <a:solidFill>
                  <a:schemeClr val="accent6"/>
                </a:solidFill>
              </a:rPr>
              <a:t> (Blink).</a:t>
            </a:r>
          </a:p>
          <a:p>
            <a:pPr marL="12700" marR="5080"/>
            <a:endParaRPr lang="en-US" sz="1400" kern="0" spc="-80" dirty="0">
              <a:solidFill>
                <a:schemeClr val="accent6"/>
              </a:solidFill>
            </a:endParaRPr>
          </a:p>
          <a:p>
            <a:pPr marL="12700" marR="5080"/>
            <a:r>
              <a:rPr lang="en-US" sz="1400" kern="0" spc="-80" dirty="0">
                <a:solidFill>
                  <a:schemeClr val="accent2"/>
                </a:solidFill>
              </a:rPr>
              <a:t>3.7 Step 7: Compositing (via GPU)</a:t>
            </a:r>
          </a:p>
          <a:p>
            <a:pPr marL="12700" marR="5080"/>
            <a:r>
              <a:rPr lang="en-US" sz="1400" kern="0" spc="-80" dirty="0">
                <a:solidFill>
                  <a:schemeClr val="accent6"/>
                </a:solidFill>
              </a:rPr>
              <a:t>Modern browsers use a display compositor process.</a:t>
            </a:r>
          </a:p>
          <a:p>
            <a:pPr marL="12700" marR="5080"/>
            <a:r>
              <a:rPr lang="en-US" sz="1400" kern="0" spc="-80" dirty="0">
                <a:solidFill>
                  <a:schemeClr val="accent2"/>
                </a:solidFill>
              </a:rPr>
              <a:t>Layers are generated for:</a:t>
            </a:r>
          </a:p>
          <a:p>
            <a:pPr marL="12700" marR="5080"/>
            <a:r>
              <a:rPr lang="en-US" sz="1400" kern="0" spc="-80" dirty="0">
                <a:solidFill>
                  <a:schemeClr val="accent6"/>
                </a:solidFill>
              </a:rPr>
              <a:t>CSS transforms</a:t>
            </a:r>
          </a:p>
          <a:p>
            <a:pPr marL="12700" marR="5080"/>
            <a:r>
              <a:rPr lang="en-US" sz="1400" kern="0" spc="-80" dirty="0">
                <a:solidFill>
                  <a:schemeClr val="accent6"/>
                </a:solidFill>
              </a:rPr>
              <a:t>CSS filters</a:t>
            </a:r>
          </a:p>
          <a:p>
            <a:pPr marL="12700" marR="5080"/>
            <a:r>
              <a:rPr lang="en-US" sz="1400" kern="0" spc="-80" dirty="0">
                <a:solidFill>
                  <a:schemeClr val="accent2"/>
                </a:solidFill>
              </a:rPr>
              <a:t>Position: </a:t>
            </a:r>
            <a:r>
              <a:rPr lang="en-US" sz="1400" kern="0" spc="-80" dirty="0">
                <a:solidFill>
                  <a:schemeClr val="accent6"/>
                </a:solidFill>
              </a:rPr>
              <a:t>fixed/sticky</a:t>
            </a:r>
          </a:p>
          <a:p>
            <a:pPr marL="12700" marR="5080"/>
            <a:r>
              <a:rPr lang="en-US" sz="1400" kern="0" spc="-80" dirty="0">
                <a:solidFill>
                  <a:schemeClr val="accent6"/>
                </a:solidFill>
              </a:rPr>
              <a:t>Canvas</a:t>
            </a:r>
          </a:p>
          <a:p>
            <a:pPr marL="12700" marR="5080"/>
            <a:r>
              <a:rPr lang="en-US" sz="1400" kern="0" spc="-80" dirty="0">
                <a:solidFill>
                  <a:schemeClr val="accent6"/>
                </a:solidFill>
              </a:rPr>
              <a:t>Videos</a:t>
            </a:r>
          </a:p>
          <a:p>
            <a:pPr marL="12700" marR="5080"/>
            <a:r>
              <a:rPr lang="en-US" sz="1400" kern="0" spc="-80" dirty="0">
                <a:solidFill>
                  <a:schemeClr val="accent6"/>
                </a:solidFill>
              </a:rPr>
              <a:t>3D transforms</a:t>
            </a:r>
          </a:p>
          <a:p>
            <a:pPr marL="12700" marR="5080"/>
            <a:r>
              <a:rPr lang="en-US" sz="1400" kern="0" spc="-80" dirty="0">
                <a:solidFill>
                  <a:schemeClr val="accent6"/>
                </a:solidFill>
              </a:rPr>
              <a:t>Animations</a:t>
            </a:r>
          </a:p>
          <a:p>
            <a:pPr marL="12700" marR="5080"/>
            <a:r>
              <a:rPr lang="en-US" sz="1400" kern="0" spc="-80" dirty="0">
                <a:solidFill>
                  <a:schemeClr val="accent2"/>
                </a:solidFill>
              </a:rPr>
              <a:t>Compositor then:</a:t>
            </a:r>
          </a:p>
          <a:p>
            <a:pPr marL="12700" marR="5080"/>
            <a:r>
              <a:rPr lang="en-US" sz="1400" kern="0" spc="-80" dirty="0">
                <a:solidFill>
                  <a:schemeClr val="accent6"/>
                </a:solidFill>
              </a:rPr>
              <a:t>Sends raster tasks to GPU thread</a:t>
            </a:r>
          </a:p>
          <a:p>
            <a:pPr marL="12700" marR="5080"/>
            <a:r>
              <a:rPr lang="en-US" sz="1400" kern="0" spc="-80" dirty="0">
                <a:solidFill>
                  <a:schemeClr val="accent6"/>
                </a:solidFill>
              </a:rPr>
              <a:t>Renders tiles</a:t>
            </a:r>
          </a:p>
        </p:txBody>
      </p:sp>
    </p:spTree>
    <p:extLst>
      <p:ext uri="{BB962C8B-B14F-4D97-AF65-F5344CB8AC3E}">
        <p14:creationId xmlns:p14="http://schemas.microsoft.com/office/powerpoint/2010/main" val="3169781643"/>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0B6EE-051C-A3E7-0BE2-22B3EB43F0F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F748B4-6FBF-929C-836E-638B6991C6F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17313D3-CAF3-B943-9BDD-F3F6731A660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7FAB81-C161-A22F-D3E7-E0AEAAA0789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AAF0436-E440-4926-2F75-5E544339AFB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5211628-B510-DDC0-9854-2ED68BE60B1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CD622DB-1EB7-8B0E-AE71-82445F1F8CA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3C6D996-C86B-6985-E04A-73075905FF1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45FA86E-3277-78B7-6502-F18B60D0278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9758D78-0DFE-1405-3901-25CF8ABEC89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CE0A39E-3EC9-A11E-709A-BA837AE0BE02}"/>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3.7 Step 7: Compositing (via GPU)</a:t>
            </a:r>
          </a:p>
          <a:p>
            <a:pPr marL="12700" marR="5080"/>
            <a:r>
              <a:rPr lang="en-US" sz="1400" kern="0" spc="-80" dirty="0">
                <a:solidFill>
                  <a:schemeClr val="accent2"/>
                </a:solidFill>
              </a:rPr>
              <a:t>Compositor then:</a:t>
            </a:r>
          </a:p>
          <a:p>
            <a:pPr marL="12700" marR="5080"/>
            <a:r>
              <a:rPr lang="en-US" sz="1400" kern="0" spc="-80" dirty="0">
                <a:solidFill>
                  <a:schemeClr val="accent6"/>
                </a:solidFill>
              </a:rPr>
              <a:t>Manages partial updates</a:t>
            </a:r>
          </a:p>
          <a:p>
            <a:pPr marL="12700" marR="5080"/>
            <a:r>
              <a:rPr lang="en-US" sz="1400" kern="0" spc="-80" dirty="0">
                <a:solidFill>
                  <a:schemeClr val="accent6"/>
                </a:solidFill>
              </a:rPr>
              <a:t>Executes smooth animations without JS</a:t>
            </a:r>
          </a:p>
          <a:p>
            <a:pPr marL="12700" marR="5080"/>
            <a:endParaRPr lang="en-US" sz="1400" kern="0" spc="-80" dirty="0">
              <a:solidFill>
                <a:schemeClr val="accent6"/>
              </a:solidFill>
            </a:endParaRPr>
          </a:p>
          <a:p>
            <a:pPr marL="12700" marR="5080"/>
            <a:r>
              <a:rPr lang="en-US" sz="1400" kern="0" spc="-80" dirty="0">
                <a:solidFill>
                  <a:schemeClr val="accent2"/>
                </a:solidFill>
              </a:rPr>
              <a:t>3.8 Step 8: GPU Rasterization</a:t>
            </a:r>
          </a:p>
          <a:p>
            <a:pPr marL="12700" marR="5080"/>
            <a:r>
              <a:rPr lang="en-US" sz="1400" kern="0" spc="-80" dirty="0">
                <a:solidFill>
                  <a:schemeClr val="accent2"/>
                </a:solidFill>
              </a:rPr>
              <a:t>GPU performs:</a:t>
            </a:r>
          </a:p>
          <a:p>
            <a:pPr marL="12700" marR="5080"/>
            <a:r>
              <a:rPr lang="en-US" sz="1400" kern="0" spc="-80" dirty="0">
                <a:solidFill>
                  <a:schemeClr val="accent6"/>
                </a:solidFill>
              </a:rPr>
              <a:t>Tile-based rasterization</a:t>
            </a:r>
          </a:p>
          <a:p>
            <a:pPr marL="12700" marR="5080"/>
            <a:r>
              <a:rPr lang="en-US" sz="1400" kern="0" spc="-80" dirty="0">
                <a:solidFill>
                  <a:schemeClr val="accent6"/>
                </a:solidFill>
              </a:rPr>
              <a:t>Accelerated painting</a:t>
            </a:r>
          </a:p>
          <a:p>
            <a:pPr marL="12700" marR="5080"/>
            <a:r>
              <a:rPr lang="en-US" sz="1400" kern="0" spc="-80" dirty="0">
                <a:solidFill>
                  <a:schemeClr val="accent6"/>
                </a:solidFill>
              </a:rPr>
              <a:t>Anti-aliasing</a:t>
            </a:r>
          </a:p>
          <a:p>
            <a:pPr marL="12700" marR="5080"/>
            <a:r>
              <a:rPr lang="en-US" sz="1400" kern="0" spc="-80" dirty="0">
                <a:solidFill>
                  <a:schemeClr val="accent6"/>
                </a:solidFill>
              </a:rPr>
              <a:t>Blending, shaders</a:t>
            </a:r>
          </a:p>
          <a:p>
            <a:pPr marL="12700" marR="5080"/>
            <a:r>
              <a:rPr lang="en-US" sz="1400" kern="0" spc="-80" dirty="0">
                <a:solidFill>
                  <a:schemeClr val="accent6"/>
                </a:solidFill>
              </a:rPr>
              <a:t>Text rasterization (</a:t>
            </a:r>
            <a:r>
              <a:rPr lang="en-US" sz="1400" kern="0" spc="-80" dirty="0" err="1">
                <a:solidFill>
                  <a:schemeClr val="accent6"/>
                </a:solidFill>
              </a:rPr>
              <a:t>Skia</a:t>
            </a:r>
            <a:r>
              <a:rPr lang="en-US" sz="1400" kern="0" spc="-80" dirty="0">
                <a:solidFill>
                  <a:schemeClr val="accent6"/>
                </a:solidFill>
              </a:rPr>
              <a:t>)</a:t>
            </a:r>
          </a:p>
          <a:p>
            <a:pPr marL="12700" marR="5080"/>
            <a:r>
              <a:rPr lang="en-US" sz="1400" kern="0" spc="-80" dirty="0">
                <a:solidFill>
                  <a:schemeClr val="accent6"/>
                </a:solidFill>
              </a:rPr>
              <a:t>Finally: Frame is drawn on screen.</a:t>
            </a:r>
          </a:p>
          <a:p>
            <a:pPr marL="12700" marR="5080"/>
            <a:endParaRPr lang="en-US" sz="1400" kern="0" spc="-80" dirty="0">
              <a:solidFill>
                <a:schemeClr val="accent6"/>
              </a:solidFill>
            </a:endParaRPr>
          </a:p>
          <a:p>
            <a:pPr marL="12700" marR="5080"/>
            <a:r>
              <a:rPr lang="en-US" sz="1400" kern="0" spc="-80" dirty="0">
                <a:solidFill>
                  <a:schemeClr val="accent2"/>
                </a:solidFill>
              </a:rPr>
              <a:t>4. JavaScript Engine Internals</a:t>
            </a:r>
          </a:p>
          <a:p>
            <a:pPr marL="12700" marR="5080"/>
            <a:r>
              <a:rPr lang="en-US" sz="1400" kern="0" spc="-80" dirty="0">
                <a:solidFill>
                  <a:schemeClr val="accent2"/>
                </a:solidFill>
              </a:rPr>
              <a:t>Example: V8 engine (Chrome/Node)</a:t>
            </a:r>
          </a:p>
          <a:p>
            <a:pPr marL="12700" marR="5080"/>
            <a:r>
              <a:rPr lang="en-US" sz="1400" kern="0" spc="-80" dirty="0">
                <a:solidFill>
                  <a:schemeClr val="accent2"/>
                </a:solidFill>
              </a:rPr>
              <a:t>Components:</a:t>
            </a:r>
          </a:p>
          <a:p>
            <a:pPr marL="12700" marR="5080"/>
            <a:r>
              <a:rPr lang="en-US" sz="1400" kern="0" spc="-80" dirty="0">
                <a:solidFill>
                  <a:schemeClr val="accent6"/>
                </a:solidFill>
              </a:rPr>
              <a:t>Parser → AST Generator</a:t>
            </a:r>
          </a:p>
          <a:p>
            <a:pPr marL="12700" marR="5080"/>
            <a:r>
              <a:rPr lang="en-US" sz="1400" kern="0" spc="-80" dirty="0">
                <a:solidFill>
                  <a:schemeClr val="accent6"/>
                </a:solidFill>
              </a:rPr>
              <a:t>Ignition interpreter</a:t>
            </a:r>
          </a:p>
          <a:p>
            <a:pPr marL="12700" marR="5080"/>
            <a:r>
              <a:rPr lang="en-US" sz="1400" kern="0" spc="-80" dirty="0" err="1">
                <a:solidFill>
                  <a:schemeClr val="accent6"/>
                </a:solidFill>
              </a:rPr>
              <a:t>TurboFan</a:t>
            </a:r>
            <a:r>
              <a:rPr lang="en-US" sz="1400" kern="0" spc="-80" dirty="0">
                <a:solidFill>
                  <a:schemeClr val="accent6"/>
                </a:solidFill>
              </a:rPr>
              <a:t> compiler (JIT)</a:t>
            </a:r>
          </a:p>
          <a:p>
            <a:pPr marL="12700" marR="5080"/>
            <a:r>
              <a:rPr lang="en-US" sz="1400" kern="0" spc="-80" dirty="0">
                <a:solidFill>
                  <a:schemeClr val="accent6"/>
                </a:solidFill>
              </a:rPr>
              <a:t>Orinoco Garbage Collector</a:t>
            </a:r>
          </a:p>
          <a:p>
            <a:pPr marL="12700" marR="5080"/>
            <a:r>
              <a:rPr lang="en-US" sz="1400" kern="0" spc="-80" dirty="0">
                <a:solidFill>
                  <a:schemeClr val="accent6"/>
                </a:solidFill>
              </a:rPr>
              <a:t>Hidden classes &amp; inline caching</a:t>
            </a:r>
          </a:p>
          <a:p>
            <a:pPr marL="12700" marR="5080"/>
            <a:r>
              <a:rPr lang="en-US" sz="1400" kern="0" spc="-80" dirty="0">
                <a:solidFill>
                  <a:schemeClr val="accent6"/>
                </a:solidFill>
              </a:rPr>
              <a:t>Bytecode generation</a:t>
            </a:r>
          </a:p>
          <a:p>
            <a:pPr marL="12700" marR="5080"/>
            <a:r>
              <a:rPr lang="en-US" sz="1400" kern="0" spc="-80" dirty="0">
                <a:solidFill>
                  <a:schemeClr val="accent6"/>
                </a:solidFill>
              </a:rPr>
              <a:t>Deoptimization mechanism</a:t>
            </a:r>
          </a:p>
        </p:txBody>
      </p:sp>
    </p:spTree>
    <p:extLst>
      <p:ext uri="{BB962C8B-B14F-4D97-AF65-F5344CB8AC3E}">
        <p14:creationId xmlns:p14="http://schemas.microsoft.com/office/powerpoint/2010/main" val="3813858175"/>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0DE632-B0BF-2213-C6CA-4ABDEA0EBEE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21DF91E-8BB8-9321-EB00-DE90CAB43CB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4D6810E-B5BF-7AFC-A8D8-9B713B48F2C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36D6CD8-6814-0715-66AE-C5247E48E5D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1CC8EC1-8408-5F4D-6DD1-7020FB3EDD5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7E630CB-834D-F39C-68F9-C5ABA3DC7AD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8295C8E-49AA-49A4-759B-9A61D453DB4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99F9433-D676-D6B8-DAD1-D2A1FCE82BB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757289E-B369-6D42-51BF-5E183116188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5E01400-2156-8261-F594-06D07E3D224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2DBBD06-8CF6-E224-6AD4-5338140DF1FD}"/>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4. JavaScript Engine Internals</a:t>
            </a:r>
          </a:p>
          <a:p>
            <a:pPr marL="12700" marR="5080"/>
            <a:r>
              <a:rPr lang="en-US" sz="1400" kern="0" spc="-80" dirty="0">
                <a:solidFill>
                  <a:schemeClr val="accent2"/>
                </a:solidFill>
              </a:rPr>
              <a:t>Example: V8 engine (Chrome/Node)</a:t>
            </a:r>
          </a:p>
          <a:p>
            <a:pPr marL="12700" marR="5080"/>
            <a:r>
              <a:rPr lang="en-US" sz="1400" kern="0" spc="-80" dirty="0">
                <a:solidFill>
                  <a:schemeClr val="accent2"/>
                </a:solidFill>
              </a:rPr>
              <a:t>Components:</a:t>
            </a:r>
          </a:p>
          <a:p>
            <a:pPr marL="12700" marR="5080"/>
            <a:r>
              <a:rPr lang="en-US" sz="1400" kern="0" spc="-80" dirty="0">
                <a:solidFill>
                  <a:schemeClr val="accent6"/>
                </a:solidFill>
              </a:rPr>
              <a:t>WASM compiler pipeline</a:t>
            </a:r>
          </a:p>
          <a:p>
            <a:pPr marL="12700" marR="5080"/>
            <a:r>
              <a:rPr lang="en-US" sz="1400" kern="0" spc="-80" dirty="0">
                <a:solidFill>
                  <a:schemeClr val="accent2"/>
                </a:solidFill>
              </a:rPr>
              <a:t>Event Loop Mechanics:</a:t>
            </a:r>
          </a:p>
          <a:p>
            <a:pPr marL="12700" marR="5080"/>
            <a:r>
              <a:rPr lang="en-US" sz="1400" kern="0" spc="-80" dirty="0">
                <a:solidFill>
                  <a:schemeClr val="accent2"/>
                </a:solidFill>
              </a:rPr>
              <a:t>Microtasks:</a:t>
            </a:r>
          </a:p>
          <a:p>
            <a:pPr marL="12700" marR="5080"/>
            <a:r>
              <a:rPr lang="en-US" sz="1400" kern="0" spc="-80" dirty="0" err="1">
                <a:solidFill>
                  <a:schemeClr val="accent6"/>
                </a:solidFill>
              </a:rPr>
              <a:t>Promise.then</a:t>
            </a:r>
            <a:r>
              <a:rPr lang="en-US" sz="1400" kern="0" spc="-80" dirty="0">
                <a:solidFill>
                  <a:schemeClr val="accent6"/>
                </a:solidFill>
              </a:rPr>
              <a:t>, </a:t>
            </a:r>
            <a:r>
              <a:rPr lang="en-US" sz="1400" kern="0" spc="-80" dirty="0" err="1">
                <a:solidFill>
                  <a:schemeClr val="accent6"/>
                </a:solidFill>
              </a:rPr>
              <a:t>queueMicrotask</a:t>
            </a:r>
            <a:endParaRPr lang="en-US" sz="1400" kern="0" spc="-80" dirty="0">
              <a:solidFill>
                <a:schemeClr val="accent6"/>
              </a:solidFill>
            </a:endParaRPr>
          </a:p>
          <a:p>
            <a:pPr marL="12700" marR="5080"/>
            <a:r>
              <a:rPr lang="en-US" sz="1400" kern="0" spc="-80" dirty="0" err="1">
                <a:solidFill>
                  <a:schemeClr val="accent2"/>
                </a:solidFill>
              </a:rPr>
              <a:t>Macrotasks</a:t>
            </a:r>
            <a:r>
              <a:rPr lang="en-US" sz="1400" kern="0" spc="-80" dirty="0">
                <a:solidFill>
                  <a:schemeClr val="accent2"/>
                </a:solidFill>
              </a:rPr>
              <a:t>:</a:t>
            </a:r>
          </a:p>
          <a:p>
            <a:pPr marL="12700" marR="5080"/>
            <a:r>
              <a:rPr lang="en-US" sz="1400" kern="0" spc="-80" dirty="0" err="1">
                <a:solidFill>
                  <a:schemeClr val="accent6"/>
                </a:solidFill>
              </a:rPr>
              <a:t>setTimeout</a:t>
            </a:r>
            <a:endParaRPr lang="en-US" sz="1400" kern="0" spc="-80" dirty="0">
              <a:solidFill>
                <a:schemeClr val="accent6"/>
              </a:solidFill>
            </a:endParaRPr>
          </a:p>
          <a:p>
            <a:pPr marL="12700" marR="5080"/>
            <a:r>
              <a:rPr lang="en-US" sz="1400" kern="0" spc="-80" dirty="0" err="1">
                <a:solidFill>
                  <a:schemeClr val="accent6"/>
                </a:solidFill>
              </a:rPr>
              <a:t>setInterval</a:t>
            </a:r>
            <a:endParaRPr lang="en-US" sz="1400" kern="0" spc="-80" dirty="0">
              <a:solidFill>
                <a:schemeClr val="accent6"/>
              </a:solidFill>
            </a:endParaRPr>
          </a:p>
          <a:p>
            <a:pPr marL="12700" marR="5080"/>
            <a:r>
              <a:rPr lang="en-US" sz="1400" kern="0" spc="-80" dirty="0">
                <a:solidFill>
                  <a:schemeClr val="accent6"/>
                </a:solidFill>
              </a:rPr>
              <a:t>I/O callbacks</a:t>
            </a:r>
          </a:p>
          <a:p>
            <a:pPr marL="12700" marR="5080"/>
            <a:r>
              <a:rPr lang="en-US" sz="1400" kern="0" spc="-80" dirty="0" err="1">
                <a:solidFill>
                  <a:schemeClr val="accent6"/>
                </a:solidFill>
              </a:rPr>
              <a:t>MessageChannel</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5. Browser Scheduling &amp; Threading Model</a:t>
            </a:r>
          </a:p>
          <a:p>
            <a:pPr marL="12700" marR="5080"/>
            <a:r>
              <a:rPr lang="en-US" sz="1400" kern="0" spc="-80" dirty="0">
                <a:solidFill>
                  <a:schemeClr val="accent2"/>
                </a:solidFill>
              </a:rPr>
              <a:t>Threads inside renderer process:</a:t>
            </a:r>
          </a:p>
          <a:p>
            <a:pPr marL="12700" marR="5080"/>
            <a:r>
              <a:rPr lang="en-US" sz="1400" kern="0" spc="-80" dirty="0">
                <a:solidFill>
                  <a:schemeClr val="accent2"/>
                </a:solidFill>
              </a:rPr>
              <a:t>Thread	                   Purpose</a:t>
            </a:r>
          </a:p>
          <a:p>
            <a:pPr marL="12700" marR="5080"/>
            <a:r>
              <a:rPr lang="en-US" sz="1400" kern="0" spc="-80" dirty="0">
                <a:solidFill>
                  <a:schemeClr val="accent6"/>
                </a:solidFill>
              </a:rPr>
              <a:t>Main Thread	Parsing, layout, paint, JS</a:t>
            </a:r>
          </a:p>
          <a:p>
            <a:pPr marL="12700" marR="5080"/>
            <a:r>
              <a:rPr lang="en-US" sz="1400" kern="0" spc="-80" dirty="0">
                <a:solidFill>
                  <a:schemeClr val="accent6"/>
                </a:solidFill>
              </a:rPr>
              <a:t>Compositor Thread	Smooth scrolling &amp; animations</a:t>
            </a:r>
          </a:p>
          <a:p>
            <a:pPr marL="12700" marR="5080"/>
            <a:r>
              <a:rPr lang="en-US" sz="1400" kern="0" spc="-80" dirty="0">
                <a:solidFill>
                  <a:schemeClr val="accent6"/>
                </a:solidFill>
              </a:rPr>
              <a:t>IO Thread	                   Network &amp; resource loading</a:t>
            </a:r>
          </a:p>
          <a:p>
            <a:pPr marL="12700" marR="5080"/>
            <a:r>
              <a:rPr lang="en-US" sz="1400" kern="0" spc="-80" dirty="0">
                <a:solidFill>
                  <a:schemeClr val="accent6"/>
                </a:solidFill>
              </a:rPr>
              <a:t>Worker Threads	Web Workers, Service Workers</a:t>
            </a:r>
          </a:p>
          <a:p>
            <a:pPr marL="12700" marR="5080"/>
            <a:r>
              <a:rPr lang="en-US" sz="1400" kern="0" spc="-80" dirty="0">
                <a:solidFill>
                  <a:schemeClr val="accent6"/>
                </a:solidFill>
              </a:rPr>
              <a:t>Raster Threads	GPU rasterization</a:t>
            </a:r>
          </a:p>
          <a:p>
            <a:pPr marL="12700" marR="5080"/>
            <a:r>
              <a:rPr lang="en-US" sz="1400" kern="0" spc="-80" dirty="0">
                <a:solidFill>
                  <a:schemeClr val="accent6"/>
                </a:solidFill>
              </a:rPr>
              <a:t>Avoiding main-thread blocking is key for performance.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467351453"/>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EC17A8-ECD8-EDF3-765B-04294A25CFA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59D9CEB-8966-9791-CCBF-5A60266EBF4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BAC49E1-136D-6097-9CF2-C0C5067B227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31321D5-5D01-5315-964D-D0F914C70D2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5EA8B97-FFDE-CA7F-1D3E-1A567B37B97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51EAFA9-82CE-A9BD-0667-47F0D0717DC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4A86EC3-D1D2-8489-6A6F-5AB686F23A7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AA17701-2A1A-4701-CEB5-E999757990D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7BE64B7-500B-9CC0-C790-5E333DC89BA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9CE1B6B-E43A-E913-3D92-A6852DD699C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1F67DDC-2293-4227-6AFB-060856B4ED7C}"/>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6. Navigation Lifecycle</a:t>
            </a:r>
          </a:p>
          <a:p>
            <a:pPr marL="12700" marR="5080"/>
            <a:r>
              <a:rPr lang="en-US" sz="1400" kern="0" spc="-80" dirty="0">
                <a:solidFill>
                  <a:schemeClr val="accent2"/>
                </a:solidFill>
              </a:rPr>
              <a:t>Steps:</a:t>
            </a:r>
          </a:p>
          <a:p>
            <a:pPr marL="12700" marR="5080"/>
            <a:r>
              <a:rPr lang="en-US" sz="1400" kern="0" spc="-80" dirty="0">
                <a:solidFill>
                  <a:schemeClr val="accent6"/>
                </a:solidFill>
              </a:rPr>
              <a:t>URL request</a:t>
            </a:r>
          </a:p>
          <a:p>
            <a:pPr marL="12700" marR="5080"/>
            <a:r>
              <a:rPr lang="en-US" sz="1400" kern="0" spc="-80" dirty="0">
                <a:solidFill>
                  <a:schemeClr val="accent6"/>
                </a:solidFill>
              </a:rPr>
              <a:t>DNS resolution</a:t>
            </a:r>
          </a:p>
          <a:p>
            <a:pPr marL="12700" marR="5080"/>
            <a:r>
              <a:rPr lang="en-US" sz="1400" kern="0" spc="-80" dirty="0">
                <a:solidFill>
                  <a:schemeClr val="accent6"/>
                </a:solidFill>
              </a:rPr>
              <a:t>Connection (TCP/TLS handshake)</a:t>
            </a:r>
          </a:p>
          <a:p>
            <a:pPr marL="12700" marR="5080"/>
            <a:r>
              <a:rPr lang="en-US" sz="1400" kern="0" spc="-80" dirty="0">
                <a:solidFill>
                  <a:schemeClr val="accent6"/>
                </a:solidFill>
              </a:rPr>
              <a:t>HTTP request → response</a:t>
            </a:r>
          </a:p>
          <a:p>
            <a:pPr marL="12700" marR="5080"/>
            <a:r>
              <a:rPr lang="en-US" sz="1400" kern="0" spc="-80" dirty="0">
                <a:solidFill>
                  <a:schemeClr val="accent6"/>
                </a:solidFill>
              </a:rPr>
              <a:t>New renderer allocated</a:t>
            </a:r>
          </a:p>
          <a:p>
            <a:pPr marL="12700" marR="5080"/>
            <a:r>
              <a:rPr lang="en-US" sz="1400" kern="0" spc="-80" dirty="0">
                <a:solidFill>
                  <a:schemeClr val="accent6"/>
                </a:solidFill>
              </a:rPr>
              <a:t>Old document teardown</a:t>
            </a:r>
          </a:p>
          <a:p>
            <a:pPr marL="12700" marR="5080"/>
            <a:r>
              <a:rPr lang="en-US" sz="1400" kern="0" spc="-80" dirty="0">
                <a:solidFill>
                  <a:schemeClr val="accent6"/>
                </a:solidFill>
              </a:rPr>
              <a:t>New document loaded</a:t>
            </a:r>
          </a:p>
          <a:p>
            <a:pPr marL="12700" marR="5080"/>
            <a:r>
              <a:rPr lang="en-US" sz="1400" kern="0" spc="-80" dirty="0">
                <a:solidFill>
                  <a:schemeClr val="accent6"/>
                </a:solidFill>
              </a:rPr>
              <a:t>DOM ready</a:t>
            </a:r>
          </a:p>
          <a:p>
            <a:pPr marL="12700" marR="5080"/>
            <a:r>
              <a:rPr lang="en-US" sz="1400" kern="0" spc="-80" dirty="0">
                <a:solidFill>
                  <a:schemeClr val="accent6"/>
                </a:solidFill>
              </a:rPr>
              <a:t>Painting executed</a:t>
            </a:r>
          </a:p>
          <a:p>
            <a:pPr marL="12700" marR="5080"/>
            <a:r>
              <a:rPr lang="en-US" sz="1400" kern="0" spc="-80" dirty="0">
                <a:solidFill>
                  <a:schemeClr val="accent6"/>
                </a:solidFill>
              </a:rPr>
              <a:t>Interactivity ready</a:t>
            </a:r>
          </a:p>
          <a:p>
            <a:pPr marL="12700" marR="5080"/>
            <a:endParaRPr lang="en-US" sz="1400" kern="0" spc="-80" dirty="0">
              <a:solidFill>
                <a:schemeClr val="accent6"/>
              </a:solidFill>
            </a:endParaRPr>
          </a:p>
          <a:p>
            <a:pPr marL="12700" marR="5080"/>
            <a:r>
              <a:rPr lang="en-US" sz="1400" kern="0" spc="-80" dirty="0">
                <a:solidFill>
                  <a:schemeClr val="accent2"/>
                </a:solidFill>
              </a:rPr>
              <a:t>7. Browser Storage Internals</a:t>
            </a:r>
          </a:p>
          <a:p>
            <a:pPr marL="12700" marR="5080"/>
            <a:r>
              <a:rPr lang="en-US" sz="1400" kern="0" spc="-80" dirty="0">
                <a:solidFill>
                  <a:schemeClr val="accent2"/>
                </a:solidFill>
              </a:rPr>
              <a:t>Types:</a:t>
            </a:r>
          </a:p>
          <a:p>
            <a:pPr marL="12700" marR="5080"/>
            <a:r>
              <a:rPr lang="en-US" sz="1400" kern="0" spc="-80" dirty="0">
                <a:solidFill>
                  <a:schemeClr val="accent6"/>
                </a:solidFill>
              </a:rPr>
              <a:t>HTTP cookies</a:t>
            </a:r>
          </a:p>
          <a:p>
            <a:pPr marL="12700" marR="5080"/>
            <a:r>
              <a:rPr lang="en-US" sz="1400" kern="0" spc="-80" dirty="0" err="1">
                <a:solidFill>
                  <a:schemeClr val="accent6"/>
                </a:solidFill>
              </a:rPr>
              <a:t>LocalStorage</a:t>
            </a:r>
            <a:r>
              <a:rPr lang="en-US" sz="1400" kern="0" spc="-80" dirty="0">
                <a:solidFill>
                  <a:schemeClr val="accent6"/>
                </a:solidFill>
              </a:rPr>
              <a:t> (synchronous)</a:t>
            </a:r>
          </a:p>
          <a:p>
            <a:pPr marL="12700" marR="5080"/>
            <a:r>
              <a:rPr lang="en-US" sz="1400" kern="0" spc="-80" dirty="0" err="1">
                <a:solidFill>
                  <a:schemeClr val="accent6"/>
                </a:solidFill>
              </a:rPr>
              <a:t>SessionStorage</a:t>
            </a:r>
            <a:endParaRPr lang="en-US" sz="1400" kern="0" spc="-80" dirty="0">
              <a:solidFill>
                <a:schemeClr val="accent6"/>
              </a:solidFill>
            </a:endParaRPr>
          </a:p>
          <a:p>
            <a:pPr marL="12700" marR="5080"/>
            <a:r>
              <a:rPr lang="en-US" sz="1400" kern="0" spc="-80" dirty="0" err="1">
                <a:solidFill>
                  <a:schemeClr val="accent6"/>
                </a:solidFill>
              </a:rPr>
              <a:t>IndexedDB</a:t>
            </a:r>
            <a:r>
              <a:rPr lang="en-US" sz="1400" kern="0" spc="-80" dirty="0">
                <a:solidFill>
                  <a:schemeClr val="accent6"/>
                </a:solidFill>
              </a:rPr>
              <a:t> (transactional)</a:t>
            </a:r>
          </a:p>
          <a:p>
            <a:pPr marL="12700" marR="5080"/>
            <a:r>
              <a:rPr lang="en-US" sz="1400" kern="0" spc="-80" dirty="0" err="1">
                <a:solidFill>
                  <a:schemeClr val="accent6"/>
                </a:solidFill>
              </a:rPr>
              <a:t>CacheStorage</a:t>
            </a:r>
            <a:endParaRPr lang="en-US" sz="1400" kern="0" spc="-80" dirty="0">
              <a:solidFill>
                <a:schemeClr val="accent6"/>
              </a:solidFill>
            </a:endParaRPr>
          </a:p>
          <a:p>
            <a:pPr marL="12700" marR="5080"/>
            <a:r>
              <a:rPr lang="en-US" sz="1400" kern="0" spc="-80" dirty="0">
                <a:solidFill>
                  <a:schemeClr val="accent6"/>
                </a:solidFill>
              </a:rPr>
              <a:t>Service Worker storage</a:t>
            </a:r>
          </a:p>
          <a:p>
            <a:pPr marL="12700" marR="5080"/>
            <a:r>
              <a:rPr lang="en-US" sz="1400" kern="0" spc="-80" dirty="0">
                <a:solidFill>
                  <a:schemeClr val="accent6"/>
                </a:solidFill>
              </a:rPr>
              <a:t>File System Access API</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583767479"/>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9B771-9C21-A8C6-9205-78056213B7D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67CF211-9FD3-0B12-25D7-72ECBE05E66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29D1B09-31A3-D716-D0D9-945B5F58B55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2017103-955A-4590-EAAC-64D2EE903AE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2197EDA-802C-AEF8-A0F4-C8DE8FC4BB8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FAFC3BF-8FE8-55BC-AE5A-98951EB2B93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CD2A75C-2EDA-18FB-5194-46F3C322441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B7F745C-523E-6CD5-F7D5-BD40607C347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259B0D8-F43F-17DD-4FF3-6419FFEA191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8B777B2-81DF-CC2D-AA58-8D74B1692BA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3373EE0-7B7F-91B6-3D40-D9D2292A5BE4}"/>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8. Security Architecture</a:t>
            </a:r>
          </a:p>
          <a:p>
            <a:pPr marL="12700" marR="5080"/>
            <a:r>
              <a:rPr lang="en-US" sz="1400" kern="0" spc="-80" dirty="0">
                <a:solidFill>
                  <a:schemeClr val="accent6"/>
                </a:solidFill>
              </a:rPr>
              <a:t>Same-Origin Policy (SOP)</a:t>
            </a:r>
          </a:p>
          <a:p>
            <a:pPr marL="12700" marR="5080"/>
            <a:r>
              <a:rPr lang="en-US" sz="1400" kern="0" spc="-80" dirty="0">
                <a:solidFill>
                  <a:schemeClr val="accent6"/>
                </a:solidFill>
              </a:rPr>
              <a:t>Base rule for isolation.</a:t>
            </a:r>
          </a:p>
          <a:p>
            <a:pPr marL="12700" marR="5080"/>
            <a:r>
              <a:rPr lang="en-US" sz="1400" kern="0" spc="-80" dirty="0">
                <a:solidFill>
                  <a:schemeClr val="accent6"/>
                </a:solidFill>
              </a:rPr>
              <a:t>Site Isolation (Chrome)</a:t>
            </a:r>
          </a:p>
          <a:p>
            <a:pPr marL="12700" marR="5080"/>
            <a:r>
              <a:rPr lang="en-US" sz="1400" kern="0" spc="-80" dirty="0">
                <a:solidFill>
                  <a:schemeClr val="accent6"/>
                </a:solidFill>
              </a:rPr>
              <a:t>Each site → separate renderer process.</a:t>
            </a:r>
          </a:p>
          <a:p>
            <a:pPr marL="12700" marR="5080"/>
            <a:r>
              <a:rPr lang="en-US" sz="1400" kern="0" spc="-80" dirty="0">
                <a:solidFill>
                  <a:schemeClr val="accent6"/>
                </a:solidFill>
              </a:rPr>
              <a:t>Sandboxing</a:t>
            </a:r>
          </a:p>
          <a:p>
            <a:pPr marL="12700" marR="5080"/>
            <a:r>
              <a:rPr lang="en-US" sz="1400" kern="0" spc="-80" dirty="0">
                <a:solidFill>
                  <a:schemeClr val="accent2"/>
                </a:solidFill>
              </a:rPr>
              <a:t>Renderer cannot access:</a:t>
            </a:r>
          </a:p>
          <a:p>
            <a:pPr marL="12700" marR="5080"/>
            <a:r>
              <a:rPr lang="en-US" sz="1400" kern="0" spc="-80" dirty="0">
                <a:solidFill>
                  <a:schemeClr val="accent6"/>
                </a:solidFill>
              </a:rPr>
              <a:t>File system</a:t>
            </a:r>
          </a:p>
          <a:p>
            <a:pPr marL="12700" marR="5080"/>
            <a:r>
              <a:rPr lang="en-US" sz="1400" kern="0" spc="-80" dirty="0">
                <a:solidFill>
                  <a:schemeClr val="accent6"/>
                </a:solidFill>
              </a:rPr>
              <a:t>OS APIs</a:t>
            </a:r>
          </a:p>
          <a:p>
            <a:pPr marL="12700" marR="5080"/>
            <a:r>
              <a:rPr lang="en-US" sz="1400" kern="0" spc="-80" dirty="0">
                <a:solidFill>
                  <a:schemeClr val="accent6"/>
                </a:solidFill>
              </a:rPr>
              <a:t>Kernel services</a:t>
            </a:r>
          </a:p>
          <a:p>
            <a:pPr marL="12700" marR="5080"/>
            <a:r>
              <a:rPr lang="en-US" sz="1400" kern="0" spc="-80" dirty="0">
                <a:solidFill>
                  <a:schemeClr val="accent2"/>
                </a:solidFill>
              </a:rPr>
              <a:t>XSS, CSRF protections:</a:t>
            </a:r>
          </a:p>
          <a:p>
            <a:pPr marL="12700" marR="5080"/>
            <a:r>
              <a:rPr lang="en-US" sz="1400" kern="0" spc="-80" dirty="0" err="1">
                <a:solidFill>
                  <a:schemeClr val="accent6"/>
                </a:solidFill>
              </a:rPr>
              <a:t>TrustedTypes</a:t>
            </a:r>
            <a:endParaRPr lang="en-US" sz="1400" kern="0" spc="-80" dirty="0">
              <a:solidFill>
                <a:schemeClr val="accent6"/>
              </a:solidFill>
            </a:endParaRPr>
          </a:p>
          <a:p>
            <a:pPr marL="12700" marR="5080"/>
            <a:r>
              <a:rPr lang="en-US" sz="1400" kern="0" spc="-80" dirty="0">
                <a:solidFill>
                  <a:schemeClr val="accent6"/>
                </a:solidFill>
              </a:rPr>
              <a:t>CSP</a:t>
            </a:r>
          </a:p>
          <a:p>
            <a:pPr marL="12700" marR="5080"/>
            <a:r>
              <a:rPr lang="en-US" sz="1400" kern="0" spc="-80" dirty="0">
                <a:solidFill>
                  <a:schemeClr val="accent6"/>
                </a:solidFill>
              </a:rPr>
              <a:t>Sanitizers</a:t>
            </a:r>
          </a:p>
          <a:p>
            <a:pPr marL="12700" marR="5080"/>
            <a:r>
              <a:rPr lang="en-US" sz="1400" kern="0" spc="-80" dirty="0">
                <a:solidFill>
                  <a:schemeClr val="accent6"/>
                </a:solidFill>
              </a:rPr>
              <a:t>CORP/CORS</a:t>
            </a:r>
          </a:p>
          <a:p>
            <a:pPr marL="12700" marR="5080"/>
            <a:r>
              <a:rPr lang="en-US" sz="1400" kern="0" spc="-80" dirty="0">
                <a:solidFill>
                  <a:schemeClr val="accent6"/>
                </a:solidFill>
              </a:rPr>
              <a:t>Fetch Metadata</a:t>
            </a:r>
          </a:p>
          <a:p>
            <a:pPr marL="12700" marR="5080"/>
            <a:r>
              <a:rPr lang="en-US" sz="1400" kern="0" spc="-80" dirty="0">
                <a:solidFill>
                  <a:schemeClr val="accent6"/>
                </a:solidFill>
              </a:rPr>
              <a:t>Cross-Origin Isolation</a:t>
            </a:r>
          </a:p>
          <a:p>
            <a:pPr marL="12700" marR="5080"/>
            <a:endParaRPr lang="en-US" sz="1400" kern="0" spc="-80" dirty="0">
              <a:solidFill>
                <a:schemeClr val="accent6"/>
              </a:solidFill>
            </a:endParaRPr>
          </a:p>
          <a:p>
            <a:pPr marL="12700" marR="5080"/>
            <a:r>
              <a:rPr lang="en-US" sz="1400" kern="0" spc="-80" dirty="0">
                <a:solidFill>
                  <a:schemeClr val="accent2"/>
                </a:solidFill>
              </a:rPr>
              <a:t>9. Rendering Optimizations</a:t>
            </a:r>
          </a:p>
          <a:p>
            <a:pPr marL="12700" marR="5080"/>
            <a:r>
              <a:rPr lang="en-US" sz="1400" kern="0" spc="-80" dirty="0">
                <a:solidFill>
                  <a:schemeClr val="accent2"/>
                </a:solidFill>
              </a:rPr>
              <a:t>9.1 Avoid Layout Thrashing</a:t>
            </a:r>
          </a:p>
          <a:p>
            <a:pPr marL="12700" marR="5080"/>
            <a:r>
              <a:rPr lang="en-US" sz="1400" kern="0" spc="-80" dirty="0">
                <a:solidFill>
                  <a:schemeClr val="accent6"/>
                </a:solidFill>
              </a:rPr>
              <a:t>Don’t repeatedly read/write layout properties inside loops.</a:t>
            </a:r>
          </a:p>
          <a:p>
            <a:pPr marL="12700" marR="5080"/>
            <a:endParaRPr lang="en-US" sz="1400" kern="0" spc="-80" dirty="0">
              <a:solidFill>
                <a:schemeClr val="accent6"/>
              </a:solidFill>
            </a:endParaRPr>
          </a:p>
          <a:p>
            <a:pPr marL="12700" marR="5080"/>
            <a:r>
              <a:rPr lang="en-US" sz="1400" kern="0" spc="-80" dirty="0">
                <a:solidFill>
                  <a:schemeClr val="accent2"/>
                </a:solidFill>
              </a:rPr>
              <a:t>9.2 Use GPU-Accelerated Compositing</a:t>
            </a:r>
          </a:p>
          <a:p>
            <a:pPr marL="12700" marR="5080"/>
            <a:r>
              <a:rPr lang="en-US" sz="1400" kern="0" spc="-80" dirty="0">
                <a:solidFill>
                  <a:schemeClr val="accent6"/>
                </a:solidFill>
              </a:rPr>
              <a:t>e.g. will-change, transform, opacity</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480593265"/>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6FC578-01EC-52AF-C231-05B981BAA15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758D71-1090-980F-570F-C57C83EE9D7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B0BE20D-D999-DD47-0074-3684AE61356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AE33284-B350-00A4-BE64-7614C32EA01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4334564-FB5D-BA4A-60DA-977D9B4A4FD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D806C23-D817-5E08-171F-6507705293A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0937CD4-F0D3-4E28-9E15-0382776C66E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347754E-B313-A194-25F2-1122A5106D5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1383F8A-2851-4CAB-1E45-F0FC9641F9A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D530A9B-2645-FE07-28CA-25F467E28F0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A50E195-E7F6-6C2E-3D16-E4B1BFEF91CA}"/>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9. Rendering Optimizations</a:t>
            </a:r>
          </a:p>
          <a:p>
            <a:pPr marL="12700" marR="5080"/>
            <a:r>
              <a:rPr lang="en-US" sz="1400" kern="0" spc="-80" dirty="0">
                <a:solidFill>
                  <a:schemeClr val="accent2"/>
                </a:solidFill>
              </a:rPr>
              <a:t>9.3 Off-main-thread techniques</a:t>
            </a:r>
          </a:p>
          <a:p>
            <a:pPr marL="12700" marR="5080"/>
            <a:r>
              <a:rPr lang="en-US" sz="1400" kern="0" spc="-80" dirty="0">
                <a:solidFill>
                  <a:schemeClr val="accent6"/>
                </a:solidFill>
              </a:rPr>
              <a:t>CSS animations (compositor thread)</a:t>
            </a:r>
          </a:p>
          <a:p>
            <a:pPr marL="12700" marR="5080"/>
            <a:r>
              <a:rPr lang="en-US" sz="1400" kern="0" spc="-80" dirty="0">
                <a:solidFill>
                  <a:schemeClr val="accent6"/>
                </a:solidFill>
              </a:rPr>
              <a:t>Web Workers</a:t>
            </a:r>
          </a:p>
          <a:p>
            <a:pPr marL="12700" marR="5080"/>
            <a:r>
              <a:rPr lang="en-US" sz="1400" kern="0" spc="-80" dirty="0" err="1">
                <a:solidFill>
                  <a:schemeClr val="accent6"/>
                </a:solidFill>
              </a:rPr>
              <a:t>OffscreenCanvas</a:t>
            </a:r>
            <a:endParaRPr lang="en-US" sz="1400" kern="0" spc="-80" dirty="0">
              <a:solidFill>
                <a:schemeClr val="accent6"/>
              </a:solidFill>
            </a:endParaRPr>
          </a:p>
          <a:p>
            <a:pPr marL="12700" marR="5080"/>
            <a:r>
              <a:rPr lang="en-US" sz="1400" kern="0" spc="-80" dirty="0" err="1">
                <a:solidFill>
                  <a:schemeClr val="accent6"/>
                </a:solidFill>
              </a:rPr>
              <a:t>WebAssembly</a:t>
            </a:r>
            <a:r>
              <a:rPr lang="en-US" sz="1400" kern="0" spc="-80" dirty="0">
                <a:solidFill>
                  <a:schemeClr val="accent6"/>
                </a:solidFill>
              </a:rPr>
              <a:t> threads</a:t>
            </a:r>
          </a:p>
          <a:p>
            <a:pPr marL="12700" marR="5080"/>
            <a:r>
              <a:rPr lang="en-US" sz="1400" kern="0" spc="-80" dirty="0" err="1">
                <a:solidFill>
                  <a:schemeClr val="accent6"/>
                </a:solidFill>
              </a:rPr>
              <a:t>WebGPU</a:t>
            </a:r>
            <a:r>
              <a:rPr lang="en-US" sz="1400" kern="0" spc="-80" dirty="0">
                <a:solidFill>
                  <a:schemeClr val="accent6"/>
                </a:solidFill>
              </a:rPr>
              <a:t> compute worklets</a:t>
            </a:r>
          </a:p>
          <a:p>
            <a:pPr marL="12700" marR="5080"/>
            <a:endParaRPr lang="en-US" sz="1400" kern="0" spc="-80" dirty="0">
              <a:solidFill>
                <a:schemeClr val="accent6"/>
              </a:solidFill>
            </a:endParaRPr>
          </a:p>
          <a:p>
            <a:pPr marL="12700" marR="5080"/>
            <a:r>
              <a:rPr lang="en-US" sz="1400" kern="0" spc="-80" dirty="0">
                <a:solidFill>
                  <a:schemeClr val="accent2"/>
                </a:solidFill>
              </a:rPr>
              <a:t>10. Modern Rendering Engines vs Legacy Engines</a:t>
            </a:r>
          </a:p>
          <a:p>
            <a:pPr marL="12700" marR="5080"/>
            <a:r>
              <a:rPr lang="en-US" sz="1400" kern="0" spc="-80" dirty="0">
                <a:solidFill>
                  <a:schemeClr val="accent2"/>
                </a:solidFill>
              </a:rPr>
              <a:t>Old Engines:</a:t>
            </a:r>
          </a:p>
          <a:p>
            <a:pPr marL="12700" marR="5080"/>
            <a:r>
              <a:rPr lang="en-US" sz="1400" kern="0" spc="-80" dirty="0">
                <a:solidFill>
                  <a:schemeClr val="accent6"/>
                </a:solidFill>
              </a:rPr>
              <a:t>Synchronous</a:t>
            </a:r>
          </a:p>
          <a:p>
            <a:pPr marL="12700" marR="5080"/>
            <a:r>
              <a:rPr lang="en-US" sz="1400" kern="0" spc="-80" dirty="0">
                <a:solidFill>
                  <a:schemeClr val="accent6"/>
                </a:solidFill>
              </a:rPr>
              <a:t>Single-threaded</a:t>
            </a:r>
          </a:p>
          <a:p>
            <a:pPr marL="12700" marR="5080"/>
            <a:r>
              <a:rPr lang="en-US" sz="1400" kern="0" spc="-80" dirty="0">
                <a:solidFill>
                  <a:schemeClr val="accent6"/>
                </a:solidFill>
              </a:rPr>
              <a:t>Blocking layout &amp; paint</a:t>
            </a:r>
          </a:p>
          <a:p>
            <a:pPr marL="12700" marR="5080"/>
            <a:r>
              <a:rPr lang="en-US" sz="1400" kern="0" spc="-80" dirty="0">
                <a:solidFill>
                  <a:schemeClr val="accent2"/>
                </a:solidFill>
              </a:rPr>
              <a:t>Modern Engines:</a:t>
            </a:r>
          </a:p>
          <a:p>
            <a:pPr marL="12700" marR="5080"/>
            <a:r>
              <a:rPr lang="en-US" sz="1400" kern="0" spc="-80" dirty="0">
                <a:solidFill>
                  <a:schemeClr val="accent6"/>
                </a:solidFill>
              </a:rPr>
              <a:t>Parallel layout &amp; paint</a:t>
            </a:r>
          </a:p>
          <a:p>
            <a:pPr marL="12700" marR="5080"/>
            <a:r>
              <a:rPr lang="en-US" sz="1400" kern="0" spc="-80" dirty="0" err="1">
                <a:solidFill>
                  <a:schemeClr val="accent6"/>
                </a:solidFill>
              </a:rPr>
              <a:t>LayoutNG</a:t>
            </a:r>
            <a:r>
              <a:rPr lang="en-US" sz="1400" kern="0" spc="-80" dirty="0">
                <a:solidFill>
                  <a:schemeClr val="accent6"/>
                </a:solidFill>
              </a:rPr>
              <a:t> (Blink)</a:t>
            </a:r>
          </a:p>
          <a:p>
            <a:pPr marL="12700" marR="5080"/>
            <a:r>
              <a:rPr lang="en-US" sz="1400" kern="0" spc="-80" dirty="0" err="1">
                <a:solidFill>
                  <a:schemeClr val="accent6"/>
                </a:solidFill>
              </a:rPr>
              <a:t>WebRender</a:t>
            </a:r>
            <a:r>
              <a:rPr lang="en-US" sz="1400" kern="0" spc="-80" dirty="0">
                <a:solidFill>
                  <a:schemeClr val="accent6"/>
                </a:solidFill>
              </a:rPr>
              <a:t> (Firefox) → GPU-first pipeline</a:t>
            </a:r>
          </a:p>
          <a:p>
            <a:pPr marL="12700" marR="5080"/>
            <a:r>
              <a:rPr lang="en-US" sz="1400" kern="0" spc="-80" dirty="0">
                <a:solidFill>
                  <a:schemeClr val="accent6"/>
                </a:solidFill>
              </a:rPr>
              <a:t>Display Locking</a:t>
            </a:r>
          </a:p>
          <a:p>
            <a:pPr marL="12700" marR="5080"/>
            <a:r>
              <a:rPr lang="en-US" sz="1400" kern="0" spc="-80" dirty="0">
                <a:solidFill>
                  <a:schemeClr val="accent6"/>
                </a:solidFill>
              </a:rPr>
              <a:t>Incremental Layout</a:t>
            </a:r>
          </a:p>
          <a:p>
            <a:pPr marL="12700" marR="5080"/>
            <a:endParaRPr lang="en-US" sz="1400" kern="0" spc="-80" dirty="0">
              <a:solidFill>
                <a:schemeClr val="accent6"/>
              </a:solidFill>
            </a:endParaRPr>
          </a:p>
          <a:p>
            <a:pPr marL="12700" marR="5080"/>
            <a:r>
              <a:rPr lang="en-US" sz="1400" kern="0" spc="-80" dirty="0">
                <a:solidFill>
                  <a:schemeClr val="accent2"/>
                </a:solidFill>
              </a:rPr>
              <a:t>11. Internal Key Components Summary</a:t>
            </a:r>
          </a:p>
          <a:p>
            <a:pPr marL="12700" marR="5080"/>
            <a:r>
              <a:rPr lang="en-US" sz="1400" kern="0" spc="-80" dirty="0">
                <a:solidFill>
                  <a:schemeClr val="accent6"/>
                </a:solidFill>
              </a:rPr>
              <a:t>Blink (Chrome)</a:t>
            </a:r>
          </a:p>
          <a:p>
            <a:pPr marL="12700" marR="5080"/>
            <a:r>
              <a:rPr lang="en-US" sz="1400" kern="0" spc="-80" dirty="0" err="1">
                <a:solidFill>
                  <a:schemeClr val="accent6"/>
                </a:solidFill>
              </a:rPr>
              <a:t>Oilpan</a:t>
            </a:r>
            <a:r>
              <a:rPr lang="en-US" sz="1400" kern="0" spc="-80" dirty="0">
                <a:solidFill>
                  <a:schemeClr val="accent6"/>
                </a:solidFill>
              </a:rPr>
              <a:t> GC for DOM</a:t>
            </a:r>
          </a:p>
          <a:p>
            <a:pPr marL="12700" marR="5080"/>
            <a:r>
              <a:rPr lang="en-US" sz="1400" kern="0" spc="-80" dirty="0" err="1">
                <a:solidFill>
                  <a:schemeClr val="accent6"/>
                </a:solidFill>
              </a:rPr>
              <a:t>LayoutNG</a:t>
            </a:r>
            <a:endParaRPr lang="en-US" sz="1400" kern="0" spc="-80" dirty="0">
              <a:solidFill>
                <a:schemeClr val="accent6"/>
              </a:solidFill>
            </a:endParaRPr>
          </a:p>
          <a:p>
            <a:pPr marL="12700" marR="5080"/>
            <a:r>
              <a:rPr lang="en-US" sz="1400" kern="0" spc="-80" dirty="0">
                <a:solidFill>
                  <a:schemeClr val="accent6"/>
                </a:solidFill>
              </a:rPr>
              <a:t>Paint2</a:t>
            </a:r>
          </a:p>
        </p:txBody>
      </p:sp>
    </p:spTree>
    <p:extLst>
      <p:ext uri="{BB962C8B-B14F-4D97-AF65-F5344CB8AC3E}">
        <p14:creationId xmlns:p14="http://schemas.microsoft.com/office/powerpoint/2010/main" val="1508274370"/>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11962-4F7A-81BF-1CE7-708A9ED98C3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85F4ECF-3230-4A48-1597-D7DCAE204A9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E8BBB2D-862B-BAD9-82F5-37423A0A903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F458A29-E3E6-33C0-F43F-2922876C43C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415937B-9CBE-6A3A-CDEA-06CDFA0293D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4F6FAEB-2CC6-CE59-4923-C4F5727BEDD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0A85548-6E83-D990-CB11-834005B988C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92366E4-52C3-D599-BD8B-476276E32FE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D3F665D-7B3E-5B3B-471B-13A7F71AB22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5B01AAB-8FE0-61E5-D954-37361A66C2F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EAA3A0A-6734-2502-4637-40F7B9C2332E}"/>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11. Internal Key Components Summary</a:t>
            </a:r>
          </a:p>
          <a:p>
            <a:pPr marL="12700" marR="5080"/>
            <a:r>
              <a:rPr lang="en-US" sz="1400" kern="0" spc="-80" dirty="0">
                <a:solidFill>
                  <a:schemeClr val="accent6"/>
                </a:solidFill>
              </a:rPr>
              <a:t>Threaded compositing</a:t>
            </a:r>
          </a:p>
          <a:p>
            <a:pPr marL="12700" marR="5080"/>
            <a:r>
              <a:rPr lang="en-US" sz="1400" kern="0" spc="-80" dirty="0">
                <a:solidFill>
                  <a:schemeClr val="accent6"/>
                </a:solidFill>
              </a:rPr>
              <a:t>Display Locking</a:t>
            </a:r>
          </a:p>
          <a:p>
            <a:pPr marL="12700" marR="5080"/>
            <a:r>
              <a:rPr lang="en-US" sz="1400" kern="0" spc="-80" dirty="0" err="1">
                <a:solidFill>
                  <a:schemeClr val="accent6"/>
                </a:solidFill>
              </a:rPr>
              <a:t>PartitionAlloc</a:t>
            </a:r>
            <a:r>
              <a:rPr lang="en-US" sz="1400" kern="0" spc="-80" dirty="0">
                <a:solidFill>
                  <a:schemeClr val="accent6"/>
                </a:solidFill>
              </a:rPr>
              <a:t> memory allocator</a:t>
            </a:r>
          </a:p>
          <a:p>
            <a:pPr marL="12700" marR="5080"/>
            <a:r>
              <a:rPr lang="en-US" sz="1400" kern="0" spc="-80" dirty="0">
                <a:solidFill>
                  <a:schemeClr val="accent6"/>
                </a:solidFill>
              </a:rPr>
              <a:t>WebKit (Safari)</a:t>
            </a:r>
          </a:p>
          <a:p>
            <a:pPr marL="12700" marR="5080"/>
            <a:r>
              <a:rPr lang="en-US" sz="1400" kern="0" spc="-80" dirty="0" err="1">
                <a:solidFill>
                  <a:schemeClr val="accent6"/>
                </a:solidFill>
              </a:rPr>
              <a:t>WebCore</a:t>
            </a:r>
            <a:r>
              <a:rPr lang="en-US" sz="1400" kern="0" spc="-80" dirty="0">
                <a:solidFill>
                  <a:schemeClr val="accent6"/>
                </a:solidFill>
              </a:rPr>
              <a:t> rendering</a:t>
            </a:r>
          </a:p>
          <a:p>
            <a:pPr marL="12700" marR="5080"/>
            <a:r>
              <a:rPr lang="en-US" sz="1400" kern="0" spc="-80" dirty="0">
                <a:solidFill>
                  <a:schemeClr val="accent6"/>
                </a:solidFill>
              </a:rPr>
              <a:t>Bison-based HTML parser</a:t>
            </a:r>
          </a:p>
          <a:p>
            <a:pPr marL="12700" marR="5080"/>
            <a:r>
              <a:rPr lang="en-US" sz="1400" kern="0" spc="-80" dirty="0" err="1">
                <a:solidFill>
                  <a:schemeClr val="accent6"/>
                </a:solidFill>
              </a:rPr>
              <a:t>CFNetwork</a:t>
            </a:r>
            <a:r>
              <a:rPr lang="en-US" sz="1400" kern="0" spc="-80" dirty="0">
                <a:solidFill>
                  <a:schemeClr val="accent6"/>
                </a:solidFill>
              </a:rPr>
              <a:t> integration</a:t>
            </a:r>
          </a:p>
          <a:p>
            <a:pPr marL="12700" marR="5080"/>
            <a:r>
              <a:rPr lang="en-US" sz="1400" kern="0" spc="-80" dirty="0">
                <a:solidFill>
                  <a:schemeClr val="accent6"/>
                </a:solidFill>
              </a:rPr>
              <a:t>Speedometer-based optimizations</a:t>
            </a:r>
          </a:p>
          <a:p>
            <a:pPr marL="12700" marR="5080"/>
            <a:r>
              <a:rPr lang="en-US" sz="1400" kern="0" spc="-80" dirty="0">
                <a:solidFill>
                  <a:schemeClr val="accent6"/>
                </a:solidFill>
              </a:rPr>
              <a:t>Gecko (Firefox)</a:t>
            </a:r>
          </a:p>
          <a:p>
            <a:pPr marL="12700" marR="5080"/>
            <a:r>
              <a:rPr lang="en-US" sz="1400" kern="0" spc="-80" dirty="0">
                <a:solidFill>
                  <a:schemeClr val="accent6"/>
                </a:solidFill>
              </a:rPr>
              <a:t>Quantum DOM</a:t>
            </a:r>
          </a:p>
          <a:p>
            <a:pPr marL="12700" marR="5080"/>
            <a:r>
              <a:rPr lang="en-US" sz="1400" kern="0" spc="-80" dirty="0" err="1">
                <a:solidFill>
                  <a:schemeClr val="accent6"/>
                </a:solidFill>
              </a:rPr>
              <a:t>Stylo</a:t>
            </a:r>
            <a:r>
              <a:rPr lang="en-US" sz="1400" kern="0" spc="-80" dirty="0">
                <a:solidFill>
                  <a:schemeClr val="accent6"/>
                </a:solidFill>
              </a:rPr>
              <a:t> (parallel CSS)</a:t>
            </a:r>
          </a:p>
          <a:p>
            <a:pPr marL="12700" marR="5080"/>
            <a:r>
              <a:rPr lang="en-US" sz="1400" kern="0" spc="-80" dirty="0" err="1">
                <a:solidFill>
                  <a:schemeClr val="accent6"/>
                </a:solidFill>
              </a:rPr>
              <a:t>WebRender</a:t>
            </a:r>
            <a:r>
              <a:rPr lang="en-US" sz="1400" kern="0" spc="-80" dirty="0">
                <a:solidFill>
                  <a:schemeClr val="accent6"/>
                </a:solidFill>
              </a:rPr>
              <a:t> (GPU-driven)</a:t>
            </a:r>
          </a:p>
          <a:p>
            <a:pPr marL="12700" marR="5080"/>
            <a:r>
              <a:rPr lang="en-US" sz="1400" kern="0" spc="-80" dirty="0">
                <a:solidFill>
                  <a:schemeClr val="accent6"/>
                </a:solidFill>
              </a:rPr>
              <a:t>Servo architecture</a:t>
            </a:r>
          </a:p>
          <a:p>
            <a:pPr marL="12700" marR="5080"/>
            <a:endParaRPr lang="en-US" sz="1400" kern="0" spc="-80" dirty="0">
              <a:solidFill>
                <a:schemeClr val="accent6"/>
              </a:solidFill>
            </a:endParaRPr>
          </a:p>
          <a:p>
            <a:pPr marL="12700" marR="5080"/>
            <a:r>
              <a:rPr lang="en-US" sz="1400" kern="0" spc="-80" dirty="0">
                <a:solidFill>
                  <a:schemeClr val="accent2"/>
                </a:solidFill>
              </a:rPr>
              <a:t>12. </a:t>
            </a:r>
            <a:r>
              <a:rPr lang="en-US" sz="1400" kern="0" spc="-80" dirty="0" err="1">
                <a:solidFill>
                  <a:schemeClr val="accent2"/>
                </a:solidFill>
              </a:rPr>
              <a:t>DevTools</a:t>
            </a:r>
            <a:r>
              <a:rPr lang="en-US" sz="1400" kern="0" spc="-80" dirty="0">
                <a:solidFill>
                  <a:schemeClr val="accent2"/>
                </a:solidFill>
              </a:rPr>
              <a:t> Internals</a:t>
            </a:r>
          </a:p>
          <a:p>
            <a:pPr marL="12700" marR="5080"/>
            <a:r>
              <a:rPr lang="en-US" sz="1400" kern="0" spc="-80" dirty="0">
                <a:solidFill>
                  <a:schemeClr val="accent2"/>
                </a:solidFill>
              </a:rPr>
              <a:t>Chrome </a:t>
            </a:r>
            <a:r>
              <a:rPr lang="en-US" sz="1400" kern="0" spc="-80" dirty="0" err="1">
                <a:solidFill>
                  <a:schemeClr val="accent2"/>
                </a:solidFill>
              </a:rPr>
              <a:t>DevTools</a:t>
            </a:r>
            <a:r>
              <a:rPr lang="en-US" sz="1400" kern="0" spc="-80" dirty="0">
                <a:solidFill>
                  <a:schemeClr val="accent2"/>
                </a:solidFill>
              </a:rPr>
              <a:t> provides:</a:t>
            </a:r>
          </a:p>
          <a:p>
            <a:pPr marL="12700" marR="5080"/>
            <a:r>
              <a:rPr lang="en-US" sz="1400" kern="0" spc="-80" dirty="0">
                <a:solidFill>
                  <a:schemeClr val="accent6"/>
                </a:solidFill>
              </a:rPr>
              <a:t>Rendering frame timeline</a:t>
            </a:r>
          </a:p>
          <a:p>
            <a:pPr marL="12700" marR="5080"/>
            <a:r>
              <a:rPr lang="en-US" sz="1400" kern="0" spc="-80" dirty="0">
                <a:solidFill>
                  <a:schemeClr val="accent6"/>
                </a:solidFill>
              </a:rPr>
              <a:t>Layout/paint tracking</a:t>
            </a:r>
          </a:p>
          <a:p>
            <a:pPr marL="12700" marR="5080"/>
            <a:r>
              <a:rPr lang="en-US" sz="1400" kern="0" spc="-80" dirty="0">
                <a:solidFill>
                  <a:schemeClr val="accent6"/>
                </a:solidFill>
              </a:rPr>
              <a:t>Slow paint detection</a:t>
            </a:r>
          </a:p>
          <a:p>
            <a:pPr marL="12700" marR="5080"/>
            <a:r>
              <a:rPr lang="en-US" sz="1400" kern="0" spc="-80" dirty="0">
                <a:solidFill>
                  <a:schemeClr val="accent6"/>
                </a:solidFill>
              </a:rPr>
              <a:t>Main-thread performance profiler</a:t>
            </a:r>
          </a:p>
          <a:p>
            <a:pPr marL="12700" marR="5080"/>
            <a:r>
              <a:rPr lang="en-US" sz="1400" kern="0" spc="-80" dirty="0">
                <a:solidFill>
                  <a:schemeClr val="accent6"/>
                </a:solidFill>
              </a:rPr>
              <a:t>Low-level trace events (Tracing Engine)</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343877484"/>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A3B15-55CE-7419-2FFA-B4937FBD9FF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C2DBF99-349C-C84C-556E-C302E91E1B1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ED0E86-C75D-0742-4F91-951245F6137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80D722E-B7DF-A4BA-38CB-716F79BBC4D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E7E97F7-5F20-38CF-B40C-A43EDD681DB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4F75263-70D9-2AF4-3291-CA371D0CE1D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5F11EB9-79CC-161A-E68B-8AC867492CA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15E3391-0BB3-8270-E5E8-E6DCAED407C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B05B654-9D57-7A0D-508A-9B4AC827457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A9344C7-ED96-95F7-D216-7B6356B601A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3D12C8E-6472-CA9A-C68C-5D83D3CD1892}"/>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13. Future of Browsers</a:t>
            </a:r>
          </a:p>
          <a:p>
            <a:pPr marL="12700" marR="5080"/>
            <a:r>
              <a:rPr lang="en-US" sz="1400" kern="0" spc="-80" dirty="0" err="1">
                <a:solidFill>
                  <a:schemeClr val="accent6"/>
                </a:solidFill>
              </a:rPr>
              <a:t>WebGPU</a:t>
            </a:r>
            <a:endParaRPr lang="en-US" sz="1400" kern="0" spc="-80" dirty="0">
              <a:solidFill>
                <a:schemeClr val="accent6"/>
              </a:solidFill>
            </a:endParaRPr>
          </a:p>
          <a:p>
            <a:pPr marL="12700" marR="5080"/>
            <a:r>
              <a:rPr lang="en-US" sz="1400" kern="0" spc="-80" dirty="0">
                <a:solidFill>
                  <a:schemeClr val="accent6"/>
                </a:solidFill>
              </a:rPr>
              <a:t>Modern GPU pipelines for compute + graphics.</a:t>
            </a:r>
          </a:p>
          <a:p>
            <a:pPr marL="12700" marR="5080"/>
            <a:r>
              <a:rPr lang="en-US" sz="1400" kern="0" spc="-80" dirty="0">
                <a:solidFill>
                  <a:schemeClr val="accent6"/>
                </a:solidFill>
              </a:rPr>
              <a:t>Speculation Rules API</a:t>
            </a:r>
          </a:p>
          <a:p>
            <a:pPr marL="12700" marR="5080"/>
            <a:r>
              <a:rPr lang="en-US" sz="1400" kern="0" spc="-80" dirty="0">
                <a:solidFill>
                  <a:schemeClr val="accent6"/>
                </a:solidFill>
              </a:rPr>
              <a:t>Predictive preloading.</a:t>
            </a:r>
          </a:p>
          <a:p>
            <a:pPr marL="12700" marR="5080"/>
            <a:r>
              <a:rPr lang="en-US" sz="1400" kern="0" spc="-80" dirty="0">
                <a:solidFill>
                  <a:schemeClr val="accent6"/>
                </a:solidFill>
              </a:rPr>
              <a:t>Incremental rendering &amp; containment</a:t>
            </a:r>
          </a:p>
          <a:p>
            <a:pPr marL="12700" marR="5080"/>
            <a:r>
              <a:rPr lang="en-US" sz="1400" kern="0" spc="-80" dirty="0">
                <a:solidFill>
                  <a:schemeClr val="accent6"/>
                </a:solidFill>
              </a:rPr>
              <a:t>contain, content-visibility: auto</a:t>
            </a:r>
          </a:p>
          <a:p>
            <a:pPr marL="12700" marR="5080"/>
            <a:r>
              <a:rPr lang="en-US" sz="1400" kern="0" spc="-80" dirty="0">
                <a:solidFill>
                  <a:schemeClr val="accent6"/>
                </a:solidFill>
              </a:rPr>
              <a:t>Shared memory + atomics</a:t>
            </a:r>
          </a:p>
          <a:p>
            <a:pPr marL="12700" marR="5080"/>
            <a:r>
              <a:rPr lang="en-US" sz="1400" kern="0" spc="-80" dirty="0">
                <a:solidFill>
                  <a:schemeClr val="accent6"/>
                </a:solidFill>
              </a:rPr>
              <a:t>High-performance </a:t>
            </a:r>
            <a:r>
              <a:rPr lang="en-US" sz="1400" kern="0" spc="-80" dirty="0" err="1">
                <a:solidFill>
                  <a:schemeClr val="accent6"/>
                </a:solidFill>
              </a:rPr>
              <a:t>WebAssembly</a:t>
            </a:r>
            <a:r>
              <a:rPr lang="en-US" sz="1400" kern="0" spc="-80" dirty="0">
                <a:solidFill>
                  <a:schemeClr val="accent6"/>
                </a:solidFill>
              </a:rPr>
              <a:t> applications.</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For Further Exploration</a:t>
            </a:r>
          </a:p>
          <a:p>
            <a:pPr marL="12700" marR="5080"/>
            <a:r>
              <a:rPr lang="en-US" sz="1400" dirty="0">
                <a:hlinkClick r:id="rId8"/>
              </a:rPr>
              <a:t>Web Fundamentals and Web Starter Kit</a:t>
            </a:r>
            <a:endParaRPr lang="en-US" sz="1400" dirty="0"/>
          </a:p>
          <a:p>
            <a:pPr marL="12700" marR="5080"/>
            <a:r>
              <a:rPr lang="en-IN" sz="1400" dirty="0">
                <a:hlinkClick r:id="rId9"/>
              </a:rPr>
              <a:t>Web Browser Engineering</a:t>
            </a:r>
            <a:endParaRPr lang="en-US" sz="1400" kern="0" spc="-80" dirty="0">
              <a:solidFill>
                <a:schemeClr val="accent2"/>
              </a:solidFill>
            </a:endParaRPr>
          </a:p>
          <a:p>
            <a:pPr marL="12700" marR="5080"/>
            <a:r>
              <a:rPr lang="en-US" sz="1400" dirty="0">
                <a:hlinkClick r:id="rId10"/>
              </a:rPr>
              <a:t>Inside look at modern web browser</a:t>
            </a:r>
            <a:endParaRPr lang="en-US" sz="1400" dirty="0"/>
          </a:p>
          <a:p>
            <a:pPr marL="12700" marR="5080"/>
            <a:r>
              <a:rPr lang="fr-FR" sz="1400" dirty="0">
                <a:hlinkClick r:id="rId11"/>
              </a:rPr>
              <a:t>Firefox Source </a:t>
            </a:r>
            <a:r>
              <a:rPr lang="fr-FR" sz="1400" dirty="0" err="1">
                <a:hlinkClick r:id="rId11"/>
              </a:rPr>
              <a:t>Tree</a:t>
            </a:r>
            <a:r>
              <a:rPr lang="fr-FR" sz="1400" dirty="0">
                <a:hlinkClick r:id="rId11"/>
              </a:rPr>
              <a:t> Documentation — Firefox Source Docs documentation</a:t>
            </a:r>
            <a:endParaRPr lang="fr-FR" sz="1400" dirty="0"/>
          </a:p>
          <a:p>
            <a:pPr marL="12700" marR="5080"/>
            <a:r>
              <a:rPr lang="en-US" sz="1400" dirty="0">
                <a:hlinkClick r:id="rId12"/>
              </a:rPr>
              <a:t>WebKit Features in Safari 18.4 | WebKit</a:t>
            </a:r>
            <a:endParaRPr lang="en-US" sz="1400" dirty="0"/>
          </a:p>
          <a:p>
            <a:pPr marL="12700" marR="5080"/>
            <a:r>
              <a:rPr lang="en-US" sz="1400" dirty="0">
                <a:hlinkClick r:id="rId13"/>
              </a:rPr>
              <a:t>High Performance Browser Networking</a:t>
            </a:r>
            <a:endParaRPr lang="en-US" sz="1400" dirty="0"/>
          </a:p>
          <a:p>
            <a:pPr marL="12700" marR="5080"/>
            <a:r>
              <a:rPr lang="en-IN" sz="1400" dirty="0">
                <a:hlinkClick r:id="rId14"/>
              </a:rPr>
              <a:t>The V8 Engine Series III: Inline Caching</a:t>
            </a:r>
            <a:endParaRPr lang="en-IN" sz="1400" dirty="0"/>
          </a:p>
          <a:p>
            <a:pPr marL="12700" marR="5080"/>
            <a:r>
              <a:rPr lang="en-IN" sz="1400" dirty="0">
                <a:hlinkClick r:id="rId15"/>
              </a:rPr>
              <a:t>Rendering performance</a:t>
            </a:r>
            <a:endParaRPr lang="en-IN" sz="1400" dirty="0"/>
          </a:p>
          <a:p>
            <a:pPr marL="12700" marR="5080"/>
            <a:r>
              <a:rPr lang="en-US" sz="1400" dirty="0">
                <a:hlinkClick r:id="rId16"/>
              </a:rPr>
              <a:t>Solving rendering performance puzzles - JakeArchibald.com</a:t>
            </a:r>
            <a:endParaRPr lang="en-US" sz="1400" kern="0" spc="-80" dirty="0">
              <a:solidFill>
                <a:schemeClr val="accent2"/>
              </a:solidFill>
            </a:endParaRPr>
          </a:p>
        </p:txBody>
      </p:sp>
    </p:spTree>
    <p:extLst>
      <p:ext uri="{BB962C8B-B14F-4D97-AF65-F5344CB8AC3E}">
        <p14:creationId xmlns:p14="http://schemas.microsoft.com/office/powerpoint/2010/main" val="2902726569"/>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40CE4-9B0B-8F59-8E45-DA6668DBDC7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0EACBE5-3B05-786A-3B9C-EF077D0A90A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62943DB-A70C-6889-2F74-06251287450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93F1026-2439-9A4E-A5CB-7D752C1AE18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ECA7CF0-80BF-261A-F685-B8A88146811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9C2DDF5-F872-7DFC-A684-3F59F06D7E3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57F4AE2-E9D2-48B0-2159-E6D4936F03A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19557D2-86BF-4120-F686-F56614BE22A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08AC9E3-1463-15E6-C95B-0A8FF859EE5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024F11A-6F07-979B-7AC4-688C45EF5A4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4E33053-DB07-63CA-5FE8-67D2878BB380}"/>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1 — UI PERFORMANCE METRICS (WHAT TO MEASURE)</a:t>
            </a:r>
          </a:p>
          <a:p>
            <a:pPr marL="12700" marR="5080"/>
            <a:r>
              <a:rPr lang="en-US" sz="1400" kern="0" spc="-80" dirty="0">
                <a:solidFill>
                  <a:schemeClr val="accent6"/>
                </a:solidFill>
              </a:rPr>
              <a:t>UI performance metrics fall into 5 broad categories:</a:t>
            </a:r>
          </a:p>
          <a:p>
            <a:pPr marL="12700" marR="5080"/>
            <a:r>
              <a:rPr lang="en-US" sz="1400" kern="0" spc="-80" dirty="0">
                <a:solidFill>
                  <a:schemeClr val="accent2"/>
                </a:solidFill>
              </a:rPr>
              <a:t>A. Perceived Performance Metrics</a:t>
            </a:r>
          </a:p>
          <a:p>
            <a:pPr marL="12700" marR="5080"/>
            <a:r>
              <a:rPr lang="en-US" sz="1400" kern="0" spc="-80" dirty="0">
                <a:solidFill>
                  <a:schemeClr val="accent6"/>
                </a:solidFill>
              </a:rPr>
              <a:t>These measure how fast the UI feels to users rather than raw technical speed.</a:t>
            </a:r>
          </a:p>
          <a:p>
            <a:pPr marL="12700" marR="5080"/>
            <a:r>
              <a:rPr lang="en-US" sz="1400" kern="0" spc="-80" dirty="0">
                <a:solidFill>
                  <a:schemeClr val="accent2"/>
                </a:solidFill>
              </a:rPr>
              <a:t>1. First Paint (FP) / First </a:t>
            </a:r>
            <a:r>
              <a:rPr lang="en-US" sz="1400" kern="0" spc="-80" dirty="0" err="1">
                <a:solidFill>
                  <a:schemeClr val="accent2"/>
                </a:solidFill>
              </a:rPr>
              <a:t>Contentful</a:t>
            </a:r>
            <a:r>
              <a:rPr lang="en-US" sz="1400" kern="0" spc="-80" dirty="0">
                <a:solidFill>
                  <a:schemeClr val="accent2"/>
                </a:solidFill>
              </a:rPr>
              <a:t> Paint (FCP)</a:t>
            </a:r>
          </a:p>
          <a:p>
            <a:pPr marL="12700" marR="5080"/>
            <a:r>
              <a:rPr lang="en-US" sz="1400" kern="0" spc="-80" dirty="0">
                <a:solidFill>
                  <a:schemeClr val="accent6"/>
                </a:solidFill>
              </a:rPr>
              <a:t>FP: When anything appears on screen (background, pixel).</a:t>
            </a:r>
          </a:p>
          <a:p>
            <a:pPr marL="12700" marR="5080"/>
            <a:r>
              <a:rPr lang="en-US" sz="1400" kern="0" spc="-80" dirty="0">
                <a:solidFill>
                  <a:schemeClr val="accent6"/>
                </a:solidFill>
              </a:rPr>
              <a:t>FCP: First actual content—text, logo, layout.</a:t>
            </a:r>
          </a:p>
          <a:p>
            <a:pPr marL="12700" marR="5080"/>
            <a:r>
              <a:rPr lang="en-US" sz="1400" kern="0" spc="-80" dirty="0">
                <a:solidFill>
                  <a:schemeClr val="accent2"/>
                </a:solidFill>
              </a:rPr>
              <a:t>Good when:</a:t>
            </a:r>
          </a:p>
          <a:p>
            <a:pPr marL="12700" marR="5080"/>
            <a:r>
              <a:rPr lang="en-US" sz="1400" kern="0" spc="-80" dirty="0">
                <a:solidFill>
                  <a:schemeClr val="accent6"/>
                </a:solidFill>
              </a:rPr>
              <a:t>&lt;1s (fast)</a:t>
            </a:r>
          </a:p>
          <a:p>
            <a:pPr marL="12700" marR="5080"/>
            <a:r>
              <a:rPr lang="en-US" sz="1400" kern="0" spc="-80" dirty="0">
                <a:solidFill>
                  <a:schemeClr val="accent6"/>
                </a:solidFill>
              </a:rPr>
              <a:t>&lt;2.5s (acceptable)</a:t>
            </a:r>
          </a:p>
          <a:p>
            <a:pPr marL="12700" marR="5080"/>
            <a:r>
              <a:rPr lang="en-US" sz="1400" kern="0" spc="-80" dirty="0">
                <a:solidFill>
                  <a:schemeClr val="accent6"/>
                </a:solidFill>
              </a:rPr>
              <a:t>4s (slow)</a:t>
            </a:r>
          </a:p>
          <a:p>
            <a:pPr marL="12700" marR="5080"/>
            <a:endParaRPr lang="en-US" sz="1400" kern="0" spc="-80" dirty="0">
              <a:solidFill>
                <a:schemeClr val="accent6"/>
              </a:solidFill>
            </a:endParaRPr>
          </a:p>
          <a:p>
            <a:pPr marL="12700" marR="5080"/>
            <a:r>
              <a:rPr lang="en-US" sz="1400" kern="0" spc="-80" dirty="0">
                <a:solidFill>
                  <a:schemeClr val="accent2"/>
                </a:solidFill>
              </a:rPr>
              <a:t>2. Largest </a:t>
            </a:r>
            <a:r>
              <a:rPr lang="en-US" sz="1400" kern="0" spc="-80" dirty="0" err="1">
                <a:solidFill>
                  <a:schemeClr val="accent2"/>
                </a:solidFill>
              </a:rPr>
              <a:t>Contentful</a:t>
            </a:r>
            <a:r>
              <a:rPr lang="en-US" sz="1400" kern="0" spc="-80" dirty="0">
                <a:solidFill>
                  <a:schemeClr val="accent2"/>
                </a:solidFill>
              </a:rPr>
              <a:t> Paint (LCP)</a:t>
            </a:r>
          </a:p>
          <a:p>
            <a:pPr marL="12700" marR="5080"/>
            <a:r>
              <a:rPr lang="en-US" sz="1400" kern="0" spc="-80" dirty="0">
                <a:solidFill>
                  <a:schemeClr val="accent6"/>
                </a:solidFill>
              </a:rPr>
              <a:t>Measures when the main content becomes visible.</a:t>
            </a:r>
          </a:p>
          <a:p>
            <a:pPr marL="12700" marR="5080"/>
            <a:r>
              <a:rPr lang="en-US" sz="1400" kern="0" spc="-80" dirty="0">
                <a:solidFill>
                  <a:schemeClr val="accent6"/>
                </a:solidFill>
              </a:rPr>
              <a:t>Often image/heading in hero section.</a:t>
            </a:r>
          </a:p>
          <a:p>
            <a:pPr marL="12700" marR="5080"/>
            <a:r>
              <a:rPr lang="en-US" sz="1400" kern="0" spc="-80" dirty="0">
                <a:solidFill>
                  <a:schemeClr val="accent6"/>
                </a:solidFill>
              </a:rPr>
              <a:t>Target: &lt;2.5s</a:t>
            </a:r>
          </a:p>
          <a:p>
            <a:pPr marL="12700" marR="5080"/>
            <a:endParaRPr lang="en-US" sz="1400" kern="0" spc="-80" dirty="0">
              <a:solidFill>
                <a:schemeClr val="accent6"/>
              </a:solidFill>
            </a:endParaRPr>
          </a:p>
          <a:p>
            <a:pPr marL="12700" marR="5080"/>
            <a:r>
              <a:rPr lang="en-US" sz="1400" kern="0" spc="-80" dirty="0">
                <a:solidFill>
                  <a:schemeClr val="accent2"/>
                </a:solidFill>
              </a:rPr>
              <a:t>3. Time to Interactive (TTI)</a:t>
            </a:r>
          </a:p>
          <a:p>
            <a:pPr marL="12700" marR="5080"/>
            <a:r>
              <a:rPr lang="en-US" sz="1400" kern="0" spc="-80" dirty="0">
                <a:solidFill>
                  <a:schemeClr val="accent6"/>
                </a:solidFill>
              </a:rPr>
              <a:t>Time when the UI becomes fully usable—buttons respond, input accepted.</a:t>
            </a:r>
          </a:p>
          <a:p>
            <a:pPr marL="12700" marR="5080"/>
            <a:r>
              <a:rPr lang="en-US" sz="1400" kern="0" spc="-80" dirty="0">
                <a:solidFill>
                  <a:schemeClr val="accent6"/>
                </a:solidFill>
              </a:rPr>
              <a:t>Measures JS main-thread blocking.</a:t>
            </a:r>
          </a:p>
          <a:p>
            <a:pPr marL="12700" marR="5080"/>
            <a:endParaRPr lang="en-US" sz="1400" kern="0" spc="-80" dirty="0">
              <a:solidFill>
                <a:schemeClr val="accent6"/>
              </a:solidFill>
            </a:endParaRPr>
          </a:p>
          <a:p>
            <a:pPr marL="12700" marR="5080"/>
            <a:r>
              <a:rPr lang="en-US" sz="1400" kern="0" spc="-80" dirty="0">
                <a:solidFill>
                  <a:schemeClr val="accent2"/>
                </a:solidFill>
              </a:rPr>
              <a:t>4. Speed Index</a:t>
            </a:r>
          </a:p>
          <a:p>
            <a:pPr marL="12700" marR="5080"/>
            <a:r>
              <a:rPr lang="en-US" sz="1400" kern="0" spc="-80" dirty="0">
                <a:solidFill>
                  <a:schemeClr val="accent6"/>
                </a:solidFill>
              </a:rPr>
              <a:t>Measures how visually complete the page looks over time.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6367816"/>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69C20-C28E-5512-DE1E-FCEA61C7E0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C9FC339-67A9-F84A-52C4-022FBD3D6E5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3336E48-8874-1E86-8F35-69D562E40C6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876AE1-2C3D-DB76-A380-104AD101DD45}"/>
              </a:ext>
            </a:extLst>
          </p:cNvPr>
          <p:cNvGraphicFramePr/>
          <p:nvPr>
            <p:extLst>
              <p:ext uri="{D42A27DB-BD31-4B8C-83A1-F6EECF244321}">
                <p14:modId xmlns:p14="http://schemas.microsoft.com/office/powerpoint/2010/main" val="402874897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E85202F-0E65-45EA-0344-DF8F877F93F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24FF641-6D49-C166-EBB4-A564FBF2DFE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19A8F0A-8225-6A09-89A7-3CFB71F3EF7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50C64F9-0FD6-49CC-69F7-5F4EFBA86E1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91056A3-8566-3816-C364-F00BF1A66B2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2A6BCE0-2E15-7936-7111-C4D997AB773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6B301B4-8F53-BA0B-E08A-06545836EEE5}"/>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1 — UI PERFORMANCE METRICS (WHAT TO MEASURE)</a:t>
            </a:r>
          </a:p>
          <a:p>
            <a:pPr marL="12700" marR="5080"/>
            <a:r>
              <a:rPr lang="en-US" sz="1400" kern="0" spc="-80" dirty="0">
                <a:solidFill>
                  <a:schemeClr val="accent2"/>
                </a:solidFill>
              </a:rPr>
              <a:t>A. Perceived Performance Metrics</a:t>
            </a:r>
          </a:p>
          <a:p>
            <a:pPr marL="12700" marR="5080"/>
            <a:r>
              <a:rPr lang="en-US" sz="1400" kern="0" spc="-80" dirty="0">
                <a:solidFill>
                  <a:schemeClr val="accent2"/>
                </a:solidFill>
              </a:rPr>
              <a:t>5. Perceived Load Time (PLT)</a:t>
            </a:r>
          </a:p>
          <a:p>
            <a:pPr marL="12700" marR="5080"/>
            <a:r>
              <a:rPr lang="en-US" sz="1400" kern="0" spc="-80" dirty="0">
                <a:solidFill>
                  <a:schemeClr val="accent6"/>
                </a:solidFill>
              </a:rPr>
              <a:t>Subjective user feeling.</a:t>
            </a:r>
          </a:p>
          <a:p>
            <a:pPr marL="12700" marR="5080"/>
            <a:r>
              <a:rPr lang="en-US" sz="1400" kern="0" spc="-80" dirty="0">
                <a:solidFill>
                  <a:schemeClr val="accent6"/>
                </a:solidFill>
              </a:rPr>
              <a:t>Can be influenced by:</a:t>
            </a:r>
          </a:p>
          <a:p>
            <a:pPr marL="12700" marR="5080"/>
            <a:r>
              <a:rPr lang="en-US" sz="1400" kern="0" spc="-80" dirty="0">
                <a:solidFill>
                  <a:schemeClr val="accent6"/>
                </a:solidFill>
              </a:rPr>
              <a:t>skeleton screens</a:t>
            </a:r>
          </a:p>
          <a:p>
            <a:pPr marL="12700" marR="5080"/>
            <a:r>
              <a:rPr lang="en-US" sz="1400" kern="0" spc="-80" dirty="0">
                <a:solidFill>
                  <a:schemeClr val="accent6"/>
                </a:solidFill>
              </a:rPr>
              <a:t>async loading</a:t>
            </a:r>
          </a:p>
          <a:p>
            <a:pPr marL="12700" marR="5080"/>
            <a:r>
              <a:rPr lang="en-US" sz="1400" kern="0" spc="-80" dirty="0">
                <a:solidFill>
                  <a:schemeClr val="accent6"/>
                </a:solidFill>
              </a:rPr>
              <a:t>progressive rendering</a:t>
            </a:r>
          </a:p>
          <a:p>
            <a:pPr marL="12700" marR="5080"/>
            <a:endParaRPr lang="en-US" sz="1400" kern="0" spc="-80" dirty="0">
              <a:solidFill>
                <a:schemeClr val="accent6"/>
              </a:solidFill>
            </a:endParaRPr>
          </a:p>
          <a:p>
            <a:pPr marL="12700" marR="5080"/>
            <a:r>
              <a:rPr lang="en-US" sz="1400" kern="0" spc="-80" dirty="0">
                <a:solidFill>
                  <a:schemeClr val="accent2"/>
                </a:solidFill>
              </a:rPr>
              <a:t>6. Above-the-fold Rendering Time</a:t>
            </a:r>
          </a:p>
          <a:p>
            <a:pPr marL="12700" marR="5080"/>
            <a:r>
              <a:rPr lang="en-US" sz="1400" kern="0" spc="-80" dirty="0">
                <a:solidFill>
                  <a:schemeClr val="accent6"/>
                </a:solidFill>
              </a:rPr>
              <a:t>Time to render only the visible viewport.</a:t>
            </a:r>
          </a:p>
          <a:p>
            <a:pPr marL="12700" marR="5080"/>
            <a:endParaRPr lang="en-US" sz="1400" kern="0" spc="-80" dirty="0">
              <a:solidFill>
                <a:schemeClr val="accent6"/>
              </a:solidFill>
            </a:endParaRPr>
          </a:p>
          <a:p>
            <a:pPr marL="12700" marR="5080"/>
            <a:r>
              <a:rPr lang="en-US" sz="1400" kern="0" spc="-80" dirty="0">
                <a:solidFill>
                  <a:schemeClr val="accent2"/>
                </a:solidFill>
              </a:rPr>
              <a:t>B. Interaction Performance Metrics (Responsiveness)</a:t>
            </a:r>
          </a:p>
          <a:p>
            <a:pPr marL="12700" marR="5080"/>
            <a:r>
              <a:rPr lang="en-US" sz="1400" kern="0" spc="-80" dirty="0">
                <a:solidFill>
                  <a:schemeClr val="accent2"/>
                </a:solidFill>
              </a:rPr>
              <a:t>1. Input Latency / Tap Latency</a:t>
            </a:r>
          </a:p>
          <a:p>
            <a:pPr marL="12700" marR="5080"/>
            <a:r>
              <a:rPr lang="en-US" sz="1400" kern="0" spc="-80" dirty="0">
                <a:solidFill>
                  <a:schemeClr val="accent6"/>
                </a:solidFill>
              </a:rPr>
              <a:t>Time between touch/click and response.</a:t>
            </a:r>
          </a:p>
          <a:p>
            <a:pPr marL="12700" marR="5080"/>
            <a:r>
              <a:rPr lang="en-US" sz="1400" kern="0" spc="-80" dirty="0">
                <a:solidFill>
                  <a:schemeClr val="accent6"/>
                </a:solidFill>
              </a:rPr>
              <a:t>Target: &lt;100ms</a:t>
            </a:r>
          </a:p>
          <a:p>
            <a:pPr marL="12700" marR="5080"/>
            <a:endParaRPr lang="en-US" sz="1400" kern="0" spc="-80" dirty="0">
              <a:solidFill>
                <a:schemeClr val="accent6"/>
              </a:solidFill>
            </a:endParaRPr>
          </a:p>
          <a:p>
            <a:pPr marL="12700" marR="5080"/>
            <a:r>
              <a:rPr lang="en-US" sz="1400" kern="0" spc="-80" dirty="0">
                <a:solidFill>
                  <a:schemeClr val="accent2"/>
                </a:solidFill>
              </a:rPr>
              <a:t>2. First Input Delay (FID)</a:t>
            </a:r>
          </a:p>
          <a:p>
            <a:pPr marL="12700" marR="5080"/>
            <a:r>
              <a:rPr lang="en-US" sz="1400" kern="0" spc="-80" dirty="0">
                <a:solidFill>
                  <a:schemeClr val="accent6"/>
                </a:solidFill>
              </a:rPr>
              <a:t>Delay before processing first user interaction.</a:t>
            </a:r>
          </a:p>
          <a:p>
            <a:pPr marL="12700" marR="5080"/>
            <a:r>
              <a:rPr lang="en-US" sz="1400" kern="0" spc="-80" dirty="0">
                <a:solidFill>
                  <a:schemeClr val="accent6"/>
                </a:solidFill>
              </a:rPr>
              <a:t>Target &lt;100ms</a:t>
            </a:r>
          </a:p>
          <a:p>
            <a:pPr marL="12700" marR="5080"/>
            <a:endParaRPr lang="en-US" sz="1400" kern="0" spc="-80" dirty="0">
              <a:solidFill>
                <a:schemeClr val="accent6"/>
              </a:solidFill>
            </a:endParaRPr>
          </a:p>
          <a:p>
            <a:pPr marL="12700" marR="5080"/>
            <a:r>
              <a:rPr lang="en-US" sz="1400" kern="0" spc="-80" dirty="0">
                <a:solidFill>
                  <a:schemeClr val="accent2"/>
                </a:solidFill>
              </a:rPr>
              <a:t>3. Event Processing Time</a:t>
            </a:r>
          </a:p>
          <a:p>
            <a:pPr marL="12700" marR="5080"/>
            <a:r>
              <a:rPr lang="en-US" sz="1400" kern="0" spc="-80" dirty="0">
                <a:solidFill>
                  <a:schemeClr val="accent6"/>
                </a:solidFill>
              </a:rPr>
              <a:t>JS execution time handling events.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931388845"/>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7BC4AE-8598-ADAC-AF13-27BF6F28B3F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41D3C71-D4EF-FDF2-89D5-A37FB341ED3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8B67D22-3DD9-A8DF-05E2-7B37F24195E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6AA1021-3008-D4DF-3BB3-5832D49B07C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7AC9B05-D3C0-47E7-6779-CA44D8C2355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82325F-EEAA-C44B-FD04-C88B4399481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AEA4D77-23FB-CB14-507A-813EBB853ED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9D6F5F8-2E32-5CFD-5D6D-3D7EF33D662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2FC7E56-117F-2301-398C-A8A9B8D3790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E2F4A50-67E3-3F0F-05AB-38CDB5FCD96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149EA9D-3667-7B48-C67E-3E21160047D7}"/>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1 — UI PERFORMANCE METRICS (WHAT TO MEASURE)</a:t>
            </a:r>
          </a:p>
          <a:p>
            <a:pPr marL="12700" marR="5080"/>
            <a:r>
              <a:rPr lang="en-US" sz="1400" kern="0" spc="-80" dirty="0">
                <a:solidFill>
                  <a:schemeClr val="accent2"/>
                </a:solidFill>
              </a:rPr>
              <a:t>B. Interaction Performance Metrics (Responsiveness)</a:t>
            </a:r>
          </a:p>
          <a:p>
            <a:pPr marL="12700" marR="5080"/>
            <a:r>
              <a:rPr lang="en-US" sz="1400" kern="0" spc="-80" dirty="0">
                <a:solidFill>
                  <a:schemeClr val="accent2"/>
                </a:solidFill>
              </a:rPr>
              <a:t>4. UI Thread Blocking Time</a:t>
            </a:r>
          </a:p>
          <a:p>
            <a:pPr marL="12700" marR="5080"/>
            <a:r>
              <a:rPr lang="en-US" sz="1400" kern="0" spc="-80" dirty="0">
                <a:solidFill>
                  <a:schemeClr val="accent6"/>
                </a:solidFill>
              </a:rPr>
              <a:t>Measures rendering or JS tasks blocking the UI thread.</a:t>
            </a:r>
          </a:p>
          <a:p>
            <a:pPr marL="12700" marR="5080"/>
            <a:endParaRPr lang="en-US" sz="1400" kern="0" spc="-80" dirty="0">
              <a:solidFill>
                <a:schemeClr val="accent6"/>
              </a:solidFill>
            </a:endParaRPr>
          </a:p>
          <a:p>
            <a:pPr marL="12700" marR="5080"/>
            <a:r>
              <a:rPr lang="en-US" sz="1400" kern="0" spc="-80" dirty="0">
                <a:solidFill>
                  <a:schemeClr val="accent2"/>
                </a:solidFill>
              </a:rPr>
              <a:t>5. Feedback Delay</a:t>
            </a:r>
          </a:p>
          <a:p>
            <a:pPr marL="12700" marR="5080"/>
            <a:r>
              <a:rPr lang="en-US" sz="1400" kern="0" spc="-80" dirty="0">
                <a:solidFill>
                  <a:schemeClr val="accent6"/>
                </a:solidFill>
              </a:rPr>
              <a:t>Visual feedback delay (button ripple, highlight).</a:t>
            </a:r>
          </a:p>
          <a:p>
            <a:pPr marL="12700" marR="5080"/>
            <a:endParaRPr lang="en-US" sz="1400" kern="0" spc="-80" dirty="0">
              <a:solidFill>
                <a:schemeClr val="accent6"/>
              </a:solidFill>
            </a:endParaRPr>
          </a:p>
          <a:p>
            <a:pPr marL="12700" marR="5080"/>
            <a:r>
              <a:rPr lang="en-US" sz="1400" kern="0" spc="-80" dirty="0">
                <a:solidFill>
                  <a:schemeClr val="accent2"/>
                </a:solidFill>
              </a:rPr>
              <a:t>C. Animation &amp; Rendering Metrics</a:t>
            </a:r>
          </a:p>
          <a:p>
            <a:pPr marL="12700" marR="5080"/>
            <a:r>
              <a:rPr lang="en-US" sz="1400" kern="0" spc="-80" dirty="0">
                <a:solidFill>
                  <a:schemeClr val="accent2"/>
                </a:solidFill>
              </a:rPr>
              <a:t>1. FPS (Frames Per Second)</a:t>
            </a:r>
          </a:p>
          <a:p>
            <a:pPr marL="12700" marR="5080"/>
            <a:r>
              <a:rPr lang="en-US" sz="1400" kern="0" spc="-80" dirty="0">
                <a:solidFill>
                  <a:schemeClr val="accent6"/>
                </a:solidFill>
              </a:rPr>
              <a:t>Target: 60 FPS</a:t>
            </a:r>
          </a:p>
          <a:p>
            <a:pPr marL="12700" marR="5080"/>
            <a:r>
              <a:rPr lang="en-US" sz="1400" kern="0" spc="-80" dirty="0">
                <a:solidFill>
                  <a:schemeClr val="accent6"/>
                </a:solidFill>
              </a:rPr>
              <a:t>Anything &lt;50 FPS = </a:t>
            </a:r>
            <a:r>
              <a:rPr lang="en-US" sz="1400" kern="0" spc="-80" dirty="0" err="1">
                <a:solidFill>
                  <a:schemeClr val="accent6"/>
                </a:solidFill>
              </a:rPr>
              <a:t>jank</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2. Frame Time</a:t>
            </a:r>
          </a:p>
          <a:p>
            <a:pPr marL="12700" marR="5080"/>
            <a:r>
              <a:rPr lang="en-US" sz="1400" kern="0" spc="-80" dirty="0">
                <a:solidFill>
                  <a:schemeClr val="accent6"/>
                </a:solidFill>
              </a:rPr>
              <a:t>16ms budget to hit 60 FPS</a:t>
            </a:r>
          </a:p>
          <a:p>
            <a:pPr marL="12700" marR="5080"/>
            <a:endParaRPr lang="en-US" sz="1400" kern="0" spc="-80" dirty="0">
              <a:solidFill>
                <a:schemeClr val="accent6"/>
              </a:solidFill>
            </a:endParaRPr>
          </a:p>
          <a:p>
            <a:pPr marL="12700" marR="5080"/>
            <a:r>
              <a:rPr lang="en-US" sz="1400" kern="0" spc="-80" dirty="0">
                <a:solidFill>
                  <a:schemeClr val="accent2"/>
                </a:solidFill>
              </a:rPr>
              <a:t>3. Jank</a:t>
            </a:r>
          </a:p>
          <a:p>
            <a:pPr marL="12700" marR="5080"/>
            <a:r>
              <a:rPr lang="en-US" sz="1400" kern="0" spc="-80" dirty="0">
                <a:solidFill>
                  <a:schemeClr val="accent6"/>
                </a:solidFill>
              </a:rPr>
              <a:t>Missed frames / stutter / inconsistent frame delivery.</a:t>
            </a:r>
          </a:p>
          <a:p>
            <a:pPr marL="12700" marR="5080"/>
            <a:endParaRPr lang="en-US" sz="1400" kern="0" spc="-80" dirty="0">
              <a:solidFill>
                <a:schemeClr val="accent6"/>
              </a:solidFill>
            </a:endParaRPr>
          </a:p>
          <a:p>
            <a:pPr marL="12700" marR="5080"/>
            <a:r>
              <a:rPr lang="en-US" sz="1400" kern="0" spc="-80" dirty="0">
                <a:solidFill>
                  <a:schemeClr val="accent2"/>
                </a:solidFill>
              </a:rPr>
              <a:t>4. Layout Thrashing</a:t>
            </a:r>
          </a:p>
          <a:p>
            <a:pPr marL="12700" marR="5080"/>
            <a:r>
              <a:rPr lang="en-US" sz="1400" kern="0" spc="-80" dirty="0">
                <a:solidFill>
                  <a:schemeClr val="accent6"/>
                </a:solidFill>
              </a:rPr>
              <a:t>Rapid, repeated layout recalculations (read/write loops).</a:t>
            </a:r>
          </a:p>
          <a:p>
            <a:pPr marL="12700" marR="5080"/>
            <a:endParaRPr lang="en-US" sz="1400" kern="0" spc="-80" dirty="0">
              <a:solidFill>
                <a:schemeClr val="accent6"/>
              </a:solidFill>
            </a:endParaRPr>
          </a:p>
          <a:p>
            <a:pPr marL="12700" marR="5080"/>
            <a:r>
              <a:rPr lang="en-US" sz="1400" kern="0" spc="-80" dirty="0">
                <a:solidFill>
                  <a:schemeClr val="accent2"/>
                </a:solidFill>
              </a:rPr>
              <a:t>5. Rasterization cost</a:t>
            </a:r>
          </a:p>
          <a:p>
            <a:pPr marL="12700" marR="5080"/>
            <a:r>
              <a:rPr lang="en-US" sz="1400" kern="0" spc="-80" dirty="0">
                <a:solidFill>
                  <a:schemeClr val="accent6"/>
                </a:solidFill>
              </a:rPr>
              <a:t>Pixels painted per frame.</a:t>
            </a:r>
          </a:p>
        </p:txBody>
      </p:sp>
    </p:spTree>
    <p:extLst>
      <p:ext uri="{BB962C8B-B14F-4D97-AF65-F5344CB8AC3E}">
        <p14:creationId xmlns:p14="http://schemas.microsoft.com/office/powerpoint/2010/main" val="654238166"/>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BEDBA2-04E5-7A6E-4C2E-518A1B6F785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52CA021-3F6F-844A-78D5-D2095D5D19B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CEF5ADA-B14E-A95D-0B3A-C188646B970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18BFA4B-59FC-5F6F-54F7-4DC7D37D348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C5FCBAD-B82D-3858-8DB5-D0D5A40B74A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AFD2923-4D83-ECFE-C203-8CD6BD22B93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A05AA83-6655-265C-396B-9BEEDFF0A5D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13C5E4B-D4BC-7DBC-1104-97A25C6A597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B5DAE37-BA45-BF77-F479-A564EC005E4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1AF9CC1-F1D2-2F90-526F-AAE0E96409D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584B3C5-853B-A6FB-CD65-9517D982C614}"/>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1 — UI PERFORMANCE METRICS (WHAT TO MEASURE)</a:t>
            </a:r>
          </a:p>
          <a:p>
            <a:pPr marL="12700" marR="5080"/>
            <a:r>
              <a:rPr lang="en-US" sz="1400" kern="0" spc="-80" dirty="0">
                <a:solidFill>
                  <a:schemeClr val="accent2"/>
                </a:solidFill>
              </a:rPr>
              <a:t>C. Animation &amp; Rendering Metrics</a:t>
            </a:r>
          </a:p>
          <a:p>
            <a:pPr marL="12700" marR="5080"/>
            <a:r>
              <a:rPr lang="en-US" sz="1400" kern="0" spc="-80" dirty="0">
                <a:solidFill>
                  <a:schemeClr val="accent2"/>
                </a:solidFill>
              </a:rPr>
              <a:t>6. GPU vs CPU rendering</a:t>
            </a:r>
          </a:p>
          <a:p>
            <a:pPr marL="12700" marR="5080"/>
            <a:r>
              <a:rPr lang="en-US" sz="1400" kern="0" spc="-80" dirty="0">
                <a:solidFill>
                  <a:schemeClr val="accent6"/>
                </a:solidFill>
              </a:rPr>
              <a:t>Offloading to GPU reduces CPU load.</a:t>
            </a:r>
          </a:p>
          <a:p>
            <a:pPr marL="12700" marR="5080"/>
            <a:endParaRPr lang="en-US" sz="1400" kern="0" spc="-80" dirty="0">
              <a:solidFill>
                <a:schemeClr val="accent6"/>
              </a:solidFill>
            </a:endParaRPr>
          </a:p>
          <a:p>
            <a:pPr marL="12700" marR="5080"/>
            <a:r>
              <a:rPr lang="en-US" sz="1400" kern="0" spc="-80" dirty="0">
                <a:solidFill>
                  <a:schemeClr val="accent2"/>
                </a:solidFill>
              </a:rPr>
              <a:t>D. Memory &amp; Resource Metrics</a:t>
            </a:r>
          </a:p>
          <a:p>
            <a:pPr marL="12700" marR="5080"/>
            <a:r>
              <a:rPr lang="en-US" sz="1400" kern="0" spc="-80" dirty="0">
                <a:solidFill>
                  <a:schemeClr val="accent2"/>
                </a:solidFill>
              </a:rPr>
              <a:t>1. Heap Size</a:t>
            </a:r>
          </a:p>
          <a:p>
            <a:pPr marL="12700" marR="5080"/>
            <a:r>
              <a:rPr lang="en-US" sz="1400" kern="0" spc="-80" dirty="0">
                <a:solidFill>
                  <a:schemeClr val="accent6"/>
                </a:solidFill>
              </a:rPr>
              <a:t>JS memory, Swift, Kotlin allocated memory</a:t>
            </a:r>
          </a:p>
          <a:p>
            <a:pPr marL="12700" marR="5080"/>
            <a:endParaRPr lang="en-US" sz="1400" kern="0" spc="-80" dirty="0">
              <a:solidFill>
                <a:schemeClr val="accent6"/>
              </a:solidFill>
            </a:endParaRPr>
          </a:p>
          <a:p>
            <a:pPr marL="12700" marR="5080"/>
            <a:r>
              <a:rPr lang="en-US" sz="1400" kern="0" spc="-80" dirty="0">
                <a:solidFill>
                  <a:schemeClr val="accent2"/>
                </a:solidFill>
              </a:rPr>
              <a:t>2. Retained Objects / Leaks</a:t>
            </a:r>
          </a:p>
          <a:p>
            <a:pPr marL="12700" marR="5080"/>
            <a:r>
              <a:rPr lang="en-US" sz="1400" kern="0" spc="-80" dirty="0">
                <a:solidFill>
                  <a:schemeClr val="accent6"/>
                </a:solidFill>
              </a:rPr>
              <a:t>Unreleased listeners, closures, DOM nodes</a:t>
            </a:r>
          </a:p>
          <a:p>
            <a:pPr marL="12700" marR="5080"/>
            <a:endParaRPr lang="en-US" sz="1400" kern="0" spc="-80" dirty="0">
              <a:solidFill>
                <a:schemeClr val="accent6"/>
              </a:solidFill>
            </a:endParaRPr>
          </a:p>
          <a:p>
            <a:pPr marL="12700" marR="5080"/>
            <a:r>
              <a:rPr lang="en-US" sz="1400" kern="0" spc="-80" dirty="0">
                <a:solidFill>
                  <a:schemeClr val="accent2"/>
                </a:solidFill>
              </a:rPr>
              <a:t>3. Image memory footprint</a:t>
            </a:r>
          </a:p>
          <a:p>
            <a:pPr marL="12700" marR="5080"/>
            <a:r>
              <a:rPr lang="en-US" sz="1400" kern="0" spc="-80" dirty="0">
                <a:solidFill>
                  <a:schemeClr val="accent6"/>
                </a:solidFill>
              </a:rPr>
              <a:t>Large bitmaps causing GC pressure</a:t>
            </a:r>
          </a:p>
          <a:p>
            <a:pPr marL="12700" marR="5080"/>
            <a:endParaRPr lang="en-US" sz="1400" kern="0" spc="-80" dirty="0">
              <a:solidFill>
                <a:schemeClr val="accent6"/>
              </a:solidFill>
            </a:endParaRPr>
          </a:p>
          <a:p>
            <a:pPr marL="12700" marR="5080"/>
            <a:r>
              <a:rPr lang="en-US" sz="1400" kern="0" spc="-80" dirty="0">
                <a:solidFill>
                  <a:schemeClr val="accent2"/>
                </a:solidFill>
              </a:rPr>
              <a:t>4. GC/ARC Pressure</a:t>
            </a:r>
          </a:p>
          <a:p>
            <a:pPr marL="12700" marR="5080"/>
            <a:r>
              <a:rPr lang="en-US" sz="1400" kern="0" spc="-80" dirty="0">
                <a:solidFill>
                  <a:schemeClr val="accent6"/>
                </a:solidFill>
              </a:rPr>
              <a:t>Too frequent garbage collections</a:t>
            </a:r>
          </a:p>
          <a:p>
            <a:pPr marL="12700" marR="5080"/>
            <a:endParaRPr lang="en-US" sz="1400" kern="0" spc="-80" dirty="0">
              <a:solidFill>
                <a:schemeClr val="accent6"/>
              </a:solidFill>
            </a:endParaRPr>
          </a:p>
          <a:p>
            <a:pPr marL="12700" marR="5080"/>
            <a:r>
              <a:rPr lang="en-US" sz="1400" kern="0" spc="-80" dirty="0">
                <a:solidFill>
                  <a:schemeClr val="accent2"/>
                </a:solidFill>
              </a:rPr>
              <a:t>5. Texture Upload Time (GPU)</a:t>
            </a:r>
          </a:p>
          <a:p>
            <a:pPr marL="12700" marR="5080"/>
            <a:endParaRPr lang="en-US" sz="1400" kern="0" spc="-80" dirty="0">
              <a:solidFill>
                <a:schemeClr val="accent2"/>
              </a:solidFill>
            </a:endParaRPr>
          </a:p>
          <a:p>
            <a:pPr marL="12700" marR="5080"/>
            <a:r>
              <a:rPr lang="en-US" sz="1400" kern="0" spc="-80" dirty="0">
                <a:solidFill>
                  <a:schemeClr val="accent2"/>
                </a:solidFill>
              </a:rPr>
              <a:t>E. Network &amp; Data Metrics</a:t>
            </a:r>
          </a:p>
          <a:p>
            <a:pPr marL="12700" marR="5080"/>
            <a:r>
              <a:rPr lang="en-US" sz="1400" kern="0" spc="-80" dirty="0">
                <a:solidFill>
                  <a:schemeClr val="accent2"/>
                </a:solidFill>
              </a:rPr>
              <a:t>1. Bundle Size / Asset Size</a:t>
            </a:r>
          </a:p>
          <a:p>
            <a:pPr marL="12700" marR="5080"/>
            <a:r>
              <a:rPr lang="en-US" sz="1400" kern="0" spc="-80" dirty="0">
                <a:solidFill>
                  <a:schemeClr val="accent6"/>
                </a:solidFill>
              </a:rPr>
              <a:t>JS bundle, images, fonts, CSS</a:t>
            </a:r>
          </a:p>
        </p:txBody>
      </p:sp>
    </p:spTree>
    <p:extLst>
      <p:ext uri="{BB962C8B-B14F-4D97-AF65-F5344CB8AC3E}">
        <p14:creationId xmlns:p14="http://schemas.microsoft.com/office/powerpoint/2010/main" val="3962088007"/>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53EA3-8934-E432-6087-E7E369C7CEB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1FD2D5-3C64-1B4D-BD40-991F5D63416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98E9581-14FA-0124-240D-B0C31CD4950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8F3668C-FC51-F7E9-E46C-0DCD12925C1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DB0077A-DFE8-7B58-5A49-3D7FC7CB832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73E0023-BEEA-00A5-7E91-29D3571284F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2CC2649-241A-CCC5-57EC-96C60B1DF12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23A7934-94B6-C1B2-F1DA-DBFD8381AD8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4483541-5773-8772-CA98-1EE9C314FE0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9E9D32E-B89D-E6F7-F564-38FFFF4EFB4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217D65D-4989-77EE-33A1-1218C9454AB8}"/>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1 — UI PERFORMANCE METRICS (WHAT TO MEASURE)</a:t>
            </a:r>
          </a:p>
          <a:p>
            <a:pPr marL="12700" marR="5080"/>
            <a:r>
              <a:rPr lang="en-US" sz="1400" kern="0" spc="-80" dirty="0">
                <a:solidFill>
                  <a:schemeClr val="accent2"/>
                </a:solidFill>
              </a:rPr>
              <a:t>E. Network &amp; Data Metrics</a:t>
            </a:r>
          </a:p>
          <a:p>
            <a:pPr marL="12700" marR="5080"/>
            <a:r>
              <a:rPr lang="en-US" sz="1400" kern="0" spc="-80" dirty="0">
                <a:solidFill>
                  <a:schemeClr val="accent2"/>
                </a:solidFill>
              </a:rPr>
              <a:t>2. API Latency</a:t>
            </a:r>
          </a:p>
          <a:p>
            <a:pPr marL="12700" marR="5080"/>
            <a:r>
              <a:rPr lang="en-US" sz="1400" kern="0" spc="-80" dirty="0">
                <a:solidFill>
                  <a:schemeClr val="accent6"/>
                </a:solidFill>
              </a:rPr>
              <a:t>Time to receive usable data</a:t>
            </a:r>
          </a:p>
          <a:p>
            <a:pPr marL="12700" marR="5080"/>
            <a:r>
              <a:rPr lang="en-US" sz="1400" kern="0" spc="-80" dirty="0">
                <a:solidFill>
                  <a:schemeClr val="accent6"/>
                </a:solidFill>
              </a:rPr>
              <a:t>3. Round Trips (RTT)</a:t>
            </a:r>
          </a:p>
          <a:p>
            <a:pPr marL="12700" marR="5080"/>
            <a:r>
              <a:rPr lang="en-US" sz="1400" kern="0" spc="-80" dirty="0">
                <a:solidFill>
                  <a:schemeClr val="accent6"/>
                </a:solidFill>
              </a:rPr>
              <a:t>4. Caching Hit/Miss Ratios</a:t>
            </a:r>
          </a:p>
          <a:p>
            <a:pPr marL="12700" marR="5080"/>
            <a:r>
              <a:rPr lang="en-US" sz="1400" kern="0" spc="-80" dirty="0">
                <a:solidFill>
                  <a:schemeClr val="accent6"/>
                </a:solidFill>
              </a:rPr>
              <a:t>5. Lazy loading effectiveness</a:t>
            </a:r>
          </a:p>
          <a:p>
            <a:pPr marL="12700" marR="5080"/>
            <a:endParaRPr lang="en-US" sz="1400" kern="0" spc="-80" dirty="0">
              <a:solidFill>
                <a:schemeClr val="accent6"/>
              </a:solidFill>
            </a:endParaRPr>
          </a:p>
          <a:p>
            <a:pPr marL="12700" marR="5080"/>
            <a:r>
              <a:rPr lang="en-US" sz="1400" kern="0" spc="-80" dirty="0">
                <a:solidFill>
                  <a:schemeClr val="accent2"/>
                </a:solidFill>
              </a:rPr>
              <a:t>F. Platform-Specific UI Metrics</a:t>
            </a:r>
          </a:p>
          <a:p>
            <a:pPr marL="12700" marR="5080"/>
            <a:r>
              <a:rPr lang="en-US" sz="1400" kern="0" spc="-80" dirty="0">
                <a:solidFill>
                  <a:schemeClr val="accent2"/>
                </a:solidFill>
              </a:rPr>
              <a:t>Web</a:t>
            </a:r>
          </a:p>
          <a:p>
            <a:pPr marL="12700" marR="5080"/>
            <a:r>
              <a:rPr lang="en-US" sz="1400" kern="0" spc="-80" dirty="0">
                <a:solidFill>
                  <a:schemeClr val="accent6"/>
                </a:solidFill>
              </a:rPr>
              <a:t>CLS (Cumulative Layout Shift)</a:t>
            </a:r>
          </a:p>
          <a:p>
            <a:pPr marL="12700" marR="5080"/>
            <a:r>
              <a:rPr lang="en-US" sz="1400" kern="0" spc="-80" dirty="0">
                <a:solidFill>
                  <a:schemeClr val="accent6"/>
                </a:solidFill>
              </a:rPr>
              <a:t>TBT (Total Blocking Time)</a:t>
            </a:r>
          </a:p>
          <a:p>
            <a:pPr marL="12700" marR="5080"/>
            <a:r>
              <a:rPr lang="en-US" sz="1400" kern="0" spc="-80" dirty="0">
                <a:solidFill>
                  <a:schemeClr val="accent6"/>
                </a:solidFill>
              </a:rPr>
              <a:t>INP (Interaction to Next Paint)</a:t>
            </a:r>
          </a:p>
          <a:p>
            <a:pPr marL="12700" marR="5080"/>
            <a:r>
              <a:rPr lang="en-US" sz="1400" kern="0" spc="-80" dirty="0">
                <a:solidFill>
                  <a:schemeClr val="accent6"/>
                </a:solidFill>
              </a:rPr>
              <a:t>UI thread blocking</a:t>
            </a:r>
          </a:p>
          <a:p>
            <a:pPr marL="12700" marR="5080"/>
            <a:r>
              <a:rPr lang="en-US" sz="1400" kern="0" spc="-80" dirty="0">
                <a:solidFill>
                  <a:schemeClr val="accent2"/>
                </a:solidFill>
              </a:rPr>
              <a:t>Mobile (Android/iOS)</a:t>
            </a:r>
          </a:p>
          <a:p>
            <a:pPr marL="12700" marR="5080"/>
            <a:r>
              <a:rPr lang="en-US" sz="1400" kern="0" spc="-80" dirty="0">
                <a:solidFill>
                  <a:schemeClr val="accent6"/>
                </a:solidFill>
              </a:rPr>
              <a:t>Choreographer dropped frames (Android)</a:t>
            </a:r>
          </a:p>
          <a:p>
            <a:pPr marL="12700" marR="5080"/>
            <a:r>
              <a:rPr lang="en-US" sz="1400" kern="0" spc="-80" dirty="0">
                <a:solidFill>
                  <a:schemeClr val="accent6"/>
                </a:solidFill>
              </a:rPr>
              <a:t>Core Animation frame drops (iOS)</a:t>
            </a:r>
          </a:p>
          <a:p>
            <a:pPr marL="12700" marR="5080"/>
            <a:r>
              <a:rPr lang="en-US" sz="1400" kern="0" spc="-80" dirty="0" err="1">
                <a:solidFill>
                  <a:schemeClr val="accent6"/>
                </a:solidFill>
              </a:rPr>
              <a:t>SwiftUI</a:t>
            </a:r>
            <a:r>
              <a:rPr lang="en-US" sz="1400" kern="0" spc="-80" dirty="0">
                <a:solidFill>
                  <a:schemeClr val="accent6"/>
                </a:solidFill>
              </a:rPr>
              <a:t> Layout Pass Time</a:t>
            </a:r>
          </a:p>
          <a:p>
            <a:pPr marL="12700" marR="5080"/>
            <a:r>
              <a:rPr lang="en-US" sz="1400" kern="0" spc="-80" dirty="0">
                <a:solidFill>
                  <a:schemeClr val="accent6"/>
                </a:solidFill>
              </a:rPr>
              <a:t>Compose </a:t>
            </a:r>
            <a:r>
              <a:rPr lang="en-US" sz="1400" kern="0" spc="-80" dirty="0" err="1">
                <a:solidFill>
                  <a:schemeClr val="accent6"/>
                </a:solidFill>
              </a:rPr>
              <a:t>Recomposition</a:t>
            </a:r>
            <a:r>
              <a:rPr lang="en-US" sz="1400" kern="0" spc="-80" dirty="0">
                <a:solidFill>
                  <a:schemeClr val="accent6"/>
                </a:solidFill>
              </a:rPr>
              <a:t> Count</a:t>
            </a:r>
          </a:p>
          <a:p>
            <a:pPr marL="12700" marR="5080"/>
            <a:r>
              <a:rPr lang="en-US" sz="1400" kern="0" spc="-80" dirty="0">
                <a:solidFill>
                  <a:schemeClr val="accent2"/>
                </a:solidFill>
              </a:rPr>
              <a:t>Desktop UI</a:t>
            </a:r>
          </a:p>
          <a:p>
            <a:pPr marL="12700" marR="5080"/>
            <a:r>
              <a:rPr lang="en-US" sz="1400" kern="0" spc="-80" dirty="0">
                <a:solidFill>
                  <a:schemeClr val="accent6"/>
                </a:solidFill>
              </a:rPr>
              <a:t>Render pipeline: layout → paint → compositing</a:t>
            </a:r>
          </a:p>
          <a:p>
            <a:pPr marL="12700" marR="5080"/>
            <a:r>
              <a:rPr lang="en-US" sz="1400" kern="0" spc="-80" dirty="0">
                <a:solidFill>
                  <a:schemeClr val="accent6"/>
                </a:solidFill>
              </a:rPr>
              <a:t>Main-thread responsiveness</a:t>
            </a:r>
          </a:p>
          <a:p>
            <a:pPr marL="12700" marR="5080"/>
            <a:r>
              <a:rPr lang="en-US" sz="1400" kern="0" spc="-80" dirty="0">
                <a:solidFill>
                  <a:schemeClr val="accent6"/>
                </a:solidFill>
              </a:rPr>
              <a:t>GPU compositing cost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011526683"/>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F0C404-7933-631C-31FE-FF90CC0739A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30B8AD0-C4C5-F8FA-0F98-B948B332C7D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DEB5677-1830-8F06-64BF-A230CE58927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16E5D17-F39C-7BDD-A94A-9E48F42D0C5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3EE8005-E7F7-8255-B75B-641BA2DE404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96FA498-3D9F-2EE2-546A-16EFA6396A4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38E7699-29BF-F850-4047-4FC2F2BE0C9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4D06C6D-9752-F34F-0E1F-2970F618B7F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8755201-102E-7CBC-63D9-6C5B685C2A7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471B322-ADFA-1F8C-7409-871597FB40A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47D9F95-C593-6005-D19E-0B177D4706C2}"/>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6"/>
                </a:solidFill>
              </a:rPr>
              <a:t>Deep, practical techniques across front-end, mobile, and UI architecture.</a:t>
            </a:r>
          </a:p>
          <a:p>
            <a:pPr marL="12700" marR="5080"/>
            <a:r>
              <a:rPr lang="en-US" sz="1400" kern="0" spc="-80" dirty="0">
                <a:solidFill>
                  <a:schemeClr val="accent2"/>
                </a:solidFill>
              </a:rPr>
              <a:t>A. Rendering Optimizations (Critical Rendering Path)</a:t>
            </a:r>
          </a:p>
          <a:p>
            <a:pPr marL="12700" marR="5080"/>
            <a:r>
              <a:rPr lang="en-US" sz="1400" kern="0" spc="-80" dirty="0">
                <a:solidFill>
                  <a:schemeClr val="accent2"/>
                </a:solidFill>
              </a:rPr>
              <a:t>1. Minimize Critical Path Resources</a:t>
            </a:r>
          </a:p>
          <a:p>
            <a:pPr marL="12700" marR="5080"/>
            <a:r>
              <a:rPr lang="en-US" sz="1400" kern="0" spc="-80" dirty="0">
                <a:solidFill>
                  <a:schemeClr val="accent6"/>
                </a:solidFill>
              </a:rPr>
              <a:t>Inline critical CSS</a:t>
            </a:r>
          </a:p>
          <a:p>
            <a:pPr marL="12700" marR="5080"/>
            <a:r>
              <a:rPr lang="en-US" sz="1400" kern="0" spc="-80" dirty="0">
                <a:solidFill>
                  <a:schemeClr val="accent6"/>
                </a:solidFill>
              </a:rPr>
              <a:t>Remove render-blocking JS</a:t>
            </a:r>
          </a:p>
          <a:p>
            <a:pPr marL="12700" marR="5080"/>
            <a:r>
              <a:rPr lang="en-US" sz="1400" kern="0" spc="-80" dirty="0">
                <a:solidFill>
                  <a:schemeClr val="accent6"/>
                </a:solidFill>
              </a:rPr>
              <a:t>Use defer, async</a:t>
            </a:r>
          </a:p>
          <a:p>
            <a:pPr marL="12700" marR="5080"/>
            <a:r>
              <a:rPr lang="en-US" sz="1400" kern="0" spc="-80" dirty="0">
                <a:solidFill>
                  <a:schemeClr val="accent6"/>
                </a:solidFill>
              </a:rPr>
              <a:t>Code split per route</a:t>
            </a:r>
          </a:p>
          <a:p>
            <a:pPr marL="12700" marR="5080"/>
            <a:endParaRPr lang="en-US" sz="1400" kern="0" spc="-80" dirty="0">
              <a:solidFill>
                <a:schemeClr val="accent6"/>
              </a:solidFill>
            </a:endParaRPr>
          </a:p>
          <a:p>
            <a:pPr marL="12700" marR="5080"/>
            <a:r>
              <a:rPr lang="en-US" sz="1400" kern="0" spc="-80" dirty="0">
                <a:solidFill>
                  <a:schemeClr val="accent2"/>
                </a:solidFill>
              </a:rPr>
              <a:t>2. Preload Key Assets</a:t>
            </a:r>
          </a:p>
          <a:p>
            <a:pPr marL="12700" marR="5080"/>
            <a:r>
              <a:rPr lang="en-US" sz="1400" kern="0" spc="-80" dirty="0">
                <a:solidFill>
                  <a:schemeClr val="accent6"/>
                </a:solidFill>
              </a:rPr>
              <a:t>Fonts</a:t>
            </a:r>
          </a:p>
          <a:p>
            <a:pPr marL="12700" marR="5080"/>
            <a:r>
              <a:rPr lang="en-US" sz="1400" kern="0" spc="-80" dirty="0">
                <a:solidFill>
                  <a:schemeClr val="accent6"/>
                </a:solidFill>
              </a:rPr>
              <a:t>Hero images</a:t>
            </a:r>
          </a:p>
          <a:p>
            <a:pPr marL="12700" marR="5080"/>
            <a:r>
              <a:rPr lang="en-US" sz="1400" kern="0" spc="-80" dirty="0">
                <a:solidFill>
                  <a:schemeClr val="accent6"/>
                </a:solidFill>
              </a:rPr>
              <a:t>Key JS chunks</a:t>
            </a:r>
          </a:p>
          <a:p>
            <a:pPr marL="12700" marR="5080"/>
            <a:endParaRPr lang="en-US" sz="1400" kern="0" spc="-80" dirty="0">
              <a:solidFill>
                <a:schemeClr val="accent6"/>
              </a:solidFill>
            </a:endParaRPr>
          </a:p>
          <a:p>
            <a:pPr marL="12700" marR="5080"/>
            <a:r>
              <a:rPr lang="en-US" sz="1400" kern="0" spc="-80" dirty="0">
                <a:solidFill>
                  <a:schemeClr val="accent2"/>
                </a:solidFill>
              </a:rPr>
              <a:t>3. Reduce Repaints &amp; Reflows</a:t>
            </a:r>
          </a:p>
          <a:p>
            <a:pPr marL="12700" marR="5080"/>
            <a:r>
              <a:rPr lang="en-US" sz="1400" kern="0" spc="-80" dirty="0">
                <a:solidFill>
                  <a:schemeClr val="accent2"/>
                </a:solidFill>
              </a:rPr>
              <a:t>Avoid:</a:t>
            </a:r>
          </a:p>
          <a:p>
            <a:pPr marL="12700" marR="5080"/>
            <a:r>
              <a:rPr lang="en-US" sz="1400" kern="0" spc="-80" dirty="0">
                <a:solidFill>
                  <a:schemeClr val="accent6"/>
                </a:solidFill>
              </a:rPr>
              <a:t>const height = </a:t>
            </a:r>
            <a:r>
              <a:rPr lang="en-US" sz="1400" kern="0" spc="-80" dirty="0" err="1">
                <a:solidFill>
                  <a:schemeClr val="accent6"/>
                </a:solidFill>
              </a:rPr>
              <a:t>element.offsetHeight</a:t>
            </a:r>
            <a:r>
              <a:rPr lang="en-US" sz="1400" kern="0" spc="-80" dirty="0">
                <a:solidFill>
                  <a:schemeClr val="accent6"/>
                </a:solidFill>
              </a:rPr>
              <a:t>;</a:t>
            </a:r>
          </a:p>
          <a:p>
            <a:pPr marL="12700" marR="5080"/>
            <a:r>
              <a:rPr lang="en-US" sz="1400" kern="0" spc="-80" dirty="0" err="1">
                <a:solidFill>
                  <a:schemeClr val="accent6"/>
                </a:solidFill>
              </a:rPr>
              <a:t>element.style.height</a:t>
            </a:r>
            <a:r>
              <a:rPr lang="en-US" sz="1400" kern="0" spc="-80" dirty="0">
                <a:solidFill>
                  <a:schemeClr val="accent6"/>
                </a:solidFill>
              </a:rPr>
              <a:t> = '100px';</a:t>
            </a:r>
          </a:p>
          <a:p>
            <a:pPr marL="12700" marR="5080"/>
            <a:r>
              <a:rPr lang="en-US" sz="1400" kern="0" spc="-80" dirty="0">
                <a:solidFill>
                  <a:schemeClr val="accent6"/>
                </a:solidFill>
              </a:rPr>
              <a:t>const width = </a:t>
            </a:r>
            <a:r>
              <a:rPr lang="en-US" sz="1400" kern="0" spc="-80" dirty="0" err="1">
                <a:solidFill>
                  <a:schemeClr val="accent6"/>
                </a:solidFill>
              </a:rPr>
              <a:t>element.offsetWidth</a:t>
            </a:r>
            <a:r>
              <a:rPr lang="en-US" sz="1400" kern="0" spc="-80" dirty="0">
                <a:solidFill>
                  <a:schemeClr val="accent6"/>
                </a:solidFill>
              </a:rPr>
              <a:t>; // forces another layout</a:t>
            </a:r>
          </a:p>
          <a:p>
            <a:pPr marL="12700" marR="5080"/>
            <a:r>
              <a:rPr lang="en-US" sz="1400" kern="0" spc="-80" dirty="0">
                <a:solidFill>
                  <a:schemeClr val="accent2"/>
                </a:solidFill>
              </a:rPr>
              <a:t>Solution:</a:t>
            </a:r>
          </a:p>
          <a:p>
            <a:pPr marL="12700" marR="5080"/>
            <a:r>
              <a:rPr lang="en-US" sz="1400" kern="0" spc="-80" dirty="0">
                <a:solidFill>
                  <a:schemeClr val="accent6"/>
                </a:solidFill>
              </a:rPr>
              <a:t>Batch DOM reads &amp; writes</a:t>
            </a:r>
          </a:p>
          <a:p>
            <a:pPr marL="12700" marR="5080"/>
            <a:r>
              <a:rPr lang="en-US" sz="1400" kern="0" spc="-80" dirty="0">
                <a:solidFill>
                  <a:schemeClr val="accent6"/>
                </a:solidFill>
              </a:rPr>
              <a:t>Use </a:t>
            </a:r>
            <a:r>
              <a:rPr lang="en-US" sz="1400" kern="0" spc="-80" dirty="0" err="1">
                <a:solidFill>
                  <a:schemeClr val="accent6"/>
                </a:solidFill>
              </a:rPr>
              <a:t>requestAnimationFrame</a:t>
            </a:r>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740263498"/>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F0559-E9D3-6366-A219-340F9AF4FE2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E0D490A-AA43-7161-9E5E-E6A89A7B870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BD8895E-6F34-B3BA-B330-737E72A7AAE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0FA781B-2962-6588-52AC-62C8BDA9F7E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2F1E060-1639-F795-D3AC-9381BC800F2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B3B3A70-0D3E-41A2-EE04-0A676CA9C51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042D9F4-8780-75EA-943A-C1DD5DCC872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14449BB-74AF-9DEC-FBA4-3B066FE337C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7D868E9-59E8-9D0D-B77B-1EB0C732FE5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AF40BE9-E6E3-947B-3A94-583BE87587D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2A7EB7E-7B13-0137-F9E3-61DF8ADAC174}"/>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2"/>
                </a:solidFill>
              </a:rPr>
              <a:t>A. Rendering Optimizations (Critical Rendering Path)</a:t>
            </a:r>
          </a:p>
          <a:p>
            <a:pPr marL="12700" marR="5080"/>
            <a:r>
              <a:rPr lang="en-US" sz="1400" kern="0" spc="-80" dirty="0">
                <a:solidFill>
                  <a:schemeClr val="accent2"/>
                </a:solidFill>
              </a:rPr>
              <a:t>4. Avoid Layout Thrashing</a:t>
            </a:r>
          </a:p>
          <a:p>
            <a:pPr marL="12700" marR="5080"/>
            <a:r>
              <a:rPr lang="en-US" sz="1400" kern="0" spc="-80" dirty="0">
                <a:solidFill>
                  <a:schemeClr val="accent2"/>
                </a:solidFill>
              </a:rPr>
              <a:t>Use:</a:t>
            </a:r>
          </a:p>
          <a:p>
            <a:pPr marL="12700" marR="5080"/>
            <a:r>
              <a:rPr lang="en-US" sz="1400" kern="0" spc="-80" dirty="0" err="1">
                <a:solidFill>
                  <a:schemeClr val="accent6"/>
                </a:solidFill>
              </a:rPr>
              <a:t>documentFragment</a:t>
            </a:r>
            <a:endParaRPr lang="en-US" sz="1400" kern="0" spc="-80" dirty="0">
              <a:solidFill>
                <a:schemeClr val="accent6"/>
              </a:solidFill>
            </a:endParaRPr>
          </a:p>
          <a:p>
            <a:pPr marL="12700" marR="5080"/>
            <a:r>
              <a:rPr lang="en-US" sz="1400" kern="0" spc="-80" dirty="0">
                <a:solidFill>
                  <a:schemeClr val="accent6"/>
                </a:solidFill>
              </a:rPr>
              <a:t>Virtual scroll</a:t>
            </a:r>
          </a:p>
          <a:p>
            <a:pPr marL="12700" marR="5080"/>
            <a:r>
              <a:rPr lang="en-US" sz="1400" kern="0" spc="-80" dirty="0">
                <a:solidFill>
                  <a:schemeClr val="accent6"/>
                </a:solidFill>
              </a:rPr>
              <a:t>transform &amp; opacity for animations (GPU friendly)</a:t>
            </a:r>
          </a:p>
          <a:p>
            <a:pPr marL="12700" marR="5080"/>
            <a:endParaRPr lang="en-US" sz="1400" kern="0" spc="-80" dirty="0">
              <a:solidFill>
                <a:schemeClr val="accent6"/>
              </a:solidFill>
            </a:endParaRPr>
          </a:p>
          <a:p>
            <a:pPr marL="12700" marR="5080"/>
            <a:r>
              <a:rPr lang="en-US" sz="1400" kern="0" spc="-80" dirty="0">
                <a:solidFill>
                  <a:schemeClr val="accent2"/>
                </a:solidFill>
              </a:rPr>
              <a:t>B. Interaction Optimizations (Responsiveness)</a:t>
            </a:r>
          </a:p>
          <a:p>
            <a:pPr marL="12700" marR="5080"/>
            <a:r>
              <a:rPr lang="en-US" sz="1400" kern="0" spc="-80" dirty="0">
                <a:solidFill>
                  <a:schemeClr val="accent2"/>
                </a:solidFill>
              </a:rPr>
              <a:t>1. Reduce Main-thread Work</a:t>
            </a:r>
          </a:p>
          <a:p>
            <a:pPr marL="12700" marR="5080"/>
            <a:r>
              <a:rPr lang="en-US" sz="1400" kern="0" spc="-80" dirty="0">
                <a:solidFill>
                  <a:schemeClr val="accent6"/>
                </a:solidFill>
              </a:rPr>
              <a:t>Move heavy JS to Web Workers</a:t>
            </a:r>
          </a:p>
          <a:p>
            <a:pPr marL="12700" marR="5080"/>
            <a:r>
              <a:rPr lang="en-US" sz="1400" kern="0" spc="-80" dirty="0">
                <a:solidFill>
                  <a:schemeClr val="accent6"/>
                </a:solidFill>
              </a:rPr>
              <a:t>Break long tasks (&lt;50ms chunks)</a:t>
            </a:r>
          </a:p>
          <a:p>
            <a:pPr marL="12700" marR="5080"/>
            <a:r>
              <a:rPr lang="en-US" sz="1400" kern="0" spc="-80" dirty="0">
                <a:solidFill>
                  <a:schemeClr val="accent6"/>
                </a:solidFill>
              </a:rPr>
              <a:t>Use idle time with </a:t>
            </a:r>
            <a:r>
              <a:rPr lang="en-US" sz="1400" kern="0" spc="-80" dirty="0" err="1">
                <a:solidFill>
                  <a:schemeClr val="accent6"/>
                </a:solidFill>
              </a:rPr>
              <a:t>requestIdleCallback</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2. </a:t>
            </a:r>
            <a:r>
              <a:rPr lang="en-US" sz="1400" kern="0" spc="-80" dirty="0" err="1">
                <a:solidFill>
                  <a:schemeClr val="accent2"/>
                </a:solidFill>
              </a:rPr>
              <a:t>Optimise</a:t>
            </a:r>
            <a:r>
              <a:rPr lang="en-US" sz="1400" kern="0" spc="-80" dirty="0">
                <a:solidFill>
                  <a:schemeClr val="accent2"/>
                </a:solidFill>
              </a:rPr>
              <a:t> Event Handlers</a:t>
            </a:r>
          </a:p>
          <a:p>
            <a:pPr marL="12700" marR="5080"/>
            <a:r>
              <a:rPr lang="en-US" sz="1400" kern="0" spc="-80" dirty="0">
                <a:solidFill>
                  <a:schemeClr val="accent6"/>
                </a:solidFill>
              </a:rPr>
              <a:t>Passive listeners ({ passive: true })</a:t>
            </a:r>
          </a:p>
          <a:p>
            <a:pPr marL="12700" marR="5080"/>
            <a:r>
              <a:rPr lang="en-US" sz="1400" kern="0" spc="-80" dirty="0">
                <a:solidFill>
                  <a:schemeClr val="accent6"/>
                </a:solidFill>
              </a:rPr>
              <a:t>Delegate instead of attach many listeners</a:t>
            </a:r>
          </a:p>
          <a:p>
            <a:pPr marL="12700" marR="5080"/>
            <a:endParaRPr lang="en-US" sz="1400" kern="0" spc="-80" dirty="0">
              <a:solidFill>
                <a:schemeClr val="accent6"/>
              </a:solidFill>
            </a:endParaRPr>
          </a:p>
          <a:p>
            <a:pPr marL="12700" marR="5080"/>
            <a:r>
              <a:rPr lang="en-US" sz="1400" kern="0" spc="-80" dirty="0">
                <a:solidFill>
                  <a:schemeClr val="accent2"/>
                </a:solidFill>
              </a:rPr>
              <a:t>3. Remove expensive computations from UI thread</a:t>
            </a:r>
          </a:p>
          <a:p>
            <a:pPr marL="12700" marR="5080"/>
            <a:r>
              <a:rPr lang="en-US" sz="1400" kern="0" spc="-80" dirty="0">
                <a:solidFill>
                  <a:schemeClr val="accent2"/>
                </a:solidFill>
              </a:rPr>
              <a:t>Examples:</a:t>
            </a:r>
          </a:p>
          <a:p>
            <a:pPr marL="12700" marR="5080"/>
            <a:r>
              <a:rPr lang="en-US" sz="1400" kern="0" spc="-80" dirty="0">
                <a:solidFill>
                  <a:schemeClr val="accent6"/>
                </a:solidFill>
              </a:rPr>
              <a:t>JSON parsing</a:t>
            </a:r>
          </a:p>
          <a:p>
            <a:pPr marL="12700" marR="5080"/>
            <a:r>
              <a:rPr lang="en-US" sz="1400" kern="0" spc="-80" dirty="0">
                <a:solidFill>
                  <a:schemeClr val="accent6"/>
                </a:solidFill>
              </a:rPr>
              <a:t>crypto operations</a:t>
            </a:r>
          </a:p>
          <a:p>
            <a:pPr marL="12700" marR="5080"/>
            <a:r>
              <a:rPr lang="en-US" sz="1400" kern="0" spc="-80" dirty="0">
                <a:solidFill>
                  <a:schemeClr val="accent6"/>
                </a:solidFill>
              </a:rPr>
              <a:t>AI models</a:t>
            </a:r>
          </a:p>
          <a:p>
            <a:pPr marL="12700" marR="5080"/>
            <a:r>
              <a:rPr lang="en-US" sz="1400" kern="0" spc="-80" dirty="0">
                <a:solidFill>
                  <a:schemeClr val="accent6"/>
                </a:solidFill>
              </a:rPr>
              <a:t>sorting/filtering</a:t>
            </a:r>
          </a:p>
        </p:txBody>
      </p:sp>
    </p:spTree>
    <p:extLst>
      <p:ext uri="{BB962C8B-B14F-4D97-AF65-F5344CB8AC3E}">
        <p14:creationId xmlns:p14="http://schemas.microsoft.com/office/powerpoint/2010/main" val="2926383295"/>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55587-8192-BB61-5A7D-F17E735C4CB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FA2B7CF-B199-0F68-DAC7-7CA1F061840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8A2CE59-0525-47E4-8B9D-42A2CEE1822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E494780-35E7-940C-65C1-7CE6B3C52BE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F1CA4CF-A7CE-9A1E-3EB3-D925A6806C3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B31D386-6FB0-0E37-84CB-48FD5CF5FF2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CC2A249-A4AD-7302-9C4C-A4FCD2D17B5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D71F8B4-11FD-5067-FAE1-FF52810A62A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72F4C36-BFB4-0854-EEF8-91B0FF8A079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4C2D9C7-9FCA-4B1E-77FD-8D9C7B2A265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5EFE863-740C-5833-7D91-CAD4634AF729}"/>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2"/>
                </a:solidFill>
              </a:rPr>
              <a:t>C. Animation &amp; Graphics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2"/>
                </a:solidFill>
              </a:rPr>
              <a:t>1. Use GPU-accelerated Properties</a:t>
            </a:r>
          </a:p>
          <a:p>
            <a:pPr marL="12700" marR="5080"/>
            <a:r>
              <a:rPr lang="en-US" sz="1400" kern="0" spc="-80" dirty="0">
                <a:solidFill>
                  <a:schemeClr val="accent2"/>
                </a:solidFill>
              </a:rPr>
              <a:t>Only animate:</a:t>
            </a:r>
          </a:p>
          <a:p>
            <a:pPr marL="12700" marR="5080"/>
            <a:r>
              <a:rPr lang="en-US" sz="1400" kern="0" spc="-80" dirty="0">
                <a:solidFill>
                  <a:schemeClr val="accent6"/>
                </a:solidFill>
              </a:rPr>
              <a:t>transform</a:t>
            </a:r>
          </a:p>
          <a:p>
            <a:pPr marL="12700" marR="5080"/>
            <a:r>
              <a:rPr lang="en-US" sz="1400" kern="0" spc="-80" dirty="0">
                <a:solidFill>
                  <a:schemeClr val="accent6"/>
                </a:solidFill>
              </a:rPr>
              <a:t>opacity</a:t>
            </a:r>
          </a:p>
          <a:p>
            <a:pPr marL="12700" marR="5080"/>
            <a:r>
              <a:rPr lang="en-US" sz="1400" kern="0" spc="-80" dirty="0">
                <a:solidFill>
                  <a:schemeClr val="accent2"/>
                </a:solidFill>
              </a:rPr>
              <a:t>Avoid animating:</a:t>
            </a:r>
          </a:p>
          <a:p>
            <a:pPr marL="12700" marR="5080"/>
            <a:r>
              <a:rPr lang="en-US" sz="1400" kern="0" spc="-80" dirty="0">
                <a:solidFill>
                  <a:schemeClr val="accent6"/>
                </a:solidFill>
              </a:rPr>
              <a:t>width</a:t>
            </a:r>
          </a:p>
          <a:p>
            <a:pPr marL="12700" marR="5080"/>
            <a:r>
              <a:rPr lang="en-US" sz="1400" kern="0" spc="-80" dirty="0">
                <a:solidFill>
                  <a:schemeClr val="accent6"/>
                </a:solidFill>
              </a:rPr>
              <a:t>height</a:t>
            </a:r>
          </a:p>
          <a:p>
            <a:pPr marL="12700" marR="5080"/>
            <a:r>
              <a:rPr lang="en-US" sz="1400" kern="0" spc="-80" dirty="0">
                <a:solidFill>
                  <a:schemeClr val="accent6"/>
                </a:solidFill>
              </a:rPr>
              <a:t>top/left</a:t>
            </a:r>
          </a:p>
          <a:p>
            <a:pPr marL="12700" marR="5080"/>
            <a:r>
              <a:rPr lang="en-US" sz="1400" kern="0" spc="-80" dirty="0">
                <a:solidFill>
                  <a:schemeClr val="accent6"/>
                </a:solidFill>
              </a:rPr>
              <a:t>border</a:t>
            </a:r>
          </a:p>
          <a:p>
            <a:pPr marL="12700" marR="5080"/>
            <a:r>
              <a:rPr lang="en-US" sz="1400" kern="0" spc="-80" dirty="0">
                <a:solidFill>
                  <a:schemeClr val="accent6"/>
                </a:solidFill>
              </a:rPr>
              <a:t>box-shadow</a:t>
            </a:r>
          </a:p>
          <a:p>
            <a:pPr marL="12700" marR="5080"/>
            <a:endParaRPr lang="en-US" sz="1400" kern="0" spc="-80" dirty="0">
              <a:solidFill>
                <a:schemeClr val="accent6"/>
              </a:solidFill>
            </a:endParaRPr>
          </a:p>
          <a:p>
            <a:pPr marL="12700" marR="5080"/>
            <a:r>
              <a:rPr lang="en-US" sz="1400" kern="0" spc="-80" dirty="0">
                <a:solidFill>
                  <a:schemeClr val="accent2"/>
                </a:solidFill>
              </a:rPr>
              <a:t>2. Use Compositor Layers</a:t>
            </a:r>
          </a:p>
          <a:p>
            <a:pPr marL="12700" marR="5080"/>
            <a:r>
              <a:rPr lang="en-US" sz="1400" kern="0" spc="-80" dirty="0">
                <a:solidFill>
                  <a:schemeClr val="accent6"/>
                </a:solidFill>
              </a:rPr>
              <a:t>will-change: transform;</a:t>
            </a:r>
          </a:p>
          <a:p>
            <a:pPr marL="12700" marR="5080"/>
            <a:r>
              <a:rPr lang="en-US" sz="1400" kern="0" spc="-80" dirty="0">
                <a:solidFill>
                  <a:schemeClr val="accent6"/>
                </a:solidFill>
              </a:rPr>
              <a:t>Flutter: Repaint boundaries</a:t>
            </a:r>
          </a:p>
          <a:p>
            <a:pPr marL="12700" marR="5080"/>
            <a:r>
              <a:rPr lang="en-US" sz="1400" kern="0" spc="-80" dirty="0">
                <a:solidFill>
                  <a:schemeClr val="accent6"/>
                </a:solidFill>
              </a:rPr>
              <a:t>Android: Hardware layers</a:t>
            </a:r>
          </a:p>
          <a:p>
            <a:pPr marL="12700" marR="5080"/>
            <a:r>
              <a:rPr lang="en-US" sz="1400" kern="0" spc="-80" dirty="0">
                <a:solidFill>
                  <a:schemeClr val="accent6"/>
                </a:solidFill>
              </a:rPr>
              <a:t>iOS: </a:t>
            </a:r>
            <a:r>
              <a:rPr lang="en-US" sz="1400" kern="0" spc="-80" dirty="0" err="1">
                <a:solidFill>
                  <a:schemeClr val="accent6"/>
                </a:solidFill>
              </a:rPr>
              <a:t>CoreAnimation</a:t>
            </a:r>
            <a:r>
              <a:rPr lang="en-US" sz="1400" kern="0" spc="-80" dirty="0">
                <a:solidFill>
                  <a:schemeClr val="accent6"/>
                </a:solidFill>
              </a:rPr>
              <a:t> layers</a:t>
            </a:r>
          </a:p>
          <a:p>
            <a:pPr marL="12700" marR="5080"/>
            <a:endParaRPr lang="en-US" sz="1400" kern="0" spc="-80" dirty="0">
              <a:solidFill>
                <a:schemeClr val="accent6"/>
              </a:solidFill>
            </a:endParaRPr>
          </a:p>
          <a:p>
            <a:pPr marL="12700" marR="5080"/>
            <a:r>
              <a:rPr lang="en-US" sz="1400" kern="0" spc="-80" dirty="0">
                <a:solidFill>
                  <a:schemeClr val="accent2"/>
                </a:solidFill>
              </a:rPr>
              <a:t>3. Avoid Overdraw</a:t>
            </a:r>
          </a:p>
          <a:p>
            <a:pPr marL="12700" marR="5080"/>
            <a:r>
              <a:rPr lang="en-US" sz="1400" kern="0" spc="-80" dirty="0">
                <a:solidFill>
                  <a:schemeClr val="accent6"/>
                </a:solidFill>
              </a:rPr>
              <a:t>Minimize overlapping views</a:t>
            </a:r>
          </a:p>
          <a:p>
            <a:pPr marL="12700" marR="5080"/>
            <a:r>
              <a:rPr lang="en-US" sz="1400" kern="0" spc="-80" dirty="0">
                <a:solidFill>
                  <a:schemeClr val="accent6"/>
                </a:solidFill>
              </a:rPr>
              <a:t>Flatten UI hierarchy</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884347148"/>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6C2F8A-F28F-7D24-8052-64A388E39B1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6A757B5-6536-B0EF-54FB-4F84B433560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C8CF008-1E25-2F43-BE89-96F79872867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8728543-0FFC-A4EF-107F-E2FBEEE5508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FC34690-B981-6367-556D-E2BD3536FAD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23B8A99-04C0-53DD-8164-8F92B98E306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EA5ED65-E964-D3BE-07A5-2A57CDB06FF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B732C1B-B392-B9C2-4C91-D022FAB7588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7255084-ABE0-2106-9C6D-4752789EF3B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E080FEE-9CC2-EB1D-2553-A6EE358C003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F5F6157-49DC-CB3E-188C-DBF86BF61BDC}"/>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2"/>
                </a:solidFill>
              </a:rPr>
              <a:t>C. Animation &amp; Graphics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2"/>
                </a:solidFill>
              </a:rPr>
              <a:t>4. Optimized scrolling</a:t>
            </a:r>
          </a:p>
          <a:p>
            <a:pPr marL="12700" marR="5080"/>
            <a:r>
              <a:rPr lang="en-US" sz="1400" kern="0" spc="-80" dirty="0">
                <a:solidFill>
                  <a:schemeClr val="accent6"/>
                </a:solidFill>
              </a:rPr>
              <a:t>Virtual/infinite scrolling</a:t>
            </a:r>
          </a:p>
          <a:p>
            <a:pPr marL="12700" marR="5080"/>
            <a:r>
              <a:rPr lang="en-US" sz="1400" kern="0" spc="-80" dirty="0">
                <a:solidFill>
                  <a:schemeClr val="accent6"/>
                </a:solidFill>
              </a:rPr>
              <a:t>Recycling views (</a:t>
            </a:r>
            <a:r>
              <a:rPr lang="en-US" sz="1400" kern="0" spc="-80" dirty="0" err="1">
                <a:solidFill>
                  <a:schemeClr val="accent6"/>
                </a:solidFill>
              </a:rPr>
              <a:t>RecyclerView</a:t>
            </a:r>
            <a:r>
              <a:rPr lang="en-US" sz="1400" kern="0" spc="-80" dirty="0">
                <a:solidFill>
                  <a:schemeClr val="accent6"/>
                </a:solidFill>
              </a:rPr>
              <a:t>, </a:t>
            </a:r>
            <a:r>
              <a:rPr lang="en-US" sz="1400" kern="0" spc="-80" dirty="0" err="1">
                <a:solidFill>
                  <a:schemeClr val="accent6"/>
                </a:solidFill>
              </a:rPr>
              <a:t>UITableView</a:t>
            </a:r>
            <a:r>
              <a:rPr lang="en-US" sz="1400" kern="0" spc="-80" dirty="0">
                <a:solidFill>
                  <a:schemeClr val="accent6"/>
                </a:solidFill>
              </a:rPr>
              <a:t>)</a:t>
            </a:r>
          </a:p>
          <a:p>
            <a:pPr marL="12700" marR="5080"/>
            <a:r>
              <a:rPr lang="en-US" sz="1400" kern="0" spc="-80" dirty="0">
                <a:solidFill>
                  <a:schemeClr val="accent6"/>
                </a:solidFill>
              </a:rPr>
              <a:t>Avoid synchronous operations inside scroll callbacks</a:t>
            </a:r>
          </a:p>
          <a:p>
            <a:pPr marL="12700" marR="5080"/>
            <a:endParaRPr lang="en-US" sz="1400" kern="0" spc="-80" dirty="0">
              <a:solidFill>
                <a:schemeClr val="accent6"/>
              </a:solidFill>
            </a:endParaRPr>
          </a:p>
          <a:p>
            <a:pPr marL="12700" marR="5080"/>
            <a:r>
              <a:rPr lang="en-US" sz="1400" kern="0" spc="-80" dirty="0">
                <a:solidFill>
                  <a:schemeClr val="accent2"/>
                </a:solidFill>
              </a:rPr>
              <a:t>D. Memory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2"/>
                </a:solidFill>
              </a:rPr>
              <a:t>1. Identify memory leaks</a:t>
            </a:r>
          </a:p>
          <a:p>
            <a:pPr marL="12700" marR="5080"/>
            <a:r>
              <a:rPr lang="en-US" sz="1400" kern="0" spc="-80" dirty="0">
                <a:solidFill>
                  <a:schemeClr val="accent2"/>
                </a:solidFill>
              </a:rPr>
              <a:t>Common causes:</a:t>
            </a:r>
          </a:p>
          <a:p>
            <a:pPr marL="12700" marR="5080"/>
            <a:r>
              <a:rPr lang="en-US" sz="1400" kern="0" spc="-80" dirty="0">
                <a:solidFill>
                  <a:schemeClr val="accent6"/>
                </a:solidFill>
              </a:rPr>
              <a:t>Listeners not removed</a:t>
            </a:r>
          </a:p>
          <a:p>
            <a:pPr marL="12700" marR="5080"/>
            <a:r>
              <a:rPr lang="en-US" sz="1400" kern="0" spc="-80" dirty="0">
                <a:solidFill>
                  <a:schemeClr val="accent6"/>
                </a:solidFill>
              </a:rPr>
              <a:t>DOM nodes referenced after removal</a:t>
            </a:r>
          </a:p>
          <a:p>
            <a:pPr marL="12700" marR="5080"/>
            <a:r>
              <a:rPr lang="en-US" sz="1400" kern="0" spc="-80" dirty="0">
                <a:solidFill>
                  <a:schemeClr val="accent6"/>
                </a:solidFill>
              </a:rPr>
              <a:t>Retained closures in JS/Swift/Kotlin               </a:t>
            </a:r>
          </a:p>
          <a:p>
            <a:pPr marL="12700" marR="5080"/>
            <a:endParaRPr lang="en-US" sz="1400" kern="0" spc="-80" dirty="0">
              <a:solidFill>
                <a:schemeClr val="accent6"/>
              </a:solidFill>
            </a:endParaRPr>
          </a:p>
          <a:p>
            <a:pPr marL="12700" marR="5080"/>
            <a:r>
              <a:rPr lang="en-US" sz="1400" kern="0" spc="-80" dirty="0">
                <a:solidFill>
                  <a:schemeClr val="accent2"/>
                </a:solidFill>
              </a:rPr>
              <a:t>2. Reduce Image Memory Usage</a:t>
            </a:r>
          </a:p>
          <a:p>
            <a:pPr marL="12700" marR="5080"/>
            <a:r>
              <a:rPr lang="en-US" sz="1400" kern="0" spc="-80" dirty="0">
                <a:solidFill>
                  <a:schemeClr val="accent6"/>
                </a:solidFill>
              </a:rPr>
              <a:t>Use responsive images (</a:t>
            </a:r>
            <a:r>
              <a:rPr lang="en-US" sz="1400" kern="0" spc="-80" dirty="0" err="1">
                <a:solidFill>
                  <a:schemeClr val="accent6"/>
                </a:solidFill>
              </a:rPr>
              <a:t>srcset</a:t>
            </a:r>
            <a:r>
              <a:rPr lang="en-US" sz="1400" kern="0" spc="-80" dirty="0">
                <a:solidFill>
                  <a:schemeClr val="accent6"/>
                </a:solidFill>
              </a:rPr>
              <a:t>)</a:t>
            </a:r>
          </a:p>
          <a:p>
            <a:pPr marL="12700" marR="5080"/>
            <a:r>
              <a:rPr lang="en-US" sz="1400" kern="0" spc="-80" dirty="0" err="1">
                <a:solidFill>
                  <a:schemeClr val="accent6"/>
                </a:solidFill>
              </a:rPr>
              <a:t>WebP</a:t>
            </a:r>
            <a:r>
              <a:rPr lang="en-US" sz="1400" kern="0" spc="-80" dirty="0">
                <a:solidFill>
                  <a:schemeClr val="accent6"/>
                </a:solidFill>
              </a:rPr>
              <a:t>/AVIF</a:t>
            </a:r>
          </a:p>
          <a:p>
            <a:pPr marL="12700" marR="5080"/>
            <a:r>
              <a:rPr lang="en-US" sz="1400" kern="0" spc="-80" dirty="0">
                <a:solidFill>
                  <a:schemeClr val="accent6"/>
                </a:solidFill>
              </a:rPr>
              <a:t>Adaptive resolution loading</a:t>
            </a:r>
          </a:p>
          <a:p>
            <a:pPr marL="12700" marR="5080"/>
            <a:r>
              <a:rPr lang="en-US" sz="1400" kern="0" spc="-80" dirty="0" err="1">
                <a:solidFill>
                  <a:schemeClr val="accent6"/>
                </a:solidFill>
              </a:rPr>
              <a:t>Downsample</a:t>
            </a:r>
            <a:r>
              <a:rPr lang="en-US" sz="1400" kern="0" spc="-80" dirty="0">
                <a:solidFill>
                  <a:schemeClr val="accent6"/>
                </a:solidFill>
              </a:rPr>
              <a:t> large bitmaps</a:t>
            </a:r>
          </a:p>
          <a:p>
            <a:pPr marL="12700" marR="5080"/>
            <a:endParaRPr lang="en-US" sz="1400" kern="0" spc="-80" dirty="0">
              <a:solidFill>
                <a:schemeClr val="accent6"/>
              </a:solidFill>
            </a:endParaRPr>
          </a:p>
          <a:p>
            <a:pPr marL="12700" marR="5080"/>
            <a:r>
              <a:rPr lang="en-US" sz="1400" kern="0" spc="-80" dirty="0">
                <a:solidFill>
                  <a:schemeClr val="accent2"/>
                </a:solidFill>
              </a:rPr>
              <a:t>3. Reduce Retained Components</a:t>
            </a:r>
          </a:p>
          <a:p>
            <a:pPr marL="12700" marR="5080"/>
            <a:r>
              <a:rPr lang="en-US" sz="1400" kern="0" spc="-80" dirty="0">
                <a:solidFill>
                  <a:schemeClr val="accent6"/>
                </a:solidFill>
              </a:rPr>
              <a:t>Destroy unused components</a:t>
            </a:r>
          </a:p>
          <a:p>
            <a:pPr marL="12700" marR="5080"/>
            <a:r>
              <a:rPr lang="en-US" sz="1400" kern="0" spc="-80" dirty="0">
                <a:solidFill>
                  <a:schemeClr val="accent6"/>
                </a:solidFill>
              </a:rPr>
              <a:t>Avoid global state leaks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180786935"/>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F0017-16A8-B2B6-4051-CB9A5057F1D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2BAE49-C2DD-B1A2-E1EB-BE716AB6C9A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96F3237-CF85-86D7-39BF-5F30A20BC46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F5A6A7E-A946-1D70-90E0-715A13927B2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FBCE366-162A-9A10-6E1A-CB04404D877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35A5535-CCAC-9A67-4A34-DA3B95F712E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783E5E2-1EC2-78AE-458E-E7ECD1F3335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CB5B3F1-9FB3-A739-E570-77FDDEC0399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78515DE-F0B5-385A-85C5-08D87238263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F94FD4D-B536-32B6-9475-FBA34DFFD3A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CBD0CDD-F461-DF93-AFE4-9AFF6528A143}"/>
              </a:ext>
            </a:extLst>
          </p:cNvPr>
          <p:cNvSpPr txBox="1">
            <a:spLocks/>
          </p:cNvSpPr>
          <p:nvPr/>
        </p:nvSpPr>
        <p:spPr>
          <a:xfrm>
            <a:off x="152400" y="685800"/>
            <a:ext cx="8624937" cy="264995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2"/>
                </a:solidFill>
              </a:rPr>
              <a:t>D. Memory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2"/>
                </a:solidFill>
              </a:rPr>
              <a:t>4. Pooling / Reuse</a:t>
            </a:r>
          </a:p>
          <a:p>
            <a:pPr marL="12700" marR="5080"/>
            <a:r>
              <a:rPr lang="en-US" sz="1400" kern="0" spc="-80" dirty="0">
                <a:solidFill>
                  <a:schemeClr val="accent6"/>
                </a:solidFill>
              </a:rPr>
              <a:t>Object pools for heavy objects</a:t>
            </a:r>
          </a:p>
          <a:p>
            <a:pPr marL="12700" marR="5080"/>
            <a:r>
              <a:rPr lang="en-US" sz="1400" kern="0" spc="-80" dirty="0">
                <a:solidFill>
                  <a:schemeClr val="accent6"/>
                </a:solidFill>
              </a:rPr>
              <a:t>Reuse UI elements for list items</a:t>
            </a:r>
          </a:p>
          <a:p>
            <a:pPr marL="12700" marR="5080"/>
            <a:endParaRPr lang="en-US" sz="1400" kern="0" spc="-80" dirty="0">
              <a:solidFill>
                <a:schemeClr val="accent6"/>
              </a:solidFill>
            </a:endParaRPr>
          </a:p>
          <a:p>
            <a:pPr marL="12700" marR="5080"/>
            <a:r>
              <a:rPr lang="en-US" sz="1400" kern="0" spc="-80" dirty="0">
                <a:solidFill>
                  <a:schemeClr val="accent2"/>
                </a:solidFill>
              </a:rPr>
              <a:t>E. Network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2"/>
                </a:solidFill>
              </a:rPr>
              <a:t>1. Minify &amp; Split Bundles</a:t>
            </a:r>
          </a:p>
          <a:p>
            <a:pPr marL="12700" marR="5080"/>
            <a:r>
              <a:rPr lang="en-US" sz="1400" kern="0" spc="-80" dirty="0">
                <a:solidFill>
                  <a:schemeClr val="accent6"/>
                </a:solidFill>
              </a:rPr>
              <a:t>Tree shaking</a:t>
            </a:r>
          </a:p>
          <a:p>
            <a:pPr marL="12700" marR="5080"/>
            <a:r>
              <a:rPr lang="en-US" sz="1400" kern="0" spc="-80" dirty="0">
                <a:solidFill>
                  <a:schemeClr val="accent6"/>
                </a:solidFill>
              </a:rPr>
              <a:t>Code splitting by route</a:t>
            </a:r>
          </a:p>
          <a:p>
            <a:pPr marL="12700" marR="5080"/>
            <a:r>
              <a:rPr lang="en-US" sz="1400" kern="0" spc="-80" dirty="0">
                <a:solidFill>
                  <a:schemeClr val="accent6"/>
                </a:solidFill>
              </a:rPr>
              <a:t>Lazy loaded components</a:t>
            </a:r>
          </a:p>
          <a:p>
            <a:pPr marL="12700" marR="5080"/>
            <a:r>
              <a:rPr lang="en-US" sz="1400" kern="0" spc="-80" dirty="0">
                <a:solidFill>
                  <a:schemeClr val="accent6"/>
                </a:solidFill>
              </a:rPr>
              <a:t>Prefetch less-critical parts</a:t>
            </a:r>
          </a:p>
          <a:p>
            <a:pPr marL="12700" marR="5080"/>
            <a:endParaRPr lang="en-US" sz="1400" kern="0" spc="-80" dirty="0">
              <a:solidFill>
                <a:schemeClr val="accent6"/>
              </a:solidFill>
            </a:endParaRPr>
          </a:p>
          <a:p>
            <a:pPr marL="12700" marR="5080"/>
            <a:r>
              <a:rPr lang="en-US" sz="1400" kern="0" spc="-80" dirty="0">
                <a:solidFill>
                  <a:schemeClr val="accent2"/>
                </a:solidFill>
              </a:rPr>
              <a:t>2. Use HTTP/2 &amp; HTTP/3</a:t>
            </a:r>
          </a:p>
          <a:p>
            <a:pPr marL="12700" marR="5080"/>
            <a:r>
              <a:rPr lang="en-US" sz="1400" kern="0" spc="-80" dirty="0">
                <a:solidFill>
                  <a:schemeClr val="accent6"/>
                </a:solidFill>
              </a:rPr>
              <a:t>Multiplexing assets</a:t>
            </a:r>
          </a:p>
          <a:p>
            <a:pPr marL="12700" marR="5080"/>
            <a:endParaRPr lang="en-US" sz="1400" kern="0" spc="-80" dirty="0">
              <a:solidFill>
                <a:schemeClr val="accent6"/>
              </a:solidFill>
            </a:endParaRPr>
          </a:p>
          <a:p>
            <a:pPr marL="12700" marR="5080"/>
            <a:r>
              <a:rPr lang="en-US" sz="1400" kern="0" spc="-80" dirty="0">
                <a:solidFill>
                  <a:schemeClr val="accent2"/>
                </a:solidFill>
              </a:rPr>
              <a:t>3. Caching Strategies</a:t>
            </a:r>
          </a:p>
          <a:p>
            <a:pPr marL="12700" marR="5080"/>
            <a:r>
              <a:rPr lang="en-US" sz="1400" kern="0" spc="-80" dirty="0">
                <a:solidFill>
                  <a:schemeClr val="accent6"/>
                </a:solidFill>
              </a:rPr>
              <a:t>SW caching (Service Worker)</a:t>
            </a:r>
          </a:p>
          <a:p>
            <a:pPr marL="12700" marR="5080"/>
            <a:r>
              <a:rPr lang="en-US" sz="1400" kern="0" spc="-80" dirty="0">
                <a:solidFill>
                  <a:schemeClr val="accent6"/>
                </a:solidFill>
              </a:rPr>
              <a:t>CDN caching</a:t>
            </a:r>
          </a:p>
          <a:p>
            <a:pPr marL="12700" marR="5080"/>
            <a:r>
              <a:rPr lang="en-US" sz="1400" kern="0" spc="-80" dirty="0">
                <a:solidFill>
                  <a:schemeClr val="accent6"/>
                </a:solidFill>
              </a:rPr>
              <a:t>Cache API responses (ETag, Last-Modified)</a:t>
            </a:r>
          </a:p>
          <a:p>
            <a:pPr marL="12700" marR="5080"/>
            <a:endParaRPr lang="en-US" sz="1400" kern="0" spc="-80" dirty="0">
              <a:solidFill>
                <a:schemeClr val="accent6"/>
              </a:solidFill>
            </a:endParaRPr>
          </a:p>
          <a:p>
            <a:pPr marL="12700" marR="5080"/>
            <a:r>
              <a:rPr lang="en-US" sz="1400" kern="0" spc="-80" dirty="0">
                <a:solidFill>
                  <a:schemeClr val="accent2"/>
                </a:solidFill>
              </a:rPr>
              <a:t>4. </a:t>
            </a:r>
            <a:r>
              <a:rPr lang="en-US" sz="1400" kern="0" spc="-80" dirty="0" err="1">
                <a:solidFill>
                  <a:schemeClr val="accent2"/>
                </a:solidFill>
              </a:rPr>
              <a:t>Optimise</a:t>
            </a:r>
            <a:r>
              <a:rPr lang="en-US" sz="1400" kern="0" spc="-80" dirty="0">
                <a:solidFill>
                  <a:schemeClr val="accent2"/>
                </a:solidFill>
              </a:rPr>
              <a:t> API Payloads</a:t>
            </a:r>
          </a:p>
          <a:p>
            <a:pPr marL="12700" marR="5080"/>
            <a:r>
              <a:rPr lang="en-US" sz="1400" kern="0" spc="-80" dirty="0">
                <a:solidFill>
                  <a:schemeClr val="accent6"/>
                </a:solidFill>
              </a:rPr>
              <a:t>Use JSON streaming where needed</a:t>
            </a:r>
          </a:p>
          <a:p>
            <a:pPr marL="12700" marR="5080"/>
            <a:r>
              <a:rPr lang="en-US" sz="1400" kern="0" spc="-80" dirty="0">
                <a:solidFill>
                  <a:schemeClr val="accent6"/>
                </a:solidFill>
              </a:rPr>
              <a:t>Compress responses (</a:t>
            </a:r>
            <a:r>
              <a:rPr lang="en-US" sz="1400" kern="0" spc="-80" dirty="0" err="1">
                <a:solidFill>
                  <a:schemeClr val="accent6"/>
                </a:solidFill>
              </a:rPr>
              <a:t>gzip</a:t>
            </a:r>
            <a:r>
              <a:rPr lang="en-US" sz="1400" kern="0" spc="-80" dirty="0">
                <a:solidFill>
                  <a:schemeClr val="accent6"/>
                </a:solidFill>
              </a:rPr>
              <a:t>/</a:t>
            </a:r>
            <a:r>
              <a:rPr lang="en-US" sz="1400" kern="0" spc="-80" dirty="0" err="1">
                <a:solidFill>
                  <a:schemeClr val="accent6"/>
                </a:solidFill>
              </a:rPr>
              <a:t>brotli</a:t>
            </a:r>
            <a:r>
              <a:rPr lang="en-US" sz="1400" kern="0" spc="-80" dirty="0">
                <a:solidFill>
                  <a:schemeClr val="accent6"/>
                </a:solidFill>
              </a:rPr>
              <a:t>)</a:t>
            </a:r>
          </a:p>
          <a:p>
            <a:pPr marL="12700" marR="5080"/>
            <a:r>
              <a:rPr lang="en-US" sz="1400" kern="0" spc="-80" dirty="0">
                <a:solidFill>
                  <a:schemeClr val="accent6"/>
                </a:solidFill>
              </a:rPr>
              <a:t>Avoid over-fetching</a:t>
            </a:r>
          </a:p>
          <a:p>
            <a:pPr marL="12700" marR="5080"/>
            <a:r>
              <a:rPr lang="en-US" sz="1400" kern="0" spc="-80" dirty="0">
                <a:solidFill>
                  <a:schemeClr val="accent6"/>
                </a:solidFill>
              </a:rPr>
              <a:t>5. Prefetching Based on Intent</a:t>
            </a:r>
          </a:p>
          <a:p>
            <a:pPr marL="12700" marR="5080"/>
            <a:r>
              <a:rPr lang="en-US" sz="1400" kern="0" spc="-80" dirty="0">
                <a:solidFill>
                  <a:schemeClr val="accent6"/>
                </a:solidFill>
              </a:rPr>
              <a:t>Hover prefetch</a:t>
            </a:r>
          </a:p>
          <a:p>
            <a:pPr marL="12700" marR="5080"/>
            <a:r>
              <a:rPr lang="en-US" sz="1400" kern="0" spc="-80" dirty="0">
                <a:solidFill>
                  <a:schemeClr val="accent6"/>
                </a:solidFill>
              </a:rPr>
              <a:t>Intersection observer prefetch</a:t>
            </a:r>
          </a:p>
          <a:p>
            <a:pPr marL="12700" marR="5080"/>
            <a:r>
              <a:rPr lang="en-US" sz="1400" kern="0" spc="-80" dirty="0">
                <a:solidFill>
                  <a:schemeClr val="accent6"/>
                </a:solidFill>
              </a:rPr>
              <a:t>Router-level prefetch</a:t>
            </a:r>
          </a:p>
          <a:p>
            <a:pPr marL="12700" marR="5080"/>
            <a:r>
              <a:rPr lang="en-US" sz="1400" kern="0" spc="-80" dirty="0">
                <a:solidFill>
                  <a:schemeClr val="accent6"/>
                </a:solidFill>
              </a:rPr>
              <a:t>F. UI Framework-Specific Optimization Techniques</a:t>
            </a:r>
          </a:p>
          <a:p>
            <a:pPr marL="12700" marR="5080"/>
            <a:r>
              <a:rPr lang="en-US" sz="1400" kern="0" spc="-80" dirty="0">
                <a:solidFill>
                  <a:schemeClr val="accent6"/>
                </a:solidFill>
              </a:rPr>
              <a:t>1. React</a:t>
            </a:r>
          </a:p>
          <a:p>
            <a:pPr marL="12700" marR="5080"/>
            <a:r>
              <a:rPr lang="en-US" sz="1400" kern="0" spc="-80" dirty="0">
                <a:solidFill>
                  <a:schemeClr val="accent6"/>
                </a:solidFill>
              </a:rPr>
              <a:t>Rendering:</a:t>
            </a:r>
          </a:p>
          <a:p>
            <a:pPr marL="12700" marR="5080"/>
            <a:r>
              <a:rPr lang="en-US" sz="1400" kern="0" spc="-80" dirty="0" err="1">
                <a:solidFill>
                  <a:schemeClr val="accent6"/>
                </a:solidFill>
              </a:rPr>
              <a:t>Memoization</a:t>
            </a:r>
            <a:r>
              <a:rPr lang="en-US" sz="1400" kern="0" spc="-80" dirty="0">
                <a:solidFill>
                  <a:schemeClr val="accent6"/>
                </a:solidFill>
              </a:rPr>
              <a:t>: </a:t>
            </a:r>
            <a:r>
              <a:rPr lang="en-US" sz="1400" kern="0" spc="-80" dirty="0" err="1">
                <a:solidFill>
                  <a:schemeClr val="accent6"/>
                </a:solidFill>
              </a:rPr>
              <a:t>React.memo</a:t>
            </a:r>
            <a:r>
              <a:rPr lang="en-US" sz="1400" kern="0" spc="-80" dirty="0">
                <a:solidFill>
                  <a:schemeClr val="accent6"/>
                </a:solidFill>
              </a:rPr>
              <a:t>, </a:t>
            </a:r>
            <a:r>
              <a:rPr lang="en-US" sz="1400" kern="0" spc="-80" dirty="0" err="1">
                <a:solidFill>
                  <a:schemeClr val="accent6"/>
                </a:solidFill>
              </a:rPr>
              <a:t>useMemo</a:t>
            </a:r>
            <a:r>
              <a:rPr lang="en-US" sz="1400" kern="0" spc="-80" dirty="0">
                <a:solidFill>
                  <a:schemeClr val="accent6"/>
                </a:solidFill>
              </a:rPr>
              <a:t>, </a:t>
            </a:r>
            <a:r>
              <a:rPr lang="en-US" sz="1400" kern="0" spc="-80" dirty="0" err="1">
                <a:solidFill>
                  <a:schemeClr val="accent6"/>
                </a:solidFill>
              </a:rPr>
              <a:t>useCallback</a:t>
            </a:r>
            <a:endParaRPr lang="en-US" sz="1400" kern="0" spc="-80" dirty="0">
              <a:solidFill>
                <a:schemeClr val="accent6"/>
              </a:solidFill>
            </a:endParaRPr>
          </a:p>
          <a:p>
            <a:pPr marL="12700" marR="5080"/>
            <a:r>
              <a:rPr lang="en-US" sz="1400" kern="0" spc="-80" dirty="0">
                <a:solidFill>
                  <a:schemeClr val="accent6"/>
                </a:solidFill>
              </a:rPr>
              <a:t>Prevent unnecessary re-renders via props/state splitting</a:t>
            </a:r>
          </a:p>
          <a:p>
            <a:pPr marL="12700" marR="5080"/>
            <a:r>
              <a:rPr lang="en-US" sz="1400" kern="0" spc="-80" dirty="0">
                <a:solidFill>
                  <a:schemeClr val="accent6"/>
                </a:solidFill>
              </a:rPr>
              <a:t>Use Suspense + concurrent features</a:t>
            </a:r>
          </a:p>
          <a:p>
            <a:pPr marL="12700" marR="5080"/>
            <a:r>
              <a:rPr lang="en-US" sz="1400" kern="0" spc="-80" dirty="0">
                <a:solidFill>
                  <a:schemeClr val="accent6"/>
                </a:solidFill>
              </a:rPr>
              <a:t>Virtual lists with react-window</a:t>
            </a:r>
          </a:p>
          <a:p>
            <a:pPr marL="12700" marR="5080"/>
            <a:r>
              <a:rPr lang="en-US" sz="1400" kern="0" spc="-80" dirty="0">
                <a:solidFill>
                  <a:schemeClr val="accent6"/>
                </a:solidFill>
              </a:rPr>
              <a:t>Avoid huge context updates</a:t>
            </a:r>
          </a:p>
          <a:p>
            <a:pPr marL="12700" marR="5080"/>
            <a:r>
              <a:rPr lang="en-US" sz="1400" kern="0" spc="-80" dirty="0">
                <a:solidFill>
                  <a:schemeClr val="accent6"/>
                </a:solidFill>
              </a:rPr>
              <a:t>Use Server Components to reduce client JS</a:t>
            </a:r>
          </a:p>
          <a:p>
            <a:pPr marL="12700" marR="5080"/>
            <a:r>
              <a:rPr lang="en-US" sz="1400" kern="0" spc="-80" dirty="0">
                <a:solidFill>
                  <a:schemeClr val="accent6"/>
                </a:solidFill>
              </a:rPr>
              <a:t>Build:</a:t>
            </a:r>
          </a:p>
          <a:p>
            <a:pPr marL="12700" marR="5080"/>
            <a:r>
              <a:rPr lang="en-US" sz="1400" kern="0" spc="-80" dirty="0">
                <a:solidFill>
                  <a:schemeClr val="accent6"/>
                </a:solidFill>
              </a:rPr>
              <a:t>Bundle splitting</a:t>
            </a:r>
          </a:p>
          <a:p>
            <a:pPr marL="12700" marR="5080"/>
            <a:r>
              <a:rPr lang="en-US" sz="1400" kern="0" spc="-80" dirty="0">
                <a:solidFill>
                  <a:schemeClr val="accent6"/>
                </a:solidFill>
              </a:rPr>
              <a:t>Tree shaking</a:t>
            </a:r>
          </a:p>
          <a:p>
            <a:pPr marL="12700" marR="5080"/>
            <a:r>
              <a:rPr lang="en-US" sz="1400" kern="0" spc="-80" dirty="0">
                <a:solidFill>
                  <a:schemeClr val="accent6"/>
                </a:solidFill>
              </a:rPr>
              <a:t>SWC / </a:t>
            </a:r>
            <a:r>
              <a:rPr lang="en-US" sz="1400" kern="0" spc="-80" dirty="0" err="1">
                <a:solidFill>
                  <a:schemeClr val="accent6"/>
                </a:solidFill>
              </a:rPr>
              <a:t>esbuild</a:t>
            </a:r>
            <a:endParaRPr lang="en-US" sz="1400" kern="0" spc="-80" dirty="0">
              <a:solidFill>
                <a:schemeClr val="accent6"/>
              </a:solidFill>
            </a:endParaRPr>
          </a:p>
          <a:p>
            <a:pPr marL="12700" marR="5080"/>
            <a:r>
              <a:rPr lang="en-US" sz="1400" kern="0" spc="-80" dirty="0">
                <a:solidFill>
                  <a:schemeClr val="accent6"/>
                </a:solidFill>
              </a:rPr>
              <a:t>2. Angular</a:t>
            </a:r>
          </a:p>
          <a:p>
            <a:pPr marL="12700" marR="5080"/>
            <a:r>
              <a:rPr lang="en-US" sz="1400" kern="0" spc="-80" dirty="0" err="1">
                <a:solidFill>
                  <a:schemeClr val="accent6"/>
                </a:solidFill>
              </a:rPr>
              <a:t>OnPush</a:t>
            </a:r>
            <a:r>
              <a:rPr lang="en-US" sz="1400" kern="0" spc="-80" dirty="0">
                <a:solidFill>
                  <a:schemeClr val="accent6"/>
                </a:solidFill>
              </a:rPr>
              <a:t> change detection</a:t>
            </a:r>
          </a:p>
          <a:p>
            <a:pPr marL="12700" marR="5080"/>
            <a:r>
              <a:rPr lang="en-US" sz="1400" kern="0" spc="-80" dirty="0" err="1">
                <a:solidFill>
                  <a:schemeClr val="accent6"/>
                </a:solidFill>
              </a:rPr>
              <a:t>trackBy</a:t>
            </a:r>
            <a:r>
              <a:rPr lang="en-US" sz="1400" kern="0" spc="-80" dirty="0">
                <a:solidFill>
                  <a:schemeClr val="accent6"/>
                </a:solidFill>
              </a:rPr>
              <a:t> in *</a:t>
            </a:r>
            <a:r>
              <a:rPr lang="en-US" sz="1400" kern="0" spc="-80" dirty="0" err="1">
                <a:solidFill>
                  <a:schemeClr val="accent6"/>
                </a:solidFill>
              </a:rPr>
              <a:t>ngFor</a:t>
            </a:r>
            <a:endParaRPr lang="en-US" sz="1400" kern="0" spc="-80" dirty="0">
              <a:solidFill>
                <a:schemeClr val="accent6"/>
              </a:solidFill>
            </a:endParaRPr>
          </a:p>
          <a:p>
            <a:pPr marL="12700" marR="5080"/>
            <a:r>
              <a:rPr lang="en-US" sz="1400" kern="0" spc="-80" dirty="0">
                <a:solidFill>
                  <a:schemeClr val="accent6"/>
                </a:solidFill>
              </a:rPr>
              <a:t>Standalone components to reduce module tree</a:t>
            </a:r>
          </a:p>
          <a:p>
            <a:pPr marL="12700" marR="5080"/>
            <a:r>
              <a:rPr lang="en-US" sz="1400" kern="0" spc="-80" dirty="0">
                <a:solidFill>
                  <a:schemeClr val="accent6"/>
                </a:solidFill>
              </a:rPr>
              <a:t>Lazy loading modules</a:t>
            </a:r>
          </a:p>
          <a:p>
            <a:pPr marL="12700" marR="5080"/>
            <a:r>
              <a:rPr lang="en-US" sz="1400" kern="0" spc="-80" dirty="0" err="1">
                <a:solidFill>
                  <a:schemeClr val="accent6"/>
                </a:solidFill>
              </a:rPr>
              <a:t>PreloadingStrategy</a:t>
            </a:r>
            <a:r>
              <a:rPr lang="en-US" sz="1400" kern="0" spc="-80" dirty="0">
                <a:solidFill>
                  <a:schemeClr val="accent6"/>
                </a:solidFill>
              </a:rPr>
              <a:t> for optimized routing</a:t>
            </a:r>
          </a:p>
          <a:p>
            <a:pPr marL="12700" marR="5080"/>
            <a:r>
              <a:rPr lang="en-US" sz="1400" kern="0" spc="-80" dirty="0">
                <a:solidFill>
                  <a:schemeClr val="accent6"/>
                </a:solidFill>
              </a:rPr>
              <a:t>3. Vue</a:t>
            </a:r>
          </a:p>
          <a:p>
            <a:pPr marL="12700" marR="5080"/>
            <a:r>
              <a:rPr lang="en-US" sz="1400" kern="0" spc="-80" dirty="0">
                <a:solidFill>
                  <a:schemeClr val="accent6"/>
                </a:solidFill>
              </a:rPr>
              <a:t>Computed properties instead of watchers</a:t>
            </a:r>
          </a:p>
          <a:p>
            <a:pPr marL="12700" marR="5080"/>
            <a:r>
              <a:rPr lang="en-US" sz="1400" kern="0" spc="-80" dirty="0">
                <a:solidFill>
                  <a:schemeClr val="accent6"/>
                </a:solidFill>
              </a:rPr>
              <a:t>v-once, v-memo</a:t>
            </a:r>
          </a:p>
          <a:p>
            <a:pPr marL="12700" marR="5080"/>
            <a:r>
              <a:rPr lang="en-US" sz="1400" kern="0" spc="-80" dirty="0">
                <a:solidFill>
                  <a:schemeClr val="accent6"/>
                </a:solidFill>
              </a:rPr>
              <a:t>Virtual lists</a:t>
            </a:r>
          </a:p>
          <a:p>
            <a:pPr marL="12700" marR="5080"/>
            <a:r>
              <a:rPr lang="en-US" sz="1400" kern="0" spc="-80" dirty="0">
                <a:solidFill>
                  <a:schemeClr val="accent6"/>
                </a:solidFill>
              </a:rPr>
              <a:t>Lazy loading components</a:t>
            </a:r>
          </a:p>
          <a:p>
            <a:pPr marL="12700" marR="5080"/>
            <a:r>
              <a:rPr lang="en-US" sz="1400" kern="0" spc="-80" dirty="0">
                <a:solidFill>
                  <a:schemeClr val="accent6"/>
                </a:solidFill>
              </a:rPr>
              <a:t>4. Svelte</a:t>
            </a:r>
          </a:p>
          <a:p>
            <a:pPr marL="12700" marR="5080"/>
            <a:r>
              <a:rPr lang="en-US" sz="1400" kern="0" spc="-80" dirty="0">
                <a:solidFill>
                  <a:schemeClr val="accent6"/>
                </a:solidFill>
              </a:rPr>
              <a:t>Reactive declarations</a:t>
            </a:r>
          </a:p>
          <a:p>
            <a:pPr marL="12700" marR="5080"/>
            <a:r>
              <a:rPr lang="en-US" sz="1400" kern="0" spc="-80" dirty="0">
                <a:solidFill>
                  <a:schemeClr val="accent6"/>
                </a:solidFill>
              </a:rPr>
              <a:t>Compiler-level minimal DOM ops</a:t>
            </a:r>
          </a:p>
          <a:p>
            <a:pPr marL="12700" marR="5080"/>
            <a:r>
              <a:rPr lang="en-US" sz="1400" kern="0" spc="-80" dirty="0">
                <a:solidFill>
                  <a:schemeClr val="accent6"/>
                </a:solidFill>
              </a:rPr>
              <a:t>Component scoping reduces reactivity cost</a:t>
            </a:r>
          </a:p>
          <a:p>
            <a:pPr marL="12700" marR="5080"/>
            <a:r>
              <a:rPr lang="en-US" sz="1400" kern="0" spc="-80" dirty="0">
                <a:solidFill>
                  <a:schemeClr val="accent6"/>
                </a:solidFill>
              </a:rPr>
              <a:t>5. Flutter</a:t>
            </a:r>
          </a:p>
          <a:p>
            <a:pPr marL="12700" marR="5080"/>
            <a:r>
              <a:rPr lang="en-US" sz="1400" kern="0" spc="-80" dirty="0">
                <a:solidFill>
                  <a:schemeClr val="accent6"/>
                </a:solidFill>
              </a:rPr>
              <a:t>Avoid building large widgets repeatedly</a:t>
            </a:r>
          </a:p>
          <a:p>
            <a:pPr marL="12700" marR="5080"/>
            <a:r>
              <a:rPr lang="en-US" sz="1400" kern="0" spc="-80" dirty="0">
                <a:solidFill>
                  <a:schemeClr val="accent6"/>
                </a:solidFill>
              </a:rPr>
              <a:t>Use const constructors</a:t>
            </a:r>
          </a:p>
          <a:p>
            <a:pPr marL="12700" marR="5080"/>
            <a:r>
              <a:rPr lang="en-US" sz="1400" kern="0" spc="-80" dirty="0">
                <a:solidFill>
                  <a:schemeClr val="accent6"/>
                </a:solidFill>
              </a:rPr>
              <a:t>Use </a:t>
            </a:r>
            <a:r>
              <a:rPr lang="en-US" sz="1400" kern="0" spc="-80" dirty="0" err="1">
                <a:solidFill>
                  <a:schemeClr val="accent6"/>
                </a:solidFill>
              </a:rPr>
              <a:t>RepaintBoundary</a:t>
            </a:r>
            <a:endParaRPr lang="en-US" sz="1400" kern="0" spc="-80" dirty="0">
              <a:solidFill>
                <a:schemeClr val="accent6"/>
              </a:solidFill>
            </a:endParaRPr>
          </a:p>
          <a:p>
            <a:pPr marL="12700" marR="5080"/>
            <a:r>
              <a:rPr lang="en-US" sz="1400" kern="0" spc="-80" dirty="0">
                <a:solidFill>
                  <a:schemeClr val="accent6"/>
                </a:solidFill>
              </a:rPr>
              <a:t>Avoid expensive widgets in </a:t>
            </a:r>
            <a:r>
              <a:rPr lang="en-US" sz="1400" kern="0" spc="-80" dirty="0" err="1">
                <a:solidFill>
                  <a:schemeClr val="accent6"/>
                </a:solidFill>
              </a:rPr>
              <a:t>ListView</a:t>
            </a:r>
            <a:endParaRPr lang="en-US" sz="1400" kern="0" spc="-80" dirty="0">
              <a:solidFill>
                <a:schemeClr val="accent6"/>
              </a:solidFill>
            </a:endParaRPr>
          </a:p>
          <a:p>
            <a:pPr marL="12700" marR="5080"/>
            <a:r>
              <a:rPr lang="en-US" sz="1400" kern="0" spc="-80" dirty="0">
                <a:solidFill>
                  <a:schemeClr val="accent6"/>
                </a:solidFill>
              </a:rPr>
              <a:t>Use Isolates for heavy work</a:t>
            </a:r>
          </a:p>
          <a:p>
            <a:pPr marL="12700" marR="5080"/>
            <a:r>
              <a:rPr lang="en-US" sz="1400" kern="0" spc="-80" dirty="0">
                <a:solidFill>
                  <a:schemeClr val="accent6"/>
                </a:solidFill>
              </a:rPr>
              <a:t>6. Android (Native)</a:t>
            </a:r>
          </a:p>
          <a:p>
            <a:pPr marL="12700" marR="5080"/>
            <a:r>
              <a:rPr lang="en-US" sz="1400" kern="0" spc="-80" dirty="0" err="1">
                <a:solidFill>
                  <a:schemeClr val="accent6"/>
                </a:solidFill>
              </a:rPr>
              <a:t>ConstraintLayout</a:t>
            </a:r>
            <a:r>
              <a:rPr lang="en-US" sz="1400" kern="0" spc="-80" dirty="0">
                <a:solidFill>
                  <a:schemeClr val="accent6"/>
                </a:solidFill>
              </a:rPr>
              <a:t> for efficient layout</a:t>
            </a:r>
          </a:p>
          <a:p>
            <a:pPr marL="12700" marR="5080"/>
            <a:r>
              <a:rPr lang="en-US" sz="1400" kern="0" spc="-80" dirty="0">
                <a:solidFill>
                  <a:schemeClr val="accent6"/>
                </a:solidFill>
              </a:rPr>
              <a:t>View recycling</a:t>
            </a:r>
          </a:p>
          <a:p>
            <a:pPr marL="12700" marR="5080"/>
            <a:r>
              <a:rPr lang="en-US" sz="1400" kern="0" spc="-80" dirty="0">
                <a:solidFill>
                  <a:schemeClr val="accent6"/>
                </a:solidFill>
              </a:rPr>
              <a:t>Avoid nested layouts</a:t>
            </a:r>
          </a:p>
          <a:p>
            <a:pPr marL="12700" marR="5080"/>
            <a:r>
              <a:rPr lang="en-US" sz="1400" kern="0" spc="-80" dirty="0">
                <a:solidFill>
                  <a:schemeClr val="accent6"/>
                </a:solidFill>
              </a:rPr>
              <a:t>Use </a:t>
            </a:r>
            <a:r>
              <a:rPr lang="en-US" sz="1400" kern="0" spc="-80" dirty="0" err="1">
                <a:solidFill>
                  <a:schemeClr val="accent6"/>
                </a:solidFill>
              </a:rPr>
              <a:t>VectorDrawable</a:t>
            </a:r>
            <a:endParaRPr lang="en-US" sz="1400" kern="0" spc="-80" dirty="0">
              <a:solidFill>
                <a:schemeClr val="accent6"/>
              </a:solidFill>
            </a:endParaRPr>
          </a:p>
          <a:p>
            <a:pPr marL="12700" marR="5080"/>
            <a:r>
              <a:rPr lang="en-US" sz="1400" kern="0" spc="-80" dirty="0">
                <a:solidFill>
                  <a:schemeClr val="accent6"/>
                </a:solidFill>
              </a:rPr>
              <a:t>Offload heavy work to background threads</a:t>
            </a:r>
          </a:p>
          <a:p>
            <a:pPr marL="12700" marR="5080"/>
            <a:r>
              <a:rPr lang="en-US" sz="1400" kern="0" spc="-80" dirty="0">
                <a:solidFill>
                  <a:schemeClr val="accent6"/>
                </a:solidFill>
              </a:rPr>
              <a:t>7. iOS (</a:t>
            </a:r>
            <a:r>
              <a:rPr lang="en-US" sz="1400" kern="0" spc="-80" dirty="0" err="1">
                <a:solidFill>
                  <a:schemeClr val="accent6"/>
                </a:solidFill>
              </a:rPr>
              <a:t>SwiftUI</a:t>
            </a:r>
            <a:r>
              <a:rPr lang="en-US" sz="1400" kern="0" spc="-80" dirty="0">
                <a:solidFill>
                  <a:schemeClr val="accent6"/>
                </a:solidFill>
              </a:rPr>
              <a:t>/</a:t>
            </a:r>
            <a:r>
              <a:rPr lang="en-US" sz="1400" kern="0" spc="-80" dirty="0" err="1">
                <a:solidFill>
                  <a:schemeClr val="accent6"/>
                </a:solidFill>
              </a:rPr>
              <a:t>UIKit</a:t>
            </a:r>
            <a:r>
              <a:rPr lang="en-US" sz="1400" kern="0" spc="-80" dirty="0">
                <a:solidFill>
                  <a:schemeClr val="accent6"/>
                </a:solidFill>
              </a:rPr>
              <a:t>)</a:t>
            </a:r>
          </a:p>
          <a:p>
            <a:pPr marL="12700" marR="5080"/>
            <a:r>
              <a:rPr lang="en-US" sz="1400" kern="0" spc="-80" dirty="0">
                <a:solidFill>
                  <a:schemeClr val="accent6"/>
                </a:solidFill>
              </a:rPr>
              <a:t>Limit layout passes</a:t>
            </a:r>
          </a:p>
          <a:p>
            <a:pPr marL="12700" marR="5080"/>
            <a:r>
              <a:rPr lang="en-US" sz="1400" kern="0" spc="-80" dirty="0">
                <a:solidFill>
                  <a:schemeClr val="accent6"/>
                </a:solidFill>
              </a:rPr>
              <a:t>Avoid expensive geometry calculations</a:t>
            </a:r>
          </a:p>
          <a:p>
            <a:pPr marL="12700" marR="5080"/>
            <a:r>
              <a:rPr lang="en-US" sz="1400" kern="0" spc="-80" dirty="0">
                <a:solidFill>
                  <a:schemeClr val="accent6"/>
                </a:solidFill>
              </a:rPr>
              <a:t>Use Instruments for detecting storyboard overdraw</a:t>
            </a:r>
          </a:p>
          <a:p>
            <a:pPr marL="12700" marR="5080"/>
            <a:r>
              <a:rPr lang="en-US" sz="1400" kern="0" spc="-80" dirty="0">
                <a:solidFill>
                  <a:schemeClr val="accent6"/>
                </a:solidFill>
              </a:rPr>
              <a:t>Reuse views with </a:t>
            </a:r>
            <a:r>
              <a:rPr lang="en-US" sz="1400" kern="0" spc="-80" dirty="0" err="1">
                <a:solidFill>
                  <a:schemeClr val="accent6"/>
                </a:solidFill>
              </a:rPr>
              <a:t>SwiftUI</a:t>
            </a:r>
            <a:r>
              <a:rPr lang="en-US" sz="1400" kern="0" spc="-80" dirty="0">
                <a:solidFill>
                  <a:schemeClr val="accent6"/>
                </a:solidFill>
              </a:rPr>
              <a:t> lists</a:t>
            </a:r>
          </a:p>
          <a:p>
            <a:pPr marL="12700" marR="5080"/>
            <a:r>
              <a:rPr lang="en-US" sz="1400" kern="0" spc="-80" dirty="0">
                <a:solidFill>
                  <a:schemeClr val="accent6"/>
                </a:solidFill>
              </a:rPr>
              <a:t>Prefer </a:t>
            </a:r>
            <a:r>
              <a:rPr lang="en-US" sz="1400" kern="0" spc="-80" dirty="0" err="1">
                <a:solidFill>
                  <a:schemeClr val="accent6"/>
                </a:solidFill>
              </a:rPr>
              <a:t>CALayer</a:t>
            </a:r>
            <a:r>
              <a:rPr lang="en-US" sz="1400" kern="0" spc="-80" dirty="0">
                <a:solidFill>
                  <a:schemeClr val="accent6"/>
                </a:solidFill>
              </a:rPr>
              <a:t> animations</a:t>
            </a:r>
          </a:p>
          <a:p>
            <a:pPr marL="12700" marR="5080"/>
            <a:r>
              <a:rPr lang="en-US" sz="1400" kern="0" spc="-80" dirty="0">
                <a:solidFill>
                  <a:schemeClr val="accent6"/>
                </a:solidFill>
              </a:rPr>
              <a:t>✅ PART 3 — ADVANCED UI PERFORMANCE PATTERNS</a:t>
            </a:r>
          </a:p>
          <a:p>
            <a:pPr marL="12700" marR="5080"/>
            <a:r>
              <a:rPr lang="en-US" sz="1400" kern="0" spc="-80" dirty="0">
                <a:solidFill>
                  <a:schemeClr val="accent6"/>
                </a:solidFill>
              </a:rPr>
              <a:t>A. Progressive Rendering Patterns</a:t>
            </a:r>
          </a:p>
          <a:p>
            <a:pPr marL="12700" marR="5080"/>
            <a:r>
              <a:rPr lang="en-US" sz="1400" kern="0" spc="-80" dirty="0">
                <a:solidFill>
                  <a:schemeClr val="accent6"/>
                </a:solidFill>
              </a:rPr>
              <a:t>1. Skeleton Screens</a:t>
            </a:r>
          </a:p>
          <a:p>
            <a:pPr marL="12700" marR="5080"/>
            <a:r>
              <a:rPr lang="en-US" sz="1400" kern="0" spc="-80" dirty="0">
                <a:solidFill>
                  <a:schemeClr val="accent6"/>
                </a:solidFill>
              </a:rPr>
              <a:t>2. Lazy/Deferred Rendering</a:t>
            </a:r>
          </a:p>
          <a:p>
            <a:pPr marL="12700" marR="5080"/>
            <a:r>
              <a:rPr lang="en-US" sz="1400" kern="0" spc="-80" dirty="0">
                <a:solidFill>
                  <a:schemeClr val="accent6"/>
                </a:solidFill>
              </a:rPr>
              <a:t>3. Progressive Image Loading</a:t>
            </a:r>
          </a:p>
          <a:p>
            <a:pPr marL="12700" marR="5080"/>
            <a:r>
              <a:rPr lang="en-US" sz="1400" kern="0" spc="-80" dirty="0">
                <a:solidFill>
                  <a:schemeClr val="accent6"/>
                </a:solidFill>
              </a:rPr>
              <a:t>4. Streaming SSR (React Server Components)</a:t>
            </a:r>
          </a:p>
          <a:p>
            <a:pPr marL="12700" marR="5080"/>
            <a:r>
              <a:rPr lang="en-US" sz="1400" kern="0" spc="-80" dirty="0">
                <a:solidFill>
                  <a:schemeClr val="accent6"/>
                </a:solidFill>
              </a:rPr>
              <a:t>5. Islands Architecture</a:t>
            </a:r>
          </a:p>
          <a:p>
            <a:pPr marL="12700" marR="5080"/>
            <a:r>
              <a:rPr lang="en-US" sz="1400" kern="0" spc="-80" dirty="0">
                <a:solidFill>
                  <a:schemeClr val="accent6"/>
                </a:solidFill>
              </a:rPr>
              <a:t>6. Progressive Hydration</a:t>
            </a:r>
          </a:p>
          <a:p>
            <a:pPr marL="12700" marR="5080"/>
            <a:r>
              <a:rPr lang="en-US" sz="1400" kern="0" spc="-80" dirty="0">
                <a:solidFill>
                  <a:schemeClr val="accent6"/>
                </a:solidFill>
              </a:rPr>
              <a:t>B. Architecture Patterns for High Performance</a:t>
            </a:r>
          </a:p>
          <a:p>
            <a:pPr marL="12700" marR="5080"/>
            <a:r>
              <a:rPr lang="en-US" sz="1400" kern="0" spc="-80" dirty="0">
                <a:solidFill>
                  <a:schemeClr val="accent6"/>
                </a:solidFill>
              </a:rPr>
              <a:t>1. Micro-frontend architecture</a:t>
            </a:r>
          </a:p>
          <a:p>
            <a:pPr marL="12700" marR="5080"/>
            <a:r>
              <a:rPr lang="en-US" sz="1400" kern="0" spc="-80" dirty="0">
                <a:solidFill>
                  <a:schemeClr val="accent6"/>
                </a:solidFill>
              </a:rPr>
              <a:t>Split heavy UI into smaller independent apps</a:t>
            </a:r>
          </a:p>
          <a:p>
            <a:pPr marL="12700" marR="5080"/>
            <a:r>
              <a:rPr lang="en-US" sz="1400" kern="0" spc="-80" dirty="0">
                <a:solidFill>
                  <a:schemeClr val="accent6"/>
                </a:solidFill>
              </a:rPr>
              <a:t>2. Clean State Management</a:t>
            </a:r>
          </a:p>
          <a:p>
            <a:pPr marL="12700" marR="5080"/>
            <a:r>
              <a:rPr lang="en-US" sz="1400" kern="0" spc="-80" dirty="0">
                <a:solidFill>
                  <a:schemeClr val="accent6"/>
                </a:solidFill>
              </a:rPr>
              <a:t>Avoid:</a:t>
            </a:r>
          </a:p>
          <a:p>
            <a:pPr marL="12700" marR="5080"/>
            <a:r>
              <a:rPr lang="en-US" sz="1400" kern="0" spc="-80" dirty="0">
                <a:solidFill>
                  <a:schemeClr val="accent6"/>
                </a:solidFill>
              </a:rPr>
              <a:t>global store re-renders</a:t>
            </a:r>
          </a:p>
          <a:p>
            <a:pPr marL="12700" marR="5080"/>
            <a:r>
              <a:rPr lang="en-US" sz="1400" kern="0" spc="-80" dirty="0">
                <a:solidFill>
                  <a:schemeClr val="accent6"/>
                </a:solidFill>
              </a:rPr>
              <a:t>heavy reducers</a:t>
            </a:r>
          </a:p>
          <a:p>
            <a:pPr marL="12700" marR="5080"/>
            <a:r>
              <a:rPr lang="en-US" sz="1400" kern="0" spc="-80" dirty="0">
                <a:solidFill>
                  <a:schemeClr val="accent6"/>
                </a:solidFill>
              </a:rPr>
              <a:t>large context trees</a:t>
            </a:r>
          </a:p>
          <a:p>
            <a:pPr marL="12700" marR="5080"/>
            <a:r>
              <a:rPr lang="en-US" sz="1400" kern="0" spc="-80" dirty="0">
                <a:solidFill>
                  <a:schemeClr val="accent6"/>
                </a:solidFill>
              </a:rPr>
              <a:t>Prefer:</a:t>
            </a:r>
          </a:p>
          <a:p>
            <a:pPr marL="12700" marR="5080"/>
            <a:r>
              <a:rPr lang="en-US" sz="1400" kern="0" spc="-80" dirty="0">
                <a:solidFill>
                  <a:schemeClr val="accent6"/>
                </a:solidFill>
              </a:rPr>
              <a:t>event-driven signals/state</a:t>
            </a:r>
          </a:p>
          <a:p>
            <a:pPr marL="12700" marR="5080"/>
            <a:r>
              <a:rPr lang="en-US" sz="1400" kern="0" spc="-80" dirty="0">
                <a:solidFill>
                  <a:schemeClr val="accent6"/>
                </a:solidFill>
              </a:rPr>
              <a:t>atomic stores</a:t>
            </a:r>
          </a:p>
          <a:p>
            <a:pPr marL="12700" marR="5080"/>
            <a:r>
              <a:rPr lang="en-US" sz="1400" kern="0" spc="-80" dirty="0">
                <a:solidFill>
                  <a:schemeClr val="accent6"/>
                </a:solidFill>
              </a:rPr>
              <a:t>selector-based subscription models</a:t>
            </a:r>
          </a:p>
          <a:p>
            <a:pPr marL="12700" marR="5080"/>
            <a:r>
              <a:rPr lang="en-US" sz="1400" kern="0" spc="-80" dirty="0">
                <a:solidFill>
                  <a:schemeClr val="accent6"/>
                </a:solidFill>
              </a:rPr>
              <a:t>3. Edge Rendering</a:t>
            </a:r>
          </a:p>
          <a:p>
            <a:pPr marL="12700" marR="5080"/>
            <a:r>
              <a:rPr lang="en-US" sz="1400" kern="0" spc="-80" dirty="0">
                <a:solidFill>
                  <a:schemeClr val="accent6"/>
                </a:solidFill>
              </a:rPr>
              <a:t>Render UI fragments at CDN edge for speed.</a:t>
            </a:r>
          </a:p>
          <a:p>
            <a:pPr marL="12700" marR="5080"/>
            <a:r>
              <a:rPr lang="en-US" sz="1400" kern="0" spc="-80" dirty="0">
                <a:solidFill>
                  <a:schemeClr val="accent6"/>
                </a:solidFill>
              </a:rPr>
              <a:t>4. UI Virtualization</a:t>
            </a:r>
          </a:p>
          <a:p>
            <a:pPr marL="12700" marR="5080"/>
            <a:r>
              <a:rPr lang="en-US" sz="1400" kern="0" spc="-80" dirty="0">
                <a:solidFill>
                  <a:schemeClr val="accent6"/>
                </a:solidFill>
              </a:rPr>
              <a:t>Only render what is visible.</a:t>
            </a:r>
          </a:p>
          <a:p>
            <a:pPr marL="12700" marR="5080"/>
            <a:r>
              <a:rPr lang="en-US" sz="1400" kern="0" spc="-80" dirty="0">
                <a:solidFill>
                  <a:schemeClr val="accent6"/>
                </a:solidFill>
              </a:rPr>
              <a:t>✅ PART 4 — PERFORMANCE TOOLS &amp; PROFILING</a:t>
            </a:r>
          </a:p>
          <a:p>
            <a:pPr marL="12700" marR="5080"/>
            <a:r>
              <a:rPr lang="en-US" sz="1400" kern="0" spc="-80" dirty="0">
                <a:solidFill>
                  <a:schemeClr val="accent6"/>
                </a:solidFill>
              </a:rPr>
              <a:t>Web</a:t>
            </a:r>
          </a:p>
          <a:p>
            <a:pPr marL="12700" marR="5080"/>
            <a:r>
              <a:rPr lang="en-US" sz="1400" kern="0" spc="-80" dirty="0">
                <a:solidFill>
                  <a:schemeClr val="accent6"/>
                </a:solidFill>
              </a:rPr>
              <a:t>Chrome </a:t>
            </a:r>
            <a:r>
              <a:rPr lang="en-US" sz="1400" kern="0" spc="-80" dirty="0" err="1">
                <a:solidFill>
                  <a:schemeClr val="accent6"/>
                </a:solidFill>
              </a:rPr>
              <a:t>DevTools</a:t>
            </a:r>
            <a:endParaRPr lang="en-US" sz="1400" kern="0" spc="-80" dirty="0">
              <a:solidFill>
                <a:schemeClr val="accent6"/>
              </a:solidFill>
            </a:endParaRPr>
          </a:p>
          <a:p>
            <a:pPr marL="12700" marR="5080"/>
            <a:r>
              <a:rPr lang="en-US" sz="1400" kern="0" spc="-80" dirty="0">
                <a:solidFill>
                  <a:schemeClr val="accent6"/>
                </a:solidFill>
              </a:rPr>
              <a:t>Lighthouse</a:t>
            </a:r>
          </a:p>
          <a:p>
            <a:pPr marL="12700" marR="5080"/>
            <a:r>
              <a:rPr lang="en-US" sz="1400" kern="0" spc="-80" dirty="0">
                <a:solidFill>
                  <a:schemeClr val="accent6"/>
                </a:solidFill>
              </a:rPr>
              <a:t>Web Vitals</a:t>
            </a:r>
          </a:p>
          <a:p>
            <a:pPr marL="12700" marR="5080"/>
            <a:r>
              <a:rPr lang="en-US" sz="1400" kern="0" spc="-80" dirty="0" err="1">
                <a:solidFill>
                  <a:schemeClr val="accent6"/>
                </a:solidFill>
              </a:rPr>
              <a:t>WebPageTest</a:t>
            </a:r>
            <a:endParaRPr lang="en-US" sz="1400" kern="0" spc="-80" dirty="0">
              <a:solidFill>
                <a:schemeClr val="accent6"/>
              </a:solidFill>
            </a:endParaRPr>
          </a:p>
          <a:p>
            <a:pPr marL="12700" marR="5080"/>
            <a:r>
              <a:rPr lang="en-US" sz="1400" kern="0" spc="-80" dirty="0">
                <a:solidFill>
                  <a:schemeClr val="accent6"/>
                </a:solidFill>
              </a:rPr>
              <a:t>React </a:t>
            </a:r>
            <a:r>
              <a:rPr lang="en-US" sz="1400" kern="0" spc="-80" dirty="0" err="1">
                <a:solidFill>
                  <a:schemeClr val="accent6"/>
                </a:solidFill>
              </a:rPr>
              <a:t>DevTools</a:t>
            </a:r>
            <a:r>
              <a:rPr lang="en-US" sz="1400" kern="0" spc="-80" dirty="0">
                <a:solidFill>
                  <a:schemeClr val="accent6"/>
                </a:solidFill>
              </a:rPr>
              <a:t> Profiler</a:t>
            </a:r>
          </a:p>
          <a:p>
            <a:pPr marL="12700" marR="5080"/>
            <a:r>
              <a:rPr lang="en-US" sz="1400" kern="0" spc="-80" dirty="0">
                <a:solidFill>
                  <a:schemeClr val="accent6"/>
                </a:solidFill>
              </a:rPr>
              <a:t>Sentry Performance</a:t>
            </a:r>
          </a:p>
          <a:p>
            <a:pPr marL="12700" marR="5080"/>
            <a:r>
              <a:rPr lang="en-US" sz="1400" kern="0" spc="-80" dirty="0">
                <a:solidFill>
                  <a:schemeClr val="accent6"/>
                </a:solidFill>
              </a:rPr>
              <a:t>Android</a:t>
            </a:r>
          </a:p>
          <a:p>
            <a:pPr marL="12700" marR="5080"/>
            <a:r>
              <a:rPr lang="en-US" sz="1400" kern="0" spc="-80" dirty="0">
                <a:solidFill>
                  <a:schemeClr val="accent6"/>
                </a:solidFill>
              </a:rPr>
              <a:t>Android Profiler</a:t>
            </a:r>
          </a:p>
          <a:p>
            <a:pPr marL="12700" marR="5080"/>
            <a:r>
              <a:rPr lang="en-US" sz="1400" kern="0" spc="-80" dirty="0" err="1">
                <a:solidFill>
                  <a:schemeClr val="accent6"/>
                </a:solidFill>
              </a:rPr>
              <a:t>Systrace</a:t>
            </a:r>
            <a:endParaRPr lang="en-US" sz="1400" kern="0" spc="-80" dirty="0">
              <a:solidFill>
                <a:schemeClr val="accent6"/>
              </a:solidFill>
            </a:endParaRPr>
          </a:p>
          <a:p>
            <a:pPr marL="12700" marR="5080"/>
            <a:r>
              <a:rPr lang="en-US" sz="1400" kern="0" spc="-80" dirty="0">
                <a:solidFill>
                  <a:schemeClr val="accent6"/>
                </a:solidFill>
              </a:rPr>
              <a:t>Layout Inspector</a:t>
            </a:r>
          </a:p>
          <a:p>
            <a:pPr marL="12700" marR="5080"/>
            <a:r>
              <a:rPr lang="en-US" sz="1400" kern="0" spc="-80" dirty="0">
                <a:solidFill>
                  <a:schemeClr val="accent6"/>
                </a:solidFill>
              </a:rPr>
              <a:t>GPU Rendering Profile</a:t>
            </a:r>
          </a:p>
          <a:p>
            <a:pPr marL="12700" marR="5080"/>
            <a:r>
              <a:rPr lang="en-US" sz="1400" kern="0" spc="-80" dirty="0">
                <a:solidFill>
                  <a:schemeClr val="accent6"/>
                </a:solidFill>
              </a:rPr>
              <a:t>iOS</a:t>
            </a:r>
          </a:p>
          <a:p>
            <a:pPr marL="12700" marR="5080"/>
            <a:r>
              <a:rPr lang="en-US" sz="1400" kern="0" spc="-80" dirty="0">
                <a:solidFill>
                  <a:schemeClr val="accent6"/>
                </a:solidFill>
              </a:rPr>
              <a:t>Instruments</a:t>
            </a:r>
          </a:p>
          <a:p>
            <a:pPr marL="12700" marR="5080"/>
            <a:r>
              <a:rPr lang="en-US" sz="1400" kern="0" spc="-80" dirty="0">
                <a:solidFill>
                  <a:schemeClr val="accent6"/>
                </a:solidFill>
              </a:rPr>
              <a:t>Core Animation FPS inspector</a:t>
            </a:r>
          </a:p>
          <a:p>
            <a:pPr marL="12700" marR="5080"/>
            <a:r>
              <a:rPr lang="en-US" sz="1400" kern="0" spc="-80" dirty="0">
                <a:solidFill>
                  <a:schemeClr val="accent6"/>
                </a:solidFill>
              </a:rPr>
              <a:t>Memory Graph Debugger</a:t>
            </a:r>
          </a:p>
          <a:p>
            <a:pPr marL="12700" marR="5080"/>
            <a:r>
              <a:rPr lang="en-US" sz="1400" kern="0" spc="-80" dirty="0">
                <a:solidFill>
                  <a:schemeClr val="accent6"/>
                </a:solidFill>
              </a:rPr>
              <a:t>Flutter</a:t>
            </a:r>
          </a:p>
          <a:p>
            <a:pPr marL="12700" marR="5080"/>
            <a:r>
              <a:rPr lang="en-US" sz="1400" kern="0" spc="-80" dirty="0" err="1">
                <a:solidFill>
                  <a:schemeClr val="accent6"/>
                </a:solidFill>
              </a:rPr>
              <a:t>DevTools</a:t>
            </a:r>
            <a:r>
              <a:rPr lang="en-US" sz="1400" kern="0" spc="-80" dirty="0">
                <a:solidFill>
                  <a:schemeClr val="accent6"/>
                </a:solidFill>
              </a:rPr>
              <a:t> performance tab</a:t>
            </a:r>
          </a:p>
          <a:p>
            <a:pPr marL="12700" marR="5080"/>
            <a:r>
              <a:rPr lang="en-US" sz="1400" kern="0" spc="-80" dirty="0">
                <a:solidFill>
                  <a:schemeClr val="accent6"/>
                </a:solidFill>
              </a:rPr>
              <a:t>Widget rebuild tracker</a:t>
            </a:r>
          </a:p>
          <a:p>
            <a:pPr marL="12700" marR="5080"/>
            <a:r>
              <a:rPr lang="en-US" sz="1400" kern="0" spc="-80" dirty="0">
                <a:solidFill>
                  <a:schemeClr val="accent6"/>
                </a:solidFill>
              </a:rPr>
              <a:t>Flame chart.</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901640452"/>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3A366C-8EBF-57DC-2498-A72C05E2038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9E964D9-1BE9-39DB-35D9-20A3AC590CC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D1B9D9C-5935-C1B4-F56B-0139A65348C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9F4C7A0-7D57-4EA6-A479-F7E2CEF9681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287FC6F-8E7F-F1CB-03DE-DD9181D2A7C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297A5C-4DA1-205E-166C-650AB7EA2FF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24FCF9D-030B-B406-C5EF-5DF27EE157C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2DB3D9B-7098-C8E7-6425-A7EB97EFC51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B0915FB-BC59-F5D4-9F86-E14395BE6AB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3DCAAA4-6AB7-2575-BC1E-603DBF26017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1CBC9E7-2FC6-9B27-FFFD-2DC4F82B311E}"/>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2"/>
                </a:solidFill>
              </a:rPr>
              <a:t>E. Network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2"/>
                </a:solidFill>
              </a:rPr>
              <a:t>5. Prefetching Based on Intent</a:t>
            </a:r>
          </a:p>
          <a:p>
            <a:pPr marL="12700" marR="5080"/>
            <a:r>
              <a:rPr lang="en-US" sz="1400" kern="0" spc="-80" dirty="0">
                <a:solidFill>
                  <a:schemeClr val="accent6"/>
                </a:solidFill>
              </a:rPr>
              <a:t>Hover prefetch</a:t>
            </a:r>
          </a:p>
          <a:p>
            <a:pPr marL="12700" marR="5080"/>
            <a:r>
              <a:rPr lang="en-US" sz="1400" kern="0" spc="-80" dirty="0">
                <a:solidFill>
                  <a:schemeClr val="accent6"/>
                </a:solidFill>
              </a:rPr>
              <a:t>Intersection observer prefetch</a:t>
            </a:r>
          </a:p>
          <a:p>
            <a:pPr marL="12700" marR="5080"/>
            <a:r>
              <a:rPr lang="en-US" sz="1400" kern="0" spc="-80" dirty="0">
                <a:solidFill>
                  <a:schemeClr val="accent6"/>
                </a:solidFill>
              </a:rPr>
              <a:t>Router-level prefetch</a:t>
            </a:r>
          </a:p>
          <a:p>
            <a:pPr marL="12700" marR="5080"/>
            <a:endParaRPr lang="en-US" sz="1400" kern="0" spc="-80" dirty="0">
              <a:solidFill>
                <a:schemeClr val="accent6"/>
              </a:solidFill>
            </a:endParaRPr>
          </a:p>
          <a:p>
            <a:pPr marL="12700" marR="5080"/>
            <a:r>
              <a:rPr lang="en-US" sz="1400" kern="0" spc="-80" dirty="0">
                <a:solidFill>
                  <a:schemeClr val="accent2"/>
                </a:solidFill>
              </a:rPr>
              <a:t>F. UI Framework-Specific Optimization Techniques</a:t>
            </a:r>
          </a:p>
          <a:p>
            <a:pPr marL="12700" marR="5080"/>
            <a:r>
              <a:rPr lang="en-US" sz="1400" kern="0" spc="-80" dirty="0">
                <a:solidFill>
                  <a:schemeClr val="accent2"/>
                </a:solidFill>
              </a:rPr>
              <a:t>1. React</a:t>
            </a:r>
          </a:p>
          <a:p>
            <a:pPr marL="12700" marR="5080"/>
            <a:r>
              <a:rPr lang="en-US" sz="1400" kern="0" spc="-80" dirty="0">
                <a:solidFill>
                  <a:schemeClr val="accent2"/>
                </a:solidFill>
              </a:rPr>
              <a:t>Rendering:</a:t>
            </a:r>
          </a:p>
          <a:p>
            <a:pPr marL="12700" marR="5080"/>
            <a:r>
              <a:rPr lang="en-US" sz="1400" kern="0" spc="-80" dirty="0" err="1">
                <a:solidFill>
                  <a:schemeClr val="accent6"/>
                </a:solidFill>
              </a:rPr>
              <a:t>Memoization</a:t>
            </a:r>
            <a:r>
              <a:rPr lang="en-US" sz="1400" kern="0" spc="-80" dirty="0">
                <a:solidFill>
                  <a:schemeClr val="accent6"/>
                </a:solidFill>
              </a:rPr>
              <a:t>: </a:t>
            </a:r>
            <a:r>
              <a:rPr lang="en-US" sz="1400" kern="0" spc="-80" dirty="0" err="1">
                <a:solidFill>
                  <a:schemeClr val="accent6"/>
                </a:solidFill>
              </a:rPr>
              <a:t>React.memo</a:t>
            </a:r>
            <a:r>
              <a:rPr lang="en-US" sz="1400" kern="0" spc="-80" dirty="0">
                <a:solidFill>
                  <a:schemeClr val="accent6"/>
                </a:solidFill>
              </a:rPr>
              <a:t>, </a:t>
            </a:r>
            <a:r>
              <a:rPr lang="en-US" sz="1400" kern="0" spc="-80" dirty="0" err="1">
                <a:solidFill>
                  <a:schemeClr val="accent6"/>
                </a:solidFill>
              </a:rPr>
              <a:t>useMemo</a:t>
            </a:r>
            <a:r>
              <a:rPr lang="en-US" sz="1400" kern="0" spc="-80" dirty="0">
                <a:solidFill>
                  <a:schemeClr val="accent6"/>
                </a:solidFill>
              </a:rPr>
              <a:t>, </a:t>
            </a:r>
            <a:r>
              <a:rPr lang="en-US" sz="1400" kern="0" spc="-80" dirty="0" err="1">
                <a:solidFill>
                  <a:schemeClr val="accent6"/>
                </a:solidFill>
              </a:rPr>
              <a:t>useCallback</a:t>
            </a:r>
            <a:endParaRPr lang="en-US" sz="1400" kern="0" spc="-80" dirty="0">
              <a:solidFill>
                <a:schemeClr val="accent6"/>
              </a:solidFill>
            </a:endParaRPr>
          </a:p>
          <a:p>
            <a:pPr marL="12700" marR="5080"/>
            <a:r>
              <a:rPr lang="en-US" sz="1400" kern="0" spc="-80" dirty="0">
                <a:solidFill>
                  <a:schemeClr val="accent6"/>
                </a:solidFill>
              </a:rPr>
              <a:t>Prevent unnecessary re-renders via props/state splitting</a:t>
            </a:r>
          </a:p>
          <a:p>
            <a:pPr marL="12700" marR="5080"/>
            <a:r>
              <a:rPr lang="en-US" sz="1400" kern="0" spc="-80" dirty="0">
                <a:solidFill>
                  <a:schemeClr val="accent6"/>
                </a:solidFill>
              </a:rPr>
              <a:t>Use Suspense + concurrent features</a:t>
            </a:r>
          </a:p>
          <a:p>
            <a:pPr marL="12700" marR="5080"/>
            <a:r>
              <a:rPr lang="en-US" sz="1400" kern="0" spc="-80" dirty="0">
                <a:solidFill>
                  <a:schemeClr val="accent6"/>
                </a:solidFill>
              </a:rPr>
              <a:t>Virtual lists with react-window</a:t>
            </a:r>
          </a:p>
          <a:p>
            <a:pPr marL="12700" marR="5080"/>
            <a:r>
              <a:rPr lang="en-US" sz="1400" kern="0" spc="-80" dirty="0">
                <a:solidFill>
                  <a:schemeClr val="accent6"/>
                </a:solidFill>
              </a:rPr>
              <a:t>Avoid huge context updates</a:t>
            </a:r>
          </a:p>
          <a:p>
            <a:pPr marL="12700" marR="5080"/>
            <a:r>
              <a:rPr lang="en-US" sz="1400" kern="0" spc="-80" dirty="0">
                <a:solidFill>
                  <a:schemeClr val="accent6"/>
                </a:solidFill>
              </a:rPr>
              <a:t>Use Server Components to reduce client JS</a:t>
            </a:r>
          </a:p>
          <a:p>
            <a:pPr marL="12700" marR="5080"/>
            <a:r>
              <a:rPr lang="en-US" sz="1400" kern="0" spc="-80" dirty="0">
                <a:solidFill>
                  <a:schemeClr val="accent2"/>
                </a:solidFill>
              </a:rPr>
              <a:t>Build:</a:t>
            </a:r>
          </a:p>
          <a:p>
            <a:pPr marL="12700" marR="5080"/>
            <a:r>
              <a:rPr lang="en-US" sz="1400" kern="0" spc="-80" dirty="0">
                <a:solidFill>
                  <a:schemeClr val="accent6"/>
                </a:solidFill>
              </a:rPr>
              <a:t>Bundle splitting</a:t>
            </a:r>
          </a:p>
          <a:p>
            <a:pPr marL="12700" marR="5080"/>
            <a:r>
              <a:rPr lang="en-US" sz="1400" kern="0" spc="-80" dirty="0">
                <a:solidFill>
                  <a:schemeClr val="accent6"/>
                </a:solidFill>
              </a:rPr>
              <a:t>Tree shaking</a:t>
            </a:r>
          </a:p>
          <a:p>
            <a:pPr marL="12700" marR="5080"/>
            <a:r>
              <a:rPr lang="en-US" sz="1400" kern="0" spc="-80" dirty="0">
                <a:solidFill>
                  <a:schemeClr val="accent6"/>
                </a:solidFill>
              </a:rPr>
              <a:t>SWC / </a:t>
            </a:r>
            <a:r>
              <a:rPr lang="en-US" sz="1400" kern="0" spc="-80" dirty="0" err="1">
                <a:solidFill>
                  <a:schemeClr val="accent6"/>
                </a:solidFill>
              </a:rPr>
              <a:t>esbuild</a:t>
            </a:r>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426579500"/>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377CA9-3EFD-D714-9EF6-B7365307770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853C922-3ACB-0E61-9513-BF0B08B59E5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DEBB06D-9D4F-06FC-AAF4-28E265D05E7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18A1135-628C-F186-4FE7-4769EE90A67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C9956E3-FBB8-7897-CC61-78D11C07460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64F016B-0D6C-CC83-AAC7-D210FE5E236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06377E5-8BAE-8849-A1CA-7ACCB43B0E6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CD2CE33-1183-7D7E-F36B-C461D99C1F2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1C0A92D-325B-52C8-430C-105E2C07917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74C94EF-B52F-8D9D-8A1A-790F905DB95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01BE08F-AECE-49D0-0A23-086145004DF8}"/>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2"/>
                </a:solidFill>
              </a:rPr>
              <a:t>F. UI Framework-Specific Optimization Techniques</a:t>
            </a:r>
          </a:p>
          <a:p>
            <a:pPr marL="12700" marR="5080"/>
            <a:r>
              <a:rPr lang="en-US" sz="1400" kern="0" spc="-80" dirty="0">
                <a:solidFill>
                  <a:schemeClr val="accent2"/>
                </a:solidFill>
              </a:rPr>
              <a:t>2. Angular</a:t>
            </a:r>
          </a:p>
          <a:p>
            <a:pPr marL="12700" marR="5080"/>
            <a:r>
              <a:rPr lang="en-US" sz="1400" kern="0" spc="-80" dirty="0" err="1">
                <a:solidFill>
                  <a:schemeClr val="accent6"/>
                </a:solidFill>
              </a:rPr>
              <a:t>OnPush</a:t>
            </a:r>
            <a:r>
              <a:rPr lang="en-US" sz="1400" kern="0" spc="-80" dirty="0">
                <a:solidFill>
                  <a:schemeClr val="accent6"/>
                </a:solidFill>
              </a:rPr>
              <a:t> change detection</a:t>
            </a:r>
          </a:p>
          <a:p>
            <a:pPr marL="12700" marR="5080"/>
            <a:r>
              <a:rPr lang="en-US" sz="1400" kern="0" spc="-80" dirty="0" err="1">
                <a:solidFill>
                  <a:schemeClr val="accent6"/>
                </a:solidFill>
              </a:rPr>
              <a:t>trackBy</a:t>
            </a:r>
            <a:r>
              <a:rPr lang="en-US" sz="1400" kern="0" spc="-80" dirty="0">
                <a:solidFill>
                  <a:schemeClr val="accent6"/>
                </a:solidFill>
              </a:rPr>
              <a:t> in *</a:t>
            </a:r>
            <a:r>
              <a:rPr lang="en-US" sz="1400" kern="0" spc="-80" dirty="0" err="1">
                <a:solidFill>
                  <a:schemeClr val="accent6"/>
                </a:solidFill>
              </a:rPr>
              <a:t>ngFor</a:t>
            </a:r>
            <a:endParaRPr lang="en-US" sz="1400" kern="0" spc="-80" dirty="0">
              <a:solidFill>
                <a:schemeClr val="accent6"/>
              </a:solidFill>
            </a:endParaRPr>
          </a:p>
          <a:p>
            <a:pPr marL="12700" marR="5080"/>
            <a:r>
              <a:rPr lang="en-US" sz="1400" kern="0" spc="-80" dirty="0">
                <a:solidFill>
                  <a:schemeClr val="accent6"/>
                </a:solidFill>
              </a:rPr>
              <a:t>Standalone components to reduce module tree</a:t>
            </a:r>
          </a:p>
          <a:p>
            <a:pPr marL="12700" marR="5080"/>
            <a:r>
              <a:rPr lang="en-US" sz="1400" kern="0" spc="-80" dirty="0">
                <a:solidFill>
                  <a:schemeClr val="accent6"/>
                </a:solidFill>
              </a:rPr>
              <a:t>Lazy loading modules</a:t>
            </a:r>
          </a:p>
          <a:p>
            <a:pPr marL="12700" marR="5080"/>
            <a:r>
              <a:rPr lang="en-US" sz="1400" kern="0" spc="-80" dirty="0" err="1">
                <a:solidFill>
                  <a:schemeClr val="accent6"/>
                </a:solidFill>
              </a:rPr>
              <a:t>PreloadingStrategy</a:t>
            </a:r>
            <a:r>
              <a:rPr lang="en-US" sz="1400" kern="0" spc="-80" dirty="0">
                <a:solidFill>
                  <a:schemeClr val="accent6"/>
                </a:solidFill>
              </a:rPr>
              <a:t> for optimized routing</a:t>
            </a:r>
          </a:p>
          <a:p>
            <a:pPr marL="12700" marR="5080"/>
            <a:endParaRPr lang="en-US" sz="1400" kern="0" spc="-80" dirty="0">
              <a:solidFill>
                <a:schemeClr val="accent6"/>
              </a:solidFill>
            </a:endParaRPr>
          </a:p>
          <a:p>
            <a:pPr marL="12700" marR="5080"/>
            <a:r>
              <a:rPr lang="en-US" sz="1400" kern="0" spc="-80" dirty="0">
                <a:solidFill>
                  <a:schemeClr val="accent2"/>
                </a:solidFill>
              </a:rPr>
              <a:t>3. Vue</a:t>
            </a:r>
          </a:p>
          <a:p>
            <a:pPr marL="12700" marR="5080"/>
            <a:r>
              <a:rPr lang="en-US" sz="1400" kern="0" spc="-80" dirty="0">
                <a:solidFill>
                  <a:schemeClr val="accent6"/>
                </a:solidFill>
              </a:rPr>
              <a:t>Computed properties instead of watchers</a:t>
            </a:r>
          </a:p>
          <a:p>
            <a:pPr marL="12700" marR="5080"/>
            <a:r>
              <a:rPr lang="en-US" sz="1400" kern="0" spc="-80" dirty="0">
                <a:solidFill>
                  <a:schemeClr val="accent6"/>
                </a:solidFill>
              </a:rPr>
              <a:t>v-once, v-memo</a:t>
            </a:r>
          </a:p>
          <a:p>
            <a:pPr marL="12700" marR="5080"/>
            <a:r>
              <a:rPr lang="en-US" sz="1400" kern="0" spc="-80" dirty="0">
                <a:solidFill>
                  <a:schemeClr val="accent6"/>
                </a:solidFill>
              </a:rPr>
              <a:t>Virtual lists</a:t>
            </a:r>
          </a:p>
          <a:p>
            <a:pPr marL="12700" marR="5080"/>
            <a:r>
              <a:rPr lang="en-US" sz="1400" kern="0" spc="-80" dirty="0">
                <a:solidFill>
                  <a:schemeClr val="accent6"/>
                </a:solidFill>
              </a:rPr>
              <a:t>Lazy loading components</a:t>
            </a:r>
          </a:p>
          <a:p>
            <a:pPr marL="12700" marR="5080"/>
            <a:endParaRPr lang="en-US" sz="1400" kern="0" spc="-80" dirty="0">
              <a:solidFill>
                <a:schemeClr val="accent6"/>
              </a:solidFill>
            </a:endParaRPr>
          </a:p>
          <a:p>
            <a:pPr marL="12700" marR="5080"/>
            <a:r>
              <a:rPr lang="en-US" sz="1400" kern="0" spc="-80" dirty="0">
                <a:solidFill>
                  <a:schemeClr val="accent2"/>
                </a:solidFill>
              </a:rPr>
              <a:t>4. Svelte</a:t>
            </a:r>
          </a:p>
          <a:p>
            <a:pPr marL="12700" marR="5080"/>
            <a:r>
              <a:rPr lang="en-US" sz="1400" kern="0" spc="-80" dirty="0">
                <a:solidFill>
                  <a:schemeClr val="accent6"/>
                </a:solidFill>
              </a:rPr>
              <a:t>Reactive declarations</a:t>
            </a:r>
          </a:p>
          <a:p>
            <a:pPr marL="12700" marR="5080"/>
            <a:r>
              <a:rPr lang="en-US" sz="1400" kern="0" spc="-80" dirty="0">
                <a:solidFill>
                  <a:schemeClr val="accent6"/>
                </a:solidFill>
              </a:rPr>
              <a:t>Compiler-level minimal DOM ops</a:t>
            </a:r>
          </a:p>
          <a:p>
            <a:pPr marL="12700" marR="5080"/>
            <a:r>
              <a:rPr lang="en-US" sz="1400" kern="0" spc="-80" dirty="0">
                <a:solidFill>
                  <a:schemeClr val="accent6"/>
                </a:solidFill>
              </a:rPr>
              <a:t>Component scoping reduces reactivity cost</a:t>
            </a:r>
          </a:p>
          <a:p>
            <a:pPr marL="12700" marR="5080"/>
            <a:endParaRPr lang="en-US" sz="1400" kern="0" spc="-80" dirty="0">
              <a:solidFill>
                <a:schemeClr val="accent6"/>
              </a:solidFill>
            </a:endParaRPr>
          </a:p>
          <a:p>
            <a:pPr marL="12700" marR="5080"/>
            <a:r>
              <a:rPr lang="en-US" sz="1400" kern="0" spc="-80" dirty="0">
                <a:solidFill>
                  <a:schemeClr val="accent2"/>
                </a:solidFill>
              </a:rPr>
              <a:t>5. Flutter</a:t>
            </a:r>
          </a:p>
          <a:p>
            <a:pPr marL="12700" marR="5080"/>
            <a:r>
              <a:rPr lang="en-US" sz="1400" kern="0" spc="-80" dirty="0">
                <a:solidFill>
                  <a:schemeClr val="accent6"/>
                </a:solidFill>
              </a:rPr>
              <a:t>Avoid building large widgets repeatedly</a:t>
            </a:r>
          </a:p>
          <a:p>
            <a:pPr marL="12700" marR="5080"/>
            <a:r>
              <a:rPr lang="en-US" sz="1400" kern="0" spc="-80" dirty="0">
                <a:solidFill>
                  <a:schemeClr val="accent6"/>
                </a:solidFill>
              </a:rPr>
              <a:t>Use const constructors</a:t>
            </a:r>
          </a:p>
          <a:p>
            <a:pPr marL="12700" marR="5080"/>
            <a:r>
              <a:rPr lang="en-US" sz="1400" kern="0" spc="-80" dirty="0">
                <a:solidFill>
                  <a:schemeClr val="accent6"/>
                </a:solidFill>
              </a:rPr>
              <a:t>Use </a:t>
            </a:r>
            <a:r>
              <a:rPr lang="en-US" sz="1400" kern="0" spc="-80" dirty="0" err="1">
                <a:solidFill>
                  <a:schemeClr val="accent6"/>
                </a:solidFill>
              </a:rPr>
              <a:t>RepaintBoundary</a:t>
            </a:r>
            <a:endParaRPr lang="en-US" sz="1400" kern="0" spc="-80" dirty="0">
              <a:solidFill>
                <a:schemeClr val="accent6"/>
              </a:solidFill>
            </a:endParaRPr>
          </a:p>
        </p:txBody>
      </p:sp>
    </p:spTree>
    <p:extLst>
      <p:ext uri="{BB962C8B-B14F-4D97-AF65-F5344CB8AC3E}">
        <p14:creationId xmlns:p14="http://schemas.microsoft.com/office/powerpoint/2010/main" val="2528376172"/>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034D6-55B2-9A18-8AA6-6E79F34990C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8B53B27-CE7B-DD99-8955-78A9E6C5C13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76D1829-29C9-3AB7-B228-CEBF4CE628F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64EBAEA-9C5C-E094-B412-C3D19EC8590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6690510-ABB2-59E6-8302-FDA3CB48FD0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91C1FA4-3937-70C6-D30E-E691103576B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C326B5C-6118-EA4E-EAD6-808EAFA3238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BC154E2-33EC-89D4-4B28-4958551C93D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B078CA7-24E5-A3BE-662A-F96B8043118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7CEA073-467F-BE93-1310-BF4988BDE86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04CB719-21E3-0311-021E-AA975D44B573}"/>
              </a:ext>
            </a:extLst>
          </p:cNvPr>
          <p:cNvSpPr txBox="1">
            <a:spLocks/>
          </p:cNvSpPr>
          <p:nvPr/>
        </p:nvSpPr>
        <p:spPr>
          <a:xfrm>
            <a:off x="152400" y="685800"/>
            <a:ext cx="8624937" cy="40934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2"/>
                </a:solidFill>
              </a:rPr>
              <a:t>F. UI Framework-Specific Optimization Techniques</a:t>
            </a:r>
          </a:p>
          <a:p>
            <a:pPr marL="12700" marR="5080"/>
            <a:r>
              <a:rPr lang="en-US" sz="1400" kern="0" spc="-80" dirty="0">
                <a:solidFill>
                  <a:schemeClr val="accent6"/>
                </a:solidFill>
              </a:rPr>
              <a:t>Avoid expensive widgets in </a:t>
            </a:r>
            <a:r>
              <a:rPr lang="en-US" sz="1400" kern="0" spc="-80" dirty="0" err="1">
                <a:solidFill>
                  <a:schemeClr val="accent6"/>
                </a:solidFill>
              </a:rPr>
              <a:t>ListView</a:t>
            </a:r>
            <a:endParaRPr lang="en-US" sz="1400" kern="0" spc="-80" dirty="0">
              <a:solidFill>
                <a:schemeClr val="accent6"/>
              </a:solidFill>
            </a:endParaRPr>
          </a:p>
          <a:p>
            <a:pPr marL="12700" marR="5080"/>
            <a:r>
              <a:rPr lang="en-US" sz="1400" kern="0" spc="-80" dirty="0">
                <a:solidFill>
                  <a:schemeClr val="accent6"/>
                </a:solidFill>
              </a:rPr>
              <a:t>Use Isolates for heavy work</a:t>
            </a:r>
          </a:p>
          <a:p>
            <a:pPr marL="12700" marR="5080"/>
            <a:endParaRPr lang="en-US" sz="1400" kern="0" spc="-80" dirty="0">
              <a:solidFill>
                <a:schemeClr val="accent6"/>
              </a:solidFill>
            </a:endParaRPr>
          </a:p>
          <a:p>
            <a:pPr marL="12700" marR="5080"/>
            <a:r>
              <a:rPr lang="en-US" sz="1400" kern="0" spc="-80" dirty="0">
                <a:solidFill>
                  <a:schemeClr val="accent2"/>
                </a:solidFill>
              </a:rPr>
              <a:t>6. Android (Native)</a:t>
            </a:r>
          </a:p>
          <a:p>
            <a:pPr marL="12700" marR="5080"/>
            <a:r>
              <a:rPr lang="en-US" sz="1400" kern="0" spc="-80" dirty="0" err="1">
                <a:solidFill>
                  <a:schemeClr val="accent6"/>
                </a:solidFill>
              </a:rPr>
              <a:t>ConstraintLayout</a:t>
            </a:r>
            <a:r>
              <a:rPr lang="en-US" sz="1400" kern="0" spc="-80" dirty="0">
                <a:solidFill>
                  <a:schemeClr val="accent6"/>
                </a:solidFill>
              </a:rPr>
              <a:t> for efficient layout</a:t>
            </a:r>
          </a:p>
          <a:p>
            <a:pPr marL="12700" marR="5080"/>
            <a:r>
              <a:rPr lang="en-US" sz="1400" kern="0" spc="-80" dirty="0">
                <a:solidFill>
                  <a:schemeClr val="accent6"/>
                </a:solidFill>
              </a:rPr>
              <a:t>View recycling</a:t>
            </a:r>
          </a:p>
          <a:p>
            <a:pPr marL="12700" marR="5080"/>
            <a:r>
              <a:rPr lang="en-US" sz="1400" kern="0" spc="-80" dirty="0">
                <a:solidFill>
                  <a:schemeClr val="accent6"/>
                </a:solidFill>
              </a:rPr>
              <a:t>Avoid nested layouts</a:t>
            </a:r>
          </a:p>
          <a:p>
            <a:pPr marL="12700" marR="5080"/>
            <a:r>
              <a:rPr lang="en-US" sz="1400" kern="0" spc="-80" dirty="0">
                <a:solidFill>
                  <a:schemeClr val="accent6"/>
                </a:solidFill>
              </a:rPr>
              <a:t>Use </a:t>
            </a:r>
            <a:r>
              <a:rPr lang="en-US" sz="1400" kern="0" spc="-80" dirty="0" err="1">
                <a:solidFill>
                  <a:schemeClr val="accent6"/>
                </a:solidFill>
              </a:rPr>
              <a:t>VectorDrawable</a:t>
            </a:r>
            <a:endParaRPr lang="en-US" sz="1400" kern="0" spc="-80" dirty="0">
              <a:solidFill>
                <a:schemeClr val="accent6"/>
              </a:solidFill>
            </a:endParaRPr>
          </a:p>
          <a:p>
            <a:pPr marL="12700" marR="5080"/>
            <a:r>
              <a:rPr lang="en-US" sz="1400" kern="0" spc="-80" dirty="0">
                <a:solidFill>
                  <a:schemeClr val="accent6"/>
                </a:solidFill>
              </a:rPr>
              <a:t>Offload heavy work to background threads</a:t>
            </a:r>
          </a:p>
          <a:p>
            <a:pPr marL="12700" marR="5080"/>
            <a:endParaRPr lang="en-US" sz="1400" kern="0" spc="-80" dirty="0">
              <a:solidFill>
                <a:schemeClr val="accent6"/>
              </a:solidFill>
            </a:endParaRPr>
          </a:p>
          <a:p>
            <a:pPr marL="12700" marR="5080"/>
            <a:r>
              <a:rPr lang="en-US" sz="1400" kern="0" spc="-80" dirty="0">
                <a:solidFill>
                  <a:schemeClr val="accent2"/>
                </a:solidFill>
              </a:rPr>
              <a:t>7. iOS (</a:t>
            </a:r>
            <a:r>
              <a:rPr lang="en-US" sz="1400" kern="0" spc="-80" dirty="0" err="1">
                <a:solidFill>
                  <a:schemeClr val="accent2"/>
                </a:solidFill>
              </a:rPr>
              <a:t>SwiftUI</a:t>
            </a:r>
            <a:r>
              <a:rPr lang="en-US" sz="1400" kern="0" spc="-80" dirty="0">
                <a:solidFill>
                  <a:schemeClr val="accent2"/>
                </a:solidFill>
              </a:rPr>
              <a:t>/</a:t>
            </a:r>
            <a:r>
              <a:rPr lang="en-US" sz="1400" kern="0" spc="-80" dirty="0" err="1">
                <a:solidFill>
                  <a:schemeClr val="accent2"/>
                </a:solidFill>
              </a:rPr>
              <a:t>UIKit</a:t>
            </a:r>
            <a:r>
              <a:rPr lang="en-US" sz="1400" kern="0" spc="-80" dirty="0">
                <a:solidFill>
                  <a:schemeClr val="accent2"/>
                </a:solidFill>
              </a:rPr>
              <a:t>)</a:t>
            </a:r>
          </a:p>
          <a:p>
            <a:pPr marL="12700" marR="5080"/>
            <a:r>
              <a:rPr lang="en-US" sz="1400" kern="0" spc="-80" dirty="0">
                <a:solidFill>
                  <a:schemeClr val="accent6"/>
                </a:solidFill>
              </a:rPr>
              <a:t>Limit layout passes</a:t>
            </a:r>
          </a:p>
          <a:p>
            <a:pPr marL="12700" marR="5080"/>
            <a:r>
              <a:rPr lang="en-US" sz="1400" kern="0" spc="-80" dirty="0">
                <a:solidFill>
                  <a:schemeClr val="accent6"/>
                </a:solidFill>
              </a:rPr>
              <a:t>Avoid expensive geometry calculations</a:t>
            </a:r>
          </a:p>
          <a:p>
            <a:pPr marL="12700" marR="5080"/>
            <a:r>
              <a:rPr lang="en-US" sz="1400" kern="0" spc="-80" dirty="0">
                <a:solidFill>
                  <a:schemeClr val="accent6"/>
                </a:solidFill>
              </a:rPr>
              <a:t>Use Instruments for detecting storyboard overdraw</a:t>
            </a:r>
          </a:p>
          <a:p>
            <a:pPr marL="12700" marR="5080"/>
            <a:r>
              <a:rPr lang="en-US" sz="1400" kern="0" spc="-80" dirty="0">
                <a:solidFill>
                  <a:schemeClr val="accent6"/>
                </a:solidFill>
              </a:rPr>
              <a:t>Reuse views with </a:t>
            </a:r>
            <a:r>
              <a:rPr lang="en-US" sz="1400" kern="0" spc="-80" dirty="0" err="1">
                <a:solidFill>
                  <a:schemeClr val="accent6"/>
                </a:solidFill>
              </a:rPr>
              <a:t>SwiftUI</a:t>
            </a:r>
            <a:r>
              <a:rPr lang="en-US" sz="1400" kern="0" spc="-80" dirty="0">
                <a:solidFill>
                  <a:schemeClr val="accent6"/>
                </a:solidFill>
              </a:rPr>
              <a:t> lists</a:t>
            </a:r>
          </a:p>
          <a:p>
            <a:pPr marL="12700" marR="5080"/>
            <a:r>
              <a:rPr lang="en-US" sz="1400" kern="0" spc="-80" dirty="0">
                <a:solidFill>
                  <a:schemeClr val="accent6"/>
                </a:solidFill>
              </a:rPr>
              <a:t>Prefer </a:t>
            </a:r>
            <a:r>
              <a:rPr lang="en-US" sz="1400" kern="0" spc="-80" dirty="0" err="1">
                <a:solidFill>
                  <a:schemeClr val="accent6"/>
                </a:solidFill>
              </a:rPr>
              <a:t>CALayer</a:t>
            </a:r>
            <a:r>
              <a:rPr lang="en-US" sz="1400" kern="0" spc="-80" dirty="0">
                <a:solidFill>
                  <a:schemeClr val="accent6"/>
                </a:solidFill>
              </a:rPr>
              <a:t> animations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1904863"/>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49CAF-A2B9-DA7A-DC53-75367F965AB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76AAC58-364C-2CE2-912E-EAD03ED48C4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3D3666-0450-0815-31C2-4D65BD4A31B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4779F68-EC83-1FE5-FBFD-767EEF2E896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4C00EDD-6A19-6512-A3B5-C5EB9EEA267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2A57AB2-FEC5-8A31-E1DC-77CEC1149C5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56B15C3-D748-794C-9D59-2055CA42D6A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F9438B9-13C6-34E3-7562-8FDA8D17AB4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09E5D3F-8137-E40D-73E2-01472696FB9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0763D25-2AD1-36A4-60BB-E896C8F2CAE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ECC330A-FB87-20A2-0238-3B424D8FCDF2}"/>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3 — ADVANCED UI PERFORMANCE PATTERNS</a:t>
            </a:r>
          </a:p>
          <a:p>
            <a:pPr marL="12700" marR="5080"/>
            <a:r>
              <a:rPr lang="en-US" sz="1400" kern="0" spc="-80" dirty="0">
                <a:solidFill>
                  <a:schemeClr val="accent2"/>
                </a:solidFill>
              </a:rPr>
              <a:t>A. Progressive Rendering Patterns</a:t>
            </a:r>
          </a:p>
          <a:p>
            <a:pPr marL="12700" marR="5080"/>
            <a:r>
              <a:rPr lang="en-US" sz="1400" kern="0" spc="-80" dirty="0">
                <a:solidFill>
                  <a:schemeClr val="accent6"/>
                </a:solidFill>
              </a:rPr>
              <a:t>1. Skeleton Screens</a:t>
            </a:r>
          </a:p>
          <a:p>
            <a:pPr marL="12700" marR="5080"/>
            <a:r>
              <a:rPr lang="en-US" sz="1400" kern="0" spc="-80" dirty="0">
                <a:solidFill>
                  <a:schemeClr val="accent6"/>
                </a:solidFill>
              </a:rPr>
              <a:t>2. Lazy/Deferred Rendering</a:t>
            </a:r>
          </a:p>
          <a:p>
            <a:pPr marL="12700" marR="5080"/>
            <a:r>
              <a:rPr lang="en-US" sz="1400" kern="0" spc="-80" dirty="0">
                <a:solidFill>
                  <a:schemeClr val="accent6"/>
                </a:solidFill>
              </a:rPr>
              <a:t>3. Progressive Image Loading</a:t>
            </a:r>
          </a:p>
          <a:p>
            <a:pPr marL="12700" marR="5080"/>
            <a:r>
              <a:rPr lang="en-US" sz="1400" kern="0" spc="-80" dirty="0">
                <a:solidFill>
                  <a:schemeClr val="accent6"/>
                </a:solidFill>
              </a:rPr>
              <a:t>4. Streaming SSR (React Server Components)</a:t>
            </a:r>
          </a:p>
          <a:p>
            <a:pPr marL="12700" marR="5080"/>
            <a:r>
              <a:rPr lang="en-US" sz="1400" kern="0" spc="-80" dirty="0">
                <a:solidFill>
                  <a:schemeClr val="accent6"/>
                </a:solidFill>
              </a:rPr>
              <a:t>5. Islands Architecture</a:t>
            </a:r>
          </a:p>
          <a:p>
            <a:pPr marL="12700" marR="5080"/>
            <a:r>
              <a:rPr lang="en-US" sz="1400" kern="0" spc="-80" dirty="0">
                <a:solidFill>
                  <a:schemeClr val="accent6"/>
                </a:solidFill>
              </a:rPr>
              <a:t>6. Progressive Hydration</a:t>
            </a:r>
          </a:p>
          <a:p>
            <a:pPr marL="12700" marR="5080"/>
            <a:endParaRPr lang="en-US" sz="1400" kern="0" spc="-80" dirty="0">
              <a:solidFill>
                <a:schemeClr val="accent6"/>
              </a:solidFill>
            </a:endParaRPr>
          </a:p>
          <a:p>
            <a:pPr marL="12700" marR="5080"/>
            <a:r>
              <a:rPr lang="en-US" sz="1400" kern="0" spc="-80" dirty="0">
                <a:solidFill>
                  <a:schemeClr val="accent2"/>
                </a:solidFill>
              </a:rPr>
              <a:t>B. Architecture Patterns for High Performance</a:t>
            </a:r>
          </a:p>
          <a:p>
            <a:pPr marL="12700" marR="5080"/>
            <a:r>
              <a:rPr lang="en-US" sz="1400" kern="0" spc="-80" dirty="0">
                <a:solidFill>
                  <a:schemeClr val="accent2"/>
                </a:solidFill>
              </a:rPr>
              <a:t>1. Micro-frontend architecture</a:t>
            </a:r>
          </a:p>
          <a:p>
            <a:pPr marL="12700" marR="5080"/>
            <a:r>
              <a:rPr lang="en-US" sz="1400" kern="0" spc="-80" dirty="0">
                <a:solidFill>
                  <a:schemeClr val="accent6"/>
                </a:solidFill>
              </a:rPr>
              <a:t>Split heavy UI into smaller independent apps</a:t>
            </a:r>
          </a:p>
          <a:p>
            <a:pPr marL="12700" marR="5080"/>
            <a:endParaRPr lang="en-US" sz="1400" kern="0" spc="-80" dirty="0">
              <a:solidFill>
                <a:schemeClr val="accent6"/>
              </a:solidFill>
            </a:endParaRPr>
          </a:p>
          <a:p>
            <a:pPr marL="12700" marR="5080"/>
            <a:r>
              <a:rPr lang="en-US" sz="1400" kern="0" spc="-80" dirty="0">
                <a:solidFill>
                  <a:schemeClr val="accent2"/>
                </a:solidFill>
              </a:rPr>
              <a:t>2. Clean State Management</a:t>
            </a:r>
          </a:p>
          <a:p>
            <a:pPr marL="12700" marR="5080"/>
            <a:r>
              <a:rPr lang="en-US" sz="1400" kern="0" spc="-80" dirty="0">
                <a:solidFill>
                  <a:schemeClr val="accent2"/>
                </a:solidFill>
              </a:rPr>
              <a:t>Avoid:</a:t>
            </a:r>
          </a:p>
          <a:p>
            <a:pPr marL="12700" marR="5080"/>
            <a:r>
              <a:rPr lang="en-US" sz="1400" kern="0" spc="-80" dirty="0">
                <a:solidFill>
                  <a:schemeClr val="accent6"/>
                </a:solidFill>
              </a:rPr>
              <a:t>global store re-renders</a:t>
            </a:r>
          </a:p>
          <a:p>
            <a:pPr marL="12700" marR="5080"/>
            <a:r>
              <a:rPr lang="en-US" sz="1400" kern="0" spc="-80" dirty="0">
                <a:solidFill>
                  <a:schemeClr val="accent6"/>
                </a:solidFill>
              </a:rPr>
              <a:t>heavy reducers</a:t>
            </a:r>
          </a:p>
          <a:p>
            <a:pPr marL="12700" marR="5080"/>
            <a:r>
              <a:rPr lang="en-US" sz="1400" kern="0" spc="-80" dirty="0">
                <a:solidFill>
                  <a:schemeClr val="accent6"/>
                </a:solidFill>
              </a:rPr>
              <a:t>large context trees</a:t>
            </a:r>
          </a:p>
          <a:p>
            <a:pPr marL="12700" marR="5080"/>
            <a:r>
              <a:rPr lang="en-US" sz="1400" kern="0" spc="-80" dirty="0">
                <a:solidFill>
                  <a:schemeClr val="accent2"/>
                </a:solidFill>
              </a:rPr>
              <a:t>Prefer:</a:t>
            </a:r>
          </a:p>
          <a:p>
            <a:pPr marL="12700" marR="5080"/>
            <a:r>
              <a:rPr lang="en-US" sz="1400" kern="0" spc="-80" dirty="0">
                <a:solidFill>
                  <a:schemeClr val="accent6"/>
                </a:solidFill>
              </a:rPr>
              <a:t>event-driven signals/state</a:t>
            </a:r>
          </a:p>
          <a:p>
            <a:pPr marL="12700" marR="5080"/>
            <a:r>
              <a:rPr lang="en-US" sz="1400" kern="0" spc="-80" dirty="0">
                <a:solidFill>
                  <a:schemeClr val="accent6"/>
                </a:solidFill>
              </a:rPr>
              <a:t>atomic stores</a:t>
            </a:r>
          </a:p>
          <a:p>
            <a:pPr marL="12700" marR="5080"/>
            <a:r>
              <a:rPr lang="en-US" sz="1400" kern="0" spc="-80" dirty="0">
                <a:solidFill>
                  <a:schemeClr val="accent6"/>
                </a:solidFill>
              </a:rPr>
              <a:t>selector-based subscription models</a:t>
            </a:r>
          </a:p>
          <a:p>
            <a:pPr marL="12700" marR="5080"/>
            <a:endParaRPr lang="en-US" sz="1400" kern="0" spc="-80" dirty="0">
              <a:solidFill>
                <a:schemeClr val="accent6"/>
              </a:solidFill>
            </a:endParaRPr>
          </a:p>
          <a:p>
            <a:pPr marL="12700" marR="5080"/>
            <a:r>
              <a:rPr lang="en-US" sz="1400" kern="0" spc="-80" dirty="0">
                <a:solidFill>
                  <a:schemeClr val="accent2"/>
                </a:solidFill>
              </a:rPr>
              <a:t>3. Edge Rendering</a:t>
            </a:r>
          </a:p>
          <a:p>
            <a:pPr marL="12700" marR="5080"/>
            <a:r>
              <a:rPr lang="en-US" sz="1400" kern="0" spc="-80" dirty="0">
                <a:solidFill>
                  <a:schemeClr val="accent6"/>
                </a:solidFill>
              </a:rPr>
              <a:t>Render UI fragments at CDN edge for speed.</a:t>
            </a:r>
          </a:p>
        </p:txBody>
      </p:sp>
    </p:spTree>
    <p:extLst>
      <p:ext uri="{BB962C8B-B14F-4D97-AF65-F5344CB8AC3E}">
        <p14:creationId xmlns:p14="http://schemas.microsoft.com/office/powerpoint/2010/main" val="3556619434"/>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6BB22A-3C87-2B61-538C-DA65DC55A89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714C1D6-AE86-D9C1-002A-F4BAE1D6947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3EE0EE2-73FB-974A-6231-770DA86F14B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5C8FB94-063C-C4C4-C6A2-ED1BF371E56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A0C13DF-BF8D-AA45-A36B-8DD7E0EE9C4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587934B-42E7-5D81-AC3B-3C8ECA2625C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020CCC0-2FED-C51F-A102-5B1B53B12CC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64EDAEF-5D5A-22DF-2E02-52134BD3776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7428D70-DE7B-F233-A327-B4C1AF1D227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D73E997-365C-E52B-D0BA-CA9628760DB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105872B-A446-2F2C-93C7-F69024890A83}"/>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3 — ADVANCED UI PERFORMANCE PATTERNS</a:t>
            </a:r>
          </a:p>
          <a:p>
            <a:pPr marL="12700" marR="5080"/>
            <a:r>
              <a:rPr lang="en-US" sz="1400" kern="0" spc="-80" dirty="0">
                <a:solidFill>
                  <a:schemeClr val="accent2"/>
                </a:solidFill>
              </a:rPr>
              <a:t>B. Architecture Patterns for High Performance</a:t>
            </a:r>
          </a:p>
          <a:p>
            <a:pPr marL="12700" marR="5080"/>
            <a:r>
              <a:rPr lang="en-US" sz="1400" kern="0" spc="-80" dirty="0">
                <a:solidFill>
                  <a:schemeClr val="accent2"/>
                </a:solidFill>
              </a:rPr>
              <a:t>4. UI Virtualization</a:t>
            </a:r>
          </a:p>
          <a:p>
            <a:pPr marL="12700" marR="5080"/>
            <a:r>
              <a:rPr lang="en-US" sz="1400" kern="0" spc="-80" dirty="0">
                <a:solidFill>
                  <a:schemeClr val="accent6"/>
                </a:solidFill>
              </a:rPr>
              <a:t>Only render what is visible.</a:t>
            </a:r>
          </a:p>
          <a:p>
            <a:pPr marL="12700" marR="5080"/>
            <a:endParaRPr lang="en-US" sz="1400" kern="0" spc="-80" dirty="0">
              <a:solidFill>
                <a:schemeClr val="accent6"/>
              </a:solidFill>
            </a:endParaRPr>
          </a:p>
          <a:p>
            <a:pPr marL="12700" marR="5080"/>
            <a:r>
              <a:rPr lang="en-US" sz="1400" kern="0" spc="-80" dirty="0">
                <a:solidFill>
                  <a:schemeClr val="accent2"/>
                </a:solidFill>
              </a:rPr>
              <a:t>✅ PART 4 — PERFORMANCE TOOLS &amp; PROFILING</a:t>
            </a:r>
          </a:p>
          <a:p>
            <a:pPr marL="12700" marR="5080"/>
            <a:r>
              <a:rPr lang="en-US" sz="1400" kern="0" spc="-80" dirty="0">
                <a:solidFill>
                  <a:schemeClr val="accent2"/>
                </a:solidFill>
              </a:rPr>
              <a:t>Web</a:t>
            </a:r>
          </a:p>
          <a:p>
            <a:pPr marL="12700" marR="5080"/>
            <a:r>
              <a:rPr lang="en-US" sz="1400" kern="0" spc="-80" dirty="0">
                <a:solidFill>
                  <a:schemeClr val="accent6"/>
                </a:solidFill>
              </a:rPr>
              <a:t>Chrome </a:t>
            </a:r>
            <a:r>
              <a:rPr lang="en-US" sz="1400" kern="0" spc="-80" dirty="0" err="1">
                <a:solidFill>
                  <a:schemeClr val="accent6"/>
                </a:solidFill>
              </a:rPr>
              <a:t>DevTools</a:t>
            </a:r>
            <a:endParaRPr lang="en-US" sz="1400" kern="0" spc="-80" dirty="0">
              <a:solidFill>
                <a:schemeClr val="accent6"/>
              </a:solidFill>
            </a:endParaRPr>
          </a:p>
          <a:p>
            <a:pPr marL="12700" marR="5080"/>
            <a:r>
              <a:rPr lang="en-US" sz="1400" kern="0" spc="-80" dirty="0">
                <a:solidFill>
                  <a:schemeClr val="accent6"/>
                </a:solidFill>
              </a:rPr>
              <a:t>Lighthouse</a:t>
            </a:r>
          </a:p>
          <a:p>
            <a:pPr marL="12700" marR="5080"/>
            <a:r>
              <a:rPr lang="en-US" sz="1400" kern="0" spc="-80" dirty="0">
                <a:solidFill>
                  <a:schemeClr val="accent6"/>
                </a:solidFill>
              </a:rPr>
              <a:t>Web Vitals</a:t>
            </a:r>
          </a:p>
          <a:p>
            <a:pPr marL="12700" marR="5080"/>
            <a:r>
              <a:rPr lang="en-US" sz="1400" kern="0" spc="-80" dirty="0" err="1">
                <a:solidFill>
                  <a:schemeClr val="accent6"/>
                </a:solidFill>
              </a:rPr>
              <a:t>WebPageTest</a:t>
            </a:r>
            <a:endParaRPr lang="en-US" sz="1400" kern="0" spc="-80" dirty="0">
              <a:solidFill>
                <a:schemeClr val="accent6"/>
              </a:solidFill>
            </a:endParaRPr>
          </a:p>
          <a:p>
            <a:pPr marL="12700" marR="5080"/>
            <a:r>
              <a:rPr lang="en-US" sz="1400" kern="0" spc="-80" dirty="0">
                <a:solidFill>
                  <a:schemeClr val="accent6"/>
                </a:solidFill>
              </a:rPr>
              <a:t>React </a:t>
            </a:r>
            <a:r>
              <a:rPr lang="en-US" sz="1400" kern="0" spc="-80" dirty="0" err="1">
                <a:solidFill>
                  <a:schemeClr val="accent6"/>
                </a:solidFill>
              </a:rPr>
              <a:t>DevTools</a:t>
            </a:r>
            <a:r>
              <a:rPr lang="en-US" sz="1400" kern="0" spc="-80" dirty="0">
                <a:solidFill>
                  <a:schemeClr val="accent6"/>
                </a:solidFill>
              </a:rPr>
              <a:t> Profiler</a:t>
            </a:r>
          </a:p>
          <a:p>
            <a:pPr marL="12700" marR="5080"/>
            <a:r>
              <a:rPr lang="en-US" sz="1400" kern="0" spc="-80" dirty="0">
                <a:solidFill>
                  <a:schemeClr val="accent6"/>
                </a:solidFill>
              </a:rPr>
              <a:t>Sentry Performance</a:t>
            </a:r>
          </a:p>
          <a:p>
            <a:pPr marL="12700" marR="5080"/>
            <a:endParaRPr lang="en-US" sz="1400" kern="0" spc="-80" dirty="0">
              <a:solidFill>
                <a:schemeClr val="accent6"/>
              </a:solidFill>
            </a:endParaRPr>
          </a:p>
          <a:p>
            <a:pPr marL="12700" marR="5080"/>
            <a:r>
              <a:rPr lang="en-US" sz="1400" kern="0" spc="-80" dirty="0">
                <a:solidFill>
                  <a:schemeClr val="accent2"/>
                </a:solidFill>
              </a:rPr>
              <a:t>Android</a:t>
            </a:r>
          </a:p>
          <a:p>
            <a:pPr marL="12700" marR="5080"/>
            <a:r>
              <a:rPr lang="en-US" sz="1400" kern="0" spc="-80" dirty="0">
                <a:solidFill>
                  <a:schemeClr val="accent6"/>
                </a:solidFill>
              </a:rPr>
              <a:t>Android Profiler</a:t>
            </a:r>
          </a:p>
          <a:p>
            <a:pPr marL="12700" marR="5080"/>
            <a:r>
              <a:rPr lang="en-US" sz="1400" kern="0" spc="-80" dirty="0" err="1">
                <a:solidFill>
                  <a:schemeClr val="accent6"/>
                </a:solidFill>
              </a:rPr>
              <a:t>Systrace</a:t>
            </a:r>
            <a:endParaRPr lang="en-US" sz="1400" kern="0" spc="-80" dirty="0">
              <a:solidFill>
                <a:schemeClr val="accent6"/>
              </a:solidFill>
            </a:endParaRPr>
          </a:p>
          <a:p>
            <a:pPr marL="12700" marR="5080"/>
            <a:r>
              <a:rPr lang="en-US" sz="1400" kern="0" spc="-80" dirty="0">
                <a:solidFill>
                  <a:schemeClr val="accent6"/>
                </a:solidFill>
              </a:rPr>
              <a:t>Layout Inspector</a:t>
            </a:r>
          </a:p>
          <a:p>
            <a:pPr marL="12700" marR="5080"/>
            <a:r>
              <a:rPr lang="en-US" sz="1400" kern="0" spc="-80" dirty="0">
                <a:solidFill>
                  <a:schemeClr val="accent6"/>
                </a:solidFill>
              </a:rPr>
              <a:t>GPU Rendering Profile</a:t>
            </a:r>
          </a:p>
          <a:p>
            <a:pPr marL="12700" marR="5080"/>
            <a:endParaRPr lang="en-US" sz="1400" kern="0" spc="-80" dirty="0">
              <a:solidFill>
                <a:schemeClr val="accent6"/>
              </a:solidFill>
            </a:endParaRPr>
          </a:p>
          <a:p>
            <a:pPr marL="12700" marR="5080"/>
            <a:r>
              <a:rPr lang="en-US" sz="1400" kern="0" spc="-80" dirty="0">
                <a:solidFill>
                  <a:schemeClr val="accent2"/>
                </a:solidFill>
              </a:rPr>
              <a:t>iOS</a:t>
            </a:r>
          </a:p>
          <a:p>
            <a:pPr marL="12700" marR="5080"/>
            <a:r>
              <a:rPr lang="en-US" sz="1400" kern="0" spc="-80" dirty="0">
                <a:solidFill>
                  <a:schemeClr val="accent6"/>
                </a:solidFill>
              </a:rPr>
              <a:t>Instruments</a:t>
            </a:r>
          </a:p>
          <a:p>
            <a:pPr marL="12700" marR="5080"/>
            <a:r>
              <a:rPr lang="en-US" sz="1400" kern="0" spc="-80" dirty="0">
                <a:solidFill>
                  <a:schemeClr val="accent6"/>
                </a:solidFill>
              </a:rPr>
              <a:t>Core Animation FPS inspector</a:t>
            </a:r>
          </a:p>
          <a:p>
            <a:pPr marL="12700" marR="5080"/>
            <a:r>
              <a:rPr lang="en-US" sz="1400" kern="0" spc="-80" dirty="0">
                <a:solidFill>
                  <a:schemeClr val="accent6"/>
                </a:solidFill>
              </a:rPr>
              <a:t>Memory Graph Debugger</a:t>
            </a:r>
          </a:p>
          <a:p>
            <a:pPr marL="12700" marR="5080"/>
            <a:endParaRPr lang="en-US" sz="1400" kern="0" spc="-80" dirty="0">
              <a:solidFill>
                <a:schemeClr val="accent2"/>
              </a:solidFill>
            </a:endParaRPr>
          </a:p>
        </p:txBody>
      </p:sp>
    </p:spTree>
    <p:extLst>
      <p:ext uri="{BB962C8B-B14F-4D97-AF65-F5344CB8AC3E}">
        <p14:creationId xmlns:p14="http://schemas.microsoft.com/office/powerpoint/2010/main" val="4067504395"/>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88099B-586D-9D0D-A89D-8FB63E6443E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84D981E-4770-8478-748C-A25677130F0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C2FEBD2-C0C0-078F-6568-E1E773C4B20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43A193D-2768-18EA-C75E-E00FD27EB62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EC16DF3-AC27-B2DD-CF5D-AA63FC3E9A9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F3BB948-866C-1B5C-F91D-D2FD5C64E17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5EBC4AE-EE57-E870-90A9-AA63505CCF9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C4E5FBD-AD62-E239-8005-181CF58E6B1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3EAA986-CA55-6FF3-CC43-3FE5765CDBA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A5BAA4F-37A2-E0C5-C15C-A3501FB7453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F5CE548-F1C5-F0DF-5E86-8EDA63424FBC}"/>
              </a:ext>
            </a:extLst>
          </p:cNvPr>
          <p:cNvSpPr txBox="1">
            <a:spLocks/>
          </p:cNvSpPr>
          <p:nvPr/>
        </p:nvSpPr>
        <p:spPr>
          <a:xfrm>
            <a:off x="152400" y="685800"/>
            <a:ext cx="8624937" cy="25853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4 — PERFORMANCE TOOLS &amp; PROFILING</a:t>
            </a:r>
          </a:p>
          <a:p>
            <a:pPr marL="12700" marR="5080"/>
            <a:r>
              <a:rPr lang="en-US" sz="1400" kern="0" spc="-80" dirty="0">
                <a:solidFill>
                  <a:schemeClr val="accent2"/>
                </a:solidFill>
              </a:rPr>
              <a:t>Flutter</a:t>
            </a:r>
          </a:p>
          <a:p>
            <a:pPr marL="12700" marR="5080"/>
            <a:r>
              <a:rPr lang="en-US" sz="1400" kern="0" spc="-80" dirty="0" err="1">
                <a:solidFill>
                  <a:schemeClr val="accent6"/>
                </a:solidFill>
              </a:rPr>
              <a:t>DevTools</a:t>
            </a:r>
            <a:r>
              <a:rPr lang="en-US" sz="1400" kern="0" spc="-80" dirty="0">
                <a:solidFill>
                  <a:schemeClr val="accent6"/>
                </a:solidFill>
              </a:rPr>
              <a:t> performance tab</a:t>
            </a:r>
          </a:p>
          <a:p>
            <a:pPr marL="12700" marR="5080"/>
            <a:r>
              <a:rPr lang="en-US" sz="1400" kern="0" spc="-80" dirty="0">
                <a:solidFill>
                  <a:schemeClr val="accent6"/>
                </a:solidFill>
              </a:rPr>
              <a:t>Widget rebuild tracker</a:t>
            </a:r>
          </a:p>
          <a:p>
            <a:pPr marL="12700" marR="5080"/>
            <a:r>
              <a:rPr lang="en-US" sz="1400" kern="0" spc="-80" dirty="0">
                <a:solidFill>
                  <a:schemeClr val="accent6"/>
                </a:solidFill>
              </a:rPr>
              <a:t>Flame chart.</a:t>
            </a:r>
          </a:p>
          <a:p>
            <a:pPr marL="12700" marR="5080"/>
            <a:endParaRPr lang="en-US" sz="1400" kern="0" spc="-80" dirty="0">
              <a:solidFill>
                <a:schemeClr val="accent6"/>
              </a:solidFill>
            </a:endParaRPr>
          </a:p>
          <a:p>
            <a:pPr marL="12700" marR="5080"/>
            <a:r>
              <a:rPr lang="en-US" sz="1400" kern="0" spc="-80" dirty="0">
                <a:solidFill>
                  <a:schemeClr val="accent2"/>
                </a:solidFill>
              </a:rPr>
              <a:t>For Further Exploration</a:t>
            </a:r>
          </a:p>
          <a:p>
            <a:pPr marL="12700" marR="5080"/>
            <a:r>
              <a:rPr lang="en-IN" sz="1400" dirty="0">
                <a:hlinkClick r:id="rId8"/>
              </a:rPr>
              <a:t>Web performance | MDN</a:t>
            </a:r>
            <a:endParaRPr lang="en-US" sz="1400" kern="0" spc="-80" dirty="0">
              <a:solidFill>
                <a:schemeClr val="accent2"/>
              </a:solidFill>
            </a:endParaRPr>
          </a:p>
          <a:p>
            <a:pPr marL="12700" marR="5080"/>
            <a:r>
              <a:rPr lang="en-IN" sz="1400" dirty="0">
                <a:hlinkClick r:id="rId9"/>
              </a:rPr>
              <a:t>Learn Performance</a:t>
            </a:r>
            <a:endParaRPr lang="en-IN" sz="1400" dirty="0"/>
          </a:p>
          <a:p>
            <a:pPr marL="12700" marR="5080"/>
            <a:r>
              <a:rPr lang="en-US" sz="1400" dirty="0">
                <a:hlinkClick r:id="rId10"/>
              </a:rPr>
              <a:t>A Detailed Guide To Website Performance Metrics</a:t>
            </a:r>
            <a:endParaRPr lang="en-US" sz="1400" dirty="0"/>
          </a:p>
          <a:p>
            <a:pPr marL="12700" marR="5080"/>
            <a:r>
              <a:rPr lang="en-US" sz="1400" dirty="0">
                <a:hlinkClick r:id="rId11"/>
              </a:rPr>
              <a:t>Effectively Monitoring Web Performance</a:t>
            </a:r>
            <a:endParaRPr lang="en-US" sz="1400" dirty="0"/>
          </a:p>
          <a:p>
            <a:pPr marL="12700" marR="5080"/>
            <a:r>
              <a:rPr lang="en-IN" sz="1400" dirty="0" err="1">
                <a:hlinkClick r:id="rId12"/>
              </a:rPr>
              <a:t>GTmetrix</a:t>
            </a:r>
            <a:r>
              <a:rPr lang="en-IN" sz="1400" dirty="0">
                <a:hlinkClick r:id="rId12"/>
              </a:rPr>
              <a:t> | Website Performance Testing and Monitoring</a:t>
            </a:r>
            <a:endParaRPr lang="en-US" sz="1400" kern="0" spc="-80" dirty="0">
              <a:solidFill>
                <a:schemeClr val="accent6"/>
              </a:solidFill>
            </a:endParaRPr>
          </a:p>
        </p:txBody>
      </p:sp>
    </p:spTree>
    <p:extLst>
      <p:ext uri="{BB962C8B-B14F-4D97-AF65-F5344CB8AC3E}">
        <p14:creationId xmlns:p14="http://schemas.microsoft.com/office/powerpoint/2010/main" val="2817633138"/>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7C5FD-E7AC-AA42-03AC-3800E80F06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930E3AA-AC09-FC6B-E84D-4E8B40BA75B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4787AC-4A02-F34F-26EF-E6581995FEC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DE25D34-D1BC-480C-FB6E-E3C1DBE22BF6}"/>
              </a:ext>
            </a:extLst>
          </p:cNvPr>
          <p:cNvGraphicFramePr/>
          <p:nvPr>
            <p:extLst>
              <p:ext uri="{D42A27DB-BD31-4B8C-83A1-F6EECF244321}">
                <p14:modId xmlns:p14="http://schemas.microsoft.com/office/powerpoint/2010/main" val="281891074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6660723-AC8B-12D1-4224-D24C2B5EB43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01EDB24-10FA-21D5-2155-40C71415BFF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1C39635-3824-CFEE-8A0D-D7AE3F58357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C9FA176-8869-33F6-42CF-9272E59A0C3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5A472BA-F8FD-38DE-F882-F3F6B4D9736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7B5EE35-CBAD-C448-3EFE-C0CAACAB34F1}"/>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1. Core Mathematics for Web &amp; Mobile Development</a:t>
            </a:r>
          </a:p>
          <a:p>
            <a:pPr marL="12700" marR="5080"/>
            <a:r>
              <a:rPr lang="en-US" sz="1500" kern="0" spc="-80" dirty="0">
                <a:solidFill>
                  <a:schemeClr val="accent2"/>
                </a:solidFill>
              </a:rPr>
              <a:t>1.1 Arithmetic &amp; Algebra (Foundational UI Math)</a:t>
            </a:r>
          </a:p>
          <a:p>
            <a:pPr marL="12700" marR="5080"/>
            <a:r>
              <a:rPr lang="en-US" sz="1500" kern="0" spc="-80" dirty="0">
                <a:solidFill>
                  <a:schemeClr val="accent6"/>
                </a:solidFill>
              </a:rPr>
              <a:t>UI layout, sizes, responsive scaling, animations — all use basic arithmetic:</a:t>
            </a:r>
          </a:p>
          <a:p>
            <a:pPr marL="12700" marR="5080"/>
            <a:r>
              <a:rPr lang="en-US" sz="1500" kern="0" spc="-80" dirty="0">
                <a:solidFill>
                  <a:schemeClr val="accent2"/>
                </a:solidFill>
              </a:rPr>
              <a:t>➤ Ratios &amp; Proportions</a:t>
            </a:r>
          </a:p>
          <a:p>
            <a:pPr marL="12700" marR="5080"/>
            <a:r>
              <a:rPr lang="en-US" sz="1500" kern="0" spc="-80" dirty="0">
                <a:solidFill>
                  <a:schemeClr val="accent2"/>
                </a:solidFill>
              </a:rPr>
              <a:t>Used in:</a:t>
            </a:r>
          </a:p>
          <a:p>
            <a:pPr marL="12700" marR="5080"/>
            <a:r>
              <a:rPr lang="en-US" sz="1500" kern="0" spc="-80" dirty="0">
                <a:solidFill>
                  <a:schemeClr val="accent6"/>
                </a:solidFill>
              </a:rPr>
              <a:t>Responsive layouts</a:t>
            </a:r>
          </a:p>
          <a:p>
            <a:pPr marL="12700" marR="5080"/>
            <a:r>
              <a:rPr lang="en-US" sz="1500" kern="0" spc="-80" dirty="0">
                <a:solidFill>
                  <a:schemeClr val="accent6"/>
                </a:solidFill>
              </a:rPr>
              <a:t>Aspect ratios (images, videos)</a:t>
            </a:r>
          </a:p>
          <a:p>
            <a:pPr marL="12700" marR="5080"/>
            <a:r>
              <a:rPr lang="en-US" sz="1500" kern="0" spc="-80" dirty="0">
                <a:solidFill>
                  <a:schemeClr val="accent6"/>
                </a:solidFill>
              </a:rPr>
              <a:t>Scaling UI elements relative to screen</a:t>
            </a:r>
          </a:p>
          <a:p>
            <a:pPr marL="12700" marR="5080"/>
            <a:r>
              <a:rPr lang="en-US" sz="1500" kern="0" spc="-80" dirty="0">
                <a:solidFill>
                  <a:schemeClr val="accent2"/>
                </a:solidFill>
              </a:rPr>
              <a:t>Example:</a:t>
            </a:r>
            <a:r>
              <a:rPr lang="en-US" sz="1500" kern="0" spc="-80" dirty="0">
                <a:solidFill>
                  <a:schemeClr val="accent6"/>
                </a:solidFill>
              </a:rPr>
              <a:t> Maintaining a 16:9 video aspect ratio</a:t>
            </a:r>
          </a:p>
          <a:p>
            <a:pPr marL="12700" marR="5080"/>
            <a:r>
              <a:rPr lang="en-US" sz="1500" kern="0" spc="-80" dirty="0">
                <a:solidFill>
                  <a:schemeClr val="accent6"/>
                </a:solidFill>
              </a:rPr>
              <a:t>height = width * (9/16)</a:t>
            </a:r>
          </a:p>
          <a:p>
            <a:pPr marL="12700" marR="5080"/>
            <a:r>
              <a:rPr lang="en-US" sz="1500" kern="0" spc="-80" dirty="0">
                <a:solidFill>
                  <a:schemeClr val="accent2"/>
                </a:solidFill>
              </a:rPr>
              <a:t>➤ Percentages</a:t>
            </a:r>
          </a:p>
          <a:p>
            <a:pPr marL="12700" marR="5080"/>
            <a:r>
              <a:rPr lang="en-US" sz="1500" kern="0" spc="-80" dirty="0">
                <a:solidFill>
                  <a:schemeClr val="accent2"/>
                </a:solidFill>
              </a:rPr>
              <a:t>Web uses them heavily:</a:t>
            </a:r>
          </a:p>
          <a:p>
            <a:pPr marL="12700" marR="5080"/>
            <a:r>
              <a:rPr lang="en-US" sz="1500" kern="0" spc="-80" dirty="0">
                <a:solidFill>
                  <a:schemeClr val="accent6"/>
                </a:solidFill>
              </a:rPr>
              <a:t>width: 50%;        /* proportional width */</a:t>
            </a:r>
          </a:p>
          <a:p>
            <a:pPr marL="12700" marR="5080"/>
            <a:r>
              <a:rPr lang="en-US" sz="1500" kern="0" spc="-80" dirty="0">
                <a:solidFill>
                  <a:schemeClr val="accent6"/>
                </a:solidFill>
              </a:rPr>
              <a:t>padding-top: 56.25%; /* 16:9 video (9/16 = 0.5625) */</a:t>
            </a:r>
          </a:p>
          <a:p>
            <a:pPr marL="12700" marR="5080"/>
            <a:r>
              <a:rPr lang="en-US" sz="1500" kern="0" spc="-80" dirty="0">
                <a:solidFill>
                  <a:schemeClr val="accent6"/>
                </a:solidFill>
              </a:rPr>
              <a:t>Mobile also uses percentages when computing layouts manually, such as:</a:t>
            </a:r>
          </a:p>
          <a:p>
            <a:pPr marL="12700" marR="5080"/>
            <a:r>
              <a:rPr lang="en-US" sz="1500" kern="0" spc="-80" dirty="0">
                <a:solidFill>
                  <a:schemeClr val="accent6"/>
                </a:solidFill>
              </a:rPr>
              <a:t>let width = </a:t>
            </a:r>
            <a:r>
              <a:rPr lang="en-US" sz="1500" kern="0" spc="-80" dirty="0" err="1">
                <a:solidFill>
                  <a:schemeClr val="accent6"/>
                </a:solidFill>
              </a:rPr>
              <a:t>screenWidth</a:t>
            </a:r>
            <a:r>
              <a:rPr lang="en-US" sz="1500" kern="0" spc="-80" dirty="0">
                <a:solidFill>
                  <a:schemeClr val="accent6"/>
                </a:solidFill>
              </a:rPr>
              <a:t> * 0.25   // 25% width in Swift</a:t>
            </a:r>
          </a:p>
          <a:p>
            <a:pPr marL="12700" marR="5080"/>
            <a:r>
              <a:rPr lang="en-US" sz="1500" kern="0" spc="-80" dirty="0">
                <a:solidFill>
                  <a:schemeClr val="accent2"/>
                </a:solidFill>
              </a:rPr>
              <a:t>➤ Linear Equations</a:t>
            </a:r>
          </a:p>
          <a:p>
            <a:pPr marL="12700" marR="5080"/>
            <a:r>
              <a:rPr lang="en-US" sz="1500" kern="0" spc="-80" dirty="0">
                <a:solidFill>
                  <a:schemeClr val="accent2"/>
                </a:solidFill>
              </a:rPr>
              <a:t>Example: </a:t>
            </a:r>
            <a:r>
              <a:rPr lang="en-US" sz="1500" kern="0" spc="-80" dirty="0">
                <a:solidFill>
                  <a:schemeClr val="accent6"/>
                </a:solidFill>
              </a:rPr>
              <a:t>A header grows with scroll:</a:t>
            </a:r>
          </a:p>
          <a:p>
            <a:pPr marL="12700" marR="5080"/>
            <a:r>
              <a:rPr lang="en-US" sz="1500" kern="0" spc="-80" dirty="0">
                <a:solidFill>
                  <a:schemeClr val="accent6"/>
                </a:solidFill>
              </a:rPr>
              <a:t>height = </a:t>
            </a:r>
            <a:r>
              <a:rPr lang="en-US" sz="1500" kern="0" spc="-80" dirty="0" err="1">
                <a:solidFill>
                  <a:schemeClr val="accent6"/>
                </a:solidFill>
              </a:rPr>
              <a:t>maxHeight</a:t>
            </a:r>
            <a:r>
              <a:rPr lang="en-US" sz="1500" kern="0" spc="-80" dirty="0">
                <a:solidFill>
                  <a:schemeClr val="accent6"/>
                </a:solidFill>
              </a:rPr>
              <a:t> - </a:t>
            </a:r>
            <a:r>
              <a:rPr lang="en-US" sz="1500" kern="0" spc="-80" dirty="0" err="1">
                <a:solidFill>
                  <a:schemeClr val="accent6"/>
                </a:solidFill>
              </a:rPr>
              <a:t>scrollY</a:t>
            </a:r>
            <a:r>
              <a:rPr lang="en-US" sz="1500" kern="0" spc="-80" dirty="0">
                <a:solidFill>
                  <a:schemeClr val="accent6"/>
                </a:solidFill>
              </a:rPr>
              <a:t> * 0.3</a:t>
            </a:r>
          </a:p>
          <a:p>
            <a:pPr marL="12700" marR="5080"/>
            <a:r>
              <a:rPr lang="en-US" sz="1500" kern="0" spc="-80" dirty="0">
                <a:solidFill>
                  <a:schemeClr val="accent2"/>
                </a:solidFill>
              </a:rPr>
              <a:t>➤ Linear Interpolation (LERP)</a:t>
            </a:r>
          </a:p>
          <a:p>
            <a:pPr marL="12700" marR="5080"/>
            <a:r>
              <a:rPr lang="en-US" sz="1500" kern="0" spc="-80" dirty="0">
                <a:solidFill>
                  <a:schemeClr val="accent6"/>
                </a:solidFill>
              </a:rPr>
              <a:t>Used in animations, transitions, color blending, motion smoothing.</a:t>
            </a:r>
          </a:p>
          <a:p>
            <a:pPr marL="12700" marR="5080"/>
            <a:r>
              <a:rPr lang="en-US" sz="1500" kern="0" spc="-80" dirty="0">
                <a:solidFill>
                  <a:schemeClr val="accent6"/>
                </a:solidFill>
              </a:rPr>
              <a:t>lerp(a, b, t) = a + (b - a) * t</a:t>
            </a:r>
          </a:p>
        </p:txBody>
      </p:sp>
    </p:spTree>
    <p:extLst>
      <p:ext uri="{BB962C8B-B14F-4D97-AF65-F5344CB8AC3E}">
        <p14:creationId xmlns:p14="http://schemas.microsoft.com/office/powerpoint/2010/main" val="998025752"/>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E0C75-8ADF-5768-806E-1E6708652EB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1B40673-70CF-7823-6193-501ADFE4F9A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D9106C5-F422-EA0C-322C-730D5972B16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6667AB6-237C-54BF-C117-2C02B0C7BE1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4D52143-19A4-4D92-56B3-01F234052DB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DB5151C-17C1-07E2-A22B-A99E4A59433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DA04BF8-F565-80DE-E2BF-93DAEEE8400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1AE158B-0614-726C-40FB-DA1D95FFF32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BC348CD-DAD7-1C78-3D72-59A5CA4006F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1BDBFA5-88D7-2596-C1B9-A695BB6D2942}"/>
              </a:ext>
            </a:extLst>
          </p:cNvPr>
          <p:cNvSpPr txBox="1">
            <a:spLocks/>
          </p:cNvSpPr>
          <p:nvPr/>
        </p:nvSpPr>
        <p:spPr>
          <a:xfrm>
            <a:off x="152400" y="6858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1. Core Mathematics for Web &amp; Mobile Development</a:t>
            </a:r>
          </a:p>
          <a:p>
            <a:pPr marL="12700" marR="5080"/>
            <a:r>
              <a:rPr lang="en-US" sz="1500" kern="0" spc="-80" dirty="0">
                <a:solidFill>
                  <a:schemeClr val="accent2"/>
                </a:solidFill>
              </a:rPr>
              <a:t>1.1 Arithmetic &amp; Algebra (Foundational UI Math)</a:t>
            </a:r>
          </a:p>
          <a:p>
            <a:pPr marL="12700" marR="5080"/>
            <a:r>
              <a:rPr lang="en-US" sz="1500" kern="0" spc="-80" dirty="0">
                <a:solidFill>
                  <a:schemeClr val="accent2"/>
                </a:solidFill>
              </a:rPr>
              <a:t>🟦 Example in JS (fading opacity):</a:t>
            </a:r>
          </a:p>
          <a:p>
            <a:pPr marL="12700" marR="5080"/>
            <a:r>
              <a:rPr lang="en-US" sz="1500" kern="0" spc="-80" dirty="0">
                <a:solidFill>
                  <a:schemeClr val="accent6"/>
                </a:solidFill>
              </a:rPr>
              <a:t>opacity = a + (b - a) * t;</a:t>
            </a:r>
          </a:p>
          <a:p>
            <a:pPr marL="12700" marR="5080"/>
            <a:r>
              <a:rPr lang="en-US" sz="1500" kern="0" spc="-80" dirty="0">
                <a:solidFill>
                  <a:schemeClr val="accent2"/>
                </a:solidFill>
              </a:rPr>
              <a:t>🟩 Example in Swift (moving a view):</a:t>
            </a:r>
          </a:p>
          <a:p>
            <a:pPr marL="12700" marR="5080"/>
            <a:r>
              <a:rPr lang="en-US" sz="1500" kern="0" spc="-80" dirty="0">
                <a:solidFill>
                  <a:schemeClr val="accent6"/>
                </a:solidFill>
              </a:rPr>
              <a:t>let x = lerp(from: 0, to: 300, t: progress)</a:t>
            </a:r>
          </a:p>
          <a:p>
            <a:pPr marL="12700" marR="5080"/>
            <a:r>
              <a:rPr lang="en-US" sz="1500" kern="0" spc="-80" dirty="0">
                <a:solidFill>
                  <a:schemeClr val="accent6"/>
                </a:solidFill>
              </a:rPr>
              <a:t>LERP is one of the most important tools in UI math.</a:t>
            </a:r>
          </a:p>
          <a:p>
            <a:pPr marL="12700" marR="5080"/>
            <a:r>
              <a:rPr lang="en-US" sz="1500" kern="0" spc="-80" dirty="0">
                <a:solidFill>
                  <a:schemeClr val="accent2"/>
                </a:solidFill>
              </a:rPr>
              <a:t>➤ Inverse Problems</a:t>
            </a:r>
          </a:p>
          <a:p>
            <a:pPr marL="12700" marR="5080"/>
            <a:r>
              <a:rPr lang="en-US" sz="1500" kern="0" spc="-80" dirty="0">
                <a:solidFill>
                  <a:schemeClr val="accent6"/>
                </a:solidFill>
              </a:rPr>
              <a:t>Example: Convert screen </a:t>
            </a:r>
            <a:r>
              <a:rPr lang="en-US" sz="1500" kern="0" spc="-80" dirty="0" err="1">
                <a:solidFill>
                  <a:schemeClr val="accent6"/>
                </a:solidFill>
              </a:rPr>
              <a:t>px</a:t>
            </a:r>
            <a:r>
              <a:rPr lang="en-US" sz="1500" kern="0" spc="-80" dirty="0">
                <a:solidFill>
                  <a:schemeClr val="accent6"/>
                </a:solidFill>
              </a:rPr>
              <a:t> → </a:t>
            </a:r>
            <a:r>
              <a:rPr lang="en-US" sz="1500" kern="0" spc="-80" dirty="0" err="1">
                <a:solidFill>
                  <a:schemeClr val="accent6"/>
                </a:solidFill>
              </a:rPr>
              <a:t>dp</a:t>
            </a:r>
            <a:r>
              <a:rPr lang="en-US" sz="1500" kern="0" spc="-80" dirty="0">
                <a:solidFill>
                  <a:schemeClr val="accent6"/>
                </a:solidFill>
              </a:rPr>
              <a:t> → </a:t>
            </a:r>
            <a:r>
              <a:rPr lang="en-US" sz="1500" kern="0" spc="-80" dirty="0" err="1">
                <a:solidFill>
                  <a:schemeClr val="accent6"/>
                </a:solidFill>
              </a:rPr>
              <a:t>sp</a:t>
            </a:r>
            <a:r>
              <a:rPr lang="en-US" sz="1500" kern="0" spc="-80" dirty="0">
                <a:solidFill>
                  <a:schemeClr val="accent6"/>
                </a:solidFill>
              </a:rPr>
              <a:t>, or percentages → pixels:</a:t>
            </a:r>
          </a:p>
          <a:p>
            <a:pPr marL="12700" marR="5080"/>
            <a:r>
              <a:rPr lang="en-US" sz="1500" kern="0" spc="-80" dirty="0" err="1">
                <a:solidFill>
                  <a:schemeClr val="accent6"/>
                </a:solidFill>
              </a:rPr>
              <a:t>px</a:t>
            </a:r>
            <a:r>
              <a:rPr lang="en-US" sz="1500" kern="0" spc="-80" dirty="0">
                <a:solidFill>
                  <a:schemeClr val="accent6"/>
                </a:solidFill>
              </a:rPr>
              <a:t> = </a:t>
            </a:r>
            <a:r>
              <a:rPr lang="en-US" sz="1500" kern="0" spc="-80" dirty="0" err="1">
                <a:solidFill>
                  <a:schemeClr val="accent6"/>
                </a:solidFill>
              </a:rPr>
              <a:t>dp</a:t>
            </a:r>
            <a:r>
              <a:rPr lang="en-US" sz="1500" kern="0" spc="-80" dirty="0">
                <a:solidFill>
                  <a:schemeClr val="accent6"/>
                </a:solidFill>
              </a:rPr>
              <a:t> * </a:t>
            </a:r>
            <a:r>
              <a:rPr lang="en-US" sz="1500" kern="0" spc="-80" dirty="0" err="1">
                <a:solidFill>
                  <a:schemeClr val="accent6"/>
                </a:solidFill>
              </a:rPr>
              <a:t>deviceDensity</a:t>
            </a:r>
            <a:endParaRPr lang="en-US" sz="1500" kern="0" spc="-80" dirty="0">
              <a:solidFill>
                <a:schemeClr val="accent6"/>
              </a:solidFill>
            </a:endParaRPr>
          </a:p>
          <a:p>
            <a:pPr marL="12700" marR="5080"/>
            <a:r>
              <a:rPr lang="en-US" sz="1500" kern="0" spc="-80" dirty="0" err="1">
                <a:solidFill>
                  <a:schemeClr val="accent6"/>
                </a:solidFill>
              </a:rPr>
              <a:t>dp</a:t>
            </a:r>
            <a:r>
              <a:rPr lang="en-US" sz="1500" kern="0" spc="-80" dirty="0">
                <a:solidFill>
                  <a:schemeClr val="accent6"/>
                </a:solidFill>
              </a:rPr>
              <a:t> = </a:t>
            </a:r>
            <a:r>
              <a:rPr lang="en-US" sz="1500" kern="0" spc="-80" dirty="0" err="1">
                <a:solidFill>
                  <a:schemeClr val="accent6"/>
                </a:solidFill>
              </a:rPr>
              <a:t>px</a:t>
            </a:r>
            <a:r>
              <a:rPr lang="en-US" sz="1500" kern="0" spc="-80" dirty="0">
                <a:solidFill>
                  <a:schemeClr val="accent6"/>
                </a:solidFill>
              </a:rPr>
              <a:t> / </a:t>
            </a:r>
            <a:r>
              <a:rPr lang="en-US" sz="1500" kern="0" spc="-80" dirty="0" err="1">
                <a:solidFill>
                  <a:schemeClr val="accent6"/>
                </a:solidFill>
              </a:rPr>
              <a:t>deviceDensity</a:t>
            </a:r>
            <a:endParaRPr lang="en-US" sz="1500" kern="0" spc="-80" dirty="0">
              <a:solidFill>
                <a:schemeClr val="accent6"/>
              </a:solidFill>
            </a:endParaRPr>
          </a:p>
          <a:p>
            <a:pPr marL="12700" marR="5080"/>
            <a:r>
              <a:rPr lang="en-US" sz="1500" kern="0" spc="-80" dirty="0">
                <a:solidFill>
                  <a:schemeClr val="accent6"/>
                </a:solidFill>
              </a:rPr>
              <a:t>Used constantly in Android/iOS pixel scaling.</a:t>
            </a:r>
          </a:p>
          <a:p>
            <a:pPr marL="12700" marR="5080"/>
            <a:endParaRPr lang="en-US" sz="1500" kern="0" spc="-80" dirty="0">
              <a:solidFill>
                <a:schemeClr val="accent6"/>
              </a:solidFill>
            </a:endParaRPr>
          </a:p>
          <a:p>
            <a:pPr marL="12700" marR="5080"/>
            <a:r>
              <a:rPr lang="en-US" sz="1500" kern="0" spc="-80" dirty="0">
                <a:solidFill>
                  <a:schemeClr val="accent2"/>
                </a:solidFill>
              </a:rPr>
              <a:t>1.2 Coordinate Systems</a:t>
            </a:r>
          </a:p>
          <a:p>
            <a:pPr marL="12700" marR="5080"/>
            <a:r>
              <a:rPr lang="en-US" sz="1500" kern="0" spc="-80" dirty="0">
                <a:solidFill>
                  <a:schemeClr val="accent6"/>
                </a:solidFill>
              </a:rPr>
              <a:t>Both Web and Mobile use 2D coordinate systems, but with different origins.</a:t>
            </a:r>
          </a:p>
          <a:p>
            <a:pPr marL="12700" marR="5080"/>
            <a:r>
              <a:rPr lang="en-US" sz="1500" kern="0" spc="-80" dirty="0">
                <a:solidFill>
                  <a:schemeClr val="accent2"/>
                </a:solidFill>
              </a:rPr>
              <a:t>➤ 2D Cartesian System</a:t>
            </a:r>
          </a:p>
          <a:p>
            <a:pPr marL="12700" marR="5080"/>
            <a:r>
              <a:rPr lang="en-US" sz="1500" kern="0" spc="-80" dirty="0">
                <a:solidFill>
                  <a:schemeClr val="accent6"/>
                </a:solidFill>
              </a:rPr>
              <a:t>(x, y) coordinates that define pixel positions.</a:t>
            </a:r>
          </a:p>
          <a:p>
            <a:pPr marL="12700" marR="5080"/>
            <a:r>
              <a:rPr lang="en-US" sz="1500" kern="0" spc="-80" dirty="0">
                <a:solidFill>
                  <a:schemeClr val="accent2"/>
                </a:solidFill>
              </a:rPr>
              <a:t>Web:</a:t>
            </a:r>
          </a:p>
          <a:p>
            <a:pPr marL="12700" marR="5080"/>
            <a:r>
              <a:rPr lang="en-US" sz="1500" kern="0" spc="-80" dirty="0">
                <a:solidFill>
                  <a:schemeClr val="accent6"/>
                </a:solidFill>
              </a:rPr>
              <a:t>Origin is at top-left</a:t>
            </a:r>
          </a:p>
          <a:p>
            <a:pPr marL="12700" marR="5080"/>
            <a:r>
              <a:rPr lang="en-US" sz="1500" kern="0" spc="-80" dirty="0">
                <a:solidFill>
                  <a:schemeClr val="accent6"/>
                </a:solidFill>
              </a:rPr>
              <a:t>+x → right</a:t>
            </a:r>
          </a:p>
          <a:p>
            <a:pPr marL="12700" marR="5080"/>
            <a:r>
              <a:rPr lang="en-US" sz="1500" kern="0" spc="-80" dirty="0">
                <a:solidFill>
                  <a:schemeClr val="accent6"/>
                </a:solidFill>
              </a:rPr>
              <a:t>+y → down</a:t>
            </a:r>
          </a:p>
        </p:txBody>
      </p:sp>
    </p:spTree>
    <p:extLst>
      <p:ext uri="{BB962C8B-B14F-4D97-AF65-F5344CB8AC3E}">
        <p14:creationId xmlns:p14="http://schemas.microsoft.com/office/powerpoint/2010/main" val="1253699583"/>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B3792-226F-5E44-DC4E-6C8C605C6A5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3B26886-4345-5D0D-E2FD-2591C6A16DD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876BF21-9123-AE06-66F2-DBEAB559933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126585F-FDA7-89AA-C223-55F4F901AC6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69B02B2-0A54-316D-5DAE-9A459A19E94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50DAAAE-9D8D-B9D2-302A-F3707D8CAB1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9AE51D4-139D-610B-4CB6-33F33161903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3568AE2-4C6D-37C6-2E20-03BEDD81CF0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56ADED6-17C1-9109-25DF-6C8E663C55F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D8DC0AF-B662-C14B-63AD-66CC0FA912BD}"/>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1. Core Mathematics for Web &amp; Mobile Development</a:t>
            </a:r>
          </a:p>
          <a:p>
            <a:pPr marL="12700" marR="5080"/>
            <a:r>
              <a:rPr lang="en-US" sz="1500" kern="0" spc="-80" dirty="0">
                <a:solidFill>
                  <a:schemeClr val="accent2"/>
                </a:solidFill>
              </a:rPr>
              <a:t>1.2 Coordinate Systems</a:t>
            </a:r>
          </a:p>
          <a:p>
            <a:pPr marL="12700" marR="5080"/>
            <a:r>
              <a:rPr lang="en-US" sz="1500" kern="0" spc="-80" dirty="0">
                <a:solidFill>
                  <a:schemeClr val="accent6"/>
                </a:solidFill>
              </a:rPr>
              <a:t>Both Web and Mobile use 2D coordinate systems, but with different origins.</a:t>
            </a:r>
          </a:p>
          <a:p>
            <a:pPr marL="12700" marR="5080"/>
            <a:r>
              <a:rPr lang="en-US" sz="1500" kern="0" spc="-80" dirty="0">
                <a:solidFill>
                  <a:schemeClr val="accent2"/>
                </a:solidFill>
              </a:rPr>
              <a:t>➤ 2D Cartesian System</a:t>
            </a:r>
          </a:p>
          <a:p>
            <a:pPr marL="12700" marR="5080"/>
            <a:r>
              <a:rPr lang="en-US" sz="1500" kern="0" spc="-80" dirty="0">
                <a:solidFill>
                  <a:schemeClr val="accent2"/>
                </a:solidFill>
              </a:rPr>
              <a:t>Android/iOS:</a:t>
            </a:r>
          </a:p>
          <a:p>
            <a:pPr marL="12700" marR="5080"/>
            <a:r>
              <a:rPr lang="en-US" sz="1500" kern="0" spc="-80" dirty="0">
                <a:solidFill>
                  <a:schemeClr val="accent6"/>
                </a:solidFill>
              </a:rPr>
              <a:t>Same top-left origin in </a:t>
            </a:r>
            <a:r>
              <a:rPr lang="en-US" sz="1500" kern="0" spc="-80" dirty="0" err="1">
                <a:solidFill>
                  <a:schemeClr val="accent6"/>
                </a:solidFill>
              </a:rPr>
              <a:t>UIKit</a:t>
            </a:r>
            <a:r>
              <a:rPr lang="en-US" sz="1500" kern="0" spc="-80" dirty="0">
                <a:solidFill>
                  <a:schemeClr val="accent6"/>
                </a:solidFill>
              </a:rPr>
              <a:t>, </a:t>
            </a:r>
            <a:r>
              <a:rPr lang="en-US" sz="1500" kern="0" spc="-80" dirty="0" err="1">
                <a:solidFill>
                  <a:schemeClr val="accent6"/>
                </a:solidFill>
              </a:rPr>
              <a:t>SwiftUI</a:t>
            </a:r>
            <a:r>
              <a:rPr lang="en-US" sz="1500" kern="0" spc="-80" dirty="0">
                <a:solidFill>
                  <a:schemeClr val="accent6"/>
                </a:solidFill>
              </a:rPr>
              <a:t>, Jetpack Compose</a:t>
            </a:r>
          </a:p>
          <a:p>
            <a:pPr marL="12700" marR="5080"/>
            <a:r>
              <a:rPr lang="en-US" sz="1500" kern="0" spc="-80" dirty="0">
                <a:solidFill>
                  <a:schemeClr val="accent2"/>
                </a:solidFill>
              </a:rPr>
              <a:t>Distance formula</a:t>
            </a:r>
          </a:p>
          <a:p>
            <a:pPr marL="12700" marR="5080"/>
            <a:r>
              <a:rPr lang="en-US" sz="1500" kern="0" spc="-80" dirty="0">
                <a:solidFill>
                  <a:schemeClr val="accent2"/>
                </a:solidFill>
              </a:rPr>
              <a:t>Used for:</a:t>
            </a:r>
          </a:p>
          <a:p>
            <a:pPr marL="12700" marR="5080"/>
            <a:r>
              <a:rPr lang="en-US" sz="1500" kern="0" spc="-80" dirty="0">
                <a:solidFill>
                  <a:schemeClr val="accent6"/>
                </a:solidFill>
              </a:rPr>
              <a:t>Touch distance</a:t>
            </a:r>
          </a:p>
          <a:p>
            <a:pPr marL="12700" marR="5080"/>
            <a:r>
              <a:rPr lang="en-US" sz="1500" kern="0" spc="-80" dirty="0">
                <a:solidFill>
                  <a:schemeClr val="accent6"/>
                </a:solidFill>
              </a:rPr>
              <a:t>Gesture velocity</a:t>
            </a:r>
          </a:p>
          <a:p>
            <a:pPr marL="12700" marR="5080"/>
            <a:r>
              <a:rPr lang="en-US" sz="1500" kern="0" spc="-80" dirty="0">
                <a:solidFill>
                  <a:schemeClr val="accent6"/>
                </a:solidFill>
              </a:rPr>
              <a:t>Collision detection</a:t>
            </a:r>
          </a:p>
          <a:p>
            <a:pPr marL="12700" marR="5080"/>
            <a:r>
              <a:rPr lang="en-US" sz="1500" kern="0" spc="-80" dirty="0">
                <a:solidFill>
                  <a:schemeClr val="accent6"/>
                </a:solidFill>
              </a:rPr>
              <a:t>Drag movement</a:t>
            </a:r>
          </a:p>
          <a:p>
            <a:pPr marL="12700" marR="5080"/>
            <a:r>
              <a:rPr lang="en-US" sz="1500" kern="0" spc="-80" dirty="0">
                <a:solidFill>
                  <a:schemeClr val="accent6"/>
                </a:solidFill>
              </a:rPr>
              <a:t>distance = √((x2 - x1)² + (y2 - y1)²)</a:t>
            </a:r>
          </a:p>
          <a:p>
            <a:pPr marL="12700" marR="5080"/>
            <a:r>
              <a:rPr lang="en-US" sz="1500" kern="0" spc="-80" dirty="0">
                <a:solidFill>
                  <a:schemeClr val="accent2"/>
                </a:solidFill>
              </a:rPr>
              <a:t>Example in JS:</a:t>
            </a:r>
          </a:p>
          <a:p>
            <a:pPr marL="12700" marR="5080"/>
            <a:r>
              <a:rPr lang="en-US" sz="1500" kern="0" spc="-80" dirty="0">
                <a:solidFill>
                  <a:schemeClr val="accent6"/>
                </a:solidFill>
              </a:rPr>
              <a:t>const </a:t>
            </a:r>
            <a:r>
              <a:rPr lang="en-US" sz="1500" kern="0" spc="-80" dirty="0" err="1">
                <a:solidFill>
                  <a:schemeClr val="accent6"/>
                </a:solidFill>
              </a:rPr>
              <a:t>dist</a:t>
            </a:r>
            <a:r>
              <a:rPr lang="en-US" sz="1500" kern="0" spc="-80" dirty="0">
                <a:solidFill>
                  <a:schemeClr val="accent6"/>
                </a:solidFill>
              </a:rPr>
              <a:t> = </a:t>
            </a:r>
            <a:r>
              <a:rPr lang="en-US" sz="1500" kern="0" spc="-80" dirty="0" err="1">
                <a:solidFill>
                  <a:schemeClr val="accent6"/>
                </a:solidFill>
              </a:rPr>
              <a:t>Math.hypot</a:t>
            </a:r>
            <a:r>
              <a:rPr lang="en-US" sz="1500" kern="0" spc="-80" dirty="0">
                <a:solidFill>
                  <a:schemeClr val="accent6"/>
                </a:solidFill>
              </a:rPr>
              <a:t>(x2 - x1, y2 - y1);</a:t>
            </a:r>
          </a:p>
          <a:p>
            <a:pPr marL="12700" marR="5080"/>
            <a:r>
              <a:rPr lang="en-US" sz="1500" kern="0" spc="-80" dirty="0">
                <a:solidFill>
                  <a:schemeClr val="accent2"/>
                </a:solidFill>
              </a:rPr>
              <a:t>Angle between two points</a:t>
            </a:r>
          </a:p>
          <a:p>
            <a:pPr marL="12700" marR="5080"/>
            <a:r>
              <a:rPr lang="en-US" sz="1500" kern="0" spc="-80" dirty="0">
                <a:solidFill>
                  <a:schemeClr val="accent2"/>
                </a:solidFill>
              </a:rPr>
              <a:t>Used in:</a:t>
            </a:r>
          </a:p>
          <a:p>
            <a:pPr marL="12700" marR="5080"/>
            <a:r>
              <a:rPr lang="en-US" sz="1500" kern="0" spc="-80" dirty="0">
                <a:solidFill>
                  <a:schemeClr val="accent6"/>
                </a:solidFill>
              </a:rPr>
              <a:t>Rotation gestures</a:t>
            </a:r>
          </a:p>
          <a:p>
            <a:pPr marL="12700" marR="5080"/>
            <a:r>
              <a:rPr lang="en-US" sz="1500" kern="0" spc="-80" dirty="0">
                <a:solidFill>
                  <a:schemeClr val="accent6"/>
                </a:solidFill>
              </a:rPr>
              <a:t>Circular sliders</a:t>
            </a:r>
          </a:p>
          <a:p>
            <a:pPr marL="12700" marR="5080"/>
            <a:r>
              <a:rPr lang="en-US" sz="1500" kern="0" spc="-80" dirty="0">
                <a:solidFill>
                  <a:schemeClr val="accent6"/>
                </a:solidFill>
              </a:rPr>
              <a:t>Radial menus</a:t>
            </a:r>
          </a:p>
          <a:p>
            <a:pPr marL="12700" marR="5080"/>
            <a:r>
              <a:rPr lang="en-US" sz="1500" kern="0" spc="-80" dirty="0">
                <a:solidFill>
                  <a:schemeClr val="accent6"/>
                </a:solidFill>
              </a:rPr>
              <a:t>angle = atan2(y2 - y1, x2 - x1)</a:t>
            </a:r>
          </a:p>
          <a:p>
            <a:pPr marL="12700" marR="5080"/>
            <a:r>
              <a:rPr lang="en-US" sz="1500" kern="0" spc="-80" dirty="0">
                <a:solidFill>
                  <a:schemeClr val="accent2"/>
                </a:solidFill>
              </a:rPr>
              <a:t>Example in Swift:</a:t>
            </a:r>
          </a:p>
          <a:p>
            <a:pPr marL="12700" marR="5080"/>
            <a:r>
              <a:rPr lang="en-US" sz="1500" kern="0" spc="-80" dirty="0">
                <a:solidFill>
                  <a:schemeClr val="accent6"/>
                </a:solidFill>
              </a:rPr>
              <a:t>let angle = atan2(</a:t>
            </a:r>
            <a:r>
              <a:rPr lang="en-US" sz="1500" kern="0" spc="-80" dirty="0" err="1">
                <a:solidFill>
                  <a:schemeClr val="accent6"/>
                </a:solidFill>
              </a:rPr>
              <a:t>dy</a:t>
            </a:r>
            <a:r>
              <a:rPr lang="en-US" sz="1500" kern="0" spc="-80" dirty="0">
                <a:solidFill>
                  <a:schemeClr val="accent6"/>
                </a:solidFill>
              </a:rPr>
              <a:t>, dx)</a:t>
            </a:r>
          </a:p>
        </p:txBody>
      </p:sp>
    </p:spTree>
    <p:extLst>
      <p:ext uri="{BB962C8B-B14F-4D97-AF65-F5344CB8AC3E}">
        <p14:creationId xmlns:p14="http://schemas.microsoft.com/office/powerpoint/2010/main" val="1519929999"/>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35E226-379A-BA05-7DE9-FFEE60EA80C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3A6B5E7-9302-F9D1-F976-34FBEB3493F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C012C3B-19B7-2E98-EA76-A929C79563B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271806D-653E-612E-3F6E-B8762E3EEBE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B1AD6C5-52B8-6A90-DAA9-91FB873D395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BFBCE26-6DC4-0514-DD66-D6769EBD3CE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6F5016A-0D37-680C-E5DD-12F20177298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F3E50A8-6316-91CC-7506-1E5EA5B667C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65B929B-9331-F46E-C34E-9311D0C69A5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E85A9AA-D6AB-EC9D-66B0-488903D428CF}"/>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1. Core Mathematics for Web &amp; Mobile Development</a:t>
            </a:r>
          </a:p>
          <a:p>
            <a:pPr marL="12700" marR="5080"/>
            <a:r>
              <a:rPr lang="en-US" sz="1500" kern="0" spc="-80" dirty="0">
                <a:solidFill>
                  <a:schemeClr val="accent2"/>
                </a:solidFill>
              </a:rPr>
              <a:t>1.2 Coordinate Systems</a:t>
            </a:r>
          </a:p>
          <a:p>
            <a:pPr marL="12700" marR="5080"/>
            <a:r>
              <a:rPr lang="en-US" sz="1500" kern="0" spc="-80" dirty="0">
                <a:solidFill>
                  <a:schemeClr val="accent2"/>
                </a:solidFill>
              </a:rPr>
              <a:t>➤ 2D Cartesian System</a:t>
            </a:r>
          </a:p>
          <a:p>
            <a:pPr marL="12700" marR="5080"/>
            <a:r>
              <a:rPr lang="en-US" sz="1500" kern="0" spc="-80" dirty="0">
                <a:solidFill>
                  <a:schemeClr val="accent2"/>
                </a:solidFill>
              </a:rPr>
              <a:t>Bounding Boxes</a:t>
            </a:r>
          </a:p>
          <a:p>
            <a:pPr marL="12700" marR="5080"/>
            <a:r>
              <a:rPr lang="en-US" sz="1500" kern="0" spc="-80" dirty="0">
                <a:solidFill>
                  <a:schemeClr val="accent2"/>
                </a:solidFill>
              </a:rPr>
              <a:t>Used in:</a:t>
            </a:r>
          </a:p>
          <a:p>
            <a:pPr marL="12700" marR="5080"/>
            <a:r>
              <a:rPr lang="en-US" sz="1500" kern="0" spc="-80" dirty="0">
                <a:solidFill>
                  <a:schemeClr val="accent6"/>
                </a:solidFill>
              </a:rPr>
              <a:t>Hit testing</a:t>
            </a:r>
          </a:p>
          <a:p>
            <a:pPr marL="12700" marR="5080"/>
            <a:r>
              <a:rPr lang="en-US" sz="1500" kern="0" spc="-80" dirty="0">
                <a:solidFill>
                  <a:schemeClr val="accent6"/>
                </a:solidFill>
              </a:rPr>
              <a:t>Intersection detection</a:t>
            </a:r>
          </a:p>
          <a:p>
            <a:pPr marL="12700" marR="5080"/>
            <a:r>
              <a:rPr lang="en-US" sz="1500" kern="0" spc="-80" dirty="0">
                <a:solidFill>
                  <a:schemeClr val="accent6"/>
                </a:solidFill>
              </a:rPr>
              <a:t>Layout measurement</a:t>
            </a:r>
          </a:p>
          <a:p>
            <a:pPr marL="12700" marR="5080"/>
            <a:r>
              <a:rPr lang="en-US" sz="1500" kern="0" spc="-80" dirty="0">
                <a:solidFill>
                  <a:schemeClr val="accent6"/>
                </a:solidFill>
              </a:rPr>
              <a:t>left, top, right, bottom</a:t>
            </a:r>
          </a:p>
          <a:p>
            <a:pPr marL="12700" marR="5080"/>
            <a:r>
              <a:rPr lang="en-US" sz="1500" kern="0" spc="-80" dirty="0">
                <a:solidFill>
                  <a:schemeClr val="accent2"/>
                </a:solidFill>
              </a:rPr>
              <a:t>JS example:</a:t>
            </a:r>
          </a:p>
          <a:p>
            <a:pPr marL="12700" marR="5080"/>
            <a:r>
              <a:rPr lang="en-US" sz="1500" kern="0" spc="-80" dirty="0" err="1">
                <a:solidFill>
                  <a:schemeClr val="accent6"/>
                </a:solidFill>
              </a:rPr>
              <a:t>element.getBoundingClientRect</a:t>
            </a:r>
            <a:r>
              <a:rPr lang="en-US" sz="1500" kern="0" spc="-80" dirty="0">
                <a:solidFill>
                  <a:schemeClr val="accent6"/>
                </a:solidFill>
              </a:rPr>
              <a:t>()</a:t>
            </a:r>
          </a:p>
          <a:p>
            <a:pPr marL="12700" marR="5080"/>
            <a:r>
              <a:rPr lang="en-US" sz="1500" kern="0" spc="-80" dirty="0">
                <a:solidFill>
                  <a:schemeClr val="accent2"/>
                </a:solidFill>
              </a:rPr>
              <a:t>Swift example:</a:t>
            </a:r>
          </a:p>
          <a:p>
            <a:pPr marL="12700" marR="5080"/>
            <a:r>
              <a:rPr lang="en-US" sz="1500" kern="0" spc="-80" dirty="0" err="1">
                <a:solidFill>
                  <a:schemeClr val="accent6"/>
                </a:solidFill>
              </a:rPr>
              <a:t>view.frame.intersects</a:t>
            </a:r>
            <a:r>
              <a:rPr lang="en-US" sz="1500" kern="0" spc="-80" dirty="0">
                <a:solidFill>
                  <a:schemeClr val="accent6"/>
                </a:solidFill>
              </a:rPr>
              <a:t>(</a:t>
            </a:r>
            <a:r>
              <a:rPr lang="en-US" sz="1500" kern="0" spc="-80" dirty="0" err="1">
                <a:solidFill>
                  <a:schemeClr val="accent6"/>
                </a:solidFill>
              </a:rPr>
              <a:t>otherFrame</a:t>
            </a:r>
            <a:r>
              <a:rPr lang="en-US" sz="1500" kern="0" spc="-80" dirty="0">
                <a:solidFill>
                  <a:schemeClr val="accent6"/>
                </a:solidFill>
              </a:rPr>
              <a:t>)</a:t>
            </a:r>
          </a:p>
          <a:p>
            <a:pPr marL="12700" marR="5080"/>
            <a:endParaRPr lang="en-US" sz="1500" kern="0" spc="-80" dirty="0">
              <a:solidFill>
                <a:schemeClr val="accent6"/>
              </a:solidFill>
            </a:endParaRPr>
          </a:p>
          <a:p>
            <a:pPr marL="12700" marR="5080"/>
            <a:r>
              <a:rPr lang="en-US" sz="1500" kern="0" spc="-80" dirty="0">
                <a:solidFill>
                  <a:schemeClr val="accent2"/>
                </a:solidFill>
              </a:rPr>
              <a:t>1.3 Units &amp; Scaling Math (</a:t>
            </a:r>
            <a:r>
              <a:rPr lang="en-US" sz="1500" kern="0" spc="-80" dirty="0" err="1">
                <a:solidFill>
                  <a:schemeClr val="accent2"/>
                </a:solidFill>
              </a:rPr>
              <a:t>px</a:t>
            </a:r>
            <a:r>
              <a:rPr lang="en-US" sz="1500" kern="0" spc="-80" dirty="0">
                <a:solidFill>
                  <a:schemeClr val="accent2"/>
                </a:solidFill>
              </a:rPr>
              <a:t>, </a:t>
            </a:r>
            <a:r>
              <a:rPr lang="en-US" sz="1500" kern="0" spc="-80" dirty="0" err="1">
                <a:solidFill>
                  <a:schemeClr val="accent2"/>
                </a:solidFill>
              </a:rPr>
              <a:t>dp</a:t>
            </a:r>
            <a:r>
              <a:rPr lang="en-US" sz="1500" kern="0" spc="-80" dirty="0">
                <a:solidFill>
                  <a:schemeClr val="accent2"/>
                </a:solidFill>
              </a:rPr>
              <a:t>, points, rem, etc.)</a:t>
            </a:r>
          </a:p>
          <a:p>
            <a:pPr marL="12700" marR="5080"/>
            <a:r>
              <a:rPr lang="en-US" sz="1500" kern="0" spc="-80" dirty="0">
                <a:solidFill>
                  <a:schemeClr val="accent2"/>
                </a:solidFill>
              </a:rPr>
              <a:t>Web Units</a:t>
            </a:r>
          </a:p>
          <a:p>
            <a:pPr marL="12700" marR="5080"/>
            <a:r>
              <a:rPr lang="en-US" sz="1500" kern="0" spc="-80" dirty="0" err="1">
                <a:solidFill>
                  <a:schemeClr val="accent6"/>
                </a:solidFill>
              </a:rPr>
              <a:t>px</a:t>
            </a:r>
            <a:endParaRPr lang="en-US" sz="1500" kern="0" spc="-80" dirty="0">
              <a:solidFill>
                <a:schemeClr val="accent6"/>
              </a:solidFill>
            </a:endParaRPr>
          </a:p>
          <a:p>
            <a:pPr marL="12700" marR="5080"/>
            <a:r>
              <a:rPr lang="en-US" sz="1500" kern="0" spc="-80" dirty="0">
                <a:solidFill>
                  <a:schemeClr val="accent6"/>
                </a:solidFill>
              </a:rPr>
              <a:t>%</a:t>
            </a:r>
          </a:p>
          <a:p>
            <a:pPr marL="12700" marR="5080"/>
            <a:r>
              <a:rPr lang="en-US" sz="1500" kern="0" spc="-80" dirty="0">
                <a:solidFill>
                  <a:schemeClr val="accent6"/>
                </a:solidFill>
              </a:rPr>
              <a:t>rem/</a:t>
            </a:r>
            <a:r>
              <a:rPr lang="en-US" sz="1500" kern="0" spc="-80" dirty="0" err="1">
                <a:solidFill>
                  <a:schemeClr val="accent6"/>
                </a:solidFill>
              </a:rPr>
              <a:t>em</a:t>
            </a:r>
            <a:endParaRPr lang="en-US" sz="1500" kern="0" spc="-80" dirty="0">
              <a:solidFill>
                <a:schemeClr val="accent6"/>
              </a:solidFill>
            </a:endParaRPr>
          </a:p>
          <a:p>
            <a:pPr marL="12700" marR="5080"/>
            <a:r>
              <a:rPr lang="en-US" sz="1500" kern="0" spc="-80" dirty="0" err="1">
                <a:solidFill>
                  <a:schemeClr val="accent6"/>
                </a:solidFill>
              </a:rPr>
              <a:t>vw</a:t>
            </a:r>
            <a:r>
              <a:rPr lang="en-US" sz="1500" kern="0" spc="-80" dirty="0">
                <a:solidFill>
                  <a:schemeClr val="accent6"/>
                </a:solidFill>
              </a:rPr>
              <a:t>/</a:t>
            </a:r>
            <a:r>
              <a:rPr lang="en-US" sz="1500" kern="0" spc="-80" dirty="0" err="1">
                <a:solidFill>
                  <a:schemeClr val="accent6"/>
                </a:solidFill>
              </a:rPr>
              <a:t>vh</a:t>
            </a:r>
            <a:endParaRPr lang="en-US" sz="1500" kern="0" spc="-80" dirty="0">
              <a:solidFill>
                <a:schemeClr val="accent6"/>
              </a:solidFill>
            </a:endParaRPr>
          </a:p>
          <a:p>
            <a:pPr marL="12700" marR="5080"/>
            <a:r>
              <a:rPr lang="en-US" sz="1500" kern="0" spc="-80" dirty="0" err="1">
                <a:solidFill>
                  <a:schemeClr val="accent6"/>
                </a:solidFill>
              </a:rPr>
              <a:t>devicePixelRatio</a:t>
            </a:r>
            <a:endParaRPr lang="en-US" sz="1500" kern="0" spc="-80" dirty="0">
              <a:solidFill>
                <a:schemeClr val="accent6"/>
              </a:solidFill>
            </a:endParaRPr>
          </a:p>
          <a:p>
            <a:pPr marL="12700" marR="5080"/>
            <a:r>
              <a:rPr lang="en-US" sz="1500" kern="0" spc="-80" dirty="0">
                <a:solidFill>
                  <a:schemeClr val="accent6"/>
                </a:solidFill>
              </a:rPr>
              <a:t>Example: </a:t>
            </a:r>
            <a:r>
              <a:rPr lang="en-US" sz="1500" kern="0" spc="-80" dirty="0" err="1">
                <a:solidFill>
                  <a:schemeClr val="accent6"/>
                </a:solidFill>
              </a:rPr>
              <a:t>px</a:t>
            </a:r>
            <a:r>
              <a:rPr lang="en-US" sz="1500" kern="0" spc="-80" dirty="0">
                <a:solidFill>
                  <a:schemeClr val="accent6"/>
                </a:solidFill>
              </a:rPr>
              <a:t> → rem calculation:</a:t>
            </a:r>
          </a:p>
          <a:p>
            <a:pPr marL="12700" marR="5080"/>
            <a:r>
              <a:rPr lang="en-US" sz="1500" kern="0" spc="-80" dirty="0" err="1">
                <a:solidFill>
                  <a:schemeClr val="accent6"/>
                </a:solidFill>
              </a:rPr>
              <a:t>remValue</a:t>
            </a:r>
            <a:r>
              <a:rPr lang="en-US" sz="1500" kern="0" spc="-80" dirty="0">
                <a:solidFill>
                  <a:schemeClr val="accent6"/>
                </a:solidFill>
              </a:rPr>
              <a:t> = </a:t>
            </a:r>
            <a:r>
              <a:rPr lang="en-US" sz="1500" kern="0" spc="-80" dirty="0" err="1">
                <a:solidFill>
                  <a:schemeClr val="accent6"/>
                </a:solidFill>
              </a:rPr>
              <a:t>px</a:t>
            </a:r>
            <a:r>
              <a:rPr lang="en-US" sz="1500" kern="0" spc="-80" dirty="0">
                <a:solidFill>
                  <a:schemeClr val="accent6"/>
                </a:solidFill>
              </a:rPr>
              <a:t> / </a:t>
            </a:r>
            <a:r>
              <a:rPr lang="en-US" sz="1500" kern="0" spc="-80" dirty="0" err="1">
                <a:solidFill>
                  <a:schemeClr val="accent6"/>
                </a:solidFill>
              </a:rPr>
              <a:t>rootFontSize</a:t>
            </a:r>
            <a:endParaRPr lang="en-US" sz="1500" kern="0" spc="-80" dirty="0">
              <a:solidFill>
                <a:schemeClr val="accent6"/>
              </a:solidFill>
            </a:endParaRPr>
          </a:p>
        </p:txBody>
      </p:sp>
    </p:spTree>
    <p:extLst>
      <p:ext uri="{BB962C8B-B14F-4D97-AF65-F5344CB8AC3E}">
        <p14:creationId xmlns:p14="http://schemas.microsoft.com/office/powerpoint/2010/main" val="4276916879"/>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AFA5FE-6169-FBF8-63F7-D1485D43A1D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79B790-3FE0-EAA0-554A-205337DDE25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8ADF9D9-DE8C-20AA-05DF-13EDA2F7A05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ECEA282-6355-32FA-B8A0-D6D9E8A0AC4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A4752BA-75DD-A72E-4282-54D97AF2020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9DC64C3-E446-C578-D62A-AFD5049A166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8D4B7F1-411D-74C7-0153-B1901AC8A58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42EF963-325C-53B6-AF33-94F99F66AE6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D961B92-3307-69DB-884F-1B7FB34B0A7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41E051F-AC90-B917-FC86-9CA369923BA0}"/>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1. Core Mathematics for Web &amp; Mobile Development</a:t>
            </a:r>
          </a:p>
          <a:p>
            <a:pPr marL="12700" marR="5080"/>
            <a:r>
              <a:rPr lang="en-US" sz="1500" kern="0" spc="-80" dirty="0">
                <a:solidFill>
                  <a:schemeClr val="accent2"/>
                </a:solidFill>
              </a:rPr>
              <a:t>1.3 Units &amp; Scaling Math (</a:t>
            </a:r>
            <a:r>
              <a:rPr lang="en-US" sz="1500" kern="0" spc="-80" dirty="0" err="1">
                <a:solidFill>
                  <a:schemeClr val="accent2"/>
                </a:solidFill>
              </a:rPr>
              <a:t>px</a:t>
            </a:r>
            <a:r>
              <a:rPr lang="en-US" sz="1500" kern="0" spc="-80" dirty="0">
                <a:solidFill>
                  <a:schemeClr val="accent2"/>
                </a:solidFill>
              </a:rPr>
              <a:t>, </a:t>
            </a:r>
            <a:r>
              <a:rPr lang="en-US" sz="1500" kern="0" spc="-80" dirty="0" err="1">
                <a:solidFill>
                  <a:schemeClr val="accent2"/>
                </a:solidFill>
              </a:rPr>
              <a:t>dp</a:t>
            </a:r>
            <a:r>
              <a:rPr lang="en-US" sz="1500" kern="0" spc="-80" dirty="0">
                <a:solidFill>
                  <a:schemeClr val="accent2"/>
                </a:solidFill>
              </a:rPr>
              <a:t>, points, rem, etc.)</a:t>
            </a:r>
          </a:p>
          <a:p>
            <a:pPr marL="12700" marR="5080"/>
            <a:r>
              <a:rPr lang="en-US" sz="1500" kern="0" spc="-80" dirty="0">
                <a:solidFill>
                  <a:schemeClr val="accent2"/>
                </a:solidFill>
              </a:rPr>
              <a:t>Mobile Units</a:t>
            </a:r>
          </a:p>
          <a:p>
            <a:pPr marL="12700" marR="5080"/>
            <a:r>
              <a:rPr lang="en-US" sz="1500" kern="0" spc="-80" dirty="0">
                <a:solidFill>
                  <a:schemeClr val="accent2"/>
                </a:solidFill>
              </a:rPr>
              <a:t>iOS:</a:t>
            </a:r>
          </a:p>
          <a:p>
            <a:pPr marL="12700" marR="5080"/>
            <a:r>
              <a:rPr lang="en-US" sz="1500" kern="0" spc="-80" dirty="0">
                <a:solidFill>
                  <a:schemeClr val="accent6"/>
                </a:solidFill>
              </a:rPr>
              <a:t>Points → pixels via scale factor</a:t>
            </a:r>
          </a:p>
          <a:p>
            <a:pPr marL="12700" marR="5080"/>
            <a:r>
              <a:rPr lang="en-US" sz="1500" kern="0" spc="-80" dirty="0">
                <a:solidFill>
                  <a:schemeClr val="accent6"/>
                </a:solidFill>
              </a:rPr>
              <a:t>pixels = points * scale   // scale = 2 or 3</a:t>
            </a:r>
          </a:p>
          <a:p>
            <a:pPr marL="12700" marR="5080"/>
            <a:r>
              <a:rPr lang="en-US" sz="1500" kern="0" spc="-80" dirty="0">
                <a:solidFill>
                  <a:schemeClr val="accent2"/>
                </a:solidFill>
              </a:rPr>
              <a:t>Android:</a:t>
            </a:r>
          </a:p>
          <a:p>
            <a:pPr marL="12700" marR="5080"/>
            <a:r>
              <a:rPr lang="en-US" sz="1500" kern="0" spc="-80" dirty="0" err="1">
                <a:solidFill>
                  <a:schemeClr val="accent6"/>
                </a:solidFill>
              </a:rPr>
              <a:t>dp</a:t>
            </a:r>
            <a:r>
              <a:rPr lang="en-US" sz="1500" kern="0" spc="-80" dirty="0">
                <a:solidFill>
                  <a:schemeClr val="accent6"/>
                </a:solidFill>
              </a:rPr>
              <a:t> → </a:t>
            </a:r>
            <a:r>
              <a:rPr lang="en-US" sz="1500" kern="0" spc="-80" dirty="0" err="1">
                <a:solidFill>
                  <a:schemeClr val="accent6"/>
                </a:solidFill>
              </a:rPr>
              <a:t>px</a:t>
            </a:r>
            <a:r>
              <a:rPr lang="en-US" sz="1500" kern="0" spc="-80" dirty="0">
                <a:solidFill>
                  <a:schemeClr val="accent6"/>
                </a:solidFill>
              </a:rPr>
              <a:t> via density</a:t>
            </a:r>
          </a:p>
          <a:p>
            <a:pPr marL="12700" marR="5080"/>
            <a:r>
              <a:rPr lang="en-US" sz="1500" kern="0" spc="-80" dirty="0" err="1">
                <a:solidFill>
                  <a:schemeClr val="accent6"/>
                </a:solidFill>
              </a:rPr>
              <a:t>px</a:t>
            </a:r>
            <a:r>
              <a:rPr lang="en-US" sz="1500" kern="0" spc="-80" dirty="0">
                <a:solidFill>
                  <a:schemeClr val="accent6"/>
                </a:solidFill>
              </a:rPr>
              <a:t> = </a:t>
            </a:r>
            <a:r>
              <a:rPr lang="en-US" sz="1500" kern="0" spc="-80" dirty="0" err="1">
                <a:solidFill>
                  <a:schemeClr val="accent6"/>
                </a:solidFill>
              </a:rPr>
              <a:t>dp</a:t>
            </a:r>
            <a:r>
              <a:rPr lang="en-US" sz="1500" kern="0" spc="-80" dirty="0">
                <a:solidFill>
                  <a:schemeClr val="accent6"/>
                </a:solidFill>
              </a:rPr>
              <a:t> * (dpi / 160)</a:t>
            </a:r>
          </a:p>
          <a:p>
            <a:pPr marL="12700" marR="5080"/>
            <a:r>
              <a:rPr lang="en-US" sz="1500" kern="0" spc="-80" dirty="0">
                <a:solidFill>
                  <a:schemeClr val="accent6"/>
                </a:solidFill>
              </a:rPr>
              <a:t>This is pure math, used behind every layout.</a:t>
            </a:r>
          </a:p>
          <a:p>
            <a:pPr marL="12700" marR="5080"/>
            <a:endParaRPr lang="en-US" sz="1500" kern="0" spc="-80" dirty="0">
              <a:solidFill>
                <a:schemeClr val="accent6"/>
              </a:solidFill>
            </a:endParaRPr>
          </a:p>
          <a:p>
            <a:pPr marL="12700" marR="5080"/>
            <a:r>
              <a:rPr lang="en-US" sz="1500" kern="0" spc="-80" dirty="0">
                <a:solidFill>
                  <a:schemeClr val="accent2"/>
                </a:solidFill>
              </a:rPr>
              <a:t>1.4 Normalized Coordinates</a:t>
            </a:r>
          </a:p>
          <a:p>
            <a:pPr marL="12700" marR="5080"/>
            <a:r>
              <a:rPr lang="en-US" sz="1500" kern="0" spc="-80" dirty="0">
                <a:solidFill>
                  <a:schemeClr val="accent2"/>
                </a:solidFill>
              </a:rPr>
              <a:t>Common in:</a:t>
            </a:r>
          </a:p>
          <a:p>
            <a:pPr marL="12700" marR="5080"/>
            <a:r>
              <a:rPr lang="en-US" sz="1500" kern="0" spc="-80" dirty="0">
                <a:solidFill>
                  <a:schemeClr val="accent6"/>
                </a:solidFill>
              </a:rPr>
              <a:t>Animations</a:t>
            </a:r>
          </a:p>
          <a:p>
            <a:pPr marL="12700" marR="5080"/>
            <a:r>
              <a:rPr lang="en-US" sz="1500" kern="0" spc="-80" dirty="0">
                <a:solidFill>
                  <a:schemeClr val="accent6"/>
                </a:solidFill>
              </a:rPr>
              <a:t>Shaders</a:t>
            </a:r>
          </a:p>
          <a:p>
            <a:pPr marL="12700" marR="5080"/>
            <a:r>
              <a:rPr lang="en-US" sz="1500" kern="0" spc="-80" dirty="0">
                <a:solidFill>
                  <a:schemeClr val="accent6"/>
                </a:solidFill>
              </a:rPr>
              <a:t>Canvas</a:t>
            </a:r>
          </a:p>
          <a:p>
            <a:pPr marL="12700" marR="5080"/>
            <a:r>
              <a:rPr lang="en-US" sz="1500" kern="0" spc="-80" dirty="0">
                <a:solidFill>
                  <a:schemeClr val="accent6"/>
                </a:solidFill>
              </a:rPr>
              <a:t>Touch gestures</a:t>
            </a:r>
          </a:p>
          <a:p>
            <a:pPr marL="12700" marR="5080"/>
            <a:r>
              <a:rPr lang="en-US" sz="1500" kern="0" spc="-80" dirty="0">
                <a:solidFill>
                  <a:schemeClr val="accent2"/>
                </a:solidFill>
              </a:rPr>
              <a:t>Mapper:</a:t>
            </a:r>
          </a:p>
          <a:p>
            <a:pPr marL="12700" marR="5080"/>
            <a:r>
              <a:rPr lang="en-US" sz="1500" kern="0" spc="-80" dirty="0" err="1">
                <a:solidFill>
                  <a:schemeClr val="accent6"/>
                </a:solidFill>
              </a:rPr>
              <a:t>normalizedX</a:t>
            </a:r>
            <a:r>
              <a:rPr lang="en-US" sz="1500" kern="0" spc="-80" dirty="0">
                <a:solidFill>
                  <a:schemeClr val="accent6"/>
                </a:solidFill>
              </a:rPr>
              <a:t> = x / width</a:t>
            </a:r>
          </a:p>
          <a:p>
            <a:pPr marL="12700" marR="5080"/>
            <a:r>
              <a:rPr lang="en-US" sz="1500" kern="0" spc="-80" dirty="0" err="1">
                <a:solidFill>
                  <a:schemeClr val="accent6"/>
                </a:solidFill>
              </a:rPr>
              <a:t>normalizedY</a:t>
            </a:r>
            <a:r>
              <a:rPr lang="en-US" sz="1500" kern="0" spc="-80" dirty="0">
                <a:solidFill>
                  <a:schemeClr val="accent6"/>
                </a:solidFill>
              </a:rPr>
              <a:t> = y / height</a:t>
            </a:r>
          </a:p>
          <a:p>
            <a:pPr marL="12700" marR="5080"/>
            <a:r>
              <a:rPr lang="en-US" sz="1500" kern="0" spc="-80" dirty="0">
                <a:solidFill>
                  <a:schemeClr val="accent6"/>
                </a:solidFill>
              </a:rPr>
              <a:t>Used for pinch, zoom, or progress-based animations.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256649526"/>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5641D8-19AE-ECFE-B65A-75DD0498455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18CD09D-6BE7-8B1F-97AC-E92610876AF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431F8A2-D647-53C9-728F-15711531EA2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84A160-3694-CC37-2C77-301C2F79274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0565FDA-C1A8-631C-90E7-2515B248C0E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91F1463-C33E-E2C9-ADFB-AC7021F66F3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7AD5F35-8421-569A-0764-B60835C34ED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7100748-BB86-F7EB-C5F3-267381ED461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D801890-58B4-E6D2-153A-2A2F17728D8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44A828B-AA91-8AE2-CE2E-23C447CE3048}"/>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1. Core Mathematics for Web &amp; Mobile Development</a:t>
            </a:r>
          </a:p>
          <a:p>
            <a:pPr marL="12700" marR="5080"/>
            <a:r>
              <a:rPr lang="en-US" sz="1500" kern="0" spc="-80" dirty="0">
                <a:solidFill>
                  <a:schemeClr val="accent2"/>
                </a:solidFill>
              </a:rPr>
              <a:t>1.5 Intervals, Clamping &amp; Wrapping</a:t>
            </a:r>
          </a:p>
          <a:p>
            <a:pPr marL="12700" marR="5080"/>
            <a:r>
              <a:rPr lang="en-US" sz="1500" kern="0" spc="-80" dirty="0">
                <a:solidFill>
                  <a:schemeClr val="accent2"/>
                </a:solidFill>
              </a:rPr>
              <a:t>Clamp</a:t>
            </a:r>
          </a:p>
          <a:p>
            <a:pPr marL="12700" marR="5080"/>
            <a:r>
              <a:rPr lang="en-US" sz="1500" kern="0" spc="-80" dirty="0">
                <a:solidFill>
                  <a:schemeClr val="accent6"/>
                </a:solidFill>
              </a:rPr>
              <a:t>Prevents values from going beyond a range.</a:t>
            </a:r>
          </a:p>
          <a:p>
            <a:pPr marL="12700" marR="5080"/>
            <a:r>
              <a:rPr lang="en-US" sz="1500" kern="0" spc="-80" dirty="0">
                <a:solidFill>
                  <a:schemeClr val="accent6"/>
                </a:solidFill>
              </a:rPr>
              <a:t>clamp(v, min, max)</a:t>
            </a:r>
          </a:p>
          <a:p>
            <a:pPr marL="12700" marR="5080"/>
            <a:r>
              <a:rPr lang="en-US" sz="1500" kern="0" spc="-80" dirty="0">
                <a:solidFill>
                  <a:schemeClr val="accent2"/>
                </a:solidFill>
              </a:rPr>
              <a:t>Example in JavaScript:</a:t>
            </a:r>
          </a:p>
          <a:p>
            <a:pPr marL="12700" marR="5080"/>
            <a:r>
              <a:rPr lang="en-US" sz="1500" kern="0" spc="-80" dirty="0">
                <a:solidFill>
                  <a:schemeClr val="accent6"/>
                </a:solidFill>
              </a:rPr>
              <a:t>progress = </a:t>
            </a:r>
            <a:r>
              <a:rPr lang="en-US" sz="1500" kern="0" spc="-80" dirty="0" err="1">
                <a:solidFill>
                  <a:schemeClr val="accent6"/>
                </a:solidFill>
              </a:rPr>
              <a:t>Math.min</a:t>
            </a:r>
            <a:r>
              <a:rPr lang="en-US" sz="1500" kern="0" spc="-80" dirty="0">
                <a:solidFill>
                  <a:schemeClr val="accent6"/>
                </a:solidFill>
              </a:rPr>
              <a:t>(1, </a:t>
            </a:r>
            <a:r>
              <a:rPr lang="en-US" sz="1500" kern="0" spc="-80" dirty="0" err="1">
                <a:solidFill>
                  <a:schemeClr val="accent6"/>
                </a:solidFill>
              </a:rPr>
              <a:t>Math.max</a:t>
            </a:r>
            <a:r>
              <a:rPr lang="en-US" sz="1500" kern="0" spc="-80" dirty="0">
                <a:solidFill>
                  <a:schemeClr val="accent6"/>
                </a:solidFill>
              </a:rPr>
              <a:t>(0, </a:t>
            </a:r>
            <a:r>
              <a:rPr lang="en-US" sz="1500" kern="0" spc="-80" dirty="0" err="1">
                <a:solidFill>
                  <a:schemeClr val="accent6"/>
                </a:solidFill>
              </a:rPr>
              <a:t>scrollY</a:t>
            </a:r>
            <a:r>
              <a:rPr lang="en-US" sz="1500" kern="0" spc="-80" dirty="0">
                <a:solidFill>
                  <a:schemeClr val="accent6"/>
                </a:solidFill>
              </a:rPr>
              <a:t> / 500));</a:t>
            </a:r>
          </a:p>
          <a:p>
            <a:pPr marL="12700" marR="5080"/>
            <a:r>
              <a:rPr lang="en-US" sz="1500" kern="0" spc="-80" dirty="0">
                <a:solidFill>
                  <a:schemeClr val="accent2"/>
                </a:solidFill>
              </a:rPr>
              <a:t>Wrapping</a:t>
            </a:r>
          </a:p>
          <a:p>
            <a:pPr marL="12700" marR="5080"/>
            <a:r>
              <a:rPr lang="en-US" sz="1500" kern="0" spc="-80" dirty="0">
                <a:solidFill>
                  <a:schemeClr val="accent2"/>
                </a:solidFill>
              </a:rPr>
              <a:t>Used in infinite carousels:</a:t>
            </a:r>
          </a:p>
          <a:p>
            <a:pPr marL="12700" marR="5080"/>
            <a:r>
              <a:rPr lang="en-US" sz="1500" kern="0" spc="-80" dirty="0">
                <a:solidFill>
                  <a:schemeClr val="accent6"/>
                </a:solidFill>
              </a:rPr>
              <a:t>wrapped = (index + count) % count</a:t>
            </a:r>
          </a:p>
          <a:p>
            <a:pPr marL="12700" marR="5080"/>
            <a:endParaRPr lang="en-US" sz="1500" kern="0" spc="-80" dirty="0">
              <a:solidFill>
                <a:schemeClr val="accent6"/>
              </a:solidFill>
            </a:endParaRPr>
          </a:p>
          <a:p>
            <a:pPr marL="12700" marR="5080"/>
            <a:r>
              <a:rPr lang="en-US" sz="1500" kern="0" spc="-80" dirty="0">
                <a:solidFill>
                  <a:schemeClr val="accent2"/>
                </a:solidFill>
              </a:rPr>
              <a:t>1.6 Vector Math Intro</a:t>
            </a:r>
          </a:p>
          <a:p>
            <a:pPr marL="12700" marR="5080"/>
            <a:r>
              <a:rPr lang="en-US" sz="1500" kern="0" spc="-80" dirty="0">
                <a:solidFill>
                  <a:schemeClr val="accent6"/>
                </a:solidFill>
              </a:rPr>
              <a:t>(Vectors are used heavily in gestures &amp; animations.)</a:t>
            </a:r>
          </a:p>
          <a:p>
            <a:pPr marL="12700" marR="5080"/>
            <a:r>
              <a:rPr lang="en-US" sz="1500" kern="0" spc="-80" dirty="0">
                <a:solidFill>
                  <a:schemeClr val="accent2"/>
                </a:solidFill>
              </a:rPr>
              <a:t>A 2D vector:</a:t>
            </a:r>
          </a:p>
          <a:p>
            <a:pPr marL="12700" marR="5080"/>
            <a:r>
              <a:rPr lang="en-US" sz="1500" kern="0" spc="-80" dirty="0">
                <a:solidFill>
                  <a:schemeClr val="accent6"/>
                </a:solidFill>
              </a:rPr>
              <a:t>v = (x, y)</a:t>
            </a:r>
          </a:p>
          <a:p>
            <a:pPr marL="12700" marR="5080"/>
            <a:r>
              <a:rPr lang="en-US" sz="1500" kern="0" spc="-80" dirty="0">
                <a:solidFill>
                  <a:schemeClr val="accent2"/>
                </a:solidFill>
              </a:rPr>
              <a:t>Magnitude:</a:t>
            </a:r>
          </a:p>
          <a:p>
            <a:pPr marL="12700" marR="5080"/>
            <a:r>
              <a:rPr lang="en-US" sz="1500" kern="0" spc="-80" dirty="0">
                <a:solidFill>
                  <a:schemeClr val="accent6"/>
                </a:solidFill>
              </a:rPr>
              <a:t>|v| = √(x² + y²)</a:t>
            </a:r>
          </a:p>
          <a:p>
            <a:pPr marL="12700" marR="5080"/>
            <a:r>
              <a:rPr lang="en-US" sz="1500" kern="0" spc="-80" dirty="0">
                <a:solidFill>
                  <a:schemeClr val="accent2"/>
                </a:solidFill>
              </a:rPr>
              <a:t>Normalized vector:</a:t>
            </a:r>
          </a:p>
          <a:p>
            <a:pPr marL="12700" marR="5080"/>
            <a:r>
              <a:rPr lang="en-US" sz="1500" kern="0" spc="-80" dirty="0">
                <a:solidFill>
                  <a:schemeClr val="accent6"/>
                </a:solidFill>
              </a:rPr>
              <a:t>v̂ = v / |v|</a:t>
            </a:r>
          </a:p>
          <a:p>
            <a:pPr marL="12700" marR="5080"/>
            <a:r>
              <a:rPr lang="en-US" sz="1500" kern="0" spc="-80" dirty="0">
                <a:solidFill>
                  <a:schemeClr val="accent2"/>
                </a:solidFill>
              </a:rPr>
              <a:t>Used in:</a:t>
            </a:r>
          </a:p>
          <a:p>
            <a:pPr marL="12700" marR="5080"/>
            <a:r>
              <a:rPr lang="en-US" sz="1500" kern="0" spc="-80" dirty="0">
                <a:solidFill>
                  <a:schemeClr val="accent6"/>
                </a:solidFill>
              </a:rPr>
              <a:t>Finger movement</a:t>
            </a:r>
          </a:p>
          <a:p>
            <a:pPr marL="12700" marR="5080"/>
            <a:r>
              <a:rPr lang="en-US" sz="1500" kern="0" spc="-80" dirty="0">
                <a:solidFill>
                  <a:schemeClr val="accent6"/>
                </a:solidFill>
              </a:rPr>
              <a:t>Scroll direction</a:t>
            </a:r>
          </a:p>
          <a:p>
            <a:pPr marL="12700" marR="5080"/>
            <a:r>
              <a:rPr lang="en-US" sz="1500" kern="0" spc="-80" dirty="0">
                <a:solidFill>
                  <a:schemeClr val="accent6"/>
                </a:solidFill>
              </a:rPr>
              <a:t>Physics velocity</a:t>
            </a:r>
          </a:p>
        </p:txBody>
      </p:sp>
    </p:spTree>
    <p:extLst>
      <p:ext uri="{BB962C8B-B14F-4D97-AF65-F5344CB8AC3E}">
        <p14:creationId xmlns:p14="http://schemas.microsoft.com/office/powerpoint/2010/main" val="153086739"/>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15EBD-BE22-4FE8-53A9-3C22C62998A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AE0D275-EBDF-A0C9-E695-7016A9CEF3E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F7D22F0-930A-54E7-7C46-447EFB296F9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A252D22-B4CA-84F3-FF09-DE7A48F2979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8D0FEC-6971-F09D-64C6-25CD0CE0B3F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10A96A2-4222-FC36-E91C-D01AF069B50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D363F5C-095A-7EAB-6764-B97C2872642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21CEAF5-BDB5-9D92-7DA6-78E972E4401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05495D9-02DC-9750-D2CC-96F419AA6AC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B65933C-DD71-3B30-5464-807E12240FDA}"/>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1. Core Mathematics for Web &amp; Mobile Development</a:t>
            </a:r>
          </a:p>
          <a:p>
            <a:pPr marL="12700" marR="5080"/>
            <a:r>
              <a:rPr lang="en-US" sz="1500" kern="0" spc="-80" dirty="0">
                <a:solidFill>
                  <a:schemeClr val="accent2"/>
                </a:solidFill>
              </a:rPr>
              <a:t>1.7 Linear Functions in UI</a:t>
            </a:r>
          </a:p>
          <a:p>
            <a:pPr marL="12700" marR="5080"/>
            <a:r>
              <a:rPr lang="en-US" sz="1500" kern="0" spc="-80" dirty="0">
                <a:solidFill>
                  <a:schemeClr val="accent2"/>
                </a:solidFill>
              </a:rPr>
              <a:t>Examples:</a:t>
            </a:r>
          </a:p>
          <a:p>
            <a:pPr marL="12700" marR="5080"/>
            <a:r>
              <a:rPr lang="en-US" sz="1500" kern="0" spc="-80" dirty="0">
                <a:solidFill>
                  <a:schemeClr val="accent6"/>
                </a:solidFill>
              </a:rPr>
              <a:t>Opacity transitions</a:t>
            </a:r>
          </a:p>
          <a:p>
            <a:pPr marL="12700" marR="5080"/>
            <a:r>
              <a:rPr lang="en-US" sz="1500" kern="0" spc="-80" dirty="0">
                <a:solidFill>
                  <a:schemeClr val="accent6"/>
                </a:solidFill>
              </a:rPr>
              <a:t>Scroll progress channels</a:t>
            </a:r>
          </a:p>
          <a:p>
            <a:pPr marL="12700" marR="5080"/>
            <a:r>
              <a:rPr lang="en-US" sz="1500" kern="0" spc="-80" dirty="0">
                <a:solidFill>
                  <a:schemeClr val="accent6"/>
                </a:solidFill>
              </a:rPr>
              <a:t>Transform interpolation</a:t>
            </a:r>
          </a:p>
          <a:p>
            <a:pPr marL="12700" marR="5080"/>
            <a:r>
              <a:rPr lang="en-US" sz="1500" kern="0" spc="-80" dirty="0">
                <a:solidFill>
                  <a:schemeClr val="accent6"/>
                </a:solidFill>
              </a:rPr>
              <a:t>Theme interpolation</a:t>
            </a:r>
          </a:p>
          <a:p>
            <a:pPr marL="12700" marR="5080"/>
            <a:r>
              <a:rPr lang="en-US" sz="1500" kern="0" spc="-80" dirty="0">
                <a:solidFill>
                  <a:schemeClr val="accent2"/>
                </a:solidFill>
              </a:rPr>
              <a:t>General linear function:</a:t>
            </a:r>
          </a:p>
          <a:p>
            <a:pPr marL="12700" marR="5080"/>
            <a:r>
              <a:rPr lang="en-US" sz="1500" kern="0" spc="-80" dirty="0">
                <a:solidFill>
                  <a:schemeClr val="accent6"/>
                </a:solidFill>
              </a:rPr>
              <a:t>y = mx + b</a:t>
            </a:r>
          </a:p>
          <a:p>
            <a:pPr marL="12700" marR="5080"/>
            <a:r>
              <a:rPr lang="en-US" sz="1500" kern="0" spc="-80" dirty="0">
                <a:solidFill>
                  <a:schemeClr val="accent6"/>
                </a:solidFill>
              </a:rPr>
              <a:t>Example: Fade out on scroll (JS):</a:t>
            </a:r>
          </a:p>
          <a:p>
            <a:pPr marL="12700" marR="5080"/>
            <a:r>
              <a:rPr lang="en-US" sz="1500" kern="0" spc="-80" dirty="0">
                <a:solidFill>
                  <a:schemeClr val="accent6"/>
                </a:solidFill>
              </a:rPr>
              <a:t>opacity = 1 - </a:t>
            </a:r>
            <a:r>
              <a:rPr lang="en-US" sz="1500" kern="0" spc="-80" dirty="0" err="1">
                <a:solidFill>
                  <a:schemeClr val="accent6"/>
                </a:solidFill>
              </a:rPr>
              <a:t>scrollY</a:t>
            </a:r>
            <a:r>
              <a:rPr lang="en-US" sz="1500" kern="0" spc="-80" dirty="0">
                <a:solidFill>
                  <a:schemeClr val="accent6"/>
                </a:solidFill>
              </a:rPr>
              <a:t> / 300</a:t>
            </a:r>
          </a:p>
          <a:p>
            <a:pPr marL="12700" marR="5080"/>
            <a:endParaRPr lang="en-US" sz="1500" kern="0" spc="-80" dirty="0">
              <a:solidFill>
                <a:schemeClr val="accent6"/>
              </a:solidFill>
            </a:endParaRPr>
          </a:p>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6"/>
                </a:solidFill>
              </a:rPr>
              <a:t>Geometry powers all visual interfaces.</a:t>
            </a:r>
          </a:p>
          <a:p>
            <a:pPr marL="12700" marR="5080"/>
            <a:r>
              <a:rPr lang="en-US" sz="1500" kern="0" spc="-80" dirty="0">
                <a:solidFill>
                  <a:schemeClr val="accent6"/>
                </a:solidFill>
              </a:rPr>
              <a:t>Everything from a button to a scrolling list to a curved animation path uses geometry.</a:t>
            </a:r>
          </a:p>
          <a:p>
            <a:pPr marL="12700" marR="5080"/>
            <a:r>
              <a:rPr lang="en-US" sz="1500" kern="0" spc="-80" dirty="0">
                <a:solidFill>
                  <a:schemeClr val="accent2"/>
                </a:solidFill>
              </a:rPr>
              <a:t>✅ 2.1 Points</a:t>
            </a:r>
          </a:p>
          <a:p>
            <a:pPr marL="12700" marR="5080"/>
            <a:r>
              <a:rPr lang="en-US" sz="1500" kern="0" spc="-80" dirty="0">
                <a:solidFill>
                  <a:schemeClr val="accent6"/>
                </a:solidFill>
              </a:rPr>
              <a:t>A point is a coordinate on the screen:</a:t>
            </a:r>
          </a:p>
          <a:p>
            <a:pPr marL="12700" marR="5080"/>
            <a:r>
              <a:rPr lang="en-US" sz="1500" kern="0" spc="-80" dirty="0">
                <a:solidFill>
                  <a:schemeClr val="accent6"/>
                </a:solidFill>
              </a:rPr>
              <a:t>P(x, y)</a:t>
            </a:r>
          </a:p>
          <a:p>
            <a:pPr marL="12700" marR="5080"/>
            <a:r>
              <a:rPr lang="en-US" sz="1500" kern="0" spc="-80" dirty="0">
                <a:solidFill>
                  <a:schemeClr val="accent2"/>
                </a:solidFill>
              </a:rPr>
              <a:t>Used in:</a:t>
            </a:r>
          </a:p>
          <a:p>
            <a:pPr marL="12700" marR="5080"/>
            <a:r>
              <a:rPr lang="en-US" sz="1500" kern="0" spc="-80" dirty="0">
                <a:solidFill>
                  <a:schemeClr val="accent6"/>
                </a:solidFill>
              </a:rPr>
              <a:t>Mouse/touch events</a:t>
            </a:r>
          </a:p>
          <a:p>
            <a:pPr marL="12700" marR="5080"/>
            <a:r>
              <a:rPr lang="en-US" sz="1500" kern="0" spc="-80" dirty="0">
                <a:solidFill>
                  <a:schemeClr val="accent6"/>
                </a:solidFill>
              </a:rPr>
              <a:t>Path definitions</a:t>
            </a:r>
          </a:p>
          <a:p>
            <a:pPr marL="12700" marR="5080"/>
            <a:r>
              <a:rPr lang="en-US" sz="1500" kern="0" spc="-80" dirty="0">
                <a:solidFill>
                  <a:schemeClr val="accent6"/>
                </a:solidFill>
              </a:rPr>
              <a:t>UI positioning</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3783415944"/>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478BD-CB44-801D-0321-8188E02C7EB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9D01D01-8489-325B-32B9-41A1F986C17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22038EE-137A-C02E-3679-309DDB2A101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2C9B14D-CB77-E39D-95BC-6548AC86322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388C9B1-2545-FD00-8F5D-C3D974C3F5B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2860E64-3657-7BB1-79D9-0A98BBB2604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32C505A-5516-4C66-37FE-C1518C97AD8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2D2784C-E775-2FBC-8A91-071D79F22CC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1E04E25-0EB1-3638-636C-DA59CF3D7D0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22EAC16-9D73-492B-844C-A6FC5E21B2AC}"/>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2.1 Points</a:t>
            </a:r>
          </a:p>
          <a:p>
            <a:pPr marL="12700" marR="5080"/>
            <a:r>
              <a:rPr lang="en-US" sz="1500" kern="0" spc="-80" dirty="0">
                <a:solidFill>
                  <a:schemeClr val="accent2"/>
                </a:solidFill>
              </a:rPr>
              <a:t>Examples:</a:t>
            </a:r>
          </a:p>
          <a:p>
            <a:pPr marL="12700" marR="5080"/>
            <a:r>
              <a:rPr lang="en-US" sz="1500" kern="0" spc="-80" dirty="0">
                <a:solidFill>
                  <a:schemeClr val="accent2"/>
                </a:solidFill>
              </a:rPr>
              <a:t>JavaScript:</a:t>
            </a:r>
          </a:p>
          <a:p>
            <a:pPr marL="12700" marR="5080"/>
            <a:r>
              <a:rPr lang="en-US" sz="1500" kern="0" spc="-80" dirty="0">
                <a:solidFill>
                  <a:schemeClr val="accent6"/>
                </a:solidFill>
              </a:rPr>
              <a:t>const point = { x: </a:t>
            </a:r>
            <a:r>
              <a:rPr lang="en-US" sz="1500" kern="0" spc="-80" dirty="0" err="1">
                <a:solidFill>
                  <a:schemeClr val="accent6"/>
                </a:solidFill>
              </a:rPr>
              <a:t>event.clientX</a:t>
            </a:r>
            <a:r>
              <a:rPr lang="en-US" sz="1500" kern="0" spc="-80" dirty="0">
                <a:solidFill>
                  <a:schemeClr val="accent6"/>
                </a:solidFill>
              </a:rPr>
              <a:t>, y: </a:t>
            </a:r>
            <a:r>
              <a:rPr lang="en-US" sz="1500" kern="0" spc="-80" dirty="0" err="1">
                <a:solidFill>
                  <a:schemeClr val="accent6"/>
                </a:solidFill>
              </a:rPr>
              <a:t>event.clientY</a:t>
            </a:r>
            <a:r>
              <a:rPr lang="en-US" sz="1500" kern="0" spc="-80" dirty="0">
                <a:solidFill>
                  <a:schemeClr val="accent6"/>
                </a:solidFill>
              </a:rPr>
              <a:t> };</a:t>
            </a:r>
          </a:p>
          <a:p>
            <a:pPr marL="12700" marR="5080"/>
            <a:r>
              <a:rPr lang="en-US" sz="1500" kern="0" spc="-80" dirty="0">
                <a:solidFill>
                  <a:schemeClr val="accent2"/>
                </a:solidFill>
              </a:rPr>
              <a:t>iOS (Swift):</a:t>
            </a:r>
          </a:p>
          <a:p>
            <a:pPr marL="12700" marR="5080"/>
            <a:r>
              <a:rPr lang="en-US" sz="1500" kern="0" spc="-80" dirty="0">
                <a:solidFill>
                  <a:schemeClr val="accent6"/>
                </a:solidFill>
              </a:rPr>
              <a:t>let point = </a:t>
            </a:r>
            <a:r>
              <a:rPr lang="en-US" sz="1500" kern="0" spc="-80" dirty="0" err="1">
                <a:solidFill>
                  <a:schemeClr val="accent6"/>
                </a:solidFill>
              </a:rPr>
              <a:t>CGPoint</a:t>
            </a:r>
            <a:r>
              <a:rPr lang="en-US" sz="1500" kern="0" spc="-80" dirty="0">
                <a:solidFill>
                  <a:schemeClr val="accent6"/>
                </a:solidFill>
              </a:rPr>
              <a:t>(x: x, y: y)</a:t>
            </a:r>
          </a:p>
          <a:p>
            <a:pPr marL="12700" marR="5080"/>
            <a:r>
              <a:rPr lang="en-US" sz="1500" kern="0" spc="-80" dirty="0">
                <a:solidFill>
                  <a:schemeClr val="accent2"/>
                </a:solidFill>
              </a:rPr>
              <a:t>Android (Compose):</a:t>
            </a:r>
          </a:p>
          <a:p>
            <a:pPr marL="12700" marR="5080"/>
            <a:r>
              <a:rPr lang="en-US" sz="1500" kern="0" spc="-80" dirty="0" err="1">
                <a:solidFill>
                  <a:schemeClr val="accent6"/>
                </a:solidFill>
              </a:rPr>
              <a:t>val</a:t>
            </a:r>
            <a:r>
              <a:rPr lang="en-US" sz="1500" kern="0" spc="-80" dirty="0">
                <a:solidFill>
                  <a:schemeClr val="accent6"/>
                </a:solidFill>
              </a:rPr>
              <a:t> point = Offset(x, y)</a:t>
            </a:r>
          </a:p>
          <a:p>
            <a:pPr marL="12700" marR="5080"/>
            <a:endParaRPr lang="en-US" sz="1500" kern="0" spc="-80" dirty="0">
              <a:solidFill>
                <a:schemeClr val="accent6"/>
              </a:solidFill>
            </a:endParaRPr>
          </a:p>
          <a:p>
            <a:pPr marL="12700" marR="5080"/>
            <a:r>
              <a:rPr lang="en-US" sz="1500" kern="0" spc="-80" dirty="0">
                <a:solidFill>
                  <a:schemeClr val="accent2"/>
                </a:solidFill>
              </a:rPr>
              <a:t>✅ 2.2 Lines, Slopes &amp; Intersections</a:t>
            </a:r>
          </a:p>
          <a:p>
            <a:pPr marL="12700" marR="5080"/>
            <a:r>
              <a:rPr lang="en-US" sz="1500" kern="0" spc="-80" dirty="0">
                <a:solidFill>
                  <a:schemeClr val="accent2"/>
                </a:solidFill>
              </a:rPr>
              <a:t>Equation of a line</a:t>
            </a:r>
          </a:p>
          <a:p>
            <a:pPr marL="12700" marR="5080"/>
            <a:r>
              <a:rPr lang="en-US" sz="1500" kern="0" spc="-80" dirty="0">
                <a:solidFill>
                  <a:schemeClr val="accent6"/>
                </a:solidFill>
              </a:rPr>
              <a:t>y = mx + b</a:t>
            </a:r>
          </a:p>
          <a:p>
            <a:pPr marL="12700" marR="5080"/>
            <a:r>
              <a:rPr lang="en-US" sz="1500" kern="0" spc="-80" dirty="0">
                <a:solidFill>
                  <a:schemeClr val="accent6"/>
                </a:solidFill>
              </a:rPr>
              <a:t>Slope:</a:t>
            </a:r>
          </a:p>
          <a:p>
            <a:pPr marL="12700" marR="5080"/>
            <a:r>
              <a:rPr lang="en-US" sz="1500" kern="0" spc="-80" dirty="0">
                <a:solidFill>
                  <a:schemeClr val="accent6"/>
                </a:solidFill>
              </a:rPr>
              <a:t>m = (y2 - y1) / (x2 - x1)</a:t>
            </a:r>
          </a:p>
          <a:p>
            <a:pPr marL="12700" marR="5080"/>
            <a:r>
              <a:rPr lang="en-US" sz="1500" kern="0" spc="-80" dirty="0">
                <a:solidFill>
                  <a:schemeClr val="accent2"/>
                </a:solidFill>
              </a:rPr>
              <a:t>Used in:</a:t>
            </a:r>
          </a:p>
          <a:p>
            <a:pPr marL="12700" marR="5080"/>
            <a:r>
              <a:rPr lang="en-US" sz="1500" kern="0" spc="-80" dirty="0">
                <a:solidFill>
                  <a:schemeClr val="accent6"/>
                </a:solidFill>
              </a:rPr>
              <a:t>Drag direction</a:t>
            </a:r>
          </a:p>
          <a:p>
            <a:pPr marL="12700" marR="5080"/>
            <a:r>
              <a:rPr lang="en-US" sz="1500" kern="0" spc="-80" dirty="0">
                <a:solidFill>
                  <a:schemeClr val="accent6"/>
                </a:solidFill>
              </a:rPr>
              <a:t>Swipe velocity</a:t>
            </a:r>
          </a:p>
          <a:p>
            <a:pPr marL="12700" marR="5080"/>
            <a:r>
              <a:rPr lang="en-US" sz="1500" kern="0" spc="-80" dirty="0">
                <a:solidFill>
                  <a:schemeClr val="accent6"/>
                </a:solidFill>
              </a:rPr>
              <a:t>Angle detection</a:t>
            </a:r>
          </a:p>
          <a:p>
            <a:pPr marL="12700" marR="5080"/>
            <a:r>
              <a:rPr lang="en-US" sz="1500" kern="0" spc="-80" dirty="0">
                <a:solidFill>
                  <a:schemeClr val="accent6"/>
                </a:solidFill>
              </a:rPr>
              <a:t>Custom drawing</a:t>
            </a:r>
          </a:p>
          <a:p>
            <a:pPr marL="12700" marR="5080"/>
            <a:r>
              <a:rPr lang="en-US" sz="1500" kern="0" spc="-80" dirty="0">
                <a:solidFill>
                  <a:schemeClr val="accent2"/>
                </a:solidFill>
              </a:rPr>
              <a:t>Intersection of two lines</a:t>
            </a:r>
          </a:p>
          <a:p>
            <a:pPr marL="12700" marR="5080"/>
            <a:r>
              <a:rPr lang="en-US" sz="1500" kern="0" spc="-80" dirty="0">
                <a:solidFill>
                  <a:schemeClr val="accent2"/>
                </a:solidFill>
              </a:rPr>
              <a:t>Used in:</a:t>
            </a:r>
          </a:p>
          <a:p>
            <a:pPr marL="12700" marR="5080"/>
            <a:r>
              <a:rPr lang="en-US" sz="1500" kern="0" spc="-80" dirty="0">
                <a:solidFill>
                  <a:schemeClr val="accent6"/>
                </a:solidFill>
              </a:rPr>
              <a:t>Hit-testing</a:t>
            </a:r>
          </a:p>
        </p:txBody>
      </p:sp>
    </p:spTree>
    <p:extLst>
      <p:ext uri="{BB962C8B-B14F-4D97-AF65-F5344CB8AC3E}">
        <p14:creationId xmlns:p14="http://schemas.microsoft.com/office/powerpoint/2010/main" val="1634489277"/>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AC0EE3-1C2D-B568-F8CA-B9EA73C5ED5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48037DA-141C-4285-A436-3EAE808C919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3BBE3D9-35C7-ACEE-19C7-285C417D2F3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26A7562-49F0-1056-197B-3AED1B45FED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6BC8E4B-00E9-BCB2-1BD5-57CED595440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2CBEFA5-5649-1F18-A5A6-C5ACE7FC14F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F4EA658-F397-A9F3-C99B-5CD74FDD711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7961249-ECD9-7CE1-A277-2E409714A36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DD0C61D-FDE5-7E23-4231-F99251D4392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753B76F-FECB-9D3D-E69B-D3BE7A073401}"/>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2.2 Lines, Slopes &amp; Intersections</a:t>
            </a:r>
          </a:p>
          <a:p>
            <a:pPr marL="12700" marR="5080"/>
            <a:r>
              <a:rPr lang="en-US" sz="1500" kern="0" spc="-80" dirty="0">
                <a:solidFill>
                  <a:schemeClr val="accent2"/>
                </a:solidFill>
              </a:rPr>
              <a:t>Intersection of two lines</a:t>
            </a:r>
          </a:p>
          <a:p>
            <a:pPr marL="12700" marR="5080"/>
            <a:r>
              <a:rPr lang="en-US" sz="1500" kern="0" spc="-80" dirty="0">
                <a:solidFill>
                  <a:schemeClr val="accent2"/>
                </a:solidFill>
              </a:rPr>
              <a:t>Used in:</a:t>
            </a:r>
          </a:p>
          <a:p>
            <a:pPr marL="12700" marR="5080"/>
            <a:r>
              <a:rPr lang="en-US" sz="1500" kern="0" spc="-80" dirty="0">
                <a:solidFill>
                  <a:schemeClr val="accent6"/>
                </a:solidFill>
              </a:rPr>
              <a:t>Path intersections</a:t>
            </a:r>
          </a:p>
          <a:p>
            <a:pPr marL="12700" marR="5080"/>
            <a:r>
              <a:rPr lang="en-US" sz="1500" kern="0" spc="-80" dirty="0">
                <a:solidFill>
                  <a:schemeClr val="accent6"/>
                </a:solidFill>
              </a:rPr>
              <a:t>Clipping</a:t>
            </a:r>
          </a:p>
          <a:p>
            <a:pPr marL="12700" marR="5080"/>
            <a:r>
              <a:rPr lang="en-US" sz="1500" kern="0" spc="-80" dirty="0">
                <a:solidFill>
                  <a:schemeClr val="accent2"/>
                </a:solidFill>
              </a:rPr>
              <a:t>Solve the system:</a:t>
            </a:r>
          </a:p>
          <a:p>
            <a:pPr marL="12700" marR="5080"/>
            <a:r>
              <a:rPr lang="en-US" sz="1500" kern="0" spc="-80" dirty="0">
                <a:solidFill>
                  <a:schemeClr val="accent6"/>
                </a:solidFill>
              </a:rPr>
              <a:t>y = m1x + b1</a:t>
            </a:r>
          </a:p>
          <a:p>
            <a:pPr marL="12700" marR="5080"/>
            <a:r>
              <a:rPr lang="en-US" sz="1500" kern="0" spc="-80" dirty="0">
                <a:solidFill>
                  <a:schemeClr val="accent6"/>
                </a:solidFill>
              </a:rPr>
              <a:t>y = m2x + b2</a:t>
            </a:r>
          </a:p>
          <a:p>
            <a:pPr marL="12700" marR="5080"/>
            <a:r>
              <a:rPr lang="en-US" sz="1500" kern="0" spc="-80" dirty="0">
                <a:solidFill>
                  <a:schemeClr val="accent6"/>
                </a:solidFill>
              </a:rPr>
              <a:t>If slopes equal → parallel lines.</a:t>
            </a:r>
          </a:p>
          <a:p>
            <a:pPr marL="12700" marR="5080"/>
            <a:endParaRPr lang="en-US" sz="1500" kern="0" spc="-80" dirty="0">
              <a:solidFill>
                <a:schemeClr val="accent6"/>
              </a:solidFill>
            </a:endParaRPr>
          </a:p>
          <a:p>
            <a:pPr marL="12700" marR="5080"/>
            <a:r>
              <a:rPr lang="en-US" sz="1500" kern="0" spc="-80" dirty="0">
                <a:solidFill>
                  <a:schemeClr val="accent2"/>
                </a:solidFill>
              </a:rPr>
              <a:t>✅ 2.3 Distance Formulas</a:t>
            </a:r>
          </a:p>
          <a:p>
            <a:pPr marL="12700" marR="5080"/>
            <a:r>
              <a:rPr lang="en-US" sz="1500" kern="0" spc="-80" dirty="0">
                <a:solidFill>
                  <a:schemeClr val="accent2"/>
                </a:solidFill>
              </a:rPr>
              <a:t>Distance between two points</a:t>
            </a:r>
          </a:p>
          <a:p>
            <a:pPr marL="12700" marR="5080"/>
            <a:r>
              <a:rPr lang="en-US" sz="1500" kern="0" spc="-80" dirty="0">
                <a:solidFill>
                  <a:schemeClr val="accent6"/>
                </a:solidFill>
              </a:rPr>
              <a:t>d = √((x2 - x1)² + (y2 - y1)²)</a:t>
            </a:r>
          </a:p>
          <a:p>
            <a:pPr marL="12700" marR="5080"/>
            <a:r>
              <a:rPr lang="en-US" sz="1500" kern="0" spc="-80" dirty="0">
                <a:solidFill>
                  <a:schemeClr val="accent2"/>
                </a:solidFill>
              </a:rPr>
              <a:t>Used for:</a:t>
            </a:r>
          </a:p>
          <a:p>
            <a:pPr marL="12700" marR="5080"/>
            <a:r>
              <a:rPr lang="en-US" sz="1500" kern="0" spc="-80" dirty="0">
                <a:solidFill>
                  <a:schemeClr val="accent6"/>
                </a:solidFill>
              </a:rPr>
              <a:t>Pinch-zoom distance</a:t>
            </a:r>
          </a:p>
          <a:p>
            <a:pPr marL="12700" marR="5080"/>
            <a:r>
              <a:rPr lang="en-US" sz="1500" kern="0" spc="-80" dirty="0">
                <a:solidFill>
                  <a:schemeClr val="accent6"/>
                </a:solidFill>
              </a:rPr>
              <a:t>Drag length</a:t>
            </a:r>
          </a:p>
          <a:p>
            <a:pPr marL="12700" marR="5080"/>
            <a:r>
              <a:rPr lang="en-US" sz="1500" kern="0" spc="-80" dirty="0">
                <a:solidFill>
                  <a:schemeClr val="accent6"/>
                </a:solidFill>
              </a:rPr>
              <a:t>Move duration</a:t>
            </a:r>
          </a:p>
          <a:p>
            <a:pPr marL="12700" marR="5080"/>
            <a:r>
              <a:rPr lang="en-US" sz="1500" kern="0" spc="-80" dirty="0">
                <a:solidFill>
                  <a:schemeClr val="accent6"/>
                </a:solidFill>
              </a:rPr>
              <a:t>Collision detection</a:t>
            </a:r>
          </a:p>
          <a:p>
            <a:pPr marL="12700" marR="5080"/>
            <a:r>
              <a:rPr lang="en-US" sz="1500" kern="0" spc="-80" dirty="0">
                <a:solidFill>
                  <a:schemeClr val="accent2"/>
                </a:solidFill>
              </a:rPr>
              <a:t>Example (JS touch pinch):</a:t>
            </a:r>
          </a:p>
          <a:p>
            <a:pPr marL="12700" marR="5080"/>
            <a:r>
              <a:rPr lang="en-US" sz="1500" kern="0" spc="-80" dirty="0">
                <a:solidFill>
                  <a:schemeClr val="accent6"/>
                </a:solidFill>
              </a:rPr>
              <a:t>const d = </a:t>
            </a:r>
            <a:r>
              <a:rPr lang="en-US" sz="1500" kern="0" spc="-80" dirty="0" err="1">
                <a:solidFill>
                  <a:schemeClr val="accent6"/>
                </a:solidFill>
              </a:rPr>
              <a:t>Math.hypot</a:t>
            </a:r>
            <a:r>
              <a:rPr lang="en-US" sz="1500" kern="0" spc="-80" dirty="0">
                <a:solidFill>
                  <a:schemeClr val="accent6"/>
                </a:solidFill>
              </a:rPr>
              <a:t>(t2.x - t1.x, t2.y - t1.y);</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221822283"/>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B1C67-C464-2144-5831-2BF61B2F0EC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1A4810D-F36F-7822-2B66-F1631358C3F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ADE7A32-9DA9-D233-64EC-8B7E6DE849A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97A9617-0616-3238-DF57-CE06D21CE6B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912CB70-4289-57E2-B332-D093562F904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5F93427-E9AE-4684-C642-7DFBDACE2FB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A21B1BA-56DD-BD93-9E6E-F3CBDE483EB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92468ED-FD42-8D62-2B68-929326BFABE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A49FA27-1C99-3B03-573C-CE3C68E3E93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5779C34-02FB-A16F-5FCA-3D8FD91254F3}"/>
              </a:ext>
            </a:extLst>
          </p:cNvPr>
          <p:cNvSpPr txBox="1">
            <a:spLocks/>
          </p:cNvSpPr>
          <p:nvPr/>
        </p:nvSpPr>
        <p:spPr>
          <a:xfrm>
            <a:off x="152400" y="6858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2.4 Rectangle Mathematics (CRITICAL SECTION)</a:t>
            </a:r>
          </a:p>
          <a:p>
            <a:pPr marL="12700" marR="5080"/>
            <a:r>
              <a:rPr lang="en-US" sz="1500" kern="0" spc="-80" dirty="0" err="1">
                <a:solidFill>
                  <a:schemeClr val="accent2"/>
                </a:solidFill>
              </a:rPr>
              <a:t>Rect</a:t>
            </a:r>
            <a:r>
              <a:rPr lang="en-US" sz="1500" kern="0" spc="-80" dirty="0">
                <a:solidFill>
                  <a:schemeClr val="accent2"/>
                </a:solidFill>
              </a:rPr>
              <a:t> properties:</a:t>
            </a:r>
          </a:p>
          <a:p>
            <a:pPr marL="12700" marR="5080"/>
            <a:r>
              <a:rPr lang="en-US" sz="1500" kern="0" spc="-80" dirty="0">
                <a:solidFill>
                  <a:schemeClr val="accent6"/>
                </a:solidFill>
              </a:rPr>
              <a:t>left, top, width, height</a:t>
            </a:r>
          </a:p>
          <a:p>
            <a:pPr marL="12700" marR="5080"/>
            <a:r>
              <a:rPr lang="en-US" sz="1500" kern="0" spc="-80" dirty="0">
                <a:solidFill>
                  <a:schemeClr val="accent6"/>
                </a:solidFill>
              </a:rPr>
              <a:t>right = left + width</a:t>
            </a:r>
          </a:p>
          <a:p>
            <a:pPr marL="12700" marR="5080"/>
            <a:r>
              <a:rPr lang="en-US" sz="1500" kern="0" spc="-80" dirty="0">
                <a:solidFill>
                  <a:schemeClr val="accent6"/>
                </a:solidFill>
              </a:rPr>
              <a:t>bottom = top + height</a:t>
            </a:r>
          </a:p>
          <a:p>
            <a:pPr marL="12700" marR="5080"/>
            <a:r>
              <a:rPr lang="en-US" sz="1500" kern="0" spc="-80" dirty="0">
                <a:solidFill>
                  <a:schemeClr val="accent6"/>
                </a:solidFill>
              </a:rPr>
              <a:t>Axis-Aligned Bounding Boxes (AABB)</a:t>
            </a:r>
          </a:p>
          <a:p>
            <a:pPr marL="12700" marR="5080"/>
            <a:r>
              <a:rPr lang="en-US" sz="1500" kern="0" spc="-80" dirty="0">
                <a:solidFill>
                  <a:schemeClr val="accent2"/>
                </a:solidFill>
              </a:rPr>
              <a:t>Used in:</a:t>
            </a:r>
          </a:p>
          <a:p>
            <a:pPr marL="12700" marR="5080"/>
            <a:r>
              <a:rPr lang="en-US" sz="1500" kern="0" spc="-80" dirty="0">
                <a:solidFill>
                  <a:schemeClr val="accent6"/>
                </a:solidFill>
              </a:rPr>
              <a:t>DOM box model</a:t>
            </a:r>
          </a:p>
          <a:p>
            <a:pPr marL="12700" marR="5080"/>
            <a:r>
              <a:rPr lang="en-US" sz="1500" kern="0" spc="-80" dirty="0" err="1">
                <a:solidFill>
                  <a:schemeClr val="accent6"/>
                </a:solidFill>
              </a:rPr>
              <a:t>getBoundingClientRect</a:t>
            </a:r>
            <a:r>
              <a:rPr lang="en-US" sz="1500" kern="0" spc="-80" dirty="0">
                <a:solidFill>
                  <a:schemeClr val="accent6"/>
                </a:solidFill>
              </a:rPr>
              <a:t>()</a:t>
            </a:r>
          </a:p>
          <a:p>
            <a:pPr marL="12700" marR="5080"/>
            <a:r>
              <a:rPr lang="en-US" sz="1500" kern="0" spc="-80" dirty="0" err="1">
                <a:solidFill>
                  <a:schemeClr val="accent6"/>
                </a:solidFill>
              </a:rPr>
              <a:t>SwiftUI</a:t>
            </a:r>
            <a:r>
              <a:rPr lang="en-US" sz="1500" kern="0" spc="-80" dirty="0">
                <a:solidFill>
                  <a:schemeClr val="accent6"/>
                </a:solidFill>
              </a:rPr>
              <a:t>/</a:t>
            </a:r>
            <a:r>
              <a:rPr lang="en-US" sz="1500" kern="0" spc="-80" dirty="0" err="1">
                <a:solidFill>
                  <a:schemeClr val="accent6"/>
                </a:solidFill>
              </a:rPr>
              <a:t>CoreGraphics</a:t>
            </a:r>
            <a:r>
              <a:rPr lang="en-US" sz="1500" kern="0" spc="-80" dirty="0">
                <a:solidFill>
                  <a:schemeClr val="accent6"/>
                </a:solidFill>
              </a:rPr>
              <a:t> </a:t>
            </a:r>
            <a:r>
              <a:rPr lang="en-US" sz="1500" kern="0" spc="-80" dirty="0" err="1">
                <a:solidFill>
                  <a:schemeClr val="accent6"/>
                </a:solidFill>
              </a:rPr>
              <a:t>CGRect</a:t>
            </a:r>
            <a:endParaRPr lang="en-US" sz="1500" kern="0" spc="-80" dirty="0">
              <a:solidFill>
                <a:schemeClr val="accent6"/>
              </a:solidFill>
            </a:endParaRPr>
          </a:p>
          <a:p>
            <a:pPr marL="12700" marR="5080"/>
            <a:r>
              <a:rPr lang="en-US" sz="1500" kern="0" spc="-80" dirty="0">
                <a:solidFill>
                  <a:schemeClr val="accent6"/>
                </a:solidFill>
              </a:rPr>
              <a:t>Android View bounds</a:t>
            </a:r>
          </a:p>
          <a:p>
            <a:pPr marL="12700" marR="5080"/>
            <a:r>
              <a:rPr lang="en-US" sz="1500" kern="0" spc="-80" dirty="0">
                <a:solidFill>
                  <a:schemeClr val="accent2"/>
                </a:solidFill>
              </a:rPr>
              <a:t>Intersection check:</a:t>
            </a:r>
          </a:p>
          <a:p>
            <a:pPr marL="12700" marR="5080"/>
            <a:r>
              <a:rPr lang="en-US" sz="1500" kern="0" spc="-80" dirty="0">
                <a:solidFill>
                  <a:schemeClr val="accent6"/>
                </a:solidFill>
              </a:rPr>
              <a:t>if (r1.left &lt; r2.right &amp;&amp;</a:t>
            </a:r>
          </a:p>
          <a:p>
            <a:pPr marL="12700" marR="5080"/>
            <a:r>
              <a:rPr lang="en-US" sz="1500" kern="0" spc="-80" dirty="0">
                <a:solidFill>
                  <a:schemeClr val="accent6"/>
                </a:solidFill>
              </a:rPr>
              <a:t>    r1.right &gt; r2.left &amp;&amp;</a:t>
            </a:r>
          </a:p>
          <a:p>
            <a:pPr marL="12700" marR="5080"/>
            <a:r>
              <a:rPr lang="en-US" sz="1500" kern="0" spc="-80" dirty="0">
                <a:solidFill>
                  <a:schemeClr val="accent6"/>
                </a:solidFill>
              </a:rPr>
              <a:t>    r1.top &lt; r2.bottom &amp;&amp;</a:t>
            </a:r>
          </a:p>
          <a:p>
            <a:pPr marL="12700" marR="5080"/>
            <a:r>
              <a:rPr lang="en-US" sz="1500" kern="0" spc="-80" dirty="0">
                <a:solidFill>
                  <a:schemeClr val="accent6"/>
                </a:solidFill>
              </a:rPr>
              <a:t>    r1.bottom &gt; r2.top) → intersect</a:t>
            </a:r>
          </a:p>
          <a:p>
            <a:pPr marL="12700" marR="5080"/>
            <a:r>
              <a:rPr lang="en-US" sz="1500" kern="0" spc="-80" dirty="0">
                <a:solidFill>
                  <a:schemeClr val="accent2"/>
                </a:solidFill>
              </a:rPr>
              <a:t>Used in:</a:t>
            </a:r>
          </a:p>
          <a:p>
            <a:pPr marL="12700" marR="5080"/>
            <a:r>
              <a:rPr lang="en-US" sz="1500" kern="0" spc="-80" dirty="0">
                <a:solidFill>
                  <a:schemeClr val="accent6"/>
                </a:solidFill>
              </a:rPr>
              <a:t>Overlapping views</a:t>
            </a:r>
          </a:p>
          <a:p>
            <a:pPr marL="12700" marR="5080"/>
            <a:r>
              <a:rPr lang="en-US" sz="1500" kern="0" spc="-80" dirty="0">
                <a:solidFill>
                  <a:schemeClr val="accent6"/>
                </a:solidFill>
              </a:rPr>
              <a:t>Drag-drop zones</a:t>
            </a:r>
          </a:p>
          <a:p>
            <a:pPr marL="12700" marR="5080"/>
            <a:r>
              <a:rPr lang="en-US" sz="1500" kern="0" spc="-80" dirty="0">
                <a:solidFill>
                  <a:schemeClr val="accent6"/>
                </a:solidFill>
              </a:rPr>
              <a:t>Canvas collision detection</a:t>
            </a:r>
          </a:p>
        </p:txBody>
      </p:sp>
    </p:spTree>
    <p:extLst>
      <p:ext uri="{BB962C8B-B14F-4D97-AF65-F5344CB8AC3E}">
        <p14:creationId xmlns:p14="http://schemas.microsoft.com/office/powerpoint/2010/main" val="318744552"/>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053F9-2F30-3D8A-0D91-E66E868A21A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4DE971A-5AF2-695A-ECE5-B5CD982D729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16A8987-8F67-C339-4CFB-754DD5FDF10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F2C116F-20F6-91DD-9B25-7E67D2BCBD8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404B4BE-D669-8AA8-15B2-28C58E188C9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B56A06E-7A52-6F76-7346-1B381CE2FA7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0D6D4D4-B594-E278-8EDE-F269DF66017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C9FE304-09E2-AC00-0134-BECE7D3E80C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EDDE489-2EB4-AC47-A4DD-CDEFDE0B8EE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EFA03BB-B746-3C76-F8ED-73D94DF375FF}"/>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2.5 Hit Testing</a:t>
            </a:r>
          </a:p>
          <a:p>
            <a:pPr marL="12700" marR="5080"/>
            <a:r>
              <a:rPr lang="en-US" sz="1500" kern="0" spc="-80" dirty="0">
                <a:solidFill>
                  <a:schemeClr val="accent2"/>
                </a:solidFill>
              </a:rPr>
              <a:t>Given a point, is it inside a rectangle?</a:t>
            </a:r>
          </a:p>
          <a:p>
            <a:pPr marL="12700" marR="5080"/>
            <a:r>
              <a:rPr lang="en-US" sz="1500" kern="0" spc="-80" dirty="0">
                <a:solidFill>
                  <a:schemeClr val="accent6"/>
                </a:solidFill>
              </a:rPr>
              <a:t>x &gt;= left  &amp;&amp; x &lt;= right</a:t>
            </a:r>
          </a:p>
          <a:p>
            <a:pPr marL="12700" marR="5080"/>
            <a:r>
              <a:rPr lang="en-US" sz="1500" kern="0" spc="-80" dirty="0">
                <a:solidFill>
                  <a:schemeClr val="accent6"/>
                </a:solidFill>
              </a:rPr>
              <a:t>y &gt;= top   &amp;&amp; y &lt;= bottom</a:t>
            </a:r>
          </a:p>
          <a:p>
            <a:pPr marL="12700" marR="5080"/>
            <a:r>
              <a:rPr lang="en-US" sz="1500" kern="0" spc="-80" dirty="0">
                <a:solidFill>
                  <a:schemeClr val="accent2"/>
                </a:solidFill>
              </a:rPr>
              <a:t>This is used constantly:</a:t>
            </a:r>
          </a:p>
          <a:p>
            <a:pPr marL="12700" marR="5080"/>
            <a:r>
              <a:rPr lang="en-US" sz="1500" kern="0" spc="-80" dirty="0">
                <a:solidFill>
                  <a:schemeClr val="accent2"/>
                </a:solidFill>
              </a:rPr>
              <a:t>JavaScript:</a:t>
            </a:r>
          </a:p>
          <a:p>
            <a:pPr marL="12700" marR="5080"/>
            <a:r>
              <a:rPr lang="en-US" sz="1500" kern="0" spc="-80" dirty="0">
                <a:solidFill>
                  <a:schemeClr val="accent6"/>
                </a:solidFill>
              </a:rPr>
              <a:t>function </a:t>
            </a:r>
            <a:r>
              <a:rPr lang="en-US" sz="1500" kern="0" spc="-80" dirty="0" err="1">
                <a:solidFill>
                  <a:schemeClr val="accent6"/>
                </a:solidFill>
              </a:rPr>
              <a:t>hitTest</a:t>
            </a:r>
            <a:r>
              <a:rPr lang="en-US" sz="1500" kern="0" spc="-80" dirty="0">
                <a:solidFill>
                  <a:schemeClr val="accent6"/>
                </a:solidFill>
              </a:rPr>
              <a:t>(</a:t>
            </a:r>
            <a:r>
              <a:rPr lang="en-US" sz="1500" kern="0" spc="-80" dirty="0" err="1">
                <a:solidFill>
                  <a:schemeClr val="accent6"/>
                </a:solidFill>
              </a:rPr>
              <a:t>rect</a:t>
            </a:r>
            <a:r>
              <a:rPr lang="en-US" sz="1500" kern="0" spc="-80" dirty="0">
                <a:solidFill>
                  <a:schemeClr val="accent6"/>
                </a:solidFill>
              </a:rPr>
              <a:t>, x, y) {</a:t>
            </a:r>
          </a:p>
          <a:p>
            <a:pPr marL="12700" marR="5080"/>
            <a:r>
              <a:rPr lang="en-US" sz="1500" kern="0" spc="-80" dirty="0">
                <a:solidFill>
                  <a:schemeClr val="accent6"/>
                </a:solidFill>
              </a:rPr>
              <a:t>  return x &gt;= </a:t>
            </a:r>
            <a:r>
              <a:rPr lang="en-US" sz="1500" kern="0" spc="-80" dirty="0" err="1">
                <a:solidFill>
                  <a:schemeClr val="accent6"/>
                </a:solidFill>
              </a:rPr>
              <a:t>rect.left</a:t>
            </a:r>
            <a:r>
              <a:rPr lang="en-US" sz="1500" kern="0" spc="-80" dirty="0">
                <a:solidFill>
                  <a:schemeClr val="accent6"/>
                </a:solidFill>
              </a:rPr>
              <a:t> &amp;&amp; x &lt;= </a:t>
            </a:r>
            <a:r>
              <a:rPr lang="en-US" sz="1500" kern="0" spc="-80" dirty="0" err="1">
                <a:solidFill>
                  <a:schemeClr val="accent6"/>
                </a:solidFill>
              </a:rPr>
              <a:t>rect.right</a:t>
            </a:r>
            <a:r>
              <a:rPr lang="en-US" sz="1500" kern="0" spc="-80" dirty="0">
                <a:solidFill>
                  <a:schemeClr val="accent6"/>
                </a:solidFill>
              </a:rPr>
              <a:t> &amp;&amp;</a:t>
            </a:r>
          </a:p>
          <a:p>
            <a:pPr marL="12700" marR="5080"/>
            <a:r>
              <a:rPr lang="en-US" sz="1500" kern="0" spc="-80" dirty="0">
                <a:solidFill>
                  <a:schemeClr val="accent6"/>
                </a:solidFill>
              </a:rPr>
              <a:t>         y &gt;= </a:t>
            </a:r>
            <a:r>
              <a:rPr lang="en-US" sz="1500" kern="0" spc="-80" dirty="0" err="1">
                <a:solidFill>
                  <a:schemeClr val="accent6"/>
                </a:solidFill>
              </a:rPr>
              <a:t>rect.top</a:t>
            </a:r>
            <a:r>
              <a:rPr lang="en-US" sz="1500" kern="0" spc="-80" dirty="0">
                <a:solidFill>
                  <a:schemeClr val="accent6"/>
                </a:solidFill>
              </a:rPr>
              <a:t>  &amp;&amp; y &lt;= </a:t>
            </a:r>
            <a:r>
              <a:rPr lang="en-US" sz="1500" kern="0" spc="-80" dirty="0" err="1">
                <a:solidFill>
                  <a:schemeClr val="accent6"/>
                </a:solidFill>
              </a:rPr>
              <a:t>rect.bottom</a:t>
            </a:r>
            <a:r>
              <a:rPr lang="en-US" sz="1500" kern="0" spc="-80" dirty="0">
                <a:solidFill>
                  <a:schemeClr val="accent6"/>
                </a:solidFill>
              </a:rPr>
              <a:t>;</a:t>
            </a:r>
          </a:p>
          <a:p>
            <a:pPr marL="12700" marR="5080"/>
            <a:r>
              <a:rPr lang="en-US" sz="1500" kern="0" spc="-80" dirty="0">
                <a:solidFill>
                  <a:schemeClr val="accent6"/>
                </a:solidFill>
              </a:rPr>
              <a:t>}</a:t>
            </a:r>
          </a:p>
          <a:p>
            <a:pPr marL="12700" marR="5080"/>
            <a:r>
              <a:rPr lang="en-US" sz="1500" kern="0" spc="-80" dirty="0">
                <a:solidFill>
                  <a:schemeClr val="accent2"/>
                </a:solidFill>
              </a:rPr>
              <a:t>Swift:</a:t>
            </a:r>
          </a:p>
          <a:p>
            <a:pPr marL="12700" marR="5080"/>
            <a:r>
              <a:rPr lang="en-US" sz="1500" kern="0" spc="-80" dirty="0" err="1">
                <a:solidFill>
                  <a:schemeClr val="accent6"/>
                </a:solidFill>
              </a:rPr>
              <a:t>rect.contains</a:t>
            </a:r>
            <a:r>
              <a:rPr lang="en-US" sz="1500" kern="0" spc="-80" dirty="0">
                <a:solidFill>
                  <a:schemeClr val="accent6"/>
                </a:solidFill>
              </a:rPr>
              <a:t>(point)</a:t>
            </a:r>
          </a:p>
          <a:p>
            <a:pPr marL="12700" marR="5080"/>
            <a:endParaRPr lang="en-US" sz="1500" kern="0" spc="-80" dirty="0">
              <a:solidFill>
                <a:schemeClr val="accent6"/>
              </a:solidFill>
            </a:endParaRPr>
          </a:p>
          <a:p>
            <a:pPr marL="12700" marR="5080"/>
            <a:r>
              <a:rPr lang="en-US" sz="1500" kern="0" spc="-80" dirty="0">
                <a:solidFill>
                  <a:schemeClr val="accent2"/>
                </a:solidFill>
              </a:rPr>
              <a:t>✅ 2.6 Polygons (for complex shapes)</a:t>
            </a:r>
          </a:p>
          <a:p>
            <a:pPr marL="12700" marR="5080"/>
            <a:r>
              <a:rPr lang="en-US" sz="1500" kern="0" spc="-80" dirty="0">
                <a:solidFill>
                  <a:schemeClr val="accent2"/>
                </a:solidFill>
              </a:rPr>
              <a:t>Used in:</a:t>
            </a:r>
          </a:p>
          <a:p>
            <a:pPr marL="12700" marR="5080"/>
            <a:r>
              <a:rPr lang="en-US" sz="1500" kern="0" spc="-80" dirty="0">
                <a:solidFill>
                  <a:schemeClr val="accent6"/>
                </a:solidFill>
              </a:rPr>
              <a:t>SVG</a:t>
            </a:r>
          </a:p>
          <a:p>
            <a:pPr marL="12700" marR="5080"/>
            <a:r>
              <a:rPr lang="en-US" sz="1500" kern="0" spc="-80" dirty="0">
                <a:solidFill>
                  <a:schemeClr val="accent6"/>
                </a:solidFill>
              </a:rPr>
              <a:t>Canvas paths</a:t>
            </a:r>
          </a:p>
          <a:p>
            <a:pPr marL="12700" marR="5080"/>
            <a:r>
              <a:rPr lang="en-US" sz="1500" kern="0" spc="-80" dirty="0">
                <a:solidFill>
                  <a:schemeClr val="accent6"/>
                </a:solidFill>
              </a:rPr>
              <a:t>Clip paths</a:t>
            </a:r>
          </a:p>
          <a:p>
            <a:pPr marL="12700" marR="5080"/>
            <a:r>
              <a:rPr lang="en-US" sz="1500" kern="0" spc="-80" dirty="0">
                <a:solidFill>
                  <a:schemeClr val="accent6"/>
                </a:solidFill>
              </a:rPr>
              <a:t>Custom iOS/Android views</a:t>
            </a:r>
          </a:p>
          <a:p>
            <a:pPr marL="12700" marR="5080"/>
            <a:r>
              <a:rPr lang="en-US" sz="1500" kern="0" spc="-80" dirty="0">
                <a:solidFill>
                  <a:schemeClr val="accent6"/>
                </a:solidFill>
              </a:rPr>
              <a:t>Map polygons</a:t>
            </a:r>
          </a:p>
          <a:p>
            <a:pPr marL="12700" marR="5080"/>
            <a:r>
              <a:rPr lang="en-US" sz="1500" kern="0" spc="-80" dirty="0">
                <a:solidFill>
                  <a:schemeClr val="accent6"/>
                </a:solidFill>
              </a:rPr>
              <a:t>Point inside polygon</a:t>
            </a:r>
          </a:p>
          <a:p>
            <a:pPr marL="12700" marR="5080"/>
            <a:r>
              <a:rPr lang="en-US" sz="1500" kern="0" spc="-80" dirty="0">
                <a:solidFill>
                  <a:schemeClr val="accent6"/>
                </a:solidFill>
              </a:rPr>
              <a:t>Ray-casting algorithm:</a:t>
            </a:r>
          </a:p>
        </p:txBody>
      </p:sp>
    </p:spTree>
    <p:extLst>
      <p:ext uri="{BB962C8B-B14F-4D97-AF65-F5344CB8AC3E}">
        <p14:creationId xmlns:p14="http://schemas.microsoft.com/office/powerpoint/2010/main" val="2923312618"/>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341AC-4471-08C3-D32D-FC593141035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CA7F9DE-9CBE-1222-0E4B-B8DB8DBACD0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C893A7A-827E-B1D8-2231-0D4F53FB966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D8EFDAC-5579-AA81-1A89-2B5C0546C7A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DD1011A-A5CB-2D50-5F1C-B8557420496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B16DFFB-9D8C-E5E1-29A9-6198F5277AD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422B08A-C82C-EB06-CB77-FB588430C41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E9ADE40-213F-5755-40EE-80E234E8F24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B1B2DA9-C48B-0C2A-2E84-A2C1CE4DA77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5D6FE2D-6384-49A6-F75B-62B26DA14C36}"/>
              </a:ext>
            </a:extLst>
          </p:cNvPr>
          <p:cNvSpPr txBox="1">
            <a:spLocks/>
          </p:cNvSpPr>
          <p:nvPr/>
        </p:nvSpPr>
        <p:spPr>
          <a:xfrm>
            <a:off x="152400" y="685800"/>
            <a:ext cx="8624937" cy="438581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2.6 Polygons (for complex shapes)</a:t>
            </a:r>
          </a:p>
          <a:p>
            <a:pPr marL="12700" marR="5080"/>
            <a:r>
              <a:rPr lang="en-US" sz="1500" kern="0" spc="-80" dirty="0">
                <a:solidFill>
                  <a:schemeClr val="accent2"/>
                </a:solidFill>
              </a:rPr>
              <a:t>Used in:</a:t>
            </a:r>
          </a:p>
          <a:p>
            <a:pPr marL="12700" marR="5080"/>
            <a:r>
              <a:rPr lang="en-US" sz="1500" kern="0" spc="-80" dirty="0">
                <a:solidFill>
                  <a:schemeClr val="accent6"/>
                </a:solidFill>
              </a:rPr>
              <a:t>Shoot a ray from the point horizontally → count intersections.</a:t>
            </a:r>
          </a:p>
          <a:p>
            <a:pPr marL="12700" marR="5080"/>
            <a:r>
              <a:rPr lang="en-US" sz="1500" kern="0" spc="-80" dirty="0">
                <a:solidFill>
                  <a:schemeClr val="accent6"/>
                </a:solidFill>
              </a:rPr>
              <a:t>Odd = inside, even = outside.</a:t>
            </a:r>
          </a:p>
          <a:p>
            <a:pPr marL="12700" marR="5080"/>
            <a:r>
              <a:rPr lang="en-US" sz="1500" kern="0" spc="-80" dirty="0">
                <a:solidFill>
                  <a:schemeClr val="accent6"/>
                </a:solidFill>
              </a:rPr>
              <a:t>Many UI frameworks use this internally for custom shapes.</a:t>
            </a:r>
          </a:p>
          <a:p>
            <a:pPr marL="12700" marR="5080"/>
            <a:endParaRPr lang="en-US" sz="1500" kern="0" spc="-80" dirty="0">
              <a:solidFill>
                <a:schemeClr val="accent6"/>
              </a:solidFill>
            </a:endParaRPr>
          </a:p>
          <a:p>
            <a:pPr marL="12700" marR="5080"/>
            <a:r>
              <a:rPr lang="en-US" sz="1500" kern="0" spc="-80" dirty="0">
                <a:solidFill>
                  <a:schemeClr val="accent2"/>
                </a:solidFill>
              </a:rPr>
              <a:t>✅ 2.7 Rounded Corners Math</a:t>
            </a:r>
          </a:p>
          <a:p>
            <a:pPr marL="12700" marR="5080"/>
            <a:r>
              <a:rPr lang="en-US" sz="1500" kern="0" spc="-80" dirty="0">
                <a:solidFill>
                  <a:schemeClr val="accent6"/>
                </a:solidFill>
              </a:rPr>
              <a:t>Every modern UI has rounded corners.</a:t>
            </a:r>
          </a:p>
          <a:p>
            <a:pPr marL="12700" marR="5080"/>
            <a:r>
              <a:rPr lang="en-US" sz="1500" kern="0" spc="-80" dirty="0">
                <a:solidFill>
                  <a:schemeClr val="accent6"/>
                </a:solidFill>
              </a:rPr>
              <a:t>A rounded corner is a quarter circle with radius r.</a:t>
            </a:r>
          </a:p>
          <a:p>
            <a:pPr marL="12700" marR="5080"/>
            <a:r>
              <a:rPr lang="en-US" sz="1500" kern="0" spc="-80" dirty="0">
                <a:solidFill>
                  <a:schemeClr val="accent6"/>
                </a:solidFill>
              </a:rPr>
              <a:t>Corner curvature equation</a:t>
            </a:r>
          </a:p>
          <a:p>
            <a:pPr marL="12700" marR="5080"/>
            <a:r>
              <a:rPr lang="en-US" sz="1500" kern="0" spc="-80" dirty="0">
                <a:solidFill>
                  <a:schemeClr val="accent2"/>
                </a:solidFill>
              </a:rPr>
              <a:t>The curve is:</a:t>
            </a:r>
          </a:p>
          <a:p>
            <a:pPr marL="12700" marR="5080"/>
            <a:r>
              <a:rPr lang="en-US" sz="1500" kern="0" spc="-80" dirty="0">
                <a:solidFill>
                  <a:schemeClr val="accent6"/>
                </a:solidFill>
              </a:rPr>
              <a:t>(x - r)² + (y - r)² = r²</a:t>
            </a:r>
          </a:p>
          <a:p>
            <a:pPr marL="12700" marR="5080"/>
            <a:r>
              <a:rPr lang="en-US" sz="1500" kern="0" spc="-80" dirty="0">
                <a:solidFill>
                  <a:schemeClr val="accent2"/>
                </a:solidFill>
              </a:rPr>
              <a:t>UI uses this for:</a:t>
            </a:r>
          </a:p>
          <a:p>
            <a:pPr marL="12700" marR="5080"/>
            <a:r>
              <a:rPr lang="en-US" sz="1500" kern="0" spc="-80" dirty="0">
                <a:solidFill>
                  <a:schemeClr val="accent6"/>
                </a:solidFill>
              </a:rPr>
              <a:t>border-radius in CSS</a:t>
            </a:r>
          </a:p>
          <a:p>
            <a:pPr marL="12700" marR="5080"/>
            <a:r>
              <a:rPr lang="en-US" sz="1500" kern="0" spc="-80" dirty="0" err="1">
                <a:solidFill>
                  <a:schemeClr val="accent6"/>
                </a:solidFill>
              </a:rPr>
              <a:t>UIView</a:t>
            </a:r>
            <a:r>
              <a:rPr lang="en-US" sz="1500" kern="0" spc="-80" dirty="0">
                <a:solidFill>
                  <a:schemeClr val="accent6"/>
                </a:solidFill>
              </a:rPr>
              <a:t> </a:t>
            </a:r>
            <a:r>
              <a:rPr lang="en-US" sz="1500" kern="0" spc="-80" dirty="0" err="1">
                <a:solidFill>
                  <a:schemeClr val="accent6"/>
                </a:solidFill>
              </a:rPr>
              <a:t>cornerRadius</a:t>
            </a:r>
            <a:endParaRPr lang="en-US" sz="1500" kern="0" spc="-80" dirty="0">
              <a:solidFill>
                <a:schemeClr val="accent6"/>
              </a:solidFill>
            </a:endParaRPr>
          </a:p>
          <a:p>
            <a:pPr marL="12700" marR="5080"/>
            <a:r>
              <a:rPr lang="en-US" sz="1500" kern="0" spc="-80" dirty="0">
                <a:solidFill>
                  <a:schemeClr val="accent6"/>
                </a:solidFill>
              </a:rPr>
              <a:t>Compose </a:t>
            </a:r>
            <a:r>
              <a:rPr lang="en-US" sz="1500" kern="0" spc="-80" dirty="0" err="1">
                <a:solidFill>
                  <a:schemeClr val="accent6"/>
                </a:solidFill>
              </a:rPr>
              <a:t>shapes.Circle</a:t>
            </a:r>
            <a:r>
              <a:rPr lang="en-US" sz="1500" kern="0" spc="-80" dirty="0">
                <a:solidFill>
                  <a:schemeClr val="accent6"/>
                </a:solidFill>
              </a:rPr>
              <a:t>/</a:t>
            </a:r>
            <a:r>
              <a:rPr lang="en-US" sz="1500" kern="0" spc="-80" dirty="0" err="1">
                <a:solidFill>
                  <a:schemeClr val="accent6"/>
                </a:solidFill>
              </a:rPr>
              <a:t>CornerBasedShape</a:t>
            </a:r>
            <a:endParaRPr lang="en-US" sz="1500" kern="0" spc="-80" dirty="0">
              <a:solidFill>
                <a:schemeClr val="accent6"/>
              </a:solidFill>
            </a:endParaRPr>
          </a:p>
          <a:p>
            <a:pPr marL="12700" marR="5080"/>
            <a:r>
              <a:rPr lang="en-US" sz="1500" kern="0" spc="-80" dirty="0">
                <a:solidFill>
                  <a:schemeClr val="accent6"/>
                </a:solidFill>
              </a:rPr>
              <a:t>Border-radius resolution rules are purely geometric (CSS spec).</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716601516"/>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3CC439-0DB6-8846-2577-342852034F6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3555D9-F361-896E-BF94-39EE8C6D992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D707FDB-0A8E-C7DE-0445-793F18306E9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9621FBD-1762-1E41-267E-21435F9765B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D161973-BDFD-EF21-3CCA-48747643CD6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A1714E-EF28-0386-D3FE-0A63AD9D979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0FD6478-2FA6-F450-B94C-15C4E892BB0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36400C8-CCAE-FC5F-92B0-278E43E5EEF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B5F0388-0863-A2B2-4A15-E69F3689FDF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E4EA7C3-AA58-5CC5-1036-A7BE21160DDA}"/>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2.8 Curves (MOST IMPORTANT FOR MODERN UI)</a:t>
            </a:r>
          </a:p>
          <a:p>
            <a:pPr marL="12700" marR="5080"/>
            <a:r>
              <a:rPr lang="en-US" sz="1500" kern="0" spc="-80" dirty="0">
                <a:solidFill>
                  <a:schemeClr val="accent6"/>
                </a:solidFill>
              </a:rPr>
              <a:t>Modern UI is mostly built with curves.</a:t>
            </a:r>
          </a:p>
          <a:p>
            <a:pPr marL="12700" marR="5080"/>
            <a:r>
              <a:rPr lang="en-US" sz="1500" kern="0" spc="-80" dirty="0">
                <a:solidFill>
                  <a:schemeClr val="accent2"/>
                </a:solidFill>
              </a:rPr>
              <a:t>2.8.1 Quadratic </a:t>
            </a:r>
            <a:r>
              <a:rPr lang="en-US" sz="1500" kern="0" spc="-80" dirty="0" err="1">
                <a:solidFill>
                  <a:schemeClr val="accent2"/>
                </a:solidFill>
              </a:rPr>
              <a:t>Bézier</a:t>
            </a:r>
            <a:r>
              <a:rPr lang="en-US" sz="1500" kern="0" spc="-80" dirty="0">
                <a:solidFill>
                  <a:schemeClr val="accent2"/>
                </a:solidFill>
              </a:rPr>
              <a:t> Curves</a:t>
            </a:r>
          </a:p>
          <a:p>
            <a:pPr marL="12700" marR="5080"/>
            <a:r>
              <a:rPr lang="en-US" sz="1500" kern="0" spc="-80" dirty="0">
                <a:solidFill>
                  <a:schemeClr val="accent2"/>
                </a:solidFill>
              </a:rPr>
              <a:t>Defined by:</a:t>
            </a:r>
          </a:p>
          <a:p>
            <a:pPr marL="12700" marR="5080"/>
            <a:r>
              <a:rPr lang="en-US" sz="1500" kern="0" spc="-80" dirty="0">
                <a:solidFill>
                  <a:schemeClr val="accent6"/>
                </a:solidFill>
              </a:rPr>
              <a:t>P0: start</a:t>
            </a:r>
          </a:p>
          <a:p>
            <a:pPr marL="12700" marR="5080"/>
            <a:r>
              <a:rPr lang="en-US" sz="1500" kern="0" spc="-80" dirty="0">
                <a:solidFill>
                  <a:schemeClr val="accent6"/>
                </a:solidFill>
              </a:rPr>
              <a:t>P1: control</a:t>
            </a:r>
          </a:p>
          <a:p>
            <a:pPr marL="12700" marR="5080"/>
            <a:r>
              <a:rPr lang="en-US" sz="1500" kern="0" spc="-80" dirty="0">
                <a:solidFill>
                  <a:schemeClr val="accent6"/>
                </a:solidFill>
              </a:rPr>
              <a:t>P2: end</a:t>
            </a:r>
          </a:p>
          <a:p>
            <a:pPr marL="12700" marR="5080"/>
            <a:r>
              <a:rPr lang="en-US" sz="1500" kern="0" spc="-80" dirty="0">
                <a:solidFill>
                  <a:schemeClr val="accent2"/>
                </a:solidFill>
              </a:rPr>
              <a:t>Equation:</a:t>
            </a:r>
          </a:p>
          <a:p>
            <a:pPr marL="12700" marR="5080"/>
            <a:r>
              <a:rPr lang="en-US" sz="1500" kern="0" spc="-80" dirty="0">
                <a:solidFill>
                  <a:schemeClr val="accent6"/>
                </a:solidFill>
              </a:rPr>
              <a:t>B(t) = (1-t)² P0 + 2(1-t)t P1 + t² P2</a:t>
            </a:r>
          </a:p>
          <a:p>
            <a:pPr marL="12700" marR="5080"/>
            <a:r>
              <a:rPr lang="en-US" sz="1500" kern="0" spc="-80" dirty="0">
                <a:solidFill>
                  <a:schemeClr val="accent2"/>
                </a:solidFill>
              </a:rPr>
              <a:t>Used in:</a:t>
            </a:r>
          </a:p>
          <a:p>
            <a:pPr marL="12700" marR="5080"/>
            <a:r>
              <a:rPr lang="en-US" sz="1500" kern="0" spc="-80" dirty="0">
                <a:solidFill>
                  <a:schemeClr val="accent6"/>
                </a:solidFill>
              </a:rPr>
              <a:t>SVG Q commands</a:t>
            </a:r>
          </a:p>
          <a:p>
            <a:pPr marL="12700" marR="5080"/>
            <a:r>
              <a:rPr lang="en-US" sz="1500" kern="0" spc="-80" dirty="0">
                <a:solidFill>
                  <a:schemeClr val="accent6"/>
                </a:solidFill>
              </a:rPr>
              <a:t>Canvas </a:t>
            </a:r>
            <a:r>
              <a:rPr lang="en-US" sz="1500" kern="0" spc="-80" dirty="0" err="1">
                <a:solidFill>
                  <a:schemeClr val="accent6"/>
                </a:solidFill>
              </a:rPr>
              <a:t>quadraticCurveTo</a:t>
            </a:r>
            <a:endParaRPr lang="en-US" sz="1500" kern="0" spc="-80" dirty="0">
              <a:solidFill>
                <a:schemeClr val="accent6"/>
              </a:solidFill>
            </a:endParaRPr>
          </a:p>
          <a:p>
            <a:pPr marL="12700" marR="5080"/>
            <a:r>
              <a:rPr lang="en-US" sz="1500" kern="0" spc="-80" dirty="0">
                <a:solidFill>
                  <a:schemeClr val="accent6"/>
                </a:solidFill>
              </a:rPr>
              <a:t>iOS UIBezierPath</a:t>
            </a:r>
          </a:p>
          <a:p>
            <a:pPr marL="12700" marR="5080"/>
            <a:r>
              <a:rPr lang="en-US" sz="1500" kern="0" spc="-80" dirty="0">
                <a:solidFill>
                  <a:schemeClr val="accent6"/>
                </a:solidFill>
              </a:rPr>
              <a:t>Compose </a:t>
            </a:r>
            <a:r>
              <a:rPr lang="en-US" sz="1500" kern="0" spc="-80" dirty="0" err="1">
                <a:solidFill>
                  <a:schemeClr val="accent6"/>
                </a:solidFill>
              </a:rPr>
              <a:t>quadTo</a:t>
            </a:r>
            <a:endParaRPr lang="en-US" sz="1500" kern="0" spc="-80" dirty="0">
              <a:solidFill>
                <a:schemeClr val="accent6"/>
              </a:solidFill>
            </a:endParaRPr>
          </a:p>
          <a:p>
            <a:pPr marL="12700" marR="5080"/>
            <a:endParaRPr lang="en-US" sz="1500" kern="0" spc="-80" dirty="0">
              <a:solidFill>
                <a:schemeClr val="accent6"/>
              </a:solidFill>
            </a:endParaRPr>
          </a:p>
          <a:p>
            <a:pPr marL="12700" marR="5080"/>
            <a:r>
              <a:rPr lang="en-US" sz="1500" kern="0" spc="-80" dirty="0">
                <a:solidFill>
                  <a:schemeClr val="accent2"/>
                </a:solidFill>
              </a:rPr>
              <a:t>2.8.2 Cubic </a:t>
            </a:r>
            <a:r>
              <a:rPr lang="en-US" sz="1500" kern="0" spc="-80" dirty="0" err="1">
                <a:solidFill>
                  <a:schemeClr val="accent2"/>
                </a:solidFill>
              </a:rPr>
              <a:t>Bézier</a:t>
            </a:r>
            <a:r>
              <a:rPr lang="en-US" sz="1500" kern="0" spc="-80" dirty="0">
                <a:solidFill>
                  <a:schemeClr val="accent2"/>
                </a:solidFill>
              </a:rPr>
              <a:t> Curves</a:t>
            </a:r>
          </a:p>
          <a:p>
            <a:pPr marL="12700" marR="5080"/>
            <a:r>
              <a:rPr lang="en-US" sz="1500" kern="0" spc="-80" dirty="0">
                <a:solidFill>
                  <a:schemeClr val="accent2"/>
                </a:solidFill>
              </a:rPr>
              <a:t>Defined by:</a:t>
            </a:r>
          </a:p>
          <a:p>
            <a:pPr marL="12700" marR="5080"/>
            <a:r>
              <a:rPr lang="en-US" sz="1500" kern="0" spc="-80" dirty="0">
                <a:solidFill>
                  <a:schemeClr val="accent6"/>
                </a:solidFill>
              </a:rPr>
              <a:t>P0: start</a:t>
            </a:r>
          </a:p>
          <a:p>
            <a:pPr marL="12700" marR="5080"/>
            <a:r>
              <a:rPr lang="en-US" sz="1500" kern="0" spc="-80" dirty="0">
                <a:solidFill>
                  <a:schemeClr val="accent6"/>
                </a:solidFill>
              </a:rPr>
              <a:t>P1+P2: control points</a:t>
            </a:r>
          </a:p>
          <a:p>
            <a:pPr marL="12700" marR="5080"/>
            <a:r>
              <a:rPr lang="en-US" sz="1500" kern="0" spc="-80" dirty="0">
                <a:solidFill>
                  <a:schemeClr val="accent6"/>
                </a:solidFill>
              </a:rPr>
              <a:t>P3: end</a:t>
            </a:r>
          </a:p>
          <a:p>
            <a:pPr marL="12700" marR="5080"/>
            <a:r>
              <a:rPr lang="en-US" sz="1500" kern="0" spc="-80" dirty="0">
                <a:solidFill>
                  <a:schemeClr val="accent2"/>
                </a:solidFill>
              </a:rPr>
              <a:t>Equation:</a:t>
            </a:r>
          </a:p>
          <a:p>
            <a:pPr marL="12700" marR="5080"/>
            <a:r>
              <a:rPr lang="en-US" sz="1500" kern="0" spc="-80" dirty="0">
                <a:solidFill>
                  <a:schemeClr val="accent6"/>
                </a:solidFill>
              </a:rPr>
              <a:t>B(t) = (1-t)³ P0 + 3(1-t)² t P1 + 3(1-t)t² P2 + t³ P3</a:t>
            </a:r>
          </a:p>
        </p:txBody>
      </p:sp>
    </p:spTree>
    <p:extLst>
      <p:ext uri="{BB962C8B-B14F-4D97-AF65-F5344CB8AC3E}">
        <p14:creationId xmlns:p14="http://schemas.microsoft.com/office/powerpoint/2010/main" val="3755072086"/>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0A8928-F1B8-1844-C5E1-E094CE3872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E3C72B8-1336-84B5-11DE-5D44FF99A32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6B53B36-99FF-F665-653F-7D7F45AD189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90833D2-FDCC-7D14-06F1-8A7ABDD3F06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D678EC2-E3EB-ECB1-09E3-10DBED38EE9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2343B25-5009-D020-FE1E-ADFBB387E10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0D56417-4CED-BB2C-725E-C47FB6A547A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5CB5B89-B054-688E-101B-5187D2CE87B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30329E9-CDA5-12B6-D6CC-F63504F94D2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A4F0B7F-AE4D-5B3E-5994-00EC7122864E}"/>
              </a:ext>
            </a:extLst>
          </p:cNvPr>
          <p:cNvSpPr txBox="1">
            <a:spLocks/>
          </p:cNvSpPr>
          <p:nvPr/>
        </p:nvSpPr>
        <p:spPr>
          <a:xfrm>
            <a:off x="152400" y="685800"/>
            <a:ext cx="8624937" cy="1454244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2.8 Curves (MOST IMPORTANT FOR MODERN UI)</a:t>
            </a:r>
          </a:p>
          <a:p>
            <a:pPr marL="12700" marR="5080"/>
            <a:r>
              <a:rPr lang="en-US" sz="1500" kern="0" spc="-80" dirty="0">
                <a:solidFill>
                  <a:schemeClr val="accent2"/>
                </a:solidFill>
              </a:rPr>
              <a:t>2.8.2 Cubic </a:t>
            </a:r>
            <a:r>
              <a:rPr lang="en-US" sz="1500" kern="0" spc="-80" dirty="0" err="1">
                <a:solidFill>
                  <a:schemeClr val="accent2"/>
                </a:solidFill>
              </a:rPr>
              <a:t>Bézier</a:t>
            </a:r>
            <a:r>
              <a:rPr lang="en-US" sz="1500" kern="0" spc="-80" dirty="0">
                <a:solidFill>
                  <a:schemeClr val="accent2"/>
                </a:solidFill>
              </a:rPr>
              <a:t> Curves</a:t>
            </a:r>
          </a:p>
          <a:p>
            <a:pPr marL="12700" marR="5080"/>
            <a:r>
              <a:rPr lang="en-US" sz="1500" kern="0" spc="-80" dirty="0">
                <a:solidFill>
                  <a:schemeClr val="accent2"/>
                </a:solidFill>
              </a:rPr>
              <a:t>Used in:</a:t>
            </a:r>
          </a:p>
          <a:p>
            <a:pPr marL="12700" marR="5080"/>
            <a:r>
              <a:rPr lang="en-US" sz="1500" kern="0" spc="-80" dirty="0">
                <a:solidFill>
                  <a:schemeClr val="accent6"/>
                </a:solidFill>
              </a:rPr>
              <a:t>CSS easing functions</a:t>
            </a:r>
          </a:p>
          <a:p>
            <a:pPr marL="12700" marR="5080"/>
            <a:r>
              <a:rPr lang="en-US" sz="1500" kern="0" spc="-80" dirty="0">
                <a:solidFill>
                  <a:schemeClr val="accent6"/>
                </a:solidFill>
              </a:rPr>
              <a:t>SVG C paths</a:t>
            </a:r>
          </a:p>
          <a:p>
            <a:pPr marL="12700" marR="5080"/>
            <a:r>
              <a:rPr lang="en-US" sz="1500" kern="0" spc="-80" dirty="0">
                <a:solidFill>
                  <a:schemeClr val="accent6"/>
                </a:solidFill>
              </a:rPr>
              <a:t>Canvas </a:t>
            </a:r>
            <a:r>
              <a:rPr lang="en-US" sz="1500" kern="0" spc="-80" dirty="0" err="1">
                <a:solidFill>
                  <a:schemeClr val="accent6"/>
                </a:solidFill>
              </a:rPr>
              <a:t>bezierCurveTo</a:t>
            </a:r>
            <a:endParaRPr lang="en-US" sz="1500" kern="0" spc="-80" dirty="0">
              <a:solidFill>
                <a:schemeClr val="accent6"/>
              </a:solidFill>
            </a:endParaRPr>
          </a:p>
          <a:p>
            <a:pPr marL="12700" marR="5080"/>
            <a:r>
              <a:rPr lang="en-US" sz="1500" kern="0" spc="-80" dirty="0" err="1">
                <a:solidFill>
                  <a:schemeClr val="accent6"/>
                </a:solidFill>
              </a:rPr>
              <a:t>SwiftUI</a:t>
            </a:r>
            <a:r>
              <a:rPr lang="en-US" sz="1500" kern="0" spc="-80" dirty="0">
                <a:solidFill>
                  <a:schemeClr val="accent6"/>
                </a:solidFill>
              </a:rPr>
              <a:t> Path</a:t>
            </a:r>
          </a:p>
          <a:p>
            <a:pPr marL="12700" marR="5080"/>
            <a:r>
              <a:rPr lang="en-US" sz="1500" kern="0" spc="-80" dirty="0">
                <a:solidFill>
                  <a:schemeClr val="accent6"/>
                </a:solidFill>
              </a:rPr>
              <a:t>Compose Path </a:t>
            </a:r>
            <a:r>
              <a:rPr lang="en-US" sz="1500" kern="0" spc="-80" dirty="0" err="1">
                <a:solidFill>
                  <a:schemeClr val="accent6"/>
                </a:solidFill>
              </a:rPr>
              <a:t>cubicTo</a:t>
            </a:r>
            <a:endParaRPr lang="en-US" sz="1500" kern="0" spc="-80" dirty="0">
              <a:solidFill>
                <a:schemeClr val="accent6"/>
              </a:solidFill>
            </a:endParaRPr>
          </a:p>
          <a:p>
            <a:pPr marL="12700" marR="5080"/>
            <a:r>
              <a:rPr lang="en-US" sz="1500" kern="0" spc="-80" dirty="0">
                <a:solidFill>
                  <a:schemeClr val="accent6"/>
                </a:solidFill>
              </a:rPr>
              <a:t>CSS uses cubic </a:t>
            </a:r>
            <a:r>
              <a:rPr lang="en-US" sz="1500" kern="0" spc="-80" dirty="0" err="1">
                <a:solidFill>
                  <a:schemeClr val="accent6"/>
                </a:solidFill>
              </a:rPr>
              <a:t>Béziers</a:t>
            </a:r>
            <a:r>
              <a:rPr lang="en-US" sz="1500" kern="0" spc="-80" dirty="0">
                <a:solidFill>
                  <a:schemeClr val="accent6"/>
                </a:solidFill>
              </a:rPr>
              <a:t> extensively:</a:t>
            </a:r>
          </a:p>
          <a:p>
            <a:pPr marL="12700" marR="5080"/>
            <a:r>
              <a:rPr lang="en-US" sz="1500" kern="0" spc="-80" dirty="0">
                <a:solidFill>
                  <a:schemeClr val="accent6"/>
                </a:solidFill>
              </a:rPr>
              <a:t>transition-timing-function: cubic-</a:t>
            </a:r>
            <a:r>
              <a:rPr lang="en-US" sz="1500" kern="0" spc="-80" dirty="0" err="1">
                <a:solidFill>
                  <a:schemeClr val="accent6"/>
                </a:solidFill>
              </a:rPr>
              <a:t>bezier</a:t>
            </a:r>
            <a:r>
              <a:rPr lang="en-US" sz="1500" kern="0" spc="-80" dirty="0">
                <a:solidFill>
                  <a:schemeClr val="accent6"/>
                </a:solidFill>
              </a:rPr>
              <a:t>(0.1, 0.8, 0.2, 1);</a:t>
            </a:r>
          </a:p>
          <a:p>
            <a:pPr marL="12700" marR="5080"/>
            <a:endParaRPr lang="en-US" sz="1500" kern="0" spc="-80" dirty="0">
              <a:solidFill>
                <a:schemeClr val="accent6"/>
              </a:solidFill>
            </a:endParaRPr>
          </a:p>
          <a:p>
            <a:pPr marL="12700" marR="5080"/>
            <a:r>
              <a:rPr lang="en-US" sz="1500" kern="0" spc="-80" dirty="0">
                <a:solidFill>
                  <a:schemeClr val="accent2"/>
                </a:solidFill>
              </a:rPr>
              <a:t>2.8.3 Splines</a:t>
            </a:r>
          </a:p>
          <a:p>
            <a:pPr marL="12700" marR="5080"/>
            <a:r>
              <a:rPr lang="en-US" sz="1500" kern="0" spc="-80" dirty="0">
                <a:solidFill>
                  <a:schemeClr val="accent2"/>
                </a:solidFill>
              </a:rPr>
              <a:t>Used for:</a:t>
            </a:r>
          </a:p>
          <a:p>
            <a:pPr marL="12700" marR="5080"/>
            <a:r>
              <a:rPr lang="en-US" sz="1500" kern="0" spc="-80" dirty="0">
                <a:solidFill>
                  <a:schemeClr val="accent6"/>
                </a:solidFill>
              </a:rPr>
              <a:t>Smooth scrolling</a:t>
            </a:r>
          </a:p>
          <a:p>
            <a:pPr marL="12700" marR="5080"/>
            <a:r>
              <a:rPr lang="en-US" sz="1500" kern="0" spc="-80" dirty="0">
                <a:solidFill>
                  <a:schemeClr val="accent6"/>
                </a:solidFill>
              </a:rPr>
              <a:t>Gesture smoothing</a:t>
            </a:r>
          </a:p>
          <a:p>
            <a:pPr marL="12700" marR="5080"/>
            <a:r>
              <a:rPr lang="en-US" sz="1500" kern="0" spc="-80" dirty="0">
                <a:solidFill>
                  <a:schemeClr val="accent6"/>
                </a:solidFill>
              </a:rPr>
              <a:t>Advanced animation curves</a:t>
            </a:r>
          </a:p>
          <a:p>
            <a:pPr marL="12700" marR="5080"/>
            <a:r>
              <a:rPr lang="en-US" sz="1500" kern="0" spc="-80" dirty="0">
                <a:solidFill>
                  <a:schemeClr val="accent2"/>
                </a:solidFill>
              </a:rPr>
              <a:t>Types:</a:t>
            </a:r>
          </a:p>
          <a:p>
            <a:pPr marL="12700" marR="5080"/>
            <a:r>
              <a:rPr lang="en-US" sz="1500" kern="0" spc="-80" dirty="0">
                <a:solidFill>
                  <a:schemeClr val="accent6"/>
                </a:solidFill>
              </a:rPr>
              <a:t>Catmull–Rom</a:t>
            </a:r>
          </a:p>
          <a:p>
            <a:pPr marL="12700" marR="5080"/>
            <a:r>
              <a:rPr lang="en-US" sz="1500" kern="0" spc="-80" dirty="0">
                <a:solidFill>
                  <a:schemeClr val="accent6"/>
                </a:solidFill>
              </a:rPr>
              <a:t>B-splines</a:t>
            </a:r>
          </a:p>
          <a:p>
            <a:pPr marL="12700" marR="5080"/>
            <a:r>
              <a:rPr lang="en-US" sz="1500" kern="0" spc="-80" dirty="0">
                <a:solidFill>
                  <a:schemeClr val="accent6"/>
                </a:solidFill>
              </a:rPr>
              <a:t>NURBS</a:t>
            </a:r>
          </a:p>
          <a:p>
            <a:pPr marL="12700" marR="5080"/>
            <a:r>
              <a:rPr lang="en-US" sz="1500" kern="0" spc="-80" dirty="0">
                <a:solidFill>
                  <a:schemeClr val="accent6"/>
                </a:solidFill>
              </a:rPr>
              <a:t>Mobile frameworks internally use splines for fast animations.</a:t>
            </a:r>
          </a:p>
          <a:p>
            <a:pPr marL="12700" marR="5080"/>
            <a:endParaRPr lang="en-US" sz="1500" kern="0" spc="-80" dirty="0">
              <a:solidFill>
                <a:schemeClr val="accent6"/>
              </a:solidFill>
            </a:endParaRPr>
          </a:p>
          <a:p>
            <a:pPr marL="12700" marR="5080"/>
            <a:r>
              <a:rPr lang="en-US" sz="1500" kern="0" spc="-80" dirty="0">
                <a:solidFill>
                  <a:schemeClr val="accent6"/>
                </a:solidFill>
              </a:rPr>
              <a:t>✅ 2.9 Paths (SVG, Canvas, </a:t>
            </a:r>
            <a:r>
              <a:rPr lang="en-US" sz="1500" kern="0" spc="-80" dirty="0" err="1">
                <a:solidFill>
                  <a:schemeClr val="accent6"/>
                </a:solidFill>
              </a:rPr>
              <a:t>CoreGraphics</a:t>
            </a:r>
            <a:r>
              <a:rPr lang="en-US" sz="1500" kern="0" spc="-80" dirty="0">
                <a:solidFill>
                  <a:schemeClr val="accent6"/>
                </a:solidFill>
              </a:rPr>
              <a:t>, Compose)</a:t>
            </a:r>
          </a:p>
          <a:p>
            <a:pPr marL="12700" marR="5080"/>
            <a:r>
              <a:rPr lang="en-US" sz="1500" kern="0" spc="-80" dirty="0">
                <a:solidFill>
                  <a:schemeClr val="accent6"/>
                </a:solidFill>
              </a:rPr>
              <a:t>Paths are sequences of:</a:t>
            </a:r>
          </a:p>
          <a:p>
            <a:pPr marL="12700" marR="5080"/>
            <a:r>
              <a:rPr lang="en-US" sz="1500" kern="0" spc="-80" dirty="0">
                <a:solidFill>
                  <a:schemeClr val="accent6"/>
                </a:solidFill>
              </a:rPr>
              <a:t>lines</a:t>
            </a:r>
          </a:p>
          <a:p>
            <a:pPr marL="12700" marR="5080"/>
            <a:r>
              <a:rPr lang="en-US" sz="1500" kern="0" spc="-80" dirty="0">
                <a:solidFill>
                  <a:schemeClr val="accent6"/>
                </a:solidFill>
              </a:rPr>
              <a:t>arcs</a:t>
            </a:r>
          </a:p>
          <a:p>
            <a:pPr marL="12700" marR="5080"/>
            <a:r>
              <a:rPr lang="en-US" sz="1500" kern="0" spc="-80" dirty="0" err="1">
                <a:solidFill>
                  <a:schemeClr val="accent6"/>
                </a:solidFill>
              </a:rPr>
              <a:t>Béziers</a:t>
            </a:r>
            <a:endParaRPr lang="en-US" sz="1500" kern="0" spc="-80" dirty="0">
              <a:solidFill>
                <a:schemeClr val="accent6"/>
              </a:solidFill>
            </a:endParaRPr>
          </a:p>
          <a:p>
            <a:pPr marL="12700" marR="5080"/>
            <a:r>
              <a:rPr lang="en-US" sz="1500" kern="0" spc="-80" dirty="0">
                <a:solidFill>
                  <a:schemeClr val="accent6"/>
                </a:solidFill>
              </a:rPr>
              <a:t>curves</a:t>
            </a:r>
          </a:p>
          <a:p>
            <a:pPr marL="12700" marR="5080"/>
            <a:r>
              <a:rPr lang="en-US" sz="1500" kern="0" spc="-80" dirty="0" err="1">
                <a:solidFill>
                  <a:schemeClr val="accent6"/>
                </a:solidFill>
              </a:rPr>
              <a:t>closePath</a:t>
            </a:r>
            <a:endParaRPr lang="en-US" sz="1500" kern="0" spc="-80" dirty="0">
              <a:solidFill>
                <a:schemeClr val="accent6"/>
              </a:solidFill>
            </a:endParaRPr>
          </a:p>
          <a:p>
            <a:pPr marL="12700" marR="5080"/>
            <a:r>
              <a:rPr lang="en-US" sz="1500" kern="0" spc="-80" dirty="0">
                <a:solidFill>
                  <a:schemeClr val="accent6"/>
                </a:solidFill>
              </a:rPr>
              <a:t>Example (SVG):</a:t>
            </a:r>
          </a:p>
          <a:p>
            <a:pPr marL="12700" marR="5080"/>
            <a:endParaRPr lang="en-US" sz="1500" kern="0" spc="-80" dirty="0">
              <a:solidFill>
                <a:schemeClr val="accent6"/>
              </a:solidFill>
            </a:endParaRPr>
          </a:p>
          <a:p>
            <a:pPr marL="12700" marR="5080"/>
            <a:r>
              <a:rPr lang="en-US" sz="1500" kern="0" spc="-80" dirty="0">
                <a:solidFill>
                  <a:schemeClr val="accent6"/>
                </a:solidFill>
              </a:rPr>
              <a:t>Example (</a:t>
            </a:r>
            <a:r>
              <a:rPr lang="en-US" sz="1500" kern="0" spc="-80" dirty="0" err="1">
                <a:solidFill>
                  <a:schemeClr val="accent6"/>
                </a:solidFill>
              </a:rPr>
              <a:t>SwiftUI</a:t>
            </a:r>
            <a:r>
              <a:rPr lang="en-US" sz="1500" kern="0" spc="-80" dirty="0">
                <a:solidFill>
                  <a:schemeClr val="accent6"/>
                </a:solidFill>
              </a:rPr>
              <a:t>):</a:t>
            </a:r>
          </a:p>
          <a:p>
            <a:pPr marL="12700" marR="5080"/>
            <a:r>
              <a:rPr lang="en-US" sz="1500" kern="0" spc="-80" dirty="0">
                <a:solidFill>
                  <a:schemeClr val="accent6"/>
                </a:solidFill>
              </a:rPr>
              <a:t>Path { p in</a:t>
            </a:r>
          </a:p>
          <a:p>
            <a:pPr marL="12700" marR="5080"/>
            <a:r>
              <a:rPr lang="en-US" sz="1500" kern="0" spc="-80" dirty="0">
                <a:solidFill>
                  <a:schemeClr val="accent6"/>
                </a:solidFill>
              </a:rPr>
              <a:t>    </a:t>
            </a:r>
            <a:r>
              <a:rPr lang="en-US" sz="1500" kern="0" spc="-80" dirty="0" err="1">
                <a:solidFill>
                  <a:schemeClr val="accent6"/>
                </a:solidFill>
              </a:rPr>
              <a:t>p.move</a:t>
            </a:r>
            <a:r>
              <a:rPr lang="en-US" sz="1500" kern="0" spc="-80" dirty="0">
                <a:solidFill>
                  <a:schemeClr val="accent6"/>
                </a:solidFill>
              </a:rPr>
              <a:t>(to: </a:t>
            </a:r>
            <a:r>
              <a:rPr lang="en-US" sz="1500" kern="0" spc="-80" dirty="0" err="1">
                <a:solidFill>
                  <a:schemeClr val="accent6"/>
                </a:solidFill>
              </a:rPr>
              <a:t>CGPoint</a:t>
            </a:r>
            <a:r>
              <a:rPr lang="en-US" sz="1500" kern="0" spc="-80" dirty="0">
                <a:solidFill>
                  <a:schemeClr val="accent6"/>
                </a:solidFill>
              </a:rPr>
              <a:t>(x:10,y:10))</a:t>
            </a:r>
          </a:p>
          <a:p>
            <a:pPr marL="12700" marR="5080"/>
            <a:r>
              <a:rPr lang="en-US" sz="1500" kern="0" spc="-80" dirty="0">
                <a:solidFill>
                  <a:schemeClr val="accent6"/>
                </a:solidFill>
              </a:rPr>
              <a:t>    </a:t>
            </a:r>
            <a:r>
              <a:rPr lang="en-US" sz="1500" kern="0" spc="-80" dirty="0" err="1">
                <a:solidFill>
                  <a:schemeClr val="accent6"/>
                </a:solidFill>
              </a:rPr>
              <a:t>p.addQuadCurve</a:t>
            </a:r>
            <a:r>
              <a:rPr lang="en-US" sz="1500" kern="0" spc="-80" dirty="0">
                <a:solidFill>
                  <a:schemeClr val="accent6"/>
                </a:solidFill>
              </a:rPr>
              <a:t>(to: end, control: ctrl)</a:t>
            </a:r>
          </a:p>
          <a:p>
            <a:pPr marL="12700" marR="5080"/>
            <a:r>
              <a:rPr lang="en-US" sz="1500" kern="0" spc="-80" dirty="0">
                <a:solidFill>
                  <a:schemeClr val="accent6"/>
                </a:solidFill>
              </a:rPr>
              <a:t>}</a:t>
            </a:r>
          </a:p>
          <a:p>
            <a:pPr marL="12700" marR="5080"/>
            <a:r>
              <a:rPr lang="en-US" sz="1500" kern="0" spc="-80" dirty="0">
                <a:solidFill>
                  <a:schemeClr val="accent6"/>
                </a:solidFill>
              </a:rPr>
              <a:t>Example (Compose):</a:t>
            </a:r>
          </a:p>
          <a:p>
            <a:pPr marL="12700" marR="5080"/>
            <a:r>
              <a:rPr lang="en-US" sz="1500" kern="0" spc="-80" dirty="0">
                <a:solidFill>
                  <a:schemeClr val="accent6"/>
                </a:solidFill>
              </a:rPr>
              <a:t>Path().apply {</a:t>
            </a:r>
          </a:p>
          <a:p>
            <a:pPr marL="12700" marR="5080"/>
            <a:r>
              <a:rPr lang="en-US" sz="1500" kern="0" spc="-80" dirty="0">
                <a:solidFill>
                  <a:schemeClr val="accent6"/>
                </a:solidFill>
              </a:rPr>
              <a:t>    </a:t>
            </a:r>
            <a:r>
              <a:rPr lang="en-US" sz="1500" kern="0" spc="-80" dirty="0" err="1">
                <a:solidFill>
                  <a:schemeClr val="accent6"/>
                </a:solidFill>
              </a:rPr>
              <a:t>moveTo</a:t>
            </a:r>
            <a:r>
              <a:rPr lang="en-US" sz="1500" kern="0" spc="-80" dirty="0">
                <a:solidFill>
                  <a:schemeClr val="accent6"/>
                </a:solidFill>
              </a:rPr>
              <a:t>(10f, 10f)</a:t>
            </a:r>
          </a:p>
          <a:p>
            <a:pPr marL="12700" marR="5080"/>
            <a:r>
              <a:rPr lang="en-US" sz="1500" kern="0" spc="-80" dirty="0">
                <a:solidFill>
                  <a:schemeClr val="accent6"/>
                </a:solidFill>
              </a:rPr>
              <a:t>    </a:t>
            </a:r>
            <a:r>
              <a:rPr lang="en-US" sz="1500" kern="0" spc="-80" dirty="0" err="1">
                <a:solidFill>
                  <a:schemeClr val="accent6"/>
                </a:solidFill>
              </a:rPr>
              <a:t>quadraticBezierTo</a:t>
            </a:r>
            <a:r>
              <a:rPr lang="en-US" sz="1500" kern="0" spc="-80" dirty="0">
                <a:solidFill>
                  <a:schemeClr val="accent6"/>
                </a:solidFill>
              </a:rPr>
              <a:t>(</a:t>
            </a:r>
            <a:r>
              <a:rPr lang="en-US" sz="1500" kern="0" spc="-80" dirty="0" err="1">
                <a:solidFill>
                  <a:schemeClr val="accent6"/>
                </a:solidFill>
              </a:rPr>
              <a:t>ctrlX</a:t>
            </a:r>
            <a:r>
              <a:rPr lang="en-US" sz="1500" kern="0" spc="-80" dirty="0">
                <a:solidFill>
                  <a:schemeClr val="accent6"/>
                </a:solidFill>
              </a:rPr>
              <a:t>, </a:t>
            </a:r>
            <a:r>
              <a:rPr lang="en-US" sz="1500" kern="0" spc="-80" dirty="0" err="1">
                <a:solidFill>
                  <a:schemeClr val="accent6"/>
                </a:solidFill>
              </a:rPr>
              <a:t>ctrlY</a:t>
            </a:r>
            <a:r>
              <a:rPr lang="en-US" sz="1500" kern="0" spc="-80" dirty="0">
                <a:solidFill>
                  <a:schemeClr val="accent6"/>
                </a:solidFill>
              </a:rPr>
              <a:t>, </a:t>
            </a:r>
            <a:r>
              <a:rPr lang="en-US" sz="1500" kern="0" spc="-80" dirty="0" err="1">
                <a:solidFill>
                  <a:schemeClr val="accent6"/>
                </a:solidFill>
              </a:rPr>
              <a:t>endX</a:t>
            </a:r>
            <a:r>
              <a:rPr lang="en-US" sz="1500" kern="0" spc="-80" dirty="0">
                <a:solidFill>
                  <a:schemeClr val="accent6"/>
                </a:solidFill>
              </a:rPr>
              <a:t>, </a:t>
            </a:r>
            <a:r>
              <a:rPr lang="en-US" sz="1500" kern="0" spc="-80" dirty="0" err="1">
                <a:solidFill>
                  <a:schemeClr val="accent6"/>
                </a:solidFill>
              </a:rPr>
              <a:t>endY</a:t>
            </a:r>
            <a:r>
              <a:rPr lang="en-US" sz="1500" kern="0" spc="-80" dirty="0">
                <a:solidFill>
                  <a:schemeClr val="accent6"/>
                </a:solidFill>
              </a:rPr>
              <a:t>)</a:t>
            </a:r>
          </a:p>
          <a:p>
            <a:pPr marL="12700" marR="5080"/>
            <a:r>
              <a:rPr lang="en-US" sz="1500" kern="0" spc="-80" dirty="0">
                <a:solidFill>
                  <a:schemeClr val="accent6"/>
                </a:solidFill>
              </a:rPr>
              <a:t>}</a:t>
            </a:r>
          </a:p>
          <a:p>
            <a:pPr marL="12700" marR="5080"/>
            <a:r>
              <a:rPr lang="en-US" sz="1500" kern="0" spc="-80" dirty="0">
                <a:solidFill>
                  <a:schemeClr val="accent6"/>
                </a:solidFill>
              </a:rPr>
              <a:t>✅ 2.10 Circular Geometry &amp; Polar Coordinates</a:t>
            </a:r>
          </a:p>
          <a:p>
            <a:pPr marL="12700" marR="5080"/>
            <a:r>
              <a:rPr lang="en-US" sz="1500" kern="0" spc="-80" dirty="0">
                <a:solidFill>
                  <a:schemeClr val="accent6"/>
                </a:solidFill>
              </a:rPr>
              <a:t>Used for:</a:t>
            </a:r>
          </a:p>
          <a:p>
            <a:pPr marL="12700" marR="5080"/>
            <a:r>
              <a:rPr lang="en-US" sz="1500" kern="0" spc="-80" dirty="0">
                <a:solidFill>
                  <a:schemeClr val="accent6"/>
                </a:solidFill>
              </a:rPr>
              <a:t>Circular progress bars</a:t>
            </a:r>
          </a:p>
          <a:p>
            <a:pPr marL="12700" marR="5080"/>
            <a:r>
              <a:rPr lang="en-US" sz="1500" kern="0" spc="-80" dirty="0">
                <a:solidFill>
                  <a:schemeClr val="accent6"/>
                </a:solidFill>
              </a:rPr>
              <a:t>Radial menus</a:t>
            </a:r>
          </a:p>
          <a:p>
            <a:pPr marL="12700" marR="5080"/>
            <a:r>
              <a:rPr lang="en-US" sz="1500" kern="0" spc="-80" dirty="0">
                <a:solidFill>
                  <a:schemeClr val="accent6"/>
                </a:solidFill>
              </a:rPr>
              <a:t>Clock UIs</a:t>
            </a:r>
          </a:p>
          <a:p>
            <a:pPr marL="12700" marR="5080"/>
            <a:r>
              <a:rPr lang="en-US" sz="1500" kern="0" spc="-80" dirty="0">
                <a:solidFill>
                  <a:schemeClr val="accent6"/>
                </a:solidFill>
              </a:rPr>
              <a:t>Pie charts</a:t>
            </a:r>
          </a:p>
          <a:p>
            <a:pPr marL="12700" marR="5080"/>
            <a:r>
              <a:rPr lang="en-US" sz="1500" kern="0" spc="-80" dirty="0">
                <a:solidFill>
                  <a:schemeClr val="accent6"/>
                </a:solidFill>
              </a:rPr>
              <a:t>Rotations</a:t>
            </a:r>
          </a:p>
          <a:p>
            <a:pPr marL="12700" marR="5080"/>
            <a:r>
              <a:rPr lang="en-US" sz="1500" kern="0" spc="-80" dirty="0">
                <a:solidFill>
                  <a:schemeClr val="accent6"/>
                </a:solidFill>
              </a:rPr>
              <a:t>Gesture angles</a:t>
            </a:r>
          </a:p>
          <a:p>
            <a:pPr marL="12700" marR="5080"/>
            <a:r>
              <a:rPr lang="en-US" sz="1500" kern="0" spc="-80" dirty="0">
                <a:solidFill>
                  <a:schemeClr val="accent6"/>
                </a:solidFill>
              </a:rPr>
              <a:t>Polar → Cartesian</a:t>
            </a:r>
          </a:p>
          <a:p>
            <a:pPr marL="12700" marR="5080"/>
            <a:r>
              <a:rPr lang="en-US" sz="1500" kern="0" spc="-80" dirty="0">
                <a:solidFill>
                  <a:schemeClr val="accent6"/>
                </a:solidFill>
              </a:rPr>
              <a:t>x = r cos </a:t>
            </a:r>
            <a:r>
              <a:rPr lang="el-GR" sz="1500" kern="0" spc="-80" dirty="0">
                <a:solidFill>
                  <a:schemeClr val="accent6"/>
                </a:solidFill>
              </a:rPr>
              <a:t>θ</a:t>
            </a:r>
          </a:p>
          <a:p>
            <a:pPr marL="12700" marR="5080"/>
            <a:r>
              <a:rPr lang="en-US" sz="1500" kern="0" spc="-80" dirty="0">
                <a:solidFill>
                  <a:schemeClr val="accent6"/>
                </a:solidFill>
              </a:rPr>
              <a:t>y = r sin </a:t>
            </a:r>
            <a:r>
              <a:rPr lang="el-GR" sz="1500" kern="0" spc="-80" dirty="0">
                <a:solidFill>
                  <a:schemeClr val="accent6"/>
                </a:solidFill>
              </a:rPr>
              <a:t>θ</a:t>
            </a:r>
          </a:p>
          <a:p>
            <a:pPr marL="12700" marR="5080"/>
            <a:r>
              <a:rPr lang="en-US" sz="1500" kern="0" spc="-80" dirty="0">
                <a:solidFill>
                  <a:schemeClr val="accent6"/>
                </a:solidFill>
              </a:rPr>
              <a:t>Cartesian → angle</a:t>
            </a:r>
          </a:p>
          <a:p>
            <a:pPr marL="12700" marR="5080"/>
            <a:r>
              <a:rPr lang="el-GR" sz="1500" kern="0" spc="-80" dirty="0">
                <a:solidFill>
                  <a:schemeClr val="accent6"/>
                </a:solidFill>
              </a:rPr>
              <a:t>θ = </a:t>
            </a:r>
            <a:r>
              <a:rPr lang="en-US" sz="1500" kern="0" spc="-80" dirty="0">
                <a:solidFill>
                  <a:schemeClr val="accent6"/>
                </a:solidFill>
              </a:rPr>
              <a:t>atan2(y, x)</a:t>
            </a:r>
          </a:p>
          <a:p>
            <a:pPr marL="12700" marR="5080"/>
            <a:r>
              <a:rPr lang="en-US" sz="1500" kern="0" spc="-80" dirty="0">
                <a:solidFill>
                  <a:schemeClr val="accent6"/>
                </a:solidFill>
              </a:rPr>
              <a:t>🔥 2.11 Geometry in Gestures</a:t>
            </a:r>
          </a:p>
          <a:p>
            <a:pPr marL="12700" marR="5080"/>
            <a:r>
              <a:rPr lang="en-US" sz="1500" kern="0" spc="-80" dirty="0">
                <a:solidFill>
                  <a:schemeClr val="accent6"/>
                </a:solidFill>
              </a:rPr>
              <a:t>Touches and gestures depend heavily on geometry.</a:t>
            </a:r>
          </a:p>
          <a:p>
            <a:pPr marL="12700" marR="5080"/>
            <a:r>
              <a:rPr lang="en-US" sz="1500" kern="0" spc="-80" dirty="0">
                <a:solidFill>
                  <a:schemeClr val="accent6"/>
                </a:solidFill>
              </a:rPr>
              <a:t>Drag</a:t>
            </a:r>
          </a:p>
          <a:p>
            <a:pPr marL="12700" marR="5080"/>
            <a:r>
              <a:rPr lang="en-US" sz="1500" kern="0" spc="-80" dirty="0">
                <a:solidFill>
                  <a:schemeClr val="accent6"/>
                </a:solidFill>
              </a:rPr>
              <a:t>dx = </a:t>
            </a:r>
            <a:r>
              <a:rPr lang="en-US" sz="1500" kern="0" spc="-80" dirty="0" err="1">
                <a:solidFill>
                  <a:schemeClr val="accent6"/>
                </a:solidFill>
              </a:rPr>
              <a:t>currentX</a:t>
            </a:r>
            <a:r>
              <a:rPr lang="en-US" sz="1500" kern="0" spc="-80" dirty="0">
                <a:solidFill>
                  <a:schemeClr val="accent6"/>
                </a:solidFill>
              </a:rPr>
              <a:t> - </a:t>
            </a:r>
            <a:r>
              <a:rPr lang="en-US" sz="1500" kern="0" spc="-80" dirty="0" err="1">
                <a:solidFill>
                  <a:schemeClr val="accent6"/>
                </a:solidFill>
              </a:rPr>
              <a:t>startX</a:t>
            </a:r>
            <a:endParaRPr lang="en-US" sz="1500" kern="0" spc="-80" dirty="0">
              <a:solidFill>
                <a:schemeClr val="accent6"/>
              </a:solidFill>
            </a:endParaRPr>
          </a:p>
          <a:p>
            <a:pPr marL="12700" marR="5080"/>
            <a:r>
              <a:rPr lang="en-US" sz="1500" kern="0" spc="-80" dirty="0" err="1">
                <a:solidFill>
                  <a:schemeClr val="accent6"/>
                </a:solidFill>
              </a:rPr>
              <a:t>dy</a:t>
            </a:r>
            <a:r>
              <a:rPr lang="en-US" sz="1500" kern="0" spc="-80" dirty="0">
                <a:solidFill>
                  <a:schemeClr val="accent6"/>
                </a:solidFill>
              </a:rPr>
              <a:t> = </a:t>
            </a:r>
            <a:r>
              <a:rPr lang="en-US" sz="1500" kern="0" spc="-80" dirty="0" err="1">
                <a:solidFill>
                  <a:schemeClr val="accent6"/>
                </a:solidFill>
              </a:rPr>
              <a:t>currentY</a:t>
            </a:r>
            <a:r>
              <a:rPr lang="en-US" sz="1500" kern="0" spc="-80" dirty="0">
                <a:solidFill>
                  <a:schemeClr val="accent6"/>
                </a:solidFill>
              </a:rPr>
              <a:t> - </a:t>
            </a:r>
            <a:r>
              <a:rPr lang="en-US" sz="1500" kern="0" spc="-80" dirty="0" err="1">
                <a:solidFill>
                  <a:schemeClr val="accent6"/>
                </a:solidFill>
              </a:rPr>
              <a:t>startY</a:t>
            </a:r>
            <a:endParaRPr lang="en-US" sz="1500" kern="0" spc="-80" dirty="0">
              <a:solidFill>
                <a:schemeClr val="accent6"/>
              </a:solidFill>
            </a:endParaRPr>
          </a:p>
          <a:p>
            <a:pPr marL="12700" marR="5080"/>
            <a:r>
              <a:rPr lang="en-US" sz="1500" kern="0" spc="-80" dirty="0">
                <a:solidFill>
                  <a:schemeClr val="accent6"/>
                </a:solidFill>
              </a:rPr>
              <a:t>Swipe direction</a:t>
            </a:r>
          </a:p>
          <a:p>
            <a:pPr marL="12700" marR="5080"/>
            <a:r>
              <a:rPr lang="en-US" sz="1500" kern="0" spc="-80" dirty="0">
                <a:solidFill>
                  <a:schemeClr val="accent6"/>
                </a:solidFill>
              </a:rPr>
              <a:t>angle = atan2(</a:t>
            </a:r>
            <a:r>
              <a:rPr lang="en-US" sz="1500" kern="0" spc="-80" dirty="0" err="1">
                <a:solidFill>
                  <a:schemeClr val="accent6"/>
                </a:solidFill>
              </a:rPr>
              <a:t>dy</a:t>
            </a:r>
            <a:r>
              <a:rPr lang="en-US" sz="1500" kern="0" spc="-80" dirty="0">
                <a:solidFill>
                  <a:schemeClr val="accent6"/>
                </a:solidFill>
              </a:rPr>
              <a:t>, dx)</a:t>
            </a:r>
          </a:p>
          <a:p>
            <a:pPr marL="12700" marR="5080"/>
            <a:r>
              <a:rPr lang="en-US" sz="1500" kern="0" spc="-80" dirty="0">
                <a:solidFill>
                  <a:schemeClr val="accent6"/>
                </a:solidFill>
              </a:rPr>
              <a:t>Pinch zoom distance</a:t>
            </a:r>
          </a:p>
          <a:p>
            <a:pPr marL="12700" marR="5080"/>
            <a:r>
              <a:rPr lang="en-US" sz="1500" kern="0" spc="-80" dirty="0">
                <a:solidFill>
                  <a:schemeClr val="accent6"/>
                </a:solidFill>
              </a:rPr>
              <a:t>distance = √((x2-x1)² + (y2-y1)²)</a:t>
            </a:r>
          </a:p>
          <a:p>
            <a:pPr marL="12700" marR="5080"/>
            <a:r>
              <a:rPr lang="en-US" sz="1500" kern="0" spc="-80" dirty="0">
                <a:solidFill>
                  <a:schemeClr val="accent6"/>
                </a:solidFill>
              </a:rPr>
              <a:t>Rotation gesture</a:t>
            </a:r>
          </a:p>
          <a:p>
            <a:pPr marL="12700" marR="5080"/>
            <a:r>
              <a:rPr lang="en-US" sz="1500" kern="0" spc="-80" dirty="0">
                <a:solidFill>
                  <a:schemeClr val="accent6"/>
                </a:solidFill>
              </a:rPr>
              <a:t>Angle difference between frames.</a:t>
            </a:r>
          </a:p>
          <a:p>
            <a:pPr marL="12700" marR="5080"/>
            <a:r>
              <a:rPr lang="en-US" sz="1500" kern="0" spc="-80" dirty="0">
                <a:solidFill>
                  <a:schemeClr val="accent6"/>
                </a:solidFill>
              </a:rPr>
              <a:t>🎯 This completes Section 2 (Geometry) in full detail.</a:t>
            </a:r>
          </a:p>
          <a:p>
            <a:pPr marL="12700" marR="5080"/>
            <a:r>
              <a:rPr lang="en-US" sz="1500" kern="0" spc="-80" dirty="0">
                <a:solidFill>
                  <a:schemeClr val="accent6"/>
                </a:solidFill>
              </a:rPr>
              <a:t>Next section is:</a:t>
            </a:r>
          </a:p>
          <a:p>
            <a:pPr marL="12700" marR="5080"/>
            <a:r>
              <a:rPr lang="en-US" sz="1500" kern="0" spc="-80" dirty="0">
                <a:solidFill>
                  <a:schemeClr val="accent6"/>
                </a:solidFill>
              </a:rPr>
              <a:t>3. Coordinate Transforms &amp; Matrices</a:t>
            </a:r>
          </a:p>
          <a:p>
            <a:pPr marL="12700" marR="5080"/>
            <a:r>
              <a:rPr lang="en-US" sz="1500" kern="0" spc="-80" dirty="0">
                <a:solidFill>
                  <a:schemeClr val="accent6"/>
                </a:solidFill>
              </a:rPr>
              <a:t>(covers CSS transforms, View transforms, </a:t>
            </a:r>
            <a:r>
              <a:rPr lang="en-US" sz="1500" kern="0" spc="-80" dirty="0" err="1">
                <a:solidFill>
                  <a:schemeClr val="accent6"/>
                </a:solidFill>
              </a:rPr>
              <a:t>SwiftUI</a:t>
            </a:r>
            <a:r>
              <a:rPr lang="en-US" sz="1500" kern="0" spc="-80" dirty="0">
                <a:solidFill>
                  <a:schemeClr val="accent6"/>
                </a:solidFill>
              </a:rPr>
              <a:t>, Compose, WebGL, Metal — extremely useful)</a:t>
            </a:r>
          </a:p>
          <a:p>
            <a:pPr marL="12700" marR="5080"/>
            <a:r>
              <a:rPr lang="en-US" sz="1500" kern="0" spc="-80" dirty="0">
                <a:solidFill>
                  <a:schemeClr val="accent6"/>
                </a:solidFill>
              </a:rPr>
              <a:t>Shall I continue to Section 3?</a:t>
            </a:r>
          </a:p>
          <a:p>
            <a:pPr marL="12700" marR="5080"/>
            <a:r>
              <a:rPr lang="en-US" sz="1500" kern="0" spc="-80" dirty="0">
                <a:solidFill>
                  <a:schemeClr val="accent6"/>
                </a:solidFill>
              </a:rPr>
              <a:t>Reply: next.</a:t>
            </a:r>
          </a:p>
          <a:p>
            <a:pPr marL="12700" marR="5080"/>
            <a:r>
              <a:rPr lang="en-US" sz="1500" kern="0" spc="-80" dirty="0">
                <a:solidFill>
                  <a:schemeClr val="accent6"/>
                </a:solidFill>
              </a:rPr>
              <a:t>~&lt;~~~~.</a:t>
            </a:r>
          </a:p>
          <a:p>
            <a:pPr marL="12700" marR="5080"/>
            <a:r>
              <a:rPr lang="en-US" sz="1500" kern="0" spc="-80" dirty="0">
                <a:solidFill>
                  <a:schemeClr val="accent6"/>
                </a:solidFill>
              </a:rPr>
              <a:t>Great — continuing with Section 3: Coordinate Transforms &amp; Matrices.</a:t>
            </a:r>
          </a:p>
          <a:p>
            <a:pPr marL="12700" marR="5080"/>
            <a:r>
              <a:rPr lang="en-US" sz="1500" kern="0" spc="-80" dirty="0">
                <a:solidFill>
                  <a:schemeClr val="accent6"/>
                </a:solidFill>
              </a:rPr>
              <a:t>This is one of the most important math foundations for CSS transforms, Canvas, SVG, React Native, </a:t>
            </a:r>
            <a:r>
              <a:rPr lang="en-US" sz="1500" kern="0" spc="-80" dirty="0" err="1">
                <a:solidFill>
                  <a:schemeClr val="accent6"/>
                </a:solidFill>
              </a:rPr>
              <a:t>SwiftUI</a:t>
            </a:r>
            <a:r>
              <a:rPr lang="en-US" sz="1500" kern="0" spc="-80" dirty="0">
                <a:solidFill>
                  <a:schemeClr val="accent6"/>
                </a:solidFill>
              </a:rPr>
              <a:t>, </a:t>
            </a:r>
            <a:r>
              <a:rPr lang="en-US" sz="1500" kern="0" spc="-80" dirty="0" err="1">
                <a:solidFill>
                  <a:schemeClr val="accent6"/>
                </a:solidFill>
              </a:rPr>
              <a:t>UIKit</a:t>
            </a:r>
            <a:r>
              <a:rPr lang="en-US" sz="1500" kern="0" spc="-80" dirty="0">
                <a:solidFill>
                  <a:schemeClr val="accent6"/>
                </a:solidFill>
              </a:rPr>
              <a:t>, Jetpack Compose, WebGL, Metal, Flutter, and every 2D/3D rendering system.</a:t>
            </a:r>
          </a:p>
          <a:p>
            <a:pPr marL="12700" marR="5080"/>
            <a:r>
              <a:rPr lang="en-US" sz="1500" kern="0" spc="-80" dirty="0">
                <a:solidFill>
                  <a:schemeClr val="accent6"/>
                </a:solidFill>
              </a:rPr>
              <a:t>⭐ 3. Coordinate Transforms &amp; Matrices</a:t>
            </a:r>
          </a:p>
          <a:p>
            <a:pPr marL="12700" marR="5080"/>
            <a:r>
              <a:rPr lang="en-US" sz="1500" kern="0" spc="-80" dirty="0">
                <a:solidFill>
                  <a:schemeClr val="accent6"/>
                </a:solidFill>
              </a:rPr>
              <a:t>Modern UI frameworks apply transforms using matrix mathematics.</a:t>
            </a:r>
          </a:p>
          <a:p>
            <a:pPr marL="12700" marR="5080"/>
            <a:r>
              <a:rPr lang="en-US" sz="1500" kern="0" spc="-80" dirty="0">
                <a:solidFill>
                  <a:schemeClr val="accent6"/>
                </a:solidFill>
              </a:rPr>
              <a:t>Even simple CSS like:</a:t>
            </a:r>
          </a:p>
          <a:p>
            <a:pPr marL="12700" marR="5080"/>
            <a:r>
              <a:rPr lang="en-US" sz="1500" kern="0" spc="-80" dirty="0">
                <a:solidFill>
                  <a:schemeClr val="accent6"/>
                </a:solidFill>
              </a:rPr>
              <a:t>transform: </a:t>
            </a:r>
            <a:r>
              <a:rPr lang="en-US" sz="1500" kern="0" spc="-80" dirty="0" err="1">
                <a:solidFill>
                  <a:schemeClr val="accent6"/>
                </a:solidFill>
              </a:rPr>
              <a:t>translateX</a:t>
            </a:r>
            <a:r>
              <a:rPr lang="en-US" sz="1500" kern="0" spc="-80" dirty="0">
                <a:solidFill>
                  <a:schemeClr val="accent6"/>
                </a:solidFill>
              </a:rPr>
              <a:t>(50px) rotate(45deg);</a:t>
            </a:r>
          </a:p>
          <a:p>
            <a:pPr marL="12700" marR="5080"/>
            <a:r>
              <a:rPr lang="en-US" sz="1500" kern="0" spc="-80" dirty="0">
                <a:solidFill>
                  <a:schemeClr val="accent6"/>
                </a:solidFill>
              </a:rPr>
              <a:t>internally becomes matrix multiplication.</a:t>
            </a:r>
          </a:p>
          <a:p>
            <a:pPr marL="12700" marR="5080"/>
            <a:r>
              <a:rPr lang="en-US" sz="1500" kern="0" spc="-80" dirty="0">
                <a:solidFill>
                  <a:schemeClr val="accent6"/>
                </a:solidFill>
              </a:rPr>
              <a:t>We will cover:</a:t>
            </a:r>
          </a:p>
          <a:p>
            <a:pPr marL="12700" marR="5080"/>
            <a:r>
              <a:rPr lang="en-US" sz="1500" kern="0" spc="-80" dirty="0">
                <a:solidFill>
                  <a:schemeClr val="accent6"/>
                </a:solidFill>
              </a:rPr>
              <a:t>Coordinate spaces (local, parent, global)</a:t>
            </a:r>
          </a:p>
          <a:p>
            <a:pPr marL="12700" marR="5080"/>
            <a:r>
              <a:rPr lang="en-US" sz="1500" kern="0" spc="-80" dirty="0">
                <a:solidFill>
                  <a:schemeClr val="accent6"/>
                </a:solidFill>
              </a:rPr>
              <a:t>Transform types (translate, scale, rotate, skew)</a:t>
            </a:r>
          </a:p>
          <a:p>
            <a:pPr marL="12700" marR="5080"/>
            <a:r>
              <a:rPr lang="en-US" sz="1500" kern="0" spc="-80" dirty="0">
                <a:solidFill>
                  <a:schemeClr val="accent6"/>
                </a:solidFill>
              </a:rPr>
              <a:t>2D transformation matrices</a:t>
            </a:r>
          </a:p>
          <a:p>
            <a:pPr marL="12700" marR="5080"/>
            <a:r>
              <a:rPr lang="en-US" sz="1500" kern="0" spc="-80" dirty="0">
                <a:solidFill>
                  <a:schemeClr val="accent6"/>
                </a:solidFill>
              </a:rPr>
              <a:t>Matrix multiplication</a:t>
            </a:r>
          </a:p>
          <a:p>
            <a:pPr marL="12700" marR="5080"/>
            <a:r>
              <a:rPr lang="en-US" sz="1500" kern="0" spc="-80" dirty="0">
                <a:solidFill>
                  <a:schemeClr val="accent6"/>
                </a:solidFill>
              </a:rPr>
              <a:t>Order of transforms (VERY important)</a:t>
            </a:r>
          </a:p>
          <a:p>
            <a:pPr marL="12700" marR="5080"/>
            <a:r>
              <a:rPr lang="en-US" sz="1500" kern="0" spc="-80" dirty="0">
                <a:solidFill>
                  <a:schemeClr val="accent6"/>
                </a:solidFill>
              </a:rPr>
              <a:t>3D transforms</a:t>
            </a:r>
          </a:p>
          <a:p>
            <a:pPr marL="12700" marR="5080"/>
            <a:r>
              <a:rPr lang="en-US" sz="1500" kern="0" spc="-80" dirty="0">
                <a:solidFill>
                  <a:schemeClr val="accent6"/>
                </a:solidFill>
              </a:rPr>
              <a:t>Perspective projection</a:t>
            </a:r>
          </a:p>
          <a:p>
            <a:pPr marL="12700" marR="5080"/>
            <a:r>
              <a:rPr lang="en-US" sz="1500" kern="0" spc="-80" dirty="0">
                <a:solidFill>
                  <a:schemeClr val="accent6"/>
                </a:solidFill>
              </a:rPr>
              <a:t>Matrix stacks in rendering</a:t>
            </a:r>
          </a:p>
          <a:p>
            <a:pPr marL="12700" marR="5080"/>
            <a:r>
              <a:rPr lang="en-US" sz="1500" kern="0" spc="-80" dirty="0">
                <a:solidFill>
                  <a:schemeClr val="accent6"/>
                </a:solidFill>
              </a:rPr>
              <a:t>Transforming points</a:t>
            </a:r>
          </a:p>
          <a:p>
            <a:pPr marL="12700" marR="5080"/>
            <a:r>
              <a:rPr lang="en-US" sz="1500" kern="0" spc="-80" dirty="0">
                <a:solidFill>
                  <a:schemeClr val="accent6"/>
                </a:solidFill>
              </a:rPr>
              <a:t>Inverse transforms (hit-testing, gestures)</a:t>
            </a:r>
          </a:p>
          <a:p>
            <a:pPr marL="12700" marR="5080"/>
            <a:r>
              <a:rPr lang="en-US" sz="1500" kern="0" spc="-80" dirty="0">
                <a:solidFill>
                  <a:schemeClr val="accent6"/>
                </a:solidFill>
              </a:rPr>
              <a:t>✅ 3.1 Coordinate Spaces</a:t>
            </a:r>
          </a:p>
          <a:p>
            <a:pPr marL="12700" marR="5080"/>
            <a:r>
              <a:rPr lang="en-US" sz="1500" kern="0" spc="-80" dirty="0">
                <a:solidFill>
                  <a:schemeClr val="accent6"/>
                </a:solidFill>
              </a:rPr>
              <a:t>All UI platforms use multiple coordinate spaces:</a:t>
            </a:r>
          </a:p>
          <a:p>
            <a:pPr marL="12700" marR="5080"/>
            <a:r>
              <a:rPr lang="en-US" sz="1500" kern="0" spc="-80" dirty="0">
                <a:solidFill>
                  <a:schemeClr val="accent6"/>
                </a:solidFill>
              </a:rPr>
              <a:t>Local Coordinate Space</a:t>
            </a:r>
          </a:p>
          <a:p>
            <a:pPr marL="12700" marR="5080"/>
            <a:r>
              <a:rPr lang="en-US" sz="1500" kern="0" spc="-80" dirty="0">
                <a:solidFill>
                  <a:schemeClr val="accent6"/>
                </a:solidFill>
              </a:rPr>
              <a:t>Origin: (0, 0) inside the view itself</a:t>
            </a:r>
          </a:p>
          <a:p>
            <a:pPr marL="12700" marR="5080"/>
            <a:r>
              <a:rPr lang="en-US" sz="1500" kern="0" spc="-80" dirty="0">
                <a:solidFill>
                  <a:schemeClr val="accent6"/>
                </a:solidFill>
              </a:rPr>
              <a:t>Used for:</a:t>
            </a:r>
          </a:p>
          <a:p>
            <a:pPr marL="12700" marR="5080"/>
            <a:r>
              <a:rPr lang="en-US" sz="1500" kern="0" spc="-80" dirty="0">
                <a:solidFill>
                  <a:schemeClr val="accent6"/>
                </a:solidFill>
              </a:rPr>
              <a:t>Touch handling</a:t>
            </a:r>
          </a:p>
          <a:p>
            <a:pPr marL="12700" marR="5080"/>
            <a:r>
              <a:rPr lang="en-US" sz="1500" kern="0" spc="-80" dirty="0">
                <a:solidFill>
                  <a:schemeClr val="accent6"/>
                </a:solidFill>
              </a:rPr>
              <a:t>Drawing within the element</a:t>
            </a:r>
          </a:p>
          <a:p>
            <a:pPr marL="12700" marR="5080"/>
            <a:r>
              <a:rPr lang="en-US" sz="1500" kern="0" spc="-80" dirty="0">
                <a:solidFill>
                  <a:schemeClr val="accent6"/>
                </a:solidFill>
              </a:rPr>
              <a:t>Parent Coordinate Space</a:t>
            </a:r>
          </a:p>
          <a:p>
            <a:pPr marL="12700" marR="5080"/>
            <a:r>
              <a:rPr lang="en-US" sz="1500" kern="0" spc="-80" dirty="0">
                <a:solidFill>
                  <a:schemeClr val="accent6"/>
                </a:solidFill>
              </a:rPr>
              <a:t>Origin: parent's (x, y)</a:t>
            </a:r>
          </a:p>
          <a:p>
            <a:pPr marL="12700" marR="5080"/>
            <a:r>
              <a:rPr lang="en-US" sz="1500" kern="0" spc="-80" dirty="0">
                <a:solidFill>
                  <a:schemeClr val="accent6"/>
                </a:solidFill>
              </a:rPr>
              <a:t>Used for:</a:t>
            </a:r>
          </a:p>
          <a:p>
            <a:pPr marL="12700" marR="5080"/>
            <a:r>
              <a:rPr lang="en-US" sz="1500" kern="0" spc="-80" dirty="0">
                <a:solidFill>
                  <a:schemeClr val="accent6"/>
                </a:solidFill>
              </a:rPr>
              <a:t>Layout calculations</a:t>
            </a:r>
          </a:p>
          <a:p>
            <a:pPr marL="12700" marR="5080"/>
            <a:r>
              <a:rPr lang="en-US" sz="1500" kern="0" spc="-80" dirty="0">
                <a:solidFill>
                  <a:schemeClr val="accent6"/>
                </a:solidFill>
              </a:rPr>
              <a:t>Global / Window Coordinate Space</a:t>
            </a:r>
          </a:p>
          <a:p>
            <a:pPr marL="12700" marR="5080"/>
            <a:r>
              <a:rPr lang="en-US" sz="1500" kern="0" spc="-80" dirty="0">
                <a:solidFill>
                  <a:schemeClr val="accent6"/>
                </a:solidFill>
              </a:rPr>
              <a:t>Used for:</a:t>
            </a:r>
          </a:p>
          <a:p>
            <a:pPr marL="12700" marR="5080"/>
            <a:r>
              <a:rPr lang="en-US" sz="1500" kern="0" spc="-80" dirty="0">
                <a:solidFill>
                  <a:schemeClr val="accent6"/>
                </a:solidFill>
              </a:rPr>
              <a:t>Tooltips</a:t>
            </a:r>
          </a:p>
          <a:p>
            <a:pPr marL="12700" marR="5080"/>
            <a:r>
              <a:rPr lang="en-US" sz="1500" kern="0" spc="-80" dirty="0">
                <a:solidFill>
                  <a:schemeClr val="accent6"/>
                </a:solidFill>
              </a:rPr>
              <a:t>Overlays</a:t>
            </a:r>
          </a:p>
          <a:p>
            <a:pPr marL="12700" marR="5080"/>
            <a:r>
              <a:rPr lang="en-US" sz="1500" kern="0" spc="-80" dirty="0">
                <a:solidFill>
                  <a:schemeClr val="accent6"/>
                </a:solidFill>
              </a:rPr>
              <a:t>Absolute positioning</a:t>
            </a:r>
          </a:p>
          <a:p>
            <a:pPr marL="12700" marR="5080"/>
            <a:r>
              <a:rPr lang="en-US" sz="1500" kern="0" spc="-80" dirty="0">
                <a:solidFill>
                  <a:schemeClr val="accent6"/>
                </a:solidFill>
              </a:rPr>
              <a:t>Conversion APIs</a:t>
            </a:r>
          </a:p>
          <a:p>
            <a:pPr marL="12700" marR="5080"/>
            <a:r>
              <a:rPr lang="en-US" sz="1500" kern="0" spc="-80" dirty="0">
                <a:solidFill>
                  <a:schemeClr val="accent6"/>
                </a:solidFill>
              </a:rPr>
              <a:t>Web:</a:t>
            </a:r>
          </a:p>
          <a:p>
            <a:pPr marL="12700" marR="5080"/>
            <a:r>
              <a:rPr lang="en-US" sz="1500" kern="0" spc="-80" dirty="0" err="1">
                <a:solidFill>
                  <a:schemeClr val="accent6"/>
                </a:solidFill>
              </a:rPr>
              <a:t>element.getBoundingClientRect</a:t>
            </a:r>
            <a:r>
              <a:rPr lang="en-US" sz="1500" kern="0" spc="-80" dirty="0">
                <a:solidFill>
                  <a:schemeClr val="accent6"/>
                </a:solidFill>
              </a:rPr>
              <a:t>()</a:t>
            </a:r>
          </a:p>
          <a:p>
            <a:pPr marL="12700" marR="5080"/>
            <a:r>
              <a:rPr lang="en-US" sz="1500" kern="0" spc="-80" dirty="0">
                <a:solidFill>
                  <a:schemeClr val="accent6"/>
                </a:solidFill>
              </a:rPr>
              <a:t>iOS:</a:t>
            </a:r>
          </a:p>
          <a:p>
            <a:pPr marL="12700" marR="5080"/>
            <a:r>
              <a:rPr lang="en-US" sz="1500" kern="0" spc="-80" dirty="0" err="1">
                <a:solidFill>
                  <a:schemeClr val="accent6"/>
                </a:solidFill>
              </a:rPr>
              <a:t>view.convert</a:t>
            </a:r>
            <a:r>
              <a:rPr lang="en-US" sz="1500" kern="0" spc="-80" dirty="0">
                <a:solidFill>
                  <a:schemeClr val="accent6"/>
                </a:solidFill>
              </a:rPr>
              <a:t>(point, to: </a:t>
            </a:r>
            <a:r>
              <a:rPr lang="en-US" sz="1500" kern="0" spc="-80" dirty="0" err="1">
                <a:solidFill>
                  <a:schemeClr val="accent6"/>
                </a:solidFill>
              </a:rPr>
              <a:t>otherView</a:t>
            </a:r>
            <a:r>
              <a:rPr lang="en-US" sz="1500" kern="0" spc="-80" dirty="0">
                <a:solidFill>
                  <a:schemeClr val="accent6"/>
                </a:solidFill>
              </a:rPr>
              <a:t>)</a:t>
            </a:r>
          </a:p>
          <a:p>
            <a:pPr marL="12700" marR="5080"/>
            <a:r>
              <a:rPr lang="en-US" sz="1500" kern="0" spc="-80" dirty="0">
                <a:solidFill>
                  <a:schemeClr val="accent6"/>
                </a:solidFill>
              </a:rPr>
              <a:t>Android Compose:</a:t>
            </a:r>
          </a:p>
          <a:p>
            <a:pPr marL="12700" marR="5080"/>
            <a:r>
              <a:rPr lang="en-US" sz="1500" kern="0" spc="-80" dirty="0" err="1">
                <a:solidFill>
                  <a:schemeClr val="accent6"/>
                </a:solidFill>
              </a:rPr>
              <a:t>layoutCoordinates.localToRoot</a:t>
            </a:r>
            <a:r>
              <a:rPr lang="en-US" sz="1500" kern="0" spc="-80" dirty="0">
                <a:solidFill>
                  <a:schemeClr val="accent6"/>
                </a:solidFill>
              </a:rPr>
              <a:t>(offset)</a:t>
            </a:r>
          </a:p>
          <a:p>
            <a:pPr marL="12700" marR="5080"/>
            <a:r>
              <a:rPr lang="en-US" sz="1500" kern="0" spc="-80" dirty="0">
                <a:solidFill>
                  <a:schemeClr val="accent6"/>
                </a:solidFill>
              </a:rPr>
              <a:t>✅ 3.2 Core Transform Types</a:t>
            </a:r>
          </a:p>
          <a:p>
            <a:pPr marL="12700" marR="5080"/>
            <a:r>
              <a:rPr lang="en-US" sz="1500" kern="0" spc="-80" dirty="0">
                <a:solidFill>
                  <a:schemeClr val="accent6"/>
                </a:solidFill>
              </a:rPr>
              <a:t>1. Translation</a:t>
            </a:r>
          </a:p>
          <a:p>
            <a:pPr marL="12700" marR="5080"/>
            <a:r>
              <a:rPr lang="en-US" sz="1500" kern="0" spc="-80" dirty="0">
                <a:solidFill>
                  <a:schemeClr val="accent6"/>
                </a:solidFill>
              </a:rPr>
              <a:t>Move object by (dx, </a:t>
            </a:r>
            <a:r>
              <a:rPr lang="en-US" sz="1500" kern="0" spc="-80" dirty="0" err="1">
                <a:solidFill>
                  <a:schemeClr val="accent6"/>
                </a:solidFill>
              </a:rPr>
              <a:t>dy</a:t>
            </a:r>
            <a:r>
              <a:rPr lang="en-US" sz="1500" kern="0" spc="-80" dirty="0">
                <a:solidFill>
                  <a:schemeClr val="accent6"/>
                </a:solidFill>
              </a:rPr>
              <a:t>)</a:t>
            </a:r>
          </a:p>
          <a:p>
            <a:pPr marL="12700" marR="5080"/>
            <a:r>
              <a:rPr lang="en-US" sz="1500" kern="0" spc="-80" dirty="0">
                <a:solidFill>
                  <a:schemeClr val="accent6"/>
                </a:solidFill>
              </a:rPr>
              <a:t>x' = x + dx</a:t>
            </a:r>
          </a:p>
          <a:p>
            <a:pPr marL="12700" marR="5080"/>
            <a:r>
              <a:rPr lang="en-US" sz="1500" kern="0" spc="-80" dirty="0">
                <a:solidFill>
                  <a:schemeClr val="accent6"/>
                </a:solidFill>
              </a:rPr>
              <a:t>y' = y + </a:t>
            </a:r>
            <a:r>
              <a:rPr lang="en-US" sz="1500" kern="0" spc="-80" dirty="0" err="1">
                <a:solidFill>
                  <a:schemeClr val="accent6"/>
                </a:solidFill>
              </a:rPr>
              <a:t>dy</a:t>
            </a:r>
            <a:endParaRPr lang="en-US" sz="1500" kern="0" spc="-80" dirty="0">
              <a:solidFill>
                <a:schemeClr val="accent6"/>
              </a:solidFill>
            </a:endParaRPr>
          </a:p>
          <a:p>
            <a:pPr marL="12700" marR="5080"/>
            <a:r>
              <a:rPr lang="en-US" sz="1500" kern="0" spc="-80" dirty="0">
                <a:solidFill>
                  <a:schemeClr val="accent6"/>
                </a:solidFill>
              </a:rPr>
              <a:t>2. Scaling</a:t>
            </a:r>
          </a:p>
          <a:p>
            <a:pPr marL="12700" marR="5080"/>
            <a:r>
              <a:rPr lang="en-US" sz="1500" kern="0" spc="-80" dirty="0">
                <a:solidFill>
                  <a:schemeClr val="accent6"/>
                </a:solidFill>
              </a:rPr>
              <a:t>x' = x * </a:t>
            </a:r>
            <a:r>
              <a:rPr lang="en-US" sz="1500" kern="0" spc="-80" dirty="0" err="1">
                <a:solidFill>
                  <a:schemeClr val="accent6"/>
                </a:solidFill>
              </a:rPr>
              <a:t>sx</a:t>
            </a:r>
            <a:endParaRPr lang="en-US" sz="1500" kern="0" spc="-80" dirty="0">
              <a:solidFill>
                <a:schemeClr val="accent6"/>
              </a:solidFill>
            </a:endParaRPr>
          </a:p>
          <a:p>
            <a:pPr marL="12700" marR="5080"/>
            <a:r>
              <a:rPr lang="en-US" sz="1500" kern="0" spc="-80" dirty="0">
                <a:solidFill>
                  <a:schemeClr val="accent6"/>
                </a:solidFill>
              </a:rPr>
              <a:t>y' = y * </a:t>
            </a:r>
            <a:r>
              <a:rPr lang="en-US" sz="1500" kern="0" spc="-80" dirty="0" err="1">
                <a:solidFill>
                  <a:schemeClr val="accent6"/>
                </a:solidFill>
              </a:rPr>
              <a:t>sy</a:t>
            </a:r>
            <a:endParaRPr lang="en-US" sz="1500" kern="0" spc="-80" dirty="0">
              <a:solidFill>
                <a:schemeClr val="accent6"/>
              </a:solidFill>
            </a:endParaRPr>
          </a:p>
          <a:p>
            <a:pPr marL="12700" marR="5080"/>
            <a:r>
              <a:rPr lang="en-US" sz="1500" kern="0" spc="-80" dirty="0">
                <a:solidFill>
                  <a:schemeClr val="accent6"/>
                </a:solidFill>
              </a:rPr>
              <a:t>3. Rotation</a:t>
            </a:r>
          </a:p>
          <a:p>
            <a:pPr marL="12700" marR="5080"/>
            <a:r>
              <a:rPr lang="en-US" sz="1500" kern="0" spc="-80" dirty="0">
                <a:solidFill>
                  <a:schemeClr val="accent6"/>
                </a:solidFill>
              </a:rPr>
              <a:t>Angle </a:t>
            </a:r>
            <a:r>
              <a:rPr lang="el-GR" sz="1500" kern="0" spc="-80" dirty="0">
                <a:solidFill>
                  <a:schemeClr val="accent6"/>
                </a:solidFill>
              </a:rPr>
              <a:t>θ:</a:t>
            </a:r>
          </a:p>
          <a:p>
            <a:pPr marL="12700" marR="5080"/>
            <a:r>
              <a:rPr lang="en-US" sz="1500" kern="0" spc="-80" dirty="0">
                <a:solidFill>
                  <a:schemeClr val="accent6"/>
                </a:solidFill>
              </a:rPr>
              <a:t>x' = x cos</a:t>
            </a:r>
            <a:r>
              <a:rPr lang="el-GR" sz="1500" kern="0" spc="-80" dirty="0">
                <a:solidFill>
                  <a:schemeClr val="accent6"/>
                </a:solidFill>
              </a:rPr>
              <a:t>θ - </a:t>
            </a:r>
            <a:r>
              <a:rPr lang="en-US" sz="1500" kern="0" spc="-80" dirty="0">
                <a:solidFill>
                  <a:schemeClr val="accent6"/>
                </a:solidFill>
              </a:rPr>
              <a:t>y sin</a:t>
            </a:r>
            <a:r>
              <a:rPr lang="el-GR" sz="1500" kern="0" spc="-80" dirty="0">
                <a:solidFill>
                  <a:schemeClr val="accent6"/>
                </a:solidFill>
              </a:rPr>
              <a:t>θ</a:t>
            </a:r>
          </a:p>
          <a:p>
            <a:pPr marL="12700" marR="5080"/>
            <a:r>
              <a:rPr lang="en-US" sz="1500" kern="0" spc="-80" dirty="0">
                <a:solidFill>
                  <a:schemeClr val="accent6"/>
                </a:solidFill>
              </a:rPr>
              <a:t>y' = x sin</a:t>
            </a:r>
            <a:r>
              <a:rPr lang="el-GR" sz="1500" kern="0" spc="-80" dirty="0">
                <a:solidFill>
                  <a:schemeClr val="accent6"/>
                </a:solidFill>
              </a:rPr>
              <a:t>θ + </a:t>
            </a:r>
            <a:r>
              <a:rPr lang="en-US" sz="1500" kern="0" spc="-80" dirty="0">
                <a:solidFill>
                  <a:schemeClr val="accent6"/>
                </a:solidFill>
              </a:rPr>
              <a:t>y cos</a:t>
            </a:r>
            <a:r>
              <a:rPr lang="el-GR" sz="1500" kern="0" spc="-80" dirty="0">
                <a:solidFill>
                  <a:schemeClr val="accent6"/>
                </a:solidFill>
              </a:rPr>
              <a:t>θ</a:t>
            </a:r>
          </a:p>
          <a:p>
            <a:pPr marL="12700" marR="5080"/>
            <a:r>
              <a:rPr lang="el-GR" sz="1500" kern="0" spc="-80" dirty="0">
                <a:solidFill>
                  <a:schemeClr val="accent6"/>
                </a:solidFill>
              </a:rPr>
              <a:t>4. </a:t>
            </a:r>
            <a:r>
              <a:rPr lang="en-US" sz="1500" kern="0" spc="-80" dirty="0">
                <a:solidFill>
                  <a:schemeClr val="accent6"/>
                </a:solidFill>
              </a:rPr>
              <a:t>Skew</a:t>
            </a:r>
          </a:p>
          <a:p>
            <a:pPr marL="12700" marR="5080"/>
            <a:r>
              <a:rPr lang="en-US" sz="1500" kern="0" spc="-80" dirty="0">
                <a:solidFill>
                  <a:schemeClr val="accent6"/>
                </a:solidFill>
              </a:rPr>
              <a:t>Shear matrix:</a:t>
            </a:r>
          </a:p>
          <a:p>
            <a:pPr marL="12700" marR="5080"/>
            <a:r>
              <a:rPr lang="en-US" sz="1500" kern="0" spc="-80" dirty="0">
                <a:solidFill>
                  <a:schemeClr val="accent6"/>
                </a:solidFill>
              </a:rPr>
              <a:t>x' = x + </a:t>
            </a:r>
            <a:r>
              <a:rPr lang="en-US" sz="1500" kern="0" spc="-80" dirty="0" err="1">
                <a:solidFill>
                  <a:schemeClr val="accent6"/>
                </a:solidFill>
              </a:rPr>
              <a:t>ky</a:t>
            </a:r>
            <a:r>
              <a:rPr lang="en-US" sz="1500" kern="0" spc="-80" dirty="0">
                <a:solidFill>
                  <a:schemeClr val="accent6"/>
                </a:solidFill>
              </a:rPr>
              <a:t> y</a:t>
            </a:r>
          </a:p>
          <a:p>
            <a:pPr marL="12700" marR="5080"/>
            <a:r>
              <a:rPr lang="en-US" sz="1500" kern="0" spc="-80" dirty="0">
                <a:solidFill>
                  <a:schemeClr val="accent6"/>
                </a:solidFill>
              </a:rPr>
              <a:t>y' = y + </a:t>
            </a:r>
            <a:r>
              <a:rPr lang="en-US" sz="1500" kern="0" spc="-80" dirty="0" err="1">
                <a:solidFill>
                  <a:schemeClr val="accent6"/>
                </a:solidFill>
              </a:rPr>
              <a:t>kx</a:t>
            </a:r>
            <a:r>
              <a:rPr lang="en-US" sz="1500" kern="0" spc="-80" dirty="0">
                <a:solidFill>
                  <a:schemeClr val="accent6"/>
                </a:solidFill>
              </a:rPr>
              <a:t> x</a:t>
            </a:r>
          </a:p>
          <a:p>
            <a:pPr marL="12700" marR="5080"/>
            <a:r>
              <a:rPr lang="en-US" sz="1500" kern="0" spc="-80" dirty="0">
                <a:solidFill>
                  <a:schemeClr val="accent6"/>
                </a:solidFill>
              </a:rPr>
              <a:t>Used in fun UI effects.</a:t>
            </a:r>
          </a:p>
          <a:p>
            <a:pPr marL="12700" marR="5080"/>
            <a:r>
              <a:rPr lang="en-US" sz="1500" kern="0" spc="-80" dirty="0">
                <a:solidFill>
                  <a:schemeClr val="accent6"/>
                </a:solidFill>
              </a:rPr>
              <a:t>✅ 3.3 2D Transformation Matrices</a:t>
            </a:r>
          </a:p>
          <a:p>
            <a:pPr marL="12700" marR="5080"/>
            <a:r>
              <a:rPr lang="en-US" sz="1500" kern="0" spc="-80" dirty="0">
                <a:solidFill>
                  <a:schemeClr val="accent6"/>
                </a:solidFill>
              </a:rPr>
              <a:t>In 2D, transforms are represented as a 3×3 matrix, but the last row is always (0 0 1):</a:t>
            </a:r>
          </a:p>
          <a:p>
            <a:pPr marL="12700" marR="5080"/>
            <a:r>
              <a:rPr lang="en-US" sz="1500" kern="0" spc="-80" dirty="0">
                <a:solidFill>
                  <a:schemeClr val="accent6"/>
                </a:solidFill>
              </a:rPr>
              <a:t>[ a  c  </a:t>
            </a:r>
            <a:r>
              <a:rPr lang="en-US" sz="1500" kern="0" spc="-80" dirty="0" err="1">
                <a:solidFill>
                  <a:schemeClr val="accent6"/>
                </a:solidFill>
              </a:rPr>
              <a:t>tx</a:t>
            </a:r>
            <a:r>
              <a:rPr lang="en-US" sz="1500" kern="0" spc="-80" dirty="0">
                <a:solidFill>
                  <a:schemeClr val="accent6"/>
                </a:solidFill>
              </a:rPr>
              <a:t> ]</a:t>
            </a:r>
          </a:p>
          <a:p>
            <a:pPr marL="12700" marR="5080"/>
            <a:r>
              <a:rPr lang="en-US" sz="1500" kern="0" spc="-80" dirty="0">
                <a:solidFill>
                  <a:schemeClr val="accent6"/>
                </a:solidFill>
              </a:rPr>
              <a:t>[ b  d  ty ]</a:t>
            </a:r>
          </a:p>
          <a:p>
            <a:pPr marL="12700" marR="5080"/>
            <a:r>
              <a:rPr lang="en-US" sz="1500" kern="0" spc="-80" dirty="0">
                <a:solidFill>
                  <a:schemeClr val="accent6"/>
                </a:solidFill>
              </a:rPr>
              <a:t>[ 0  0  1  ]</a:t>
            </a:r>
          </a:p>
          <a:p>
            <a:pPr marL="12700" marR="5080"/>
            <a:r>
              <a:rPr lang="en-US" sz="1500" kern="0" spc="-80" dirty="0">
                <a:solidFill>
                  <a:schemeClr val="accent6"/>
                </a:solidFill>
              </a:rPr>
              <a:t>Where:</a:t>
            </a:r>
          </a:p>
          <a:p>
            <a:pPr marL="12700" marR="5080"/>
            <a:r>
              <a:rPr lang="en-US" sz="1500" kern="0" spc="-80" dirty="0">
                <a:solidFill>
                  <a:schemeClr val="accent6"/>
                </a:solidFill>
              </a:rPr>
              <a:t>a, d = scale</a:t>
            </a:r>
          </a:p>
          <a:p>
            <a:pPr marL="12700" marR="5080"/>
            <a:r>
              <a:rPr lang="en-US" sz="1500" kern="0" spc="-80" dirty="0">
                <a:solidFill>
                  <a:schemeClr val="accent6"/>
                </a:solidFill>
              </a:rPr>
              <a:t>b, c = skew</a:t>
            </a:r>
          </a:p>
          <a:p>
            <a:pPr marL="12700" marR="5080"/>
            <a:r>
              <a:rPr lang="en-US" sz="1500" kern="0" spc="-80" dirty="0" err="1">
                <a:solidFill>
                  <a:schemeClr val="accent6"/>
                </a:solidFill>
              </a:rPr>
              <a:t>tx</a:t>
            </a:r>
            <a:r>
              <a:rPr lang="en-US" sz="1500" kern="0" spc="-80" dirty="0">
                <a:solidFill>
                  <a:schemeClr val="accent6"/>
                </a:solidFill>
              </a:rPr>
              <a:t>, ty = translation</a:t>
            </a:r>
          </a:p>
          <a:p>
            <a:pPr marL="12700" marR="5080"/>
            <a:r>
              <a:rPr lang="en-US" sz="1500" kern="0" spc="-80" dirty="0">
                <a:solidFill>
                  <a:schemeClr val="accent6"/>
                </a:solidFill>
              </a:rPr>
              <a:t>CSS Matrix Example</a:t>
            </a:r>
          </a:p>
          <a:p>
            <a:pPr marL="12700" marR="5080"/>
            <a:r>
              <a:rPr lang="en-US" sz="1500" kern="0" spc="-80" dirty="0">
                <a:solidFill>
                  <a:schemeClr val="accent6"/>
                </a:solidFill>
              </a:rPr>
              <a:t>transform: matrix(a, b, c, d, </a:t>
            </a:r>
            <a:r>
              <a:rPr lang="en-US" sz="1500" kern="0" spc="-80" dirty="0" err="1">
                <a:solidFill>
                  <a:schemeClr val="accent6"/>
                </a:solidFill>
              </a:rPr>
              <a:t>tx</a:t>
            </a:r>
            <a:r>
              <a:rPr lang="en-US" sz="1500" kern="0" spc="-80" dirty="0">
                <a:solidFill>
                  <a:schemeClr val="accent6"/>
                </a:solidFill>
              </a:rPr>
              <a:t>, ty);</a:t>
            </a:r>
          </a:p>
          <a:p>
            <a:pPr marL="12700" marR="5080"/>
            <a:r>
              <a:rPr lang="en-US" sz="1500" kern="0" spc="-80" dirty="0">
                <a:solidFill>
                  <a:schemeClr val="accent6"/>
                </a:solidFill>
              </a:rPr>
              <a:t>✅ 3.4 Matrix Multiplication (The Heart of All UI Transformations)</a:t>
            </a:r>
          </a:p>
          <a:p>
            <a:pPr marL="12700" marR="5080"/>
            <a:r>
              <a:rPr lang="en-US" sz="1500" kern="0" spc="-80" dirty="0">
                <a:solidFill>
                  <a:schemeClr val="accent6"/>
                </a:solidFill>
              </a:rPr>
              <a:t>Given matrices A and B:</a:t>
            </a:r>
          </a:p>
          <a:p>
            <a:pPr marL="12700" marR="5080"/>
            <a:r>
              <a:rPr lang="en-US" sz="1500" kern="0" spc="-80" dirty="0">
                <a:solidFill>
                  <a:schemeClr val="accent6"/>
                </a:solidFill>
              </a:rPr>
              <a:t>C = A × B</a:t>
            </a:r>
          </a:p>
          <a:p>
            <a:pPr marL="12700" marR="5080"/>
            <a:r>
              <a:rPr lang="en-US" sz="1500" kern="0" spc="-80" dirty="0">
                <a:solidFill>
                  <a:schemeClr val="accent6"/>
                </a:solidFill>
              </a:rPr>
              <a:t>Matrix multiplication is NOT commutative:</a:t>
            </a:r>
          </a:p>
          <a:p>
            <a:pPr marL="12700" marR="5080"/>
            <a:r>
              <a:rPr lang="en-US" sz="1500" kern="0" spc="-80" dirty="0">
                <a:solidFill>
                  <a:schemeClr val="accent6"/>
                </a:solidFill>
              </a:rPr>
              <a:t>A × B ≠ B × A</a:t>
            </a:r>
          </a:p>
          <a:p>
            <a:pPr marL="12700" marR="5080"/>
            <a:r>
              <a:rPr lang="en-US" sz="1500" kern="0" spc="-80" dirty="0">
                <a:solidFill>
                  <a:schemeClr val="accent6"/>
                </a:solidFill>
              </a:rPr>
              <a:t>This means:</a:t>
            </a:r>
          </a:p>
          <a:p>
            <a:pPr marL="12700" marR="5080"/>
            <a:r>
              <a:rPr lang="en-US" sz="1500" kern="0" spc="-80" dirty="0">
                <a:solidFill>
                  <a:schemeClr val="accent6"/>
                </a:solidFill>
              </a:rPr>
              <a:t>rotate → translate  !=  translate → rotate</a:t>
            </a:r>
          </a:p>
          <a:p>
            <a:pPr marL="12700" marR="5080"/>
            <a:r>
              <a:rPr lang="en-US" sz="1500" kern="0" spc="-80" dirty="0">
                <a:solidFill>
                  <a:schemeClr val="accent6"/>
                </a:solidFill>
              </a:rPr>
              <a:t>Which is why this is different:</a:t>
            </a:r>
          </a:p>
          <a:p>
            <a:pPr marL="12700" marR="5080"/>
            <a:r>
              <a:rPr lang="en-US" sz="1500" kern="0" spc="-80" dirty="0">
                <a:solidFill>
                  <a:schemeClr val="accent6"/>
                </a:solidFill>
              </a:rPr>
              <a:t>transform: </a:t>
            </a:r>
            <a:r>
              <a:rPr lang="en-US" sz="1500" kern="0" spc="-80" dirty="0" err="1">
                <a:solidFill>
                  <a:schemeClr val="accent6"/>
                </a:solidFill>
              </a:rPr>
              <a:t>translateX</a:t>
            </a:r>
            <a:r>
              <a:rPr lang="en-US" sz="1500" kern="0" spc="-80" dirty="0">
                <a:solidFill>
                  <a:schemeClr val="accent6"/>
                </a:solidFill>
              </a:rPr>
              <a:t>(100px) rotate(45deg);</a:t>
            </a:r>
          </a:p>
          <a:p>
            <a:pPr marL="12700" marR="5080"/>
            <a:r>
              <a:rPr lang="en-US" sz="1500" kern="0" spc="-80" dirty="0">
                <a:solidFill>
                  <a:schemeClr val="accent6"/>
                </a:solidFill>
              </a:rPr>
              <a:t>vs</a:t>
            </a:r>
          </a:p>
          <a:p>
            <a:pPr marL="12700" marR="5080"/>
            <a:r>
              <a:rPr lang="en-US" sz="1500" kern="0" spc="-80" dirty="0">
                <a:solidFill>
                  <a:schemeClr val="accent6"/>
                </a:solidFill>
              </a:rPr>
              <a:t>transform: rotate(45deg) </a:t>
            </a:r>
            <a:r>
              <a:rPr lang="en-US" sz="1500" kern="0" spc="-80" dirty="0" err="1">
                <a:solidFill>
                  <a:schemeClr val="accent6"/>
                </a:solidFill>
              </a:rPr>
              <a:t>translateX</a:t>
            </a:r>
            <a:r>
              <a:rPr lang="en-US" sz="1500" kern="0" spc="-80" dirty="0">
                <a:solidFill>
                  <a:schemeClr val="accent6"/>
                </a:solidFill>
              </a:rPr>
              <a:t>(100px);</a:t>
            </a:r>
          </a:p>
          <a:p>
            <a:pPr marL="12700" marR="5080"/>
            <a:r>
              <a:rPr lang="en-US" sz="1500" kern="0" spc="-80" dirty="0">
                <a:solidFill>
                  <a:schemeClr val="accent6"/>
                </a:solidFill>
              </a:rPr>
              <a:t>UI developers MUST understand this → affects where an object appears.</a:t>
            </a:r>
          </a:p>
          <a:p>
            <a:pPr marL="12700" marR="5080"/>
            <a:r>
              <a:rPr lang="en-US" sz="1500" kern="0" spc="-80" dirty="0">
                <a:solidFill>
                  <a:schemeClr val="accent6"/>
                </a:solidFill>
              </a:rPr>
              <a:t>✅ 3.5 Order of Transforms (Critical Concept)</a:t>
            </a:r>
          </a:p>
          <a:p>
            <a:pPr marL="12700" marR="5080"/>
            <a:r>
              <a:rPr lang="en-US" sz="1500" kern="0" spc="-80" dirty="0">
                <a:solidFill>
                  <a:schemeClr val="accent6"/>
                </a:solidFill>
              </a:rPr>
              <a:t>Most systems apply transforms right-to-left:</a:t>
            </a:r>
          </a:p>
          <a:p>
            <a:pPr marL="12700" marR="5080"/>
            <a:r>
              <a:rPr lang="en-US" sz="1500" kern="0" spc="-80" dirty="0">
                <a:solidFill>
                  <a:schemeClr val="accent6"/>
                </a:solidFill>
              </a:rPr>
              <a:t>CSS, SVG, Canvas:</a:t>
            </a:r>
          </a:p>
          <a:p>
            <a:pPr marL="12700" marR="5080"/>
            <a:r>
              <a:rPr lang="en-US" sz="1500" kern="0" spc="-80" dirty="0">
                <a:solidFill>
                  <a:schemeClr val="accent6"/>
                </a:solidFill>
              </a:rPr>
              <a:t>transform: translate → scale → rotate</a:t>
            </a:r>
          </a:p>
          <a:p>
            <a:pPr marL="12700" marR="5080"/>
            <a:r>
              <a:rPr lang="en-US" sz="1500" kern="0" spc="-80" dirty="0" err="1">
                <a:solidFill>
                  <a:schemeClr val="accent6"/>
                </a:solidFill>
              </a:rPr>
              <a:t>SwiftUI</a:t>
            </a:r>
            <a:r>
              <a:rPr lang="en-US" sz="1500" kern="0" spc="-80" dirty="0">
                <a:solidFill>
                  <a:schemeClr val="accent6"/>
                </a:solidFill>
              </a:rPr>
              <a:t>:</a:t>
            </a:r>
          </a:p>
          <a:p>
            <a:pPr marL="12700" marR="5080"/>
            <a:r>
              <a:rPr lang="en-US" sz="1500" kern="0" spc="-80" dirty="0">
                <a:solidFill>
                  <a:schemeClr val="accent6"/>
                </a:solidFill>
              </a:rPr>
              <a:t>each modifier applies after the previous</a:t>
            </a:r>
          </a:p>
          <a:p>
            <a:pPr marL="12700" marR="5080"/>
            <a:r>
              <a:rPr lang="en-US" sz="1500" kern="0" spc="-80" dirty="0">
                <a:solidFill>
                  <a:schemeClr val="accent6"/>
                </a:solidFill>
              </a:rPr>
              <a:t>but relative to view’s local space unless </a:t>
            </a:r>
            <a:r>
              <a:rPr lang="en-US" sz="1500" kern="0" spc="-80" dirty="0" err="1">
                <a:solidFill>
                  <a:schemeClr val="accent6"/>
                </a:solidFill>
              </a:rPr>
              <a:t>transformEffect</a:t>
            </a:r>
            <a:r>
              <a:rPr lang="en-US" sz="1500" kern="0" spc="-80" dirty="0">
                <a:solidFill>
                  <a:schemeClr val="accent6"/>
                </a:solidFill>
              </a:rPr>
              <a:t> used</a:t>
            </a:r>
          </a:p>
          <a:p>
            <a:pPr marL="12700" marR="5080"/>
            <a:r>
              <a:rPr lang="en-US" sz="1500" kern="0" spc="-80" dirty="0">
                <a:solidFill>
                  <a:schemeClr val="accent6"/>
                </a:solidFill>
              </a:rPr>
              <a:t>Android Compose:</a:t>
            </a:r>
          </a:p>
          <a:p>
            <a:pPr marL="12700" marR="5080"/>
            <a:r>
              <a:rPr lang="en-US" sz="1500" kern="0" spc="-80" dirty="0">
                <a:solidFill>
                  <a:schemeClr val="accent6"/>
                </a:solidFill>
              </a:rPr>
              <a:t>same → transforms apply in sequence</a:t>
            </a:r>
          </a:p>
          <a:p>
            <a:pPr marL="12700" marR="5080"/>
            <a:r>
              <a:rPr lang="en-US" sz="1500" kern="0" spc="-80" dirty="0">
                <a:solidFill>
                  <a:schemeClr val="accent6"/>
                </a:solidFill>
              </a:rPr>
              <a:t>Example</a:t>
            </a:r>
          </a:p>
          <a:p>
            <a:pPr marL="12700" marR="5080"/>
            <a:r>
              <a:rPr lang="en-US" sz="1500" kern="0" spc="-80" dirty="0">
                <a:solidFill>
                  <a:schemeClr val="accent6"/>
                </a:solidFill>
              </a:rPr>
              <a:t>Object at (0, 0)</a:t>
            </a:r>
          </a:p>
          <a:p>
            <a:pPr marL="12700" marR="5080"/>
            <a:r>
              <a:rPr lang="en-US" sz="1500" kern="0" spc="-80" dirty="0">
                <a:solidFill>
                  <a:schemeClr val="accent6"/>
                </a:solidFill>
              </a:rPr>
              <a:t>Apply:</a:t>
            </a:r>
          </a:p>
          <a:p>
            <a:pPr marL="12700" marR="5080"/>
            <a:r>
              <a:rPr lang="en-US" sz="1500" kern="0" spc="-80" dirty="0">
                <a:solidFill>
                  <a:schemeClr val="accent6"/>
                </a:solidFill>
              </a:rPr>
              <a:t>translate(100, 0)</a:t>
            </a:r>
          </a:p>
          <a:p>
            <a:pPr marL="12700" marR="5080"/>
            <a:r>
              <a:rPr lang="en-US" sz="1500" kern="0" spc="-80" dirty="0">
                <a:solidFill>
                  <a:schemeClr val="accent6"/>
                </a:solidFill>
              </a:rPr>
              <a:t>rotate(90deg)</a:t>
            </a:r>
          </a:p>
          <a:p>
            <a:pPr marL="12700" marR="5080"/>
            <a:r>
              <a:rPr lang="en-US" sz="1500" kern="0" spc="-80" dirty="0">
                <a:solidFill>
                  <a:schemeClr val="accent6"/>
                </a:solidFill>
              </a:rPr>
              <a:t>Result: object ends at (100, 0) then rotated around its new origin.</a:t>
            </a:r>
          </a:p>
          <a:p>
            <a:pPr marL="12700" marR="5080"/>
            <a:r>
              <a:rPr lang="en-US" sz="1500" kern="0" spc="-80" dirty="0">
                <a:solidFill>
                  <a:schemeClr val="accent6"/>
                </a:solidFill>
              </a:rPr>
              <a:t>Reverse order:</a:t>
            </a:r>
          </a:p>
          <a:p>
            <a:pPr marL="12700" marR="5080"/>
            <a:r>
              <a:rPr lang="en-US" sz="1500" kern="0" spc="-80" dirty="0">
                <a:solidFill>
                  <a:schemeClr val="accent6"/>
                </a:solidFill>
              </a:rPr>
              <a:t>rotate(90deg)</a:t>
            </a:r>
          </a:p>
          <a:p>
            <a:pPr marL="12700" marR="5080"/>
            <a:r>
              <a:rPr lang="en-US" sz="1500" kern="0" spc="-80" dirty="0">
                <a:solidFill>
                  <a:schemeClr val="accent6"/>
                </a:solidFill>
              </a:rPr>
              <a:t>translate(100, 0)</a:t>
            </a:r>
          </a:p>
          <a:p>
            <a:pPr marL="12700" marR="5080"/>
            <a:r>
              <a:rPr lang="en-US" sz="1500" kern="0" spc="-80" dirty="0">
                <a:solidFill>
                  <a:schemeClr val="accent6"/>
                </a:solidFill>
              </a:rPr>
              <a:t>Now it rotates first (stays at 0,0), then moves to (100,0).</a:t>
            </a:r>
          </a:p>
          <a:p>
            <a:pPr marL="12700" marR="5080"/>
            <a:r>
              <a:rPr lang="en-US" sz="1500" kern="0" spc="-80" dirty="0">
                <a:solidFill>
                  <a:schemeClr val="accent6"/>
                </a:solidFill>
              </a:rPr>
              <a:t>Same transforms but different order → completely different result.</a:t>
            </a:r>
          </a:p>
          <a:p>
            <a:pPr marL="12700" marR="5080"/>
            <a:r>
              <a:rPr lang="en-US" sz="1500" kern="0" spc="-80" dirty="0">
                <a:solidFill>
                  <a:schemeClr val="accent6"/>
                </a:solidFill>
              </a:rPr>
              <a:t>✅ 3.6 3D Transformation Matrices</a:t>
            </a:r>
          </a:p>
          <a:p>
            <a:pPr marL="12700" marR="5080"/>
            <a:r>
              <a:rPr lang="en-US" sz="1500" kern="0" spc="-80" dirty="0">
                <a:solidFill>
                  <a:schemeClr val="accent6"/>
                </a:solidFill>
              </a:rPr>
              <a:t>Used in:</a:t>
            </a:r>
          </a:p>
          <a:p>
            <a:pPr marL="12700" marR="5080"/>
            <a:r>
              <a:rPr lang="en-US" sz="1500" kern="0" spc="-80" dirty="0">
                <a:solidFill>
                  <a:schemeClr val="accent6"/>
                </a:solidFill>
              </a:rPr>
              <a:t>CSS transform3D</a:t>
            </a:r>
          </a:p>
          <a:p>
            <a:pPr marL="12700" marR="5080"/>
            <a:r>
              <a:rPr lang="en-US" sz="1500" kern="0" spc="-80" dirty="0">
                <a:solidFill>
                  <a:schemeClr val="accent6"/>
                </a:solidFill>
              </a:rPr>
              <a:t>WebGL</a:t>
            </a:r>
          </a:p>
          <a:p>
            <a:pPr marL="12700" marR="5080"/>
            <a:r>
              <a:rPr lang="en-US" sz="1500" kern="0" spc="-80" dirty="0">
                <a:solidFill>
                  <a:schemeClr val="accent6"/>
                </a:solidFill>
              </a:rPr>
              <a:t>Metal</a:t>
            </a:r>
          </a:p>
          <a:p>
            <a:pPr marL="12700" marR="5080"/>
            <a:r>
              <a:rPr lang="en-US" sz="1500" kern="0" spc="-80" dirty="0" err="1">
                <a:solidFill>
                  <a:schemeClr val="accent6"/>
                </a:solidFill>
              </a:rPr>
              <a:t>SceneKit</a:t>
            </a:r>
            <a:endParaRPr lang="en-US" sz="1500" kern="0" spc="-80" dirty="0">
              <a:solidFill>
                <a:schemeClr val="accent6"/>
              </a:solidFill>
            </a:endParaRPr>
          </a:p>
          <a:p>
            <a:pPr marL="12700" marR="5080"/>
            <a:r>
              <a:rPr lang="en-US" sz="1500" kern="0" spc="-80" dirty="0">
                <a:solidFill>
                  <a:schemeClr val="accent6"/>
                </a:solidFill>
              </a:rPr>
              <a:t>Android </a:t>
            </a:r>
            <a:r>
              <a:rPr lang="en-US" sz="1500" kern="0" spc="-80" dirty="0" err="1">
                <a:solidFill>
                  <a:schemeClr val="accent6"/>
                </a:solidFill>
              </a:rPr>
              <a:t>RenderThread</a:t>
            </a:r>
            <a:r>
              <a:rPr lang="en-US" sz="1500" kern="0" spc="-80" dirty="0">
                <a:solidFill>
                  <a:schemeClr val="accent6"/>
                </a:solidFill>
              </a:rPr>
              <a:t> / GPU</a:t>
            </a:r>
          </a:p>
          <a:p>
            <a:pPr marL="12700" marR="5080"/>
            <a:r>
              <a:rPr lang="en-US" sz="1500" kern="0" spc="-80" dirty="0">
                <a:solidFill>
                  <a:schemeClr val="accent6"/>
                </a:solidFill>
              </a:rPr>
              <a:t>A 4×4 homogeneous matrix:</a:t>
            </a:r>
          </a:p>
          <a:p>
            <a:pPr marL="12700" marR="5080"/>
            <a:r>
              <a:rPr lang="en-US" sz="1500" kern="0" spc="-80" dirty="0">
                <a:solidFill>
                  <a:schemeClr val="accent6"/>
                </a:solidFill>
              </a:rPr>
              <a:t>[ a11 a12 a13 a14 ]</a:t>
            </a:r>
          </a:p>
          <a:p>
            <a:pPr marL="12700" marR="5080"/>
            <a:r>
              <a:rPr lang="en-US" sz="1500" kern="0" spc="-80" dirty="0">
                <a:solidFill>
                  <a:schemeClr val="accent6"/>
                </a:solidFill>
              </a:rPr>
              <a:t>[ a21 a22 a23 a24 ]</a:t>
            </a:r>
          </a:p>
          <a:p>
            <a:pPr marL="12700" marR="5080"/>
            <a:r>
              <a:rPr lang="en-US" sz="1500" kern="0" spc="-80" dirty="0">
                <a:solidFill>
                  <a:schemeClr val="accent6"/>
                </a:solidFill>
              </a:rPr>
              <a:t>[ a31 a32 a33 a34 ]</a:t>
            </a:r>
          </a:p>
          <a:p>
            <a:pPr marL="12700" marR="5080"/>
            <a:r>
              <a:rPr lang="en-US" sz="1500" kern="0" spc="-80" dirty="0">
                <a:solidFill>
                  <a:schemeClr val="accent6"/>
                </a:solidFill>
              </a:rPr>
              <a:t>[ a41 a42 a43 a44 ]</a:t>
            </a:r>
          </a:p>
          <a:p>
            <a:pPr marL="12700" marR="5080"/>
            <a:r>
              <a:rPr lang="en-US" sz="1500" kern="0" spc="-80" dirty="0">
                <a:solidFill>
                  <a:schemeClr val="accent6"/>
                </a:solidFill>
              </a:rPr>
              <a:t>Handles:</a:t>
            </a:r>
          </a:p>
          <a:p>
            <a:pPr marL="12700" marR="5080"/>
            <a:r>
              <a:rPr lang="en-US" sz="1500" kern="0" spc="-80" dirty="0">
                <a:solidFill>
                  <a:schemeClr val="accent6"/>
                </a:solidFill>
              </a:rPr>
              <a:t>3D rotations (around x, y, z)</a:t>
            </a:r>
          </a:p>
          <a:p>
            <a:pPr marL="12700" marR="5080"/>
            <a:r>
              <a:rPr lang="en-US" sz="1500" kern="0" spc="-80" dirty="0">
                <a:solidFill>
                  <a:schemeClr val="accent6"/>
                </a:solidFill>
              </a:rPr>
              <a:t>Perspective</a:t>
            </a:r>
          </a:p>
          <a:p>
            <a:pPr marL="12700" marR="5080"/>
            <a:r>
              <a:rPr lang="en-US" sz="1500" kern="0" spc="-80" dirty="0">
                <a:solidFill>
                  <a:schemeClr val="accent6"/>
                </a:solidFill>
              </a:rPr>
              <a:t>Depth</a:t>
            </a:r>
          </a:p>
          <a:p>
            <a:pPr marL="12700" marR="5080"/>
            <a:r>
              <a:rPr lang="en-US" sz="1500" kern="0" spc="-80" dirty="0">
                <a:solidFill>
                  <a:schemeClr val="accent6"/>
                </a:solidFill>
              </a:rPr>
              <a:t>Camera transformations</a:t>
            </a:r>
          </a:p>
          <a:p>
            <a:pPr marL="12700" marR="5080"/>
            <a:r>
              <a:rPr lang="en-US" sz="1500" kern="0" spc="-80" dirty="0">
                <a:solidFill>
                  <a:schemeClr val="accent6"/>
                </a:solidFill>
              </a:rPr>
              <a:t>✅ 3.7 Perspective Projection</a:t>
            </a:r>
          </a:p>
          <a:p>
            <a:pPr marL="12700" marR="5080"/>
            <a:r>
              <a:rPr lang="en-US" sz="1500" kern="0" spc="-80" dirty="0">
                <a:solidFill>
                  <a:schemeClr val="accent6"/>
                </a:solidFill>
              </a:rPr>
              <a:t>CSS example:</a:t>
            </a:r>
          </a:p>
          <a:p>
            <a:pPr marL="12700" marR="5080"/>
            <a:r>
              <a:rPr lang="en-US" sz="1500" kern="0" spc="-80" dirty="0">
                <a:solidFill>
                  <a:schemeClr val="accent6"/>
                </a:solidFill>
              </a:rPr>
              <a:t>transform: perspective(400px) </a:t>
            </a:r>
            <a:r>
              <a:rPr lang="en-US" sz="1500" kern="0" spc="-80" dirty="0" err="1">
                <a:solidFill>
                  <a:schemeClr val="accent6"/>
                </a:solidFill>
              </a:rPr>
              <a:t>rotateY</a:t>
            </a:r>
            <a:r>
              <a:rPr lang="en-US" sz="1500" kern="0" spc="-80" dirty="0">
                <a:solidFill>
                  <a:schemeClr val="accent6"/>
                </a:solidFill>
              </a:rPr>
              <a:t>(45deg);</a:t>
            </a:r>
          </a:p>
          <a:p>
            <a:pPr marL="12700" marR="5080"/>
            <a:r>
              <a:rPr lang="en-US" sz="1500" kern="0" spc="-80" dirty="0">
                <a:solidFill>
                  <a:schemeClr val="accent6"/>
                </a:solidFill>
              </a:rPr>
              <a:t>Perspective matrix shrinks objects farther from the viewer:</a:t>
            </a:r>
          </a:p>
          <a:p>
            <a:pPr marL="12700" marR="5080"/>
            <a:r>
              <a:rPr lang="en-US" sz="1500" kern="0" spc="-80" dirty="0">
                <a:solidFill>
                  <a:schemeClr val="accent6"/>
                </a:solidFill>
              </a:rPr>
              <a:t>x' = x / (1 + z/d)</a:t>
            </a:r>
          </a:p>
          <a:p>
            <a:pPr marL="12700" marR="5080"/>
            <a:r>
              <a:rPr lang="en-US" sz="1500" kern="0" spc="-80" dirty="0">
                <a:solidFill>
                  <a:schemeClr val="accent6"/>
                </a:solidFill>
              </a:rPr>
              <a:t>y' = y / (1 + z/d)</a:t>
            </a:r>
          </a:p>
          <a:p>
            <a:pPr marL="12700" marR="5080"/>
            <a:r>
              <a:rPr lang="en-US" sz="1500" kern="0" spc="-80" dirty="0">
                <a:solidFill>
                  <a:schemeClr val="accent6"/>
                </a:solidFill>
              </a:rPr>
              <a:t>This creates the 3D illusion.</a:t>
            </a:r>
          </a:p>
          <a:p>
            <a:pPr marL="12700" marR="5080"/>
            <a:r>
              <a:rPr lang="en-US" sz="1500" kern="0" spc="-80" dirty="0">
                <a:solidFill>
                  <a:schemeClr val="accent6"/>
                </a:solidFill>
              </a:rPr>
              <a:t>✅ 3.8 Matrix Stacks (Rendering Engines)</a:t>
            </a:r>
          </a:p>
          <a:p>
            <a:pPr marL="12700" marR="5080"/>
            <a:r>
              <a:rPr lang="en-US" sz="1500" kern="0" spc="-80" dirty="0">
                <a:solidFill>
                  <a:schemeClr val="accent6"/>
                </a:solidFill>
              </a:rPr>
              <a:t>Browsers, iOS </a:t>
            </a:r>
            <a:r>
              <a:rPr lang="en-US" sz="1500" kern="0" spc="-80" dirty="0" err="1">
                <a:solidFill>
                  <a:schemeClr val="accent6"/>
                </a:solidFill>
              </a:rPr>
              <a:t>CoreGraphics</a:t>
            </a:r>
            <a:r>
              <a:rPr lang="en-US" sz="1500" kern="0" spc="-80" dirty="0">
                <a:solidFill>
                  <a:schemeClr val="accent6"/>
                </a:solidFill>
              </a:rPr>
              <a:t>, Android Compose, Flutter all use a matrix stack:</a:t>
            </a:r>
          </a:p>
          <a:p>
            <a:pPr marL="12700" marR="5080"/>
            <a:r>
              <a:rPr lang="en-US" sz="1500" kern="0" spc="-80" dirty="0">
                <a:solidFill>
                  <a:schemeClr val="accent6"/>
                </a:solidFill>
              </a:rPr>
              <a:t>Each time a parent applies a transform:</a:t>
            </a:r>
          </a:p>
          <a:p>
            <a:pPr marL="12700" marR="5080"/>
            <a:r>
              <a:rPr lang="en-US" sz="1500" kern="0" spc="-80" dirty="0">
                <a:solidFill>
                  <a:schemeClr val="accent6"/>
                </a:solidFill>
              </a:rPr>
              <a:t>Push matrix</a:t>
            </a:r>
          </a:p>
          <a:p>
            <a:pPr marL="12700" marR="5080"/>
            <a:r>
              <a:rPr lang="en-US" sz="1500" kern="0" spc="-80" dirty="0">
                <a:solidFill>
                  <a:schemeClr val="accent6"/>
                </a:solidFill>
              </a:rPr>
              <a:t>Multiply child’s matrix</a:t>
            </a:r>
          </a:p>
          <a:p>
            <a:pPr marL="12700" marR="5080"/>
            <a:r>
              <a:rPr lang="en-US" sz="1500" kern="0" spc="-80" dirty="0">
                <a:solidFill>
                  <a:schemeClr val="accent6"/>
                </a:solidFill>
              </a:rPr>
              <a:t>Render</a:t>
            </a:r>
          </a:p>
          <a:p>
            <a:pPr marL="12700" marR="5080"/>
            <a:r>
              <a:rPr lang="en-US" sz="1500" kern="0" spc="-80" dirty="0">
                <a:solidFill>
                  <a:schemeClr val="accent6"/>
                </a:solidFill>
              </a:rPr>
              <a:t>Pop matrix</a:t>
            </a:r>
          </a:p>
          <a:p>
            <a:pPr marL="12700" marR="5080"/>
            <a:r>
              <a:rPr lang="en-US" sz="1500" kern="0" spc="-80" dirty="0">
                <a:solidFill>
                  <a:schemeClr val="accent6"/>
                </a:solidFill>
              </a:rPr>
              <a:t>Like:</a:t>
            </a:r>
          </a:p>
          <a:p>
            <a:pPr marL="12700" marR="5080"/>
            <a:r>
              <a:rPr lang="en-US" sz="1500" kern="0" spc="-80" dirty="0">
                <a:solidFill>
                  <a:schemeClr val="accent6"/>
                </a:solidFill>
              </a:rPr>
              <a:t>push(identity)</a:t>
            </a:r>
          </a:p>
          <a:p>
            <a:pPr marL="12700" marR="5080"/>
            <a:r>
              <a:rPr lang="en-US" sz="1500" kern="0" spc="-80" dirty="0">
                <a:solidFill>
                  <a:schemeClr val="accent6"/>
                </a:solidFill>
              </a:rPr>
              <a:t>multiply(parent)</a:t>
            </a:r>
          </a:p>
          <a:p>
            <a:pPr marL="12700" marR="5080"/>
            <a:r>
              <a:rPr lang="en-US" sz="1500" kern="0" spc="-80" dirty="0">
                <a:solidFill>
                  <a:schemeClr val="accent6"/>
                </a:solidFill>
              </a:rPr>
              <a:t>multiply(child)</a:t>
            </a:r>
          </a:p>
          <a:p>
            <a:pPr marL="12700" marR="5080"/>
            <a:r>
              <a:rPr lang="en-US" sz="1500" kern="0" spc="-80" dirty="0">
                <a:solidFill>
                  <a:schemeClr val="accent6"/>
                </a:solidFill>
              </a:rPr>
              <a:t>draw()</a:t>
            </a:r>
          </a:p>
          <a:p>
            <a:pPr marL="12700" marR="5080"/>
            <a:r>
              <a:rPr lang="en-US" sz="1500" kern="0" spc="-80" dirty="0">
                <a:solidFill>
                  <a:schemeClr val="accent6"/>
                </a:solidFill>
              </a:rPr>
              <a:t>pop()</a:t>
            </a:r>
          </a:p>
          <a:p>
            <a:pPr marL="12700" marR="5080"/>
            <a:r>
              <a:rPr lang="en-US" sz="1500" kern="0" spc="-80" dirty="0">
                <a:solidFill>
                  <a:schemeClr val="accent6"/>
                </a:solidFill>
              </a:rPr>
              <a:t>✅ 3.9 Applying a Matrix to a Point</a:t>
            </a:r>
          </a:p>
          <a:p>
            <a:pPr marL="12700" marR="5080"/>
            <a:r>
              <a:rPr lang="en-US" sz="1500" kern="0" spc="-80" dirty="0">
                <a:solidFill>
                  <a:schemeClr val="accent6"/>
                </a:solidFill>
              </a:rPr>
              <a:t>Given point (x, y):</a:t>
            </a:r>
          </a:p>
          <a:p>
            <a:pPr marL="12700" marR="5080"/>
            <a:r>
              <a:rPr lang="en-US" sz="1500" kern="0" spc="-80" dirty="0">
                <a:solidFill>
                  <a:schemeClr val="accent6"/>
                </a:solidFill>
              </a:rPr>
              <a:t>| x' |   | a c </a:t>
            </a:r>
            <a:r>
              <a:rPr lang="en-US" sz="1500" kern="0" spc="-80" dirty="0" err="1">
                <a:solidFill>
                  <a:schemeClr val="accent6"/>
                </a:solidFill>
              </a:rPr>
              <a:t>tx</a:t>
            </a:r>
            <a:r>
              <a:rPr lang="en-US" sz="1500" kern="0" spc="-80" dirty="0">
                <a:solidFill>
                  <a:schemeClr val="accent6"/>
                </a:solidFill>
              </a:rPr>
              <a:t> |   | x |</a:t>
            </a:r>
          </a:p>
          <a:p>
            <a:pPr marL="12700" marR="5080"/>
            <a:r>
              <a:rPr lang="en-US" sz="1500" kern="0" spc="-80" dirty="0">
                <a:solidFill>
                  <a:schemeClr val="accent6"/>
                </a:solidFill>
              </a:rPr>
              <a:t>| y' | = | b d ty | × | y |</a:t>
            </a:r>
          </a:p>
          <a:p>
            <a:pPr marL="12700" marR="5080"/>
            <a:r>
              <a:rPr lang="en-US" sz="1500" kern="0" spc="-80" dirty="0">
                <a:solidFill>
                  <a:schemeClr val="accent6"/>
                </a:solidFill>
              </a:rPr>
              <a:t>| 1  |   | 0 0  1 |   | 1 |</a:t>
            </a:r>
          </a:p>
          <a:p>
            <a:pPr marL="12700" marR="5080"/>
            <a:r>
              <a:rPr lang="en-US" sz="1500" kern="0" spc="-80" dirty="0">
                <a:solidFill>
                  <a:schemeClr val="accent6"/>
                </a:solidFill>
              </a:rPr>
              <a:t>Used for:</a:t>
            </a:r>
          </a:p>
          <a:p>
            <a:pPr marL="12700" marR="5080"/>
            <a:r>
              <a:rPr lang="en-US" sz="1500" kern="0" spc="-80" dirty="0">
                <a:solidFill>
                  <a:schemeClr val="accent6"/>
                </a:solidFill>
              </a:rPr>
              <a:t>Hit testing</a:t>
            </a:r>
          </a:p>
          <a:p>
            <a:pPr marL="12700" marR="5080"/>
            <a:r>
              <a:rPr lang="en-US" sz="1500" kern="0" spc="-80" dirty="0">
                <a:solidFill>
                  <a:schemeClr val="accent6"/>
                </a:solidFill>
              </a:rPr>
              <a:t>Gesture transformations</a:t>
            </a:r>
          </a:p>
          <a:p>
            <a:pPr marL="12700" marR="5080"/>
            <a:r>
              <a:rPr lang="en-US" sz="1500" kern="0" spc="-80" dirty="0">
                <a:solidFill>
                  <a:schemeClr val="accent6"/>
                </a:solidFill>
              </a:rPr>
              <a:t>Canvas/SVG drawings</a:t>
            </a:r>
          </a:p>
          <a:p>
            <a:pPr marL="12700" marR="5080"/>
            <a:r>
              <a:rPr lang="en-US" sz="1500" kern="0" spc="-80" dirty="0">
                <a:solidFill>
                  <a:schemeClr val="accent6"/>
                </a:solidFill>
              </a:rPr>
              <a:t>Composited transforms</a:t>
            </a:r>
          </a:p>
          <a:p>
            <a:pPr marL="12700" marR="5080"/>
            <a:r>
              <a:rPr lang="en-US" sz="1500" kern="0" spc="-80" dirty="0">
                <a:solidFill>
                  <a:schemeClr val="accent6"/>
                </a:solidFill>
              </a:rPr>
              <a:t>✅ 3.10 Inverse Transforms (for gestures &amp; hit testing)</a:t>
            </a:r>
          </a:p>
          <a:p>
            <a:pPr marL="12700" marR="5080"/>
            <a:r>
              <a:rPr lang="en-US" sz="1500" kern="0" spc="-80" dirty="0">
                <a:solidFill>
                  <a:schemeClr val="accent6"/>
                </a:solidFill>
              </a:rPr>
              <a:t>When user touches a point, we often need to convert global → local coordinates.</a:t>
            </a:r>
          </a:p>
          <a:p>
            <a:pPr marL="12700" marR="5080"/>
            <a:r>
              <a:rPr lang="en-US" sz="1500" kern="0" spc="-80" dirty="0">
                <a:solidFill>
                  <a:schemeClr val="accent6"/>
                </a:solidFill>
              </a:rPr>
              <a:t>You must apply the inverse matrix.</a:t>
            </a:r>
          </a:p>
          <a:p>
            <a:pPr marL="12700" marR="5080"/>
            <a:r>
              <a:rPr lang="en-US" sz="1500" kern="0" spc="-80" dirty="0">
                <a:solidFill>
                  <a:schemeClr val="accent6"/>
                </a:solidFill>
              </a:rPr>
              <a:t>If:</a:t>
            </a:r>
          </a:p>
          <a:p>
            <a:pPr marL="12700" marR="5080"/>
            <a:r>
              <a:rPr lang="en-US" sz="1500" kern="0" spc="-80" dirty="0">
                <a:solidFill>
                  <a:schemeClr val="accent6"/>
                </a:solidFill>
              </a:rPr>
              <a:t>M × </a:t>
            </a:r>
            <a:r>
              <a:rPr lang="en-US" sz="1500" kern="0" spc="-80" dirty="0" err="1">
                <a:solidFill>
                  <a:schemeClr val="accent6"/>
                </a:solidFill>
              </a:rPr>
              <a:t>P_local</a:t>
            </a:r>
            <a:r>
              <a:rPr lang="en-US" sz="1500" kern="0" spc="-80" dirty="0">
                <a:solidFill>
                  <a:schemeClr val="accent6"/>
                </a:solidFill>
              </a:rPr>
              <a:t> = </a:t>
            </a:r>
            <a:r>
              <a:rPr lang="en-US" sz="1500" kern="0" spc="-80" dirty="0" err="1">
                <a:solidFill>
                  <a:schemeClr val="accent6"/>
                </a:solidFill>
              </a:rPr>
              <a:t>P_global</a:t>
            </a:r>
            <a:endParaRPr lang="en-US" sz="1500" kern="0" spc="-80" dirty="0">
              <a:solidFill>
                <a:schemeClr val="accent6"/>
              </a:solidFill>
            </a:endParaRPr>
          </a:p>
          <a:p>
            <a:pPr marL="12700" marR="5080"/>
            <a:r>
              <a:rPr lang="en-US" sz="1500" kern="0" spc="-80" dirty="0">
                <a:solidFill>
                  <a:schemeClr val="accent6"/>
                </a:solidFill>
              </a:rPr>
              <a:t>Then:</a:t>
            </a:r>
          </a:p>
          <a:p>
            <a:pPr marL="12700" marR="5080"/>
            <a:r>
              <a:rPr lang="en-US" sz="1500" kern="0" spc="-80" dirty="0" err="1">
                <a:solidFill>
                  <a:schemeClr val="accent6"/>
                </a:solidFill>
              </a:rPr>
              <a:t>P_local</a:t>
            </a:r>
            <a:r>
              <a:rPr lang="en-US" sz="1500" kern="0" spc="-80" dirty="0">
                <a:solidFill>
                  <a:schemeClr val="accent6"/>
                </a:solidFill>
              </a:rPr>
              <a:t> = M⁻¹ × </a:t>
            </a:r>
            <a:r>
              <a:rPr lang="en-US" sz="1500" kern="0" spc="-80" dirty="0" err="1">
                <a:solidFill>
                  <a:schemeClr val="accent6"/>
                </a:solidFill>
              </a:rPr>
              <a:t>P_global</a:t>
            </a:r>
            <a:endParaRPr lang="en-US" sz="1500" kern="0" spc="-80" dirty="0">
              <a:solidFill>
                <a:schemeClr val="accent6"/>
              </a:solidFill>
            </a:endParaRPr>
          </a:p>
          <a:p>
            <a:pPr marL="12700" marR="5080"/>
            <a:r>
              <a:rPr lang="en-US" sz="1500" kern="0" spc="-80" dirty="0">
                <a:solidFill>
                  <a:schemeClr val="accent6"/>
                </a:solidFill>
              </a:rPr>
              <a:t>Examples:</a:t>
            </a:r>
          </a:p>
          <a:p>
            <a:pPr marL="12700" marR="5080"/>
            <a:r>
              <a:rPr lang="en-US" sz="1500" kern="0" spc="-80" dirty="0">
                <a:solidFill>
                  <a:schemeClr val="accent6"/>
                </a:solidFill>
              </a:rPr>
              <a:t>Web:</a:t>
            </a:r>
          </a:p>
          <a:p>
            <a:pPr marL="12700" marR="5080"/>
            <a:r>
              <a:rPr lang="en-US" sz="1500" kern="0" spc="-80" dirty="0" err="1">
                <a:solidFill>
                  <a:schemeClr val="accent6"/>
                </a:solidFill>
              </a:rPr>
              <a:t>element.getScreenCTM</a:t>
            </a:r>
            <a:r>
              <a:rPr lang="en-US" sz="1500" kern="0" spc="-80" dirty="0">
                <a:solidFill>
                  <a:schemeClr val="accent6"/>
                </a:solidFill>
              </a:rPr>
              <a:t>().inverse()</a:t>
            </a:r>
          </a:p>
          <a:p>
            <a:pPr marL="12700" marR="5080"/>
            <a:r>
              <a:rPr lang="en-US" sz="1500" kern="0" spc="-80" dirty="0">
                <a:solidFill>
                  <a:schemeClr val="accent6"/>
                </a:solidFill>
              </a:rPr>
              <a:t>iOS:</a:t>
            </a:r>
          </a:p>
          <a:p>
            <a:pPr marL="12700" marR="5080"/>
            <a:r>
              <a:rPr lang="en-US" sz="1500" kern="0" spc="-80" dirty="0" err="1">
                <a:solidFill>
                  <a:schemeClr val="accent6"/>
                </a:solidFill>
              </a:rPr>
              <a:t>view.convert</a:t>
            </a:r>
            <a:r>
              <a:rPr lang="en-US" sz="1500" kern="0" spc="-80" dirty="0">
                <a:solidFill>
                  <a:schemeClr val="accent6"/>
                </a:solidFill>
              </a:rPr>
              <a:t>(point, from: window)</a:t>
            </a:r>
          </a:p>
          <a:p>
            <a:pPr marL="12700" marR="5080"/>
            <a:r>
              <a:rPr lang="en-US" sz="1500" kern="0" spc="-80" dirty="0">
                <a:solidFill>
                  <a:schemeClr val="accent6"/>
                </a:solidFill>
              </a:rPr>
              <a:t>Android Compose:</a:t>
            </a:r>
          </a:p>
          <a:p>
            <a:pPr marL="12700" marR="5080"/>
            <a:r>
              <a:rPr lang="en-US" sz="1500" kern="0" spc="-80" dirty="0">
                <a:solidFill>
                  <a:schemeClr val="accent6"/>
                </a:solidFill>
              </a:rPr>
              <a:t>local = </a:t>
            </a:r>
            <a:r>
              <a:rPr lang="en-US" sz="1500" kern="0" spc="-80" dirty="0" err="1">
                <a:solidFill>
                  <a:schemeClr val="accent6"/>
                </a:solidFill>
              </a:rPr>
              <a:t>layoutCoordinates.rootToLocal</a:t>
            </a:r>
            <a:r>
              <a:rPr lang="en-US" sz="1500" kern="0" spc="-80" dirty="0">
                <a:solidFill>
                  <a:schemeClr val="accent6"/>
                </a:solidFill>
              </a:rPr>
              <a:t>(</a:t>
            </a:r>
            <a:r>
              <a:rPr lang="en-US" sz="1500" kern="0" spc="-80" dirty="0" err="1">
                <a:solidFill>
                  <a:schemeClr val="accent6"/>
                </a:solidFill>
              </a:rPr>
              <a:t>globalPoint</a:t>
            </a:r>
            <a:r>
              <a:rPr lang="en-US" sz="1500" kern="0" spc="-80" dirty="0">
                <a:solidFill>
                  <a:schemeClr val="accent6"/>
                </a:solidFill>
              </a:rPr>
              <a:t>)</a:t>
            </a:r>
          </a:p>
          <a:p>
            <a:pPr marL="12700" marR="5080"/>
            <a:r>
              <a:rPr lang="en-US" sz="1500" kern="0" spc="-80" dirty="0">
                <a:solidFill>
                  <a:schemeClr val="accent6"/>
                </a:solidFill>
              </a:rPr>
              <a:t>Inverse transforms are essential for:</a:t>
            </a:r>
          </a:p>
          <a:p>
            <a:pPr marL="12700" marR="5080"/>
            <a:r>
              <a:rPr lang="en-US" sz="1500" kern="0" spc="-80" dirty="0">
                <a:solidFill>
                  <a:schemeClr val="accent6"/>
                </a:solidFill>
              </a:rPr>
              <a:t>Pinch-zoom</a:t>
            </a:r>
          </a:p>
          <a:p>
            <a:pPr marL="12700" marR="5080"/>
            <a:r>
              <a:rPr lang="en-US" sz="1500" kern="0" spc="-80" dirty="0">
                <a:solidFill>
                  <a:schemeClr val="accent6"/>
                </a:solidFill>
              </a:rPr>
              <a:t>Nested scrollers</a:t>
            </a:r>
          </a:p>
          <a:p>
            <a:pPr marL="12700" marR="5080"/>
            <a:r>
              <a:rPr lang="en-US" sz="1500" kern="0" spc="-80" dirty="0">
                <a:solidFill>
                  <a:schemeClr val="accent6"/>
                </a:solidFill>
              </a:rPr>
              <a:t>Complex gestures</a:t>
            </a:r>
          </a:p>
          <a:p>
            <a:pPr marL="12700" marR="5080"/>
            <a:r>
              <a:rPr lang="en-US" sz="1500" kern="0" spc="-80" dirty="0">
                <a:solidFill>
                  <a:schemeClr val="accent6"/>
                </a:solidFill>
              </a:rPr>
              <a:t>3D UI picking</a:t>
            </a:r>
          </a:p>
          <a:p>
            <a:pPr marL="12700" marR="5080"/>
            <a:r>
              <a:rPr lang="en-US" sz="1500" kern="0" spc="-80" dirty="0">
                <a:solidFill>
                  <a:schemeClr val="accent6"/>
                </a:solidFill>
              </a:rPr>
              <a:t>Canvas drawing tools</a:t>
            </a:r>
          </a:p>
          <a:p>
            <a:pPr marL="12700" marR="5080"/>
            <a:r>
              <a:rPr lang="en-US" sz="1500" kern="0" spc="-80" dirty="0">
                <a:solidFill>
                  <a:schemeClr val="accent6"/>
                </a:solidFill>
              </a:rPr>
              <a:t>🎯 Section 3 Completed: Transform &amp; Matrix Math</a:t>
            </a:r>
          </a:p>
          <a:p>
            <a:pPr marL="12700" marR="5080"/>
            <a:r>
              <a:rPr lang="en-US" sz="1500" kern="0" spc="-80" dirty="0">
                <a:solidFill>
                  <a:schemeClr val="accent6"/>
                </a:solidFill>
              </a:rPr>
              <a:t>Next section:</a:t>
            </a:r>
          </a:p>
          <a:p>
            <a:pPr marL="12700" marR="5080"/>
            <a:r>
              <a:rPr lang="en-US" sz="1500" kern="0" spc="-80" dirty="0">
                <a:solidFill>
                  <a:schemeClr val="accent6"/>
                </a:solidFill>
              </a:rPr>
              <a:t>4. Trigonometry for UI, Animations &amp; Gestures</a:t>
            </a:r>
          </a:p>
          <a:p>
            <a:pPr marL="12700" marR="5080"/>
            <a:r>
              <a:rPr lang="en-US" sz="1500" kern="0" spc="-80" dirty="0">
                <a:solidFill>
                  <a:schemeClr val="accent6"/>
                </a:solidFill>
              </a:rPr>
              <a:t>(covers sin/cos, rotation math, polar coordinates, circular UI, carousels, angle-based gestures)</a:t>
            </a:r>
          </a:p>
          <a:p>
            <a:pPr marL="12700" marR="5080"/>
            <a:r>
              <a:rPr lang="en-US" sz="1500" kern="0" spc="-80" dirty="0">
                <a:solidFill>
                  <a:schemeClr val="accent6"/>
                </a:solidFill>
              </a:rPr>
              <a:t>Reply next to continue.</a:t>
            </a:r>
          </a:p>
          <a:p>
            <a:pPr marL="12700" marR="5080"/>
            <a:r>
              <a:rPr lang="en-US" sz="1500" kern="0" spc="-80" dirty="0">
                <a:solidFill>
                  <a:schemeClr val="accent6"/>
                </a:solidFill>
              </a:rPr>
              <a:t>~~~~~~~.</a:t>
            </a:r>
          </a:p>
          <a:p>
            <a:pPr marL="12700" marR="5080"/>
            <a:r>
              <a:rPr lang="en-US" sz="1500" kern="0" spc="-80" dirty="0">
                <a:solidFill>
                  <a:schemeClr val="accent6"/>
                </a:solidFill>
              </a:rPr>
              <a:t>Continuing with Section 4: Trigonometry for Web &amp; Native Mobile UI Development.</a:t>
            </a:r>
          </a:p>
          <a:p>
            <a:pPr marL="12700" marR="5080"/>
            <a:r>
              <a:rPr lang="en-US" sz="1500" kern="0" spc="-80" dirty="0">
                <a:solidFill>
                  <a:schemeClr val="accent6"/>
                </a:solidFill>
              </a:rPr>
              <a:t>This is one of the most important math areas for animations, gestures, physics, circular UI, 2D graphics, transforms, and motion design.</a:t>
            </a:r>
          </a:p>
          <a:p>
            <a:pPr marL="12700" marR="5080"/>
            <a:r>
              <a:rPr lang="en-US" sz="1500" kern="0" spc="-80" dirty="0">
                <a:solidFill>
                  <a:schemeClr val="accent6"/>
                </a:solidFill>
              </a:rPr>
              <a:t>⭐ 4. Trigonometry for UI, Animation &amp; Gestures</a:t>
            </a:r>
          </a:p>
          <a:p>
            <a:pPr marL="12700" marR="5080"/>
            <a:r>
              <a:rPr lang="en-US" sz="1500" kern="0" spc="-80" dirty="0">
                <a:solidFill>
                  <a:schemeClr val="accent6"/>
                </a:solidFill>
              </a:rPr>
              <a:t>Trigonometry powers:</a:t>
            </a:r>
          </a:p>
          <a:p>
            <a:pPr marL="12700" marR="5080"/>
            <a:r>
              <a:rPr lang="en-US" sz="1500" kern="0" spc="-80" dirty="0">
                <a:solidFill>
                  <a:schemeClr val="accent6"/>
                </a:solidFill>
              </a:rPr>
              <a:t>Circular progress bars</a:t>
            </a:r>
          </a:p>
          <a:p>
            <a:pPr marL="12700" marR="5080"/>
            <a:r>
              <a:rPr lang="en-US" sz="1500" kern="0" spc="-80" dirty="0">
                <a:solidFill>
                  <a:schemeClr val="accent6"/>
                </a:solidFill>
              </a:rPr>
              <a:t>Radial menus</a:t>
            </a:r>
          </a:p>
          <a:p>
            <a:pPr marL="12700" marR="5080"/>
            <a:r>
              <a:rPr lang="en-US" sz="1500" kern="0" spc="-80" dirty="0">
                <a:solidFill>
                  <a:schemeClr val="accent6"/>
                </a:solidFill>
              </a:rPr>
              <a:t>Carousel rotations</a:t>
            </a:r>
          </a:p>
          <a:p>
            <a:pPr marL="12700" marR="5080"/>
            <a:r>
              <a:rPr lang="en-US" sz="1500" kern="0" spc="-80" dirty="0">
                <a:solidFill>
                  <a:schemeClr val="accent6"/>
                </a:solidFill>
              </a:rPr>
              <a:t>Arc paths</a:t>
            </a:r>
          </a:p>
          <a:p>
            <a:pPr marL="12700" marR="5080"/>
            <a:r>
              <a:rPr lang="en-US" sz="1500" kern="0" spc="-80" dirty="0">
                <a:solidFill>
                  <a:schemeClr val="accent6"/>
                </a:solidFill>
              </a:rPr>
              <a:t>Angular gestures (rotate, dial, knob)</a:t>
            </a:r>
          </a:p>
          <a:p>
            <a:pPr marL="12700" marR="5080"/>
            <a:r>
              <a:rPr lang="en-US" sz="1500" kern="0" spc="-80" dirty="0">
                <a:solidFill>
                  <a:schemeClr val="accent6"/>
                </a:solidFill>
              </a:rPr>
              <a:t>3D transforms</a:t>
            </a:r>
          </a:p>
          <a:p>
            <a:pPr marL="12700" marR="5080"/>
            <a:r>
              <a:rPr lang="en-US" sz="1500" kern="0" spc="-80" dirty="0">
                <a:solidFill>
                  <a:schemeClr val="accent6"/>
                </a:solidFill>
              </a:rPr>
              <a:t>Ripple animations</a:t>
            </a:r>
          </a:p>
          <a:p>
            <a:pPr marL="12700" marR="5080"/>
            <a:r>
              <a:rPr lang="en-US" sz="1500" kern="0" spc="-80" dirty="0">
                <a:solidFill>
                  <a:schemeClr val="accent6"/>
                </a:solidFill>
              </a:rPr>
              <a:t>Game-like UI</a:t>
            </a:r>
          </a:p>
          <a:p>
            <a:pPr marL="12700" marR="5080"/>
            <a:r>
              <a:rPr lang="en-US" sz="1500" kern="0" spc="-80" dirty="0">
                <a:solidFill>
                  <a:schemeClr val="accent6"/>
                </a:solidFill>
              </a:rPr>
              <a:t>Spring &amp; oscillation animations</a:t>
            </a:r>
          </a:p>
          <a:p>
            <a:pPr marL="12700" marR="5080"/>
            <a:r>
              <a:rPr lang="en-US" sz="1500" kern="0" spc="-80" dirty="0">
                <a:solidFill>
                  <a:schemeClr val="accent6"/>
                </a:solidFill>
              </a:rPr>
              <a:t>We will cover:</a:t>
            </a:r>
          </a:p>
          <a:p>
            <a:pPr marL="12700" marR="5080"/>
            <a:r>
              <a:rPr lang="en-US" sz="1500" kern="0" spc="-80" dirty="0">
                <a:solidFill>
                  <a:schemeClr val="accent6"/>
                </a:solidFill>
              </a:rPr>
              <a:t>Radians vs Degrees</a:t>
            </a:r>
          </a:p>
          <a:p>
            <a:pPr marL="12700" marR="5080"/>
            <a:r>
              <a:rPr lang="en-US" sz="1500" kern="0" spc="-80" dirty="0">
                <a:solidFill>
                  <a:schemeClr val="accent6"/>
                </a:solidFill>
              </a:rPr>
              <a:t>Sine, Cosine, Tangent</a:t>
            </a:r>
          </a:p>
          <a:p>
            <a:pPr marL="12700" marR="5080"/>
            <a:r>
              <a:rPr lang="en-US" sz="1500" kern="0" spc="-80" dirty="0" err="1">
                <a:solidFill>
                  <a:schemeClr val="accent6"/>
                </a:solidFill>
              </a:rPr>
              <a:t>atan</a:t>
            </a:r>
            <a:r>
              <a:rPr lang="en-US" sz="1500" kern="0" spc="-80" dirty="0">
                <a:solidFill>
                  <a:schemeClr val="accent6"/>
                </a:solidFill>
              </a:rPr>
              <a:t> &amp; atan2</a:t>
            </a:r>
          </a:p>
          <a:p>
            <a:pPr marL="12700" marR="5080"/>
            <a:r>
              <a:rPr lang="en-US" sz="1500" kern="0" spc="-80" dirty="0">
                <a:solidFill>
                  <a:schemeClr val="accent6"/>
                </a:solidFill>
              </a:rPr>
              <a:t>Polar coordinates</a:t>
            </a:r>
          </a:p>
          <a:p>
            <a:pPr marL="12700" marR="5080"/>
            <a:r>
              <a:rPr lang="en-US" sz="1500" kern="0" spc="-80" dirty="0">
                <a:solidFill>
                  <a:schemeClr val="accent6"/>
                </a:solidFill>
              </a:rPr>
              <a:t>Circular interpolation</a:t>
            </a:r>
          </a:p>
          <a:p>
            <a:pPr marL="12700" marR="5080"/>
            <a:r>
              <a:rPr lang="en-US" sz="1500" kern="0" spc="-80" dirty="0">
                <a:solidFill>
                  <a:schemeClr val="accent6"/>
                </a:solidFill>
              </a:rPr>
              <a:t>Angular easing</a:t>
            </a:r>
          </a:p>
          <a:p>
            <a:pPr marL="12700" marR="5080"/>
            <a:r>
              <a:rPr lang="en-US" sz="1500" kern="0" spc="-80" dirty="0">
                <a:solidFill>
                  <a:schemeClr val="accent6"/>
                </a:solidFill>
              </a:rPr>
              <a:t>Arc &amp; circle formulas</a:t>
            </a:r>
          </a:p>
          <a:p>
            <a:pPr marL="12700" marR="5080"/>
            <a:r>
              <a:rPr lang="en-US" sz="1500" kern="0" spc="-80" dirty="0">
                <a:solidFill>
                  <a:schemeClr val="accent6"/>
                </a:solidFill>
              </a:rPr>
              <a:t>Rotations around arbitrary points</a:t>
            </a:r>
          </a:p>
          <a:p>
            <a:pPr marL="12700" marR="5080"/>
            <a:r>
              <a:rPr lang="en-US" sz="1500" kern="0" spc="-80" dirty="0">
                <a:solidFill>
                  <a:schemeClr val="accent6"/>
                </a:solidFill>
              </a:rPr>
              <a:t>Trigonometry in gestures</a:t>
            </a:r>
          </a:p>
          <a:p>
            <a:pPr marL="12700" marR="5080"/>
            <a:r>
              <a:rPr lang="en-US" sz="1500" kern="0" spc="-80" dirty="0">
                <a:solidFill>
                  <a:schemeClr val="accent6"/>
                </a:solidFill>
              </a:rPr>
              <a:t>Oscillation &amp; wave math</a:t>
            </a:r>
          </a:p>
          <a:p>
            <a:pPr marL="12700" marR="5080"/>
            <a:r>
              <a:rPr lang="en-US" sz="1500" kern="0" spc="-80" dirty="0">
                <a:solidFill>
                  <a:schemeClr val="accent6"/>
                </a:solidFill>
              </a:rPr>
              <a:t>✅ 4.1 Degrees vs Radians</a:t>
            </a:r>
          </a:p>
          <a:p>
            <a:pPr marL="12700" marR="5080"/>
            <a:r>
              <a:rPr lang="en-US" sz="1500" kern="0" spc="-80" dirty="0">
                <a:solidFill>
                  <a:schemeClr val="accent6"/>
                </a:solidFill>
              </a:rPr>
              <a:t>Most programming APIs use radians, while designers use degrees.</a:t>
            </a:r>
          </a:p>
          <a:p>
            <a:pPr marL="12700" marR="5080"/>
            <a:r>
              <a:rPr lang="en-US" sz="1500" kern="0" spc="-80" dirty="0">
                <a:solidFill>
                  <a:schemeClr val="accent6"/>
                </a:solidFill>
              </a:rPr>
              <a:t>Conversion:</a:t>
            </a:r>
          </a:p>
          <a:p>
            <a:pPr marL="12700" marR="5080"/>
            <a:r>
              <a:rPr lang="en-US" sz="1500" kern="0" spc="-80" dirty="0">
                <a:solidFill>
                  <a:schemeClr val="accent6"/>
                </a:solidFill>
              </a:rPr>
              <a:t>radians = degrees * </a:t>
            </a:r>
            <a:r>
              <a:rPr lang="el-GR" sz="1500" kern="0" spc="-80" dirty="0">
                <a:solidFill>
                  <a:schemeClr val="accent6"/>
                </a:solidFill>
              </a:rPr>
              <a:t>π / 180</a:t>
            </a:r>
          </a:p>
          <a:p>
            <a:pPr marL="12700" marR="5080"/>
            <a:r>
              <a:rPr lang="en-US" sz="1500" kern="0" spc="-80" dirty="0">
                <a:solidFill>
                  <a:schemeClr val="accent6"/>
                </a:solidFill>
              </a:rPr>
              <a:t>degrees = radians * 180 / </a:t>
            </a:r>
            <a:r>
              <a:rPr lang="el-GR" sz="1500" kern="0" spc="-80" dirty="0">
                <a:solidFill>
                  <a:schemeClr val="accent6"/>
                </a:solidFill>
              </a:rPr>
              <a:t>π</a:t>
            </a:r>
          </a:p>
          <a:p>
            <a:pPr marL="12700" marR="5080"/>
            <a:r>
              <a:rPr lang="en-US" sz="1500" kern="0" spc="-80" dirty="0">
                <a:solidFill>
                  <a:schemeClr val="accent6"/>
                </a:solidFill>
              </a:rPr>
              <a:t>Example in JS:</a:t>
            </a:r>
          </a:p>
          <a:p>
            <a:pPr marL="12700" marR="5080"/>
            <a:r>
              <a:rPr lang="en-US" sz="1500" kern="0" spc="-80" dirty="0">
                <a:solidFill>
                  <a:schemeClr val="accent6"/>
                </a:solidFill>
              </a:rPr>
              <a:t>let rad = deg * </a:t>
            </a:r>
            <a:r>
              <a:rPr lang="en-US" sz="1500" kern="0" spc="-80" dirty="0" err="1">
                <a:solidFill>
                  <a:schemeClr val="accent6"/>
                </a:solidFill>
              </a:rPr>
              <a:t>Math.PI</a:t>
            </a:r>
            <a:r>
              <a:rPr lang="en-US" sz="1500" kern="0" spc="-80" dirty="0">
                <a:solidFill>
                  <a:schemeClr val="accent6"/>
                </a:solidFill>
              </a:rPr>
              <a:t> / 180;</a:t>
            </a:r>
          </a:p>
          <a:p>
            <a:pPr marL="12700" marR="5080"/>
            <a:r>
              <a:rPr lang="en-US" sz="1500" kern="0" spc="-80" dirty="0">
                <a:solidFill>
                  <a:schemeClr val="accent6"/>
                </a:solidFill>
              </a:rPr>
              <a:t>Swift:</a:t>
            </a:r>
          </a:p>
          <a:p>
            <a:pPr marL="12700" marR="5080"/>
            <a:r>
              <a:rPr lang="en-US" sz="1500" kern="0" spc="-80" dirty="0">
                <a:solidFill>
                  <a:schemeClr val="accent6"/>
                </a:solidFill>
              </a:rPr>
              <a:t>let rad = deg * .pi / 180</a:t>
            </a:r>
          </a:p>
          <a:p>
            <a:pPr marL="12700" marR="5080"/>
            <a:r>
              <a:rPr lang="en-US" sz="1500" kern="0" spc="-80" dirty="0">
                <a:solidFill>
                  <a:schemeClr val="accent6"/>
                </a:solidFill>
              </a:rPr>
              <a:t>Android Compose:</a:t>
            </a:r>
          </a:p>
          <a:p>
            <a:pPr marL="12700" marR="5080"/>
            <a:r>
              <a:rPr lang="en-US" sz="1500" kern="0" spc="-80" dirty="0" err="1">
                <a:solidFill>
                  <a:schemeClr val="accent6"/>
                </a:solidFill>
              </a:rPr>
              <a:t>val</a:t>
            </a:r>
            <a:r>
              <a:rPr lang="en-US" sz="1500" kern="0" spc="-80" dirty="0">
                <a:solidFill>
                  <a:schemeClr val="accent6"/>
                </a:solidFill>
              </a:rPr>
              <a:t> rad = deg * PI / 180</a:t>
            </a:r>
          </a:p>
          <a:p>
            <a:pPr marL="12700" marR="5080"/>
            <a:r>
              <a:rPr lang="en-US" sz="1500" kern="0" spc="-80" dirty="0">
                <a:solidFill>
                  <a:schemeClr val="accent6"/>
                </a:solidFill>
              </a:rPr>
              <a:t>✅ 4.2 Sine, Cosine, Tangent</a:t>
            </a:r>
          </a:p>
          <a:p>
            <a:pPr marL="12700" marR="5080"/>
            <a:r>
              <a:rPr lang="en-US" sz="1500" kern="0" spc="-80" dirty="0">
                <a:solidFill>
                  <a:schemeClr val="accent6"/>
                </a:solidFill>
              </a:rPr>
              <a:t>These functions describe angles &amp; circles.</a:t>
            </a:r>
          </a:p>
          <a:p>
            <a:pPr marL="12700" marR="5080"/>
            <a:r>
              <a:rPr lang="en-US" sz="1500" kern="0" spc="-80" dirty="0">
                <a:solidFill>
                  <a:schemeClr val="accent6"/>
                </a:solidFill>
              </a:rPr>
              <a:t>sin </a:t>
            </a:r>
            <a:r>
              <a:rPr lang="el-GR" sz="1500" kern="0" spc="-80" dirty="0">
                <a:solidFill>
                  <a:schemeClr val="accent6"/>
                </a:solidFill>
              </a:rPr>
              <a:t>θ = </a:t>
            </a:r>
            <a:r>
              <a:rPr lang="en-US" sz="1500" kern="0" spc="-80" dirty="0">
                <a:solidFill>
                  <a:schemeClr val="accent6"/>
                </a:solidFill>
              </a:rPr>
              <a:t>opposite / hypotenuse</a:t>
            </a:r>
          </a:p>
          <a:p>
            <a:pPr marL="12700" marR="5080"/>
            <a:r>
              <a:rPr lang="en-US" sz="1500" kern="0" spc="-80" dirty="0">
                <a:solidFill>
                  <a:schemeClr val="accent6"/>
                </a:solidFill>
              </a:rPr>
              <a:t>cos </a:t>
            </a:r>
            <a:r>
              <a:rPr lang="el-GR" sz="1500" kern="0" spc="-80" dirty="0">
                <a:solidFill>
                  <a:schemeClr val="accent6"/>
                </a:solidFill>
              </a:rPr>
              <a:t>θ = </a:t>
            </a:r>
            <a:r>
              <a:rPr lang="en-US" sz="1500" kern="0" spc="-80" dirty="0">
                <a:solidFill>
                  <a:schemeClr val="accent6"/>
                </a:solidFill>
              </a:rPr>
              <a:t>adjacent / hypotenuse</a:t>
            </a:r>
          </a:p>
          <a:p>
            <a:pPr marL="12700" marR="5080"/>
            <a:r>
              <a:rPr lang="en-US" sz="1500" kern="0" spc="-80" dirty="0">
                <a:solidFill>
                  <a:schemeClr val="accent6"/>
                </a:solidFill>
              </a:rPr>
              <a:t>tan </a:t>
            </a:r>
            <a:r>
              <a:rPr lang="el-GR" sz="1500" kern="0" spc="-80" dirty="0">
                <a:solidFill>
                  <a:schemeClr val="accent6"/>
                </a:solidFill>
              </a:rPr>
              <a:t>θ = </a:t>
            </a:r>
            <a:r>
              <a:rPr lang="en-US" sz="1500" kern="0" spc="-80" dirty="0">
                <a:solidFill>
                  <a:schemeClr val="accent6"/>
                </a:solidFill>
              </a:rPr>
              <a:t>sin </a:t>
            </a:r>
            <a:r>
              <a:rPr lang="el-GR" sz="1500" kern="0" spc="-80" dirty="0">
                <a:solidFill>
                  <a:schemeClr val="accent6"/>
                </a:solidFill>
              </a:rPr>
              <a:t>θ / </a:t>
            </a:r>
            <a:r>
              <a:rPr lang="en-US" sz="1500" kern="0" spc="-80" dirty="0">
                <a:solidFill>
                  <a:schemeClr val="accent6"/>
                </a:solidFill>
              </a:rPr>
              <a:t>cos </a:t>
            </a:r>
            <a:r>
              <a:rPr lang="el-GR" sz="1500" kern="0" spc="-80" dirty="0">
                <a:solidFill>
                  <a:schemeClr val="accent6"/>
                </a:solidFill>
              </a:rPr>
              <a:t>θ</a:t>
            </a:r>
          </a:p>
          <a:p>
            <a:pPr marL="12700" marR="5080"/>
            <a:r>
              <a:rPr lang="en-US" sz="1500" kern="0" spc="-80" dirty="0">
                <a:solidFill>
                  <a:schemeClr val="accent6"/>
                </a:solidFill>
              </a:rPr>
              <a:t>Used in:</a:t>
            </a:r>
          </a:p>
          <a:p>
            <a:pPr marL="12700" marR="5080"/>
            <a:r>
              <a:rPr lang="en-US" sz="1500" kern="0" spc="-80" dirty="0">
                <a:solidFill>
                  <a:schemeClr val="accent6"/>
                </a:solidFill>
              </a:rPr>
              <a:t>Circular animations</a:t>
            </a:r>
          </a:p>
          <a:p>
            <a:pPr marL="12700" marR="5080"/>
            <a:r>
              <a:rPr lang="en-US" sz="1500" kern="0" spc="-80" dirty="0">
                <a:solidFill>
                  <a:schemeClr val="accent6"/>
                </a:solidFill>
              </a:rPr>
              <a:t>Bobbing effects</a:t>
            </a:r>
          </a:p>
          <a:p>
            <a:pPr marL="12700" marR="5080"/>
            <a:r>
              <a:rPr lang="en-US" sz="1500" kern="0" spc="-80" dirty="0">
                <a:solidFill>
                  <a:schemeClr val="accent6"/>
                </a:solidFill>
              </a:rPr>
              <a:t>Parallax</a:t>
            </a:r>
          </a:p>
          <a:p>
            <a:pPr marL="12700" marR="5080"/>
            <a:r>
              <a:rPr lang="en-US" sz="1500" kern="0" spc="-80" dirty="0">
                <a:solidFill>
                  <a:schemeClr val="accent6"/>
                </a:solidFill>
              </a:rPr>
              <a:t>Drawing arcs</a:t>
            </a:r>
          </a:p>
          <a:p>
            <a:pPr marL="12700" marR="5080"/>
            <a:r>
              <a:rPr lang="en-US" sz="1500" kern="0" spc="-80" dirty="0">
                <a:solidFill>
                  <a:schemeClr val="accent6"/>
                </a:solidFill>
              </a:rPr>
              <a:t>Offset along a curve</a:t>
            </a:r>
          </a:p>
          <a:p>
            <a:pPr marL="12700" marR="5080"/>
            <a:r>
              <a:rPr lang="en-US" sz="1500" kern="0" spc="-80" dirty="0">
                <a:solidFill>
                  <a:schemeClr val="accent6"/>
                </a:solidFill>
              </a:rPr>
              <a:t>Example: Moving an object along a circle:</a:t>
            </a:r>
          </a:p>
          <a:p>
            <a:pPr marL="12700" marR="5080"/>
            <a:r>
              <a:rPr lang="en-US" sz="1500" kern="0" spc="-80" dirty="0">
                <a:solidFill>
                  <a:schemeClr val="accent6"/>
                </a:solidFill>
              </a:rPr>
              <a:t>x = cx + r cos </a:t>
            </a:r>
            <a:r>
              <a:rPr lang="el-GR" sz="1500" kern="0" spc="-80" dirty="0">
                <a:solidFill>
                  <a:schemeClr val="accent6"/>
                </a:solidFill>
              </a:rPr>
              <a:t>θ</a:t>
            </a:r>
          </a:p>
          <a:p>
            <a:pPr marL="12700" marR="5080"/>
            <a:r>
              <a:rPr lang="en-US" sz="1500" kern="0" spc="-80" dirty="0">
                <a:solidFill>
                  <a:schemeClr val="accent6"/>
                </a:solidFill>
              </a:rPr>
              <a:t>y = cy + r sin </a:t>
            </a:r>
            <a:r>
              <a:rPr lang="el-GR" sz="1500" kern="0" spc="-80" dirty="0">
                <a:solidFill>
                  <a:schemeClr val="accent6"/>
                </a:solidFill>
              </a:rPr>
              <a:t>θ</a:t>
            </a:r>
          </a:p>
          <a:p>
            <a:pPr marL="12700" marR="5080"/>
            <a:r>
              <a:rPr lang="en-US" sz="1500" kern="0" spc="-80" dirty="0">
                <a:solidFill>
                  <a:schemeClr val="accent6"/>
                </a:solidFill>
              </a:rPr>
              <a:t>✅ 4.3 atan2(y, x) (Very important in UI)</a:t>
            </a:r>
          </a:p>
          <a:p>
            <a:pPr marL="12700" marR="5080"/>
            <a:r>
              <a:rPr lang="en-US" sz="1500" kern="0" spc="-80" dirty="0">
                <a:solidFill>
                  <a:schemeClr val="accent6"/>
                </a:solidFill>
              </a:rPr>
              <a:t>This function gives angle with correct quadrant sign:</a:t>
            </a:r>
          </a:p>
          <a:p>
            <a:pPr marL="12700" marR="5080"/>
            <a:r>
              <a:rPr lang="en-US" sz="1500" kern="0" spc="-80" dirty="0">
                <a:solidFill>
                  <a:schemeClr val="accent6"/>
                </a:solidFill>
              </a:rPr>
              <a:t>angle = atan2(</a:t>
            </a:r>
            <a:r>
              <a:rPr lang="en-US" sz="1500" kern="0" spc="-80" dirty="0" err="1">
                <a:solidFill>
                  <a:schemeClr val="accent6"/>
                </a:solidFill>
              </a:rPr>
              <a:t>dy</a:t>
            </a:r>
            <a:r>
              <a:rPr lang="en-US" sz="1500" kern="0" spc="-80" dirty="0">
                <a:solidFill>
                  <a:schemeClr val="accent6"/>
                </a:solidFill>
              </a:rPr>
              <a:t>, dx)</a:t>
            </a:r>
          </a:p>
          <a:p>
            <a:pPr marL="12700" marR="5080"/>
            <a:r>
              <a:rPr lang="en-US" sz="1500" kern="0" spc="-80" dirty="0">
                <a:solidFill>
                  <a:schemeClr val="accent6"/>
                </a:solidFill>
              </a:rPr>
              <a:t>Used for:</a:t>
            </a:r>
          </a:p>
          <a:p>
            <a:pPr marL="12700" marR="5080"/>
            <a:r>
              <a:rPr lang="en-US" sz="1500" kern="0" spc="-80" dirty="0">
                <a:solidFill>
                  <a:schemeClr val="accent6"/>
                </a:solidFill>
              </a:rPr>
              <a:t>Rotate gesture</a:t>
            </a:r>
          </a:p>
          <a:p>
            <a:pPr marL="12700" marR="5080"/>
            <a:r>
              <a:rPr lang="en-US" sz="1500" kern="0" spc="-80" dirty="0">
                <a:solidFill>
                  <a:schemeClr val="accent6"/>
                </a:solidFill>
              </a:rPr>
              <a:t>Swipe direction</a:t>
            </a:r>
          </a:p>
          <a:p>
            <a:pPr marL="12700" marR="5080"/>
            <a:r>
              <a:rPr lang="en-US" sz="1500" kern="0" spc="-80" dirty="0">
                <a:solidFill>
                  <a:schemeClr val="accent6"/>
                </a:solidFill>
              </a:rPr>
              <a:t>Pointer angle</a:t>
            </a:r>
          </a:p>
          <a:p>
            <a:pPr marL="12700" marR="5080"/>
            <a:r>
              <a:rPr lang="en-US" sz="1500" kern="0" spc="-80" dirty="0">
                <a:solidFill>
                  <a:schemeClr val="accent6"/>
                </a:solidFill>
              </a:rPr>
              <a:t>Joystick controls</a:t>
            </a:r>
          </a:p>
          <a:p>
            <a:pPr marL="12700" marR="5080"/>
            <a:r>
              <a:rPr lang="en-US" sz="1500" kern="0" spc="-80" dirty="0">
                <a:solidFill>
                  <a:schemeClr val="accent6"/>
                </a:solidFill>
              </a:rPr>
              <a:t>Compass UI</a:t>
            </a:r>
          </a:p>
          <a:p>
            <a:pPr marL="12700" marR="5080"/>
            <a:r>
              <a:rPr lang="en-US" sz="1500" kern="0" spc="-80" dirty="0">
                <a:solidFill>
                  <a:schemeClr val="accent6"/>
                </a:solidFill>
              </a:rPr>
              <a:t>Example: Angle between touch point and center:</a:t>
            </a:r>
          </a:p>
          <a:p>
            <a:pPr marL="12700" marR="5080"/>
            <a:r>
              <a:rPr lang="en-US" sz="1500" kern="0" spc="-80" dirty="0">
                <a:solidFill>
                  <a:schemeClr val="accent6"/>
                </a:solidFill>
              </a:rPr>
              <a:t>let angle = Math.atan2(y - cy, x - cx);</a:t>
            </a:r>
          </a:p>
          <a:p>
            <a:pPr marL="12700" marR="5080"/>
            <a:r>
              <a:rPr lang="en-US" sz="1500" kern="0" spc="-80" dirty="0">
                <a:solidFill>
                  <a:schemeClr val="accent6"/>
                </a:solidFill>
              </a:rPr>
              <a:t>✅ 4.4 Polar → Cartesian Conversions</a:t>
            </a:r>
          </a:p>
          <a:p>
            <a:pPr marL="12700" marR="5080"/>
            <a:r>
              <a:rPr lang="en-US" sz="1500" kern="0" spc="-80" dirty="0">
                <a:solidFill>
                  <a:schemeClr val="accent6"/>
                </a:solidFill>
              </a:rPr>
              <a:t>Polar coordinates describe a point based on:</a:t>
            </a:r>
          </a:p>
          <a:p>
            <a:pPr marL="12700" marR="5080"/>
            <a:r>
              <a:rPr lang="en-US" sz="1500" kern="0" spc="-80" dirty="0">
                <a:solidFill>
                  <a:schemeClr val="accent6"/>
                </a:solidFill>
              </a:rPr>
              <a:t>radius (distance)</a:t>
            </a:r>
          </a:p>
          <a:p>
            <a:pPr marL="12700" marR="5080"/>
            <a:r>
              <a:rPr lang="en-US" sz="1500" kern="0" spc="-80" dirty="0">
                <a:solidFill>
                  <a:schemeClr val="accent6"/>
                </a:solidFill>
              </a:rPr>
              <a:t>angle</a:t>
            </a:r>
          </a:p>
          <a:p>
            <a:pPr marL="12700" marR="5080"/>
            <a:r>
              <a:rPr lang="en-US" sz="1500" kern="0" spc="-80" dirty="0">
                <a:solidFill>
                  <a:schemeClr val="accent6"/>
                </a:solidFill>
              </a:rPr>
              <a:t>Conversions:</a:t>
            </a:r>
          </a:p>
          <a:p>
            <a:pPr marL="12700" marR="5080"/>
            <a:r>
              <a:rPr lang="en-US" sz="1500" kern="0" spc="-80" dirty="0">
                <a:solidFill>
                  <a:schemeClr val="accent6"/>
                </a:solidFill>
              </a:rPr>
              <a:t>x = r cos </a:t>
            </a:r>
            <a:r>
              <a:rPr lang="el-GR" sz="1500" kern="0" spc="-80" dirty="0">
                <a:solidFill>
                  <a:schemeClr val="accent6"/>
                </a:solidFill>
              </a:rPr>
              <a:t>θ</a:t>
            </a:r>
          </a:p>
          <a:p>
            <a:pPr marL="12700" marR="5080"/>
            <a:r>
              <a:rPr lang="en-US" sz="1500" kern="0" spc="-80" dirty="0">
                <a:solidFill>
                  <a:schemeClr val="accent6"/>
                </a:solidFill>
              </a:rPr>
              <a:t>y = r sin </a:t>
            </a:r>
            <a:r>
              <a:rPr lang="el-GR" sz="1500" kern="0" spc="-80" dirty="0">
                <a:solidFill>
                  <a:schemeClr val="accent6"/>
                </a:solidFill>
              </a:rPr>
              <a:t>θ</a:t>
            </a:r>
          </a:p>
          <a:p>
            <a:pPr marL="12700" marR="5080"/>
            <a:r>
              <a:rPr lang="en-US" sz="1500" kern="0" spc="-80" dirty="0">
                <a:solidFill>
                  <a:schemeClr val="accent6"/>
                </a:solidFill>
              </a:rPr>
              <a:t>Used for:</a:t>
            </a:r>
          </a:p>
          <a:p>
            <a:pPr marL="12700" marR="5080"/>
            <a:r>
              <a:rPr lang="en-US" sz="1500" kern="0" spc="-80" dirty="0">
                <a:solidFill>
                  <a:schemeClr val="accent6"/>
                </a:solidFill>
              </a:rPr>
              <a:t>Clock hands</a:t>
            </a:r>
          </a:p>
          <a:p>
            <a:pPr marL="12700" marR="5080"/>
            <a:r>
              <a:rPr lang="en-US" sz="1500" kern="0" spc="-80" dirty="0">
                <a:solidFill>
                  <a:schemeClr val="accent6"/>
                </a:solidFill>
              </a:rPr>
              <a:t>Radial sliders</a:t>
            </a:r>
          </a:p>
          <a:p>
            <a:pPr marL="12700" marR="5080"/>
            <a:r>
              <a:rPr lang="en-US" sz="1500" kern="0" spc="-80" dirty="0">
                <a:solidFill>
                  <a:schemeClr val="accent6"/>
                </a:solidFill>
              </a:rPr>
              <a:t>Pie charts</a:t>
            </a:r>
          </a:p>
          <a:p>
            <a:pPr marL="12700" marR="5080"/>
            <a:r>
              <a:rPr lang="en-US" sz="1500" kern="0" spc="-80" dirty="0">
                <a:solidFill>
                  <a:schemeClr val="accent6"/>
                </a:solidFill>
              </a:rPr>
              <a:t>Circular carousels</a:t>
            </a:r>
          </a:p>
          <a:p>
            <a:pPr marL="12700" marR="5080"/>
            <a:r>
              <a:rPr lang="en-US" sz="1500" kern="0" spc="-80" dirty="0">
                <a:solidFill>
                  <a:schemeClr val="accent6"/>
                </a:solidFill>
              </a:rPr>
              <a:t>Arc menus</a:t>
            </a:r>
          </a:p>
          <a:p>
            <a:pPr marL="12700" marR="5080"/>
            <a:r>
              <a:rPr lang="en-US" sz="1500" kern="0" spc="-80" dirty="0">
                <a:solidFill>
                  <a:schemeClr val="accent6"/>
                </a:solidFill>
              </a:rPr>
              <a:t>Reverse:</a:t>
            </a:r>
          </a:p>
          <a:p>
            <a:pPr marL="12700" marR="5080"/>
            <a:r>
              <a:rPr lang="en-US" sz="1500" kern="0" spc="-80" dirty="0">
                <a:solidFill>
                  <a:schemeClr val="accent6"/>
                </a:solidFill>
              </a:rPr>
              <a:t>r = √(x² + y²)</a:t>
            </a:r>
          </a:p>
          <a:p>
            <a:pPr marL="12700" marR="5080"/>
            <a:r>
              <a:rPr lang="el-GR" sz="1500" kern="0" spc="-80" dirty="0">
                <a:solidFill>
                  <a:schemeClr val="accent6"/>
                </a:solidFill>
              </a:rPr>
              <a:t>θ = </a:t>
            </a:r>
            <a:r>
              <a:rPr lang="en-US" sz="1500" kern="0" spc="-80" dirty="0">
                <a:solidFill>
                  <a:schemeClr val="accent6"/>
                </a:solidFill>
              </a:rPr>
              <a:t>atan2(y, x)</a:t>
            </a:r>
          </a:p>
          <a:p>
            <a:pPr marL="12700" marR="5080"/>
            <a:r>
              <a:rPr lang="en-US" sz="1500" kern="0" spc="-80" dirty="0">
                <a:solidFill>
                  <a:schemeClr val="accent6"/>
                </a:solidFill>
              </a:rPr>
              <a:t>✅ 4.5 Arc Length &amp; Circular Paths</a:t>
            </a:r>
          </a:p>
          <a:p>
            <a:pPr marL="12700" marR="5080"/>
            <a:r>
              <a:rPr lang="en-US" sz="1500" kern="0" spc="-80" dirty="0">
                <a:solidFill>
                  <a:schemeClr val="accent6"/>
                </a:solidFill>
              </a:rPr>
              <a:t>Arc length</a:t>
            </a:r>
          </a:p>
          <a:p>
            <a:pPr marL="12700" marR="5080"/>
            <a:r>
              <a:rPr lang="en-US" sz="1500" kern="0" spc="-80" dirty="0">
                <a:solidFill>
                  <a:schemeClr val="accent6"/>
                </a:solidFill>
              </a:rPr>
              <a:t>s = r</a:t>
            </a:r>
            <a:r>
              <a:rPr lang="el-GR" sz="1500" kern="0" spc="-80" dirty="0">
                <a:solidFill>
                  <a:schemeClr val="accent6"/>
                </a:solidFill>
              </a:rPr>
              <a:t>θ   (θ </a:t>
            </a:r>
            <a:r>
              <a:rPr lang="en-US" sz="1500" kern="0" spc="-80" dirty="0">
                <a:solidFill>
                  <a:schemeClr val="accent6"/>
                </a:solidFill>
              </a:rPr>
              <a:t>in radians)</a:t>
            </a:r>
          </a:p>
          <a:p>
            <a:pPr marL="12700" marR="5080"/>
            <a:r>
              <a:rPr lang="en-US" sz="1500" kern="0" spc="-80" dirty="0">
                <a:solidFill>
                  <a:schemeClr val="accent6"/>
                </a:solidFill>
              </a:rPr>
              <a:t>Used to animate an object along a circular path.</a:t>
            </a:r>
          </a:p>
          <a:p>
            <a:pPr marL="12700" marR="5080"/>
            <a:r>
              <a:rPr lang="en-US" sz="1500" kern="0" spc="-80" dirty="0">
                <a:solidFill>
                  <a:schemeClr val="accent6"/>
                </a:solidFill>
              </a:rPr>
              <a:t>Chord length</a:t>
            </a:r>
          </a:p>
          <a:p>
            <a:pPr marL="12700" marR="5080"/>
            <a:r>
              <a:rPr lang="en-US" sz="1500" kern="0" spc="-80" dirty="0">
                <a:solidFill>
                  <a:schemeClr val="accent6"/>
                </a:solidFill>
              </a:rPr>
              <a:t>c = 2r sin(</a:t>
            </a:r>
            <a:r>
              <a:rPr lang="el-GR" sz="1500" kern="0" spc="-80" dirty="0">
                <a:solidFill>
                  <a:schemeClr val="accent6"/>
                </a:solidFill>
              </a:rPr>
              <a:t>θ/2)</a:t>
            </a:r>
          </a:p>
          <a:p>
            <a:pPr marL="12700" marR="5080"/>
            <a:r>
              <a:rPr lang="en-US" sz="1500" kern="0" spc="-80" dirty="0">
                <a:solidFill>
                  <a:schemeClr val="accent6"/>
                </a:solidFill>
              </a:rPr>
              <a:t>Used for spacing items around a circle evenly.</a:t>
            </a:r>
          </a:p>
          <a:p>
            <a:pPr marL="12700" marR="5080"/>
            <a:r>
              <a:rPr lang="en-US" sz="1500" kern="0" spc="-80" dirty="0">
                <a:solidFill>
                  <a:schemeClr val="accent6"/>
                </a:solidFill>
              </a:rPr>
              <a:t>✅ 4.6 Circular Interpolation (Angle LERP)</a:t>
            </a:r>
          </a:p>
          <a:p>
            <a:pPr marL="12700" marR="5080"/>
            <a:r>
              <a:rPr lang="en-US" sz="1500" kern="0" spc="-80" dirty="0">
                <a:solidFill>
                  <a:schemeClr val="accent6"/>
                </a:solidFill>
              </a:rPr>
              <a:t>Simple LERP doesn’t work for angles because:</a:t>
            </a:r>
          </a:p>
          <a:p>
            <a:pPr marL="12700" marR="5080"/>
            <a:r>
              <a:rPr lang="en-US" sz="1500" kern="0" spc="-80" dirty="0">
                <a:solidFill>
                  <a:schemeClr val="accent6"/>
                </a:solidFill>
              </a:rPr>
              <a:t>359° → 1°</a:t>
            </a:r>
          </a:p>
          <a:p>
            <a:pPr marL="12700" marR="5080"/>
            <a:r>
              <a:rPr lang="en-US" sz="1500" kern="0" spc="-80" dirty="0">
                <a:solidFill>
                  <a:schemeClr val="accent6"/>
                </a:solidFill>
              </a:rPr>
              <a:t>LERP gives 180°, wrong!</a:t>
            </a:r>
          </a:p>
          <a:p>
            <a:pPr marL="12700" marR="5080"/>
            <a:r>
              <a:rPr lang="en-US" sz="1500" kern="0" spc="-80" dirty="0">
                <a:solidFill>
                  <a:schemeClr val="accent6"/>
                </a:solidFill>
              </a:rPr>
              <a:t>Correct formula:</a:t>
            </a:r>
          </a:p>
          <a:p>
            <a:pPr marL="12700" marR="5080"/>
            <a:r>
              <a:rPr lang="en-US" sz="1500" kern="0" spc="-80" dirty="0">
                <a:solidFill>
                  <a:schemeClr val="accent6"/>
                </a:solidFill>
              </a:rPr>
              <a:t>t = normalized progress</a:t>
            </a:r>
          </a:p>
          <a:p>
            <a:pPr marL="12700" marR="5080"/>
            <a:r>
              <a:rPr lang="en-US" sz="1500" kern="0" spc="-80" dirty="0">
                <a:solidFill>
                  <a:schemeClr val="accent6"/>
                </a:solidFill>
              </a:rPr>
              <a:t>result = start + </a:t>
            </a:r>
            <a:r>
              <a:rPr lang="en-US" sz="1500" kern="0" spc="-80" dirty="0" err="1">
                <a:solidFill>
                  <a:schemeClr val="accent6"/>
                </a:solidFill>
              </a:rPr>
              <a:t>shortestAngleDelta</a:t>
            </a:r>
            <a:r>
              <a:rPr lang="en-US" sz="1500" kern="0" spc="-80" dirty="0">
                <a:solidFill>
                  <a:schemeClr val="accent6"/>
                </a:solidFill>
              </a:rPr>
              <a:t>(start, end) * t</a:t>
            </a:r>
          </a:p>
          <a:p>
            <a:pPr marL="12700" marR="5080"/>
            <a:r>
              <a:rPr lang="en-US" sz="1500" kern="0" spc="-80" dirty="0">
                <a:solidFill>
                  <a:schemeClr val="accent6"/>
                </a:solidFill>
              </a:rPr>
              <a:t>Usually implemented with:</a:t>
            </a:r>
          </a:p>
          <a:p>
            <a:pPr marL="12700" marR="5080"/>
            <a:r>
              <a:rPr lang="en-US" sz="1500" kern="0" spc="-80" dirty="0">
                <a:solidFill>
                  <a:schemeClr val="accent6"/>
                </a:solidFill>
              </a:rPr>
              <a:t>delta = atan2(sin(b-a), cos(b-a))</a:t>
            </a:r>
          </a:p>
          <a:p>
            <a:pPr marL="12700" marR="5080"/>
            <a:r>
              <a:rPr lang="en-US" sz="1500" kern="0" spc="-80" dirty="0">
                <a:solidFill>
                  <a:schemeClr val="accent6"/>
                </a:solidFill>
              </a:rPr>
              <a:t>Used in:</a:t>
            </a:r>
          </a:p>
          <a:p>
            <a:pPr marL="12700" marR="5080"/>
            <a:r>
              <a:rPr lang="en-US" sz="1500" kern="0" spc="-80" dirty="0">
                <a:solidFill>
                  <a:schemeClr val="accent6"/>
                </a:solidFill>
              </a:rPr>
              <a:t>Smooth rotation transitions</a:t>
            </a:r>
          </a:p>
          <a:p>
            <a:pPr marL="12700" marR="5080"/>
            <a:r>
              <a:rPr lang="en-US" sz="1500" kern="0" spc="-80" dirty="0">
                <a:solidFill>
                  <a:schemeClr val="accent6"/>
                </a:solidFill>
              </a:rPr>
              <a:t>Compass</a:t>
            </a:r>
          </a:p>
          <a:p>
            <a:pPr marL="12700" marR="5080"/>
            <a:r>
              <a:rPr lang="en-US" sz="1500" kern="0" spc="-80" dirty="0">
                <a:solidFill>
                  <a:schemeClr val="accent6"/>
                </a:solidFill>
              </a:rPr>
              <a:t>Gauges</a:t>
            </a:r>
          </a:p>
          <a:p>
            <a:pPr marL="12700" marR="5080"/>
            <a:r>
              <a:rPr lang="en-US" sz="1500" kern="0" spc="-80" dirty="0">
                <a:solidFill>
                  <a:schemeClr val="accent6"/>
                </a:solidFill>
              </a:rPr>
              <a:t>✅ 4.7 Trigonometry in Rotations</a:t>
            </a:r>
          </a:p>
          <a:p>
            <a:pPr marL="12700" marR="5080"/>
            <a:r>
              <a:rPr lang="en-US" sz="1500" kern="0" spc="-80" dirty="0">
                <a:solidFill>
                  <a:schemeClr val="accent6"/>
                </a:solidFill>
              </a:rPr>
              <a:t>Rotate point around origin</a:t>
            </a:r>
          </a:p>
          <a:p>
            <a:pPr marL="12700" marR="5080"/>
            <a:r>
              <a:rPr lang="en-US" sz="1500" kern="0" spc="-80" dirty="0">
                <a:solidFill>
                  <a:schemeClr val="accent6"/>
                </a:solidFill>
              </a:rPr>
              <a:t>x' = x cos</a:t>
            </a:r>
            <a:r>
              <a:rPr lang="el-GR" sz="1500" kern="0" spc="-80" dirty="0">
                <a:solidFill>
                  <a:schemeClr val="accent6"/>
                </a:solidFill>
              </a:rPr>
              <a:t>θ - </a:t>
            </a:r>
            <a:r>
              <a:rPr lang="en-US" sz="1500" kern="0" spc="-80" dirty="0">
                <a:solidFill>
                  <a:schemeClr val="accent6"/>
                </a:solidFill>
              </a:rPr>
              <a:t>y sin</a:t>
            </a:r>
            <a:r>
              <a:rPr lang="el-GR" sz="1500" kern="0" spc="-80" dirty="0">
                <a:solidFill>
                  <a:schemeClr val="accent6"/>
                </a:solidFill>
              </a:rPr>
              <a:t>θ</a:t>
            </a:r>
          </a:p>
          <a:p>
            <a:pPr marL="12700" marR="5080"/>
            <a:r>
              <a:rPr lang="en-US" sz="1500" kern="0" spc="-80" dirty="0">
                <a:solidFill>
                  <a:schemeClr val="accent6"/>
                </a:solidFill>
              </a:rPr>
              <a:t>y' = x sin</a:t>
            </a:r>
            <a:r>
              <a:rPr lang="el-GR" sz="1500" kern="0" spc="-80" dirty="0">
                <a:solidFill>
                  <a:schemeClr val="accent6"/>
                </a:solidFill>
              </a:rPr>
              <a:t>θ + </a:t>
            </a:r>
            <a:r>
              <a:rPr lang="en-US" sz="1500" kern="0" spc="-80" dirty="0">
                <a:solidFill>
                  <a:schemeClr val="accent6"/>
                </a:solidFill>
              </a:rPr>
              <a:t>y cos</a:t>
            </a:r>
            <a:r>
              <a:rPr lang="el-GR" sz="1500" kern="0" spc="-80" dirty="0">
                <a:solidFill>
                  <a:schemeClr val="accent6"/>
                </a:solidFill>
              </a:rPr>
              <a:t>θ</a:t>
            </a:r>
          </a:p>
          <a:p>
            <a:pPr marL="12700" marR="5080"/>
            <a:r>
              <a:rPr lang="en-US" sz="1500" kern="0" spc="-80" dirty="0">
                <a:solidFill>
                  <a:schemeClr val="accent6"/>
                </a:solidFill>
              </a:rPr>
              <a:t>Rotate around arbitrary point P(cx, cy)</a:t>
            </a:r>
          </a:p>
          <a:p>
            <a:pPr marL="12700" marR="5080"/>
            <a:r>
              <a:rPr lang="en-US" sz="1500" kern="0" spc="-80" dirty="0">
                <a:solidFill>
                  <a:schemeClr val="accent6"/>
                </a:solidFill>
              </a:rPr>
              <a:t>Translate → rotate → translate back:</a:t>
            </a:r>
          </a:p>
          <a:p>
            <a:pPr marL="12700" marR="5080"/>
            <a:r>
              <a:rPr lang="en-US" sz="1500" kern="0" spc="-80" dirty="0">
                <a:solidFill>
                  <a:schemeClr val="accent6"/>
                </a:solidFill>
              </a:rPr>
              <a:t>x' = cos</a:t>
            </a:r>
            <a:r>
              <a:rPr lang="el-GR" sz="1500" kern="0" spc="-80" dirty="0">
                <a:solidFill>
                  <a:schemeClr val="accent6"/>
                </a:solidFill>
              </a:rPr>
              <a:t>θ(</a:t>
            </a:r>
            <a:r>
              <a:rPr lang="en-US" sz="1500" kern="0" spc="-80" dirty="0">
                <a:solidFill>
                  <a:schemeClr val="accent6"/>
                </a:solidFill>
              </a:rPr>
              <a:t>x-cx) - sin</a:t>
            </a:r>
            <a:r>
              <a:rPr lang="el-GR" sz="1500" kern="0" spc="-80" dirty="0">
                <a:solidFill>
                  <a:schemeClr val="accent6"/>
                </a:solidFill>
              </a:rPr>
              <a:t>θ(</a:t>
            </a:r>
            <a:r>
              <a:rPr lang="en-US" sz="1500" kern="0" spc="-80" dirty="0">
                <a:solidFill>
                  <a:schemeClr val="accent6"/>
                </a:solidFill>
              </a:rPr>
              <a:t>y-cy) + cx</a:t>
            </a:r>
          </a:p>
          <a:p>
            <a:pPr marL="12700" marR="5080"/>
            <a:r>
              <a:rPr lang="en-US" sz="1500" kern="0" spc="-80" dirty="0">
                <a:solidFill>
                  <a:schemeClr val="accent6"/>
                </a:solidFill>
              </a:rPr>
              <a:t>y' = sin</a:t>
            </a:r>
            <a:r>
              <a:rPr lang="el-GR" sz="1500" kern="0" spc="-80" dirty="0">
                <a:solidFill>
                  <a:schemeClr val="accent6"/>
                </a:solidFill>
              </a:rPr>
              <a:t>θ(</a:t>
            </a:r>
            <a:r>
              <a:rPr lang="en-US" sz="1500" kern="0" spc="-80" dirty="0">
                <a:solidFill>
                  <a:schemeClr val="accent6"/>
                </a:solidFill>
              </a:rPr>
              <a:t>x-cx) + cos</a:t>
            </a:r>
            <a:r>
              <a:rPr lang="el-GR" sz="1500" kern="0" spc="-80" dirty="0">
                <a:solidFill>
                  <a:schemeClr val="accent6"/>
                </a:solidFill>
              </a:rPr>
              <a:t>θ(</a:t>
            </a:r>
            <a:r>
              <a:rPr lang="en-US" sz="1500" kern="0" spc="-80" dirty="0">
                <a:solidFill>
                  <a:schemeClr val="accent6"/>
                </a:solidFill>
              </a:rPr>
              <a:t>y-cy) + cy</a:t>
            </a:r>
          </a:p>
          <a:p>
            <a:pPr marL="12700" marR="5080"/>
            <a:r>
              <a:rPr lang="en-US" sz="1500" kern="0" spc="-80" dirty="0">
                <a:solidFill>
                  <a:schemeClr val="accent6"/>
                </a:solidFill>
              </a:rPr>
              <a:t>Used for:</a:t>
            </a:r>
          </a:p>
          <a:p>
            <a:pPr marL="12700" marR="5080"/>
            <a:r>
              <a:rPr lang="en-US" sz="1500" kern="0" spc="-80" dirty="0">
                <a:solidFill>
                  <a:schemeClr val="accent6"/>
                </a:solidFill>
              </a:rPr>
              <a:t>CSS transforms</a:t>
            </a:r>
          </a:p>
          <a:p>
            <a:pPr marL="12700" marR="5080"/>
            <a:r>
              <a:rPr lang="en-US" sz="1500" kern="0" spc="-80" dirty="0" err="1">
                <a:solidFill>
                  <a:schemeClr val="accent6"/>
                </a:solidFill>
              </a:rPr>
              <a:t>TransformOrigin</a:t>
            </a:r>
            <a:r>
              <a:rPr lang="en-US" sz="1500" kern="0" spc="-80" dirty="0">
                <a:solidFill>
                  <a:schemeClr val="accent6"/>
                </a:solidFill>
              </a:rPr>
              <a:t> in Compose</a:t>
            </a:r>
          </a:p>
          <a:p>
            <a:pPr marL="12700" marR="5080"/>
            <a:r>
              <a:rPr lang="en-US" sz="1500" kern="0" spc="-80" dirty="0" err="1">
                <a:solidFill>
                  <a:schemeClr val="accent6"/>
                </a:solidFill>
              </a:rPr>
              <a:t>SwiftUI</a:t>
            </a:r>
            <a:r>
              <a:rPr lang="en-US" sz="1500" kern="0" spc="-80" dirty="0">
                <a:solidFill>
                  <a:schemeClr val="accent6"/>
                </a:solidFill>
              </a:rPr>
              <a:t> </a:t>
            </a:r>
            <a:r>
              <a:rPr lang="en-US" sz="1500" kern="0" spc="-80" dirty="0" err="1">
                <a:solidFill>
                  <a:schemeClr val="accent6"/>
                </a:solidFill>
              </a:rPr>
              <a:t>rotationEffect</a:t>
            </a:r>
            <a:r>
              <a:rPr lang="en-US" sz="1500" kern="0" spc="-80" dirty="0">
                <a:solidFill>
                  <a:schemeClr val="accent6"/>
                </a:solidFill>
              </a:rPr>
              <a:t>(anchor:)</a:t>
            </a:r>
          </a:p>
          <a:p>
            <a:pPr marL="12700" marR="5080"/>
            <a:r>
              <a:rPr lang="en-US" sz="1500" kern="0" spc="-80" dirty="0">
                <a:solidFill>
                  <a:schemeClr val="accent6"/>
                </a:solidFill>
              </a:rPr>
              <a:t>Rotating elements around their center</a:t>
            </a:r>
          </a:p>
          <a:p>
            <a:pPr marL="12700" marR="5080"/>
            <a:r>
              <a:rPr lang="en-US" sz="1500" kern="0" spc="-80" dirty="0">
                <a:solidFill>
                  <a:schemeClr val="accent6"/>
                </a:solidFill>
              </a:rPr>
              <a:t>✅ 4.8 Trigonometry in Animations (Waves &amp; Oscillations)</a:t>
            </a:r>
          </a:p>
          <a:p>
            <a:pPr marL="12700" marR="5080"/>
            <a:r>
              <a:rPr lang="en-US" sz="1500" kern="0" spc="-80" dirty="0">
                <a:solidFill>
                  <a:schemeClr val="accent6"/>
                </a:solidFill>
              </a:rPr>
              <a:t>Sine wave motion</a:t>
            </a:r>
          </a:p>
          <a:p>
            <a:pPr marL="12700" marR="5080"/>
            <a:r>
              <a:rPr lang="en-US" sz="1500" kern="0" spc="-80" dirty="0">
                <a:solidFill>
                  <a:schemeClr val="accent6"/>
                </a:solidFill>
              </a:rPr>
              <a:t>y = A sin(</a:t>
            </a:r>
            <a:r>
              <a:rPr lang="el-GR" sz="1500" kern="0" spc="-80" dirty="0">
                <a:solidFill>
                  <a:schemeClr val="accent6"/>
                </a:solidFill>
              </a:rPr>
              <a:t>ω</a:t>
            </a:r>
            <a:r>
              <a:rPr lang="en-US" sz="1500" kern="0" spc="-80" dirty="0">
                <a:solidFill>
                  <a:schemeClr val="accent6"/>
                </a:solidFill>
              </a:rPr>
              <a:t>t + </a:t>
            </a:r>
            <a:r>
              <a:rPr lang="el-GR" sz="1500" kern="0" spc="-80" dirty="0">
                <a:solidFill>
                  <a:schemeClr val="accent6"/>
                </a:solidFill>
              </a:rPr>
              <a:t>φ)</a:t>
            </a:r>
          </a:p>
          <a:p>
            <a:pPr marL="12700" marR="5080"/>
            <a:r>
              <a:rPr lang="en-US" sz="1500" kern="0" spc="-80" dirty="0">
                <a:solidFill>
                  <a:schemeClr val="accent6"/>
                </a:solidFill>
              </a:rPr>
              <a:t>Where:</a:t>
            </a:r>
          </a:p>
          <a:p>
            <a:pPr marL="12700" marR="5080"/>
            <a:r>
              <a:rPr lang="en-US" sz="1500" kern="0" spc="-80" dirty="0">
                <a:solidFill>
                  <a:schemeClr val="accent6"/>
                </a:solidFill>
              </a:rPr>
              <a:t>A = amplitude</a:t>
            </a:r>
          </a:p>
          <a:p>
            <a:pPr marL="12700" marR="5080"/>
            <a:r>
              <a:rPr lang="el-GR" sz="1500" kern="0" spc="-80" dirty="0">
                <a:solidFill>
                  <a:schemeClr val="accent6"/>
                </a:solidFill>
              </a:rPr>
              <a:t>ω = </a:t>
            </a:r>
            <a:r>
              <a:rPr lang="en-US" sz="1500" kern="0" spc="-80" dirty="0">
                <a:solidFill>
                  <a:schemeClr val="accent6"/>
                </a:solidFill>
              </a:rPr>
              <a:t>speed</a:t>
            </a:r>
          </a:p>
          <a:p>
            <a:pPr marL="12700" marR="5080"/>
            <a:r>
              <a:rPr lang="el-GR" sz="1500" kern="0" spc="-80" dirty="0">
                <a:solidFill>
                  <a:schemeClr val="accent6"/>
                </a:solidFill>
              </a:rPr>
              <a:t>φ = </a:t>
            </a:r>
            <a:r>
              <a:rPr lang="en-US" sz="1500" kern="0" spc="-80" dirty="0">
                <a:solidFill>
                  <a:schemeClr val="accent6"/>
                </a:solidFill>
              </a:rPr>
              <a:t>offset</a:t>
            </a:r>
          </a:p>
          <a:p>
            <a:pPr marL="12700" marR="5080"/>
            <a:r>
              <a:rPr lang="en-US" sz="1500" kern="0" spc="-80" dirty="0">
                <a:solidFill>
                  <a:schemeClr val="accent6"/>
                </a:solidFill>
              </a:rPr>
              <a:t>Used for:</a:t>
            </a:r>
          </a:p>
          <a:p>
            <a:pPr marL="12700" marR="5080"/>
            <a:r>
              <a:rPr lang="en-US" sz="1500" kern="0" spc="-80" dirty="0">
                <a:solidFill>
                  <a:schemeClr val="accent6"/>
                </a:solidFill>
              </a:rPr>
              <a:t>Floating animations</a:t>
            </a:r>
          </a:p>
          <a:p>
            <a:pPr marL="12700" marR="5080"/>
            <a:r>
              <a:rPr lang="en-US" sz="1500" kern="0" spc="-80" dirty="0">
                <a:solidFill>
                  <a:schemeClr val="accent6"/>
                </a:solidFill>
              </a:rPr>
              <a:t>Pulsing UI</a:t>
            </a:r>
          </a:p>
          <a:p>
            <a:pPr marL="12700" marR="5080"/>
            <a:r>
              <a:rPr lang="en-US" sz="1500" kern="0" spc="-80" dirty="0">
                <a:solidFill>
                  <a:schemeClr val="accent6"/>
                </a:solidFill>
              </a:rPr>
              <a:t>Wave progress bars</a:t>
            </a:r>
          </a:p>
          <a:p>
            <a:pPr marL="12700" marR="5080"/>
            <a:r>
              <a:rPr lang="en-US" sz="1500" kern="0" spc="-80" dirty="0">
                <a:solidFill>
                  <a:schemeClr val="accent6"/>
                </a:solidFill>
              </a:rPr>
              <a:t>Breathing animations</a:t>
            </a:r>
          </a:p>
          <a:p>
            <a:pPr marL="12700" marR="5080"/>
            <a:r>
              <a:rPr lang="en-US" sz="1500" kern="0" spc="-80" dirty="0">
                <a:solidFill>
                  <a:schemeClr val="accent6"/>
                </a:solidFill>
              </a:rPr>
              <a:t>Example JS:</a:t>
            </a:r>
          </a:p>
          <a:p>
            <a:pPr marL="12700" marR="5080"/>
            <a:r>
              <a:rPr lang="en-US" sz="1500" kern="0" spc="-80" dirty="0">
                <a:solidFill>
                  <a:schemeClr val="accent6"/>
                </a:solidFill>
              </a:rPr>
              <a:t>y = 10 * </a:t>
            </a:r>
            <a:r>
              <a:rPr lang="en-US" sz="1500" kern="0" spc="-80" dirty="0" err="1">
                <a:solidFill>
                  <a:schemeClr val="accent6"/>
                </a:solidFill>
              </a:rPr>
              <a:t>Math.sin</a:t>
            </a:r>
            <a:r>
              <a:rPr lang="en-US" sz="1500" kern="0" spc="-80" dirty="0">
                <a:solidFill>
                  <a:schemeClr val="accent6"/>
                </a:solidFill>
              </a:rPr>
              <a:t>(time * 2);</a:t>
            </a:r>
          </a:p>
          <a:p>
            <a:pPr marL="12700" marR="5080"/>
            <a:r>
              <a:rPr lang="en-US" sz="1500" kern="0" spc="-80" dirty="0">
                <a:solidFill>
                  <a:schemeClr val="accent6"/>
                </a:solidFill>
              </a:rPr>
              <a:t>✅ 4.9 Trigonometry in Physics-based UI</a:t>
            </a:r>
          </a:p>
          <a:p>
            <a:pPr marL="12700" marR="5080"/>
            <a:r>
              <a:rPr lang="en-US" sz="1500" kern="0" spc="-80" dirty="0">
                <a:solidFill>
                  <a:schemeClr val="accent6"/>
                </a:solidFill>
              </a:rPr>
              <a:t>Springs &amp; oscillations use trig internally:</a:t>
            </a:r>
          </a:p>
          <a:p>
            <a:pPr marL="12700" marR="5080"/>
            <a:r>
              <a:rPr lang="en-US" sz="1500" kern="0" spc="-80" dirty="0">
                <a:solidFill>
                  <a:schemeClr val="accent6"/>
                </a:solidFill>
              </a:rPr>
              <a:t>Critically damped:</a:t>
            </a:r>
          </a:p>
          <a:p>
            <a:pPr marL="12700" marR="5080"/>
            <a:r>
              <a:rPr lang="en-US" sz="1500" kern="0" spc="-80" dirty="0">
                <a:solidFill>
                  <a:schemeClr val="accent6"/>
                </a:solidFill>
              </a:rPr>
              <a:t>x = (C1 + C2 t)e^-kt</a:t>
            </a:r>
          </a:p>
          <a:p>
            <a:pPr marL="12700" marR="5080"/>
            <a:r>
              <a:rPr lang="en-US" sz="1500" kern="0" spc="-80" dirty="0">
                <a:solidFill>
                  <a:schemeClr val="accent6"/>
                </a:solidFill>
              </a:rPr>
              <a:t>Underdamped (oscillation):</a:t>
            </a:r>
          </a:p>
          <a:p>
            <a:pPr marL="12700" marR="5080"/>
            <a:r>
              <a:rPr lang="en-US" sz="1500" kern="0" spc="-80" dirty="0">
                <a:solidFill>
                  <a:schemeClr val="accent6"/>
                </a:solidFill>
              </a:rPr>
              <a:t>x = Ae^-</a:t>
            </a:r>
            <a:r>
              <a:rPr lang="el-GR" sz="1500" kern="0" spc="-80" dirty="0">
                <a:solidFill>
                  <a:schemeClr val="accent6"/>
                </a:solidFill>
              </a:rPr>
              <a:t>β</a:t>
            </a:r>
            <a:r>
              <a:rPr lang="en-US" sz="1500" kern="0" spc="-80" dirty="0">
                <a:solidFill>
                  <a:schemeClr val="accent6"/>
                </a:solidFill>
              </a:rPr>
              <a:t>t sin(</a:t>
            </a:r>
            <a:r>
              <a:rPr lang="el-GR" sz="1500" kern="0" spc="-80" dirty="0">
                <a:solidFill>
                  <a:schemeClr val="accent6"/>
                </a:solidFill>
              </a:rPr>
              <a:t>ω</a:t>
            </a:r>
            <a:r>
              <a:rPr lang="en-US" sz="1500" kern="0" spc="-80" dirty="0">
                <a:solidFill>
                  <a:schemeClr val="accent6"/>
                </a:solidFill>
              </a:rPr>
              <a:t>t + </a:t>
            </a:r>
            <a:r>
              <a:rPr lang="el-GR" sz="1500" kern="0" spc="-80" dirty="0">
                <a:solidFill>
                  <a:schemeClr val="accent6"/>
                </a:solidFill>
              </a:rPr>
              <a:t>φ)</a:t>
            </a:r>
          </a:p>
          <a:p>
            <a:pPr marL="12700" marR="5080"/>
            <a:r>
              <a:rPr lang="en-US" sz="1500" kern="0" spc="-80" dirty="0">
                <a:solidFill>
                  <a:schemeClr val="accent6"/>
                </a:solidFill>
              </a:rPr>
              <a:t>Mobile frameworks wrap this, but trigonometry is inside:</a:t>
            </a:r>
          </a:p>
          <a:p>
            <a:pPr marL="12700" marR="5080"/>
            <a:r>
              <a:rPr lang="en-US" sz="1500" kern="0" spc="-80" dirty="0" err="1">
                <a:solidFill>
                  <a:schemeClr val="accent6"/>
                </a:solidFill>
              </a:rPr>
              <a:t>SwiftUI</a:t>
            </a:r>
            <a:r>
              <a:rPr lang="en-US" sz="1500" kern="0" spc="-80" dirty="0">
                <a:solidFill>
                  <a:schemeClr val="accent6"/>
                </a:solidFill>
              </a:rPr>
              <a:t> springs</a:t>
            </a:r>
          </a:p>
          <a:p>
            <a:pPr marL="12700" marR="5080"/>
            <a:r>
              <a:rPr lang="en-US" sz="1500" kern="0" spc="-80" dirty="0" err="1">
                <a:solidFill>
                  <a:schemeClr val="accent6"/>
                </a:solidFill>
              </a:rPr>
              <a:t>UIKit</a:t>
            </a:r>
            <a:r>
              <a:rPr lang="en-US" sz="1500" kern="0" spc="-80" dirty="0">
                <a:solidFill>
                  <a:schemeClr val="accent6"/>
                </a:solidFill>
              </a:rPr>
              <a:t> dynamics</a:t>
            </a:r>
          </a:p>
          <a:p>
            <a:pPr marL="12700" marR="5080"/>
            <a:r>
              <a:rPr lang="en-US" sz="1500" kern="0" spc="-80" dirty="0">
                <a:solidFill>
                  <a:schemeClr val="accent6"/>
                </a:solidFill>
              </a:rPr>
              <a:t>Android springs</a:t>
            </a:r>
          </a:p>
          <a:p>
            <a:pPr marL="12700" marR="5080"/>
            <a:r>
              <a:rPr lang="en-US" sz="1500" kern="0" spc="-80" dirty="0">
                <a:solidFill>
                  <a:schemeClr val="accent6"/>
                </a:solidFill>
              </a:rPr>
              <a:t>Flutter physics</a:t>
            </a:r>
          </a:p>
          <a:p>
            <a:pPr marL="12700" marR="5080"/>
            <a:r>
              <a:rPr lang="en-US" sz="1500" kern="0" spc="-80" dirty="0">
                <a:solidFill>
                  <a:schemeClr val="accent6"/>
                </a:solidFill>
              </a:rPr>
              <a:t>✅ 4.10 Trigonometry in Gestures</a:t>
            </a:r>
          </a:p>
          <a:p>
            <a:pPr marL="12700" marR="5080"/>
            <a:r>
              <a:rPr lang="en-US" sz="1500" kern="0" spc="-80" dirty="0">
                <a:solidFill>
                  <a:schemeClr val="accent6"/>
                </a:solidFill>
              </a:rPr>
              <a:t>1. Pinch zoom</a:t>
            </a:r>
          </a:p>
          <a:p>
            <a:pPr marL="12700" marR="5080"/>
            <a:r>
              <a:rPr lang="en-US" sz="1500" kern="0" spc="-80" dirty="0">
                <a:solidFill>
                  <a:schemeClr val="accent6"/>
                </a:solidFill>
              </a:rPr>
              <a:t>Distance between touches:</a:t>
            </a:r>
          </a:p>
          <a:p>
            <a:pPr marL="12700" marR="5080"/>
            <a:r>
              <a:rPr lang="en-US" sz="1500" kern="0" spc="-80" dirty="0">
                <a:solidFill>
                  <a:schemeClr val="accent6"/>
                </a:solidFill>
              </a:rPr>
              <a:t>d = √((x2-x1)² + (y2-y1)²)</a:t>
            </a:r>
          </a:p>
          <a:p>
            <a:pPr marL="12700" marR="5080"/>
            <a:r>
              <a:rPr lang="en-US" sz="1500" kern="0" spc="-80" dirty="0">
                <a:solidFill>
                  <a:schemeClr val="accent6"/>
                </a:solidFill>
              </a:rPr>
              <a:t>Angle between touches:</a:t>
            </a:r>
          </a:p>
          <a:p>
            <a:pPr marL="12700" marR="5080"/>
            <a:r>
              <a:rPr lang="el-GR" sz="1500" kern="0" spc="-80" dirty="0">
                <a:solidFill>
                  <a:schemeClr val="accent6"/>
                </a:solidFill>
              </a:rPr>
              <a:t>θ = </a:t>
            </a:r>
            <a:r>
              <a:rPr lang="en-US" sz="1500" kern="0" spc="-80" dirty="0">
                <a:solidFill>
                  <a:schemeClr val="accent6"/>
                </a:solidFill>
              </a:rPr>
              <a:t>atan2(y2-y1, x2-x1)</a:t>
            </a:r>
          </a:p>
          <a:p>
            <a:pPr marL="12700" marR="5080"/>
            <a:r>
              <a:rPr lang="en-US" sz="1500" kern="0" spc="-80" dirty="0">
                <a:solidFill>
                  <a:schemeClr val="accent6"/>
                </a:solidFill>
              </a:rPr>
              <a:t>2. Rotation gesture</a:t>
            </a:r>
          </a:p>
          <a:p>
            <a:pPr marL="12700" marR="5080"/>
            <a:r>
              <a:rPr lang="en-US" sz="1500" kern="0" spc="-80" dirty="0">
                <a:solidFill>
                  <a:schemeClr val="accent6"/>
                </a:solidFill>
              </a:rPr>
              <a:t>Compute angle difference between frames.</a:t>
            </a:r>
          </a:p>
          <a:p>
            <a:pPr marL="12700" marR="5080"/>
            <a:r>
              <a:rPr lang="en-US" sz="1500" kern="0" spc="-80" dirty="0">
                <a:solidFill>
                  <a:schemeClr val="accent6"/>
                </a:solidFill>
              </a:rPr>
              <a:t>3. Swipe direction</a:t>
            </a:r>
          </a:p>
          <a:p>
            <a:pPr marL="12700" marR="5080"/>
            <a:r>
              <a:rPr lang="el-GR" sz="1500" kern="0" spc="-80" dirty="0">
                <a:solidFill>
                  <a:schemeClr val="accent6"/>
                </a:solidFill>
              </a:rPr>
              <a:t>θ = </a:t>
            </a:r>
            <a:r>
              <a:rPr lang="en-US" sz="1500" kern="0" spc="-80" dirty="0">
                <a:solidFill>
                  <a:schemeClr val="accent6"/>
                </a:solidFill>
              </a:rPr>
              <a:t>atan2(</a:t>
            </a:r>
            <a:r>
              <a:rPr lang="en-US" sz="1500" kern="0" spc="-80" dirty="0" err="1">
                <a:solidFill>
                  <a:schemeClr val="accent6"/>
                </a:solidFill>
              </a:rPr>
              <a:t>dy</a:t>
            </a:r>
            <a:r>
              <a:rPr lang="en-US" sz="1500" kern="0" spc="-80" dirty="0">
                <a:solidFill>
                  <a:schemeClr val="accent6"/>
                </a:solidFill>
              </a:rPr>
              <a:t>, dx)</a:t>
            </a:r>
          </a:p>
          <a:p>
            <a:pPr marL="12700" marR="5080"/>
            <a:r>
              <a:rPr lang="en-US" sz="1500" kern="0" spc="-80" dirty="0">
                <a:solidFill>
                  <a:schemeClr val="accent6"/>
                </a:solidFill>
              </a:rPr>
              <a:t>Map angle ranges to directions:</a:t>
            </a:r>
          </a:p>
          <a:p>
            <a:pPr marL="12700" marR="5080"/>
            <a:r>
              <a:rPr lang="en-US" sz="1500" kern="0" spc="-80" dirty="0">
                <a:solidFill>
                  <a:schemeClr val="accent6"/>
                </a:solidFill>
              </a:rPr>
              <a:t>0° → right</a:t>
            </a:r>
          </a:p>
          <a:p>
            <a:pPr marL="12700" marR="5080"/>
            <a:r>
              <a:rPr lang="en-US" sz="1500" kern="0" spc="-80" dirty="0">
                <a:solidFill>
                  <a:schemeClr val="accent6"/>
                </a:solidFill>
              </a:rPr>
              <a:t>90° → down</a:t>
            </a:r>
          </a:p>
          <a:p>
            <a:pPr marL="12700" marR="5080"/>
            <a:r>
              <a:rPr lang="en-US" sz="1500" kern="0" spc="-80" dirty="0">
                <a:solidFill>
                  <a:schemeClr val="accent6"/>
                </a:solidFill>
              </a:rPr>
              <a:t>180° → left</a:t>
            </a:r>
          </a:p>
          <a:p>
            <a:pPr marL="12700" marR="5080"/>
            <a:r>
              <a:rPr lang="en-US" sz="1500" kern="0" spc="-80" dirty="0">
                <a:solidFill>
                  <a:schemeClr val="accent6"/>
                </a:solidFill>
              </a:rPr>
              <a:t>270° → up</a:t>
            </a:r>
          </a:p>
          <a:p>
            <a:pPr marL="12700" marR="5080"/>
            <a:r>
              <a:rPr lang="en-US" sz="1500" kern="0" spc="-80" dirty="0">
                <a:solidFill>
                  <a:schemeClr val="accent6"/>
                </a:solidFill>
              </a:rPr>
              <a:t>4. Circular slider</a:t>
            </a:r>
          </a:p>
          <a:p>
            <a:pPr marL="12700" marR="5080"/>
            <a:r>
              <a:rPr lang="en-US" sz="1500" kern="0" spc="-80" dirty="0">
                <a:solidFill>
                  <a:schemeClr val="accent6"/>
                </a:solidFill>
              </a:rPr>
              <a:t>Convert touch to angle via atan2.</a:t>
            </a:r>
          </a:p>
          <a:p>
            <a:pPr marL="12700" marR="5080"/>
            <a:r>
              <a:rPr lang="en-US" sz="1500" kern="0" spc="-80" dirty="0">
                <a:solidFill>
                  <a:schemeClr val="accent6"/>
                </a:solidFill>
              </a:rPr>
              <a:t>🎯 Section 4 Completed: Trigonometry for UI</a:t>
            </a:r>
          </a:p>
          <a:p>
            <a:pPr marL="12700" marR="5080"/>
            <a:r>
              <a:rPr lang="en-US" sz="1500" kern="0" spc="-80" dirty="0">
                <a:solidFill>
                  <a:schemeClr val="accent6"/>
                </a:solidFill>
              </a:rPr>
              <a:t>Next up:</a:t>
            </a:r>
          </a:p>
          <a:p>
            <a:pPr marL="12700" marR="5080"/>
            <a:r>
              <a:rPr lang="en-US" sz="1500" kern="0" spc="-80" dirty="0">
                <a:solidFill>
                  <a:schemeClr val="accent6"/>
                </a:solidFill>
              </a:rPr>
              <a:t>Section 5: Calculus for Animations (velocity, acceleration, easing curves)</a:t>
            </a:r>
          </a:p>
          <a:p>
            <a:pPr marL="12700" marR="5080"/>
            <a:r>
              <a:rPr lang="en-US" sz="1500" kern="0" spc="-80" dirty="0">
                <a:solidFill>
                  <a:schemeClr val="accent6"/>
                </a:solidFill>
              </a:rPr>
              <a:t>Covers:</a:t>
            </a:r>
          </a:p>
          <a:p>
            <a:pPr marL="12700" marR="5080"/>
            <a:r>
              <a:rPr lang="en-US" sz="1500" kern="0" spc="-80" dirty="0">
                <a:solidFill>
                  <a:schemeClr val="accent6"/>
                </a:solidFill>
              </a:rPr>
              <a:t>Derivatives</a:t>
            </a:r>
          </a:p>
          <a:p>
            <a:pPr marL="12700" marR="5080"/>
            <a:r>
              <a:rPr lang="en-US" sz="1500" kern="0" spc="-80" dirty="0">
                <a:solidFill>
                  <a:schemeClr val="accent6"/>
                </a:solidFill>
              </a:rPr>
              <a:t>Integrals</a:t>
            </a:r>
          </a:p>
          <a:p>
            <a:pPr marL="12700" marR="5080"/>
            <a:r>
              <a:rPr lang="en-US" sz="1500" kern="0" spc="-80" dirty="0">
                <a:solidFill>
                  <a:schemeClr val="accent6"/>
                </a:solidFill>
              </a:rPr>
              <a:t>Motion equations</a:t>
            </a:r>
          </a:p>
          <a:p>
            <a:pPr marL="12700" marR="5080"/>
            <a:r>
              <a:rPr lang="en-US" sz="1500" kern="0" spc="-80" dirty="0">
                <a:solidFill>
                  <a:schemeClr val="accent6"/>
                </a:solidFill>
              </a:rPr>
              <a:t>Relationship between position, velocity, acceleration</a:t>
            </a:r>
          </a:p>
          <a:p>
            <a:pPr marL="12700" marR="5080"/>
            <a:r>
              <a:rPr lang="en-US" sz="1500" kern="0" spc="-80" dirty="0">
                <a:solidFill>
                  <a:schemeClr val="accent6"/>
                </a:solidFill>
              </a:rPr>
              <a:t>How easing curves are created</a:t>
            </a:r>
          </a:p>
          <a:p>
            <a:pPr marL="12700" marR="5080"/>
            <a:r>
              <a:rPr lang="en-US" sz="1500" kern="0" spc="-80" dirty="0">
                <a:solidFill>
                  <a:schemeClr val="accent6"/>
                </a:solidFill>
              </a:rPr>
              <a:t>How spring animations are computed</a:t>
            </a:r>
          </a:p>
          <a:p>
            <a:pPr marL="12700" marR="5080"/>
            <a:r>
              <a:rPr lang="en-US" sz="1500" kern="0" spc="-80" dirty="0">
                <a:solidFill>
                  <a:schemeClr val="accent6"/>
                </a:solidFill>
              </a:rPr>
              <a:t>Reply next to continue.</a:t>
            </a:r>
          </a:p>
          <a:p>
            <a:pPr marL="12700" marR="5080"/>
            <a:r>
              <a:rPr lang="en-US" sz="1500" kern="0" spc="-80" dirty="0">
                <a:solidFill>
                  <a:schemeClr val="accent6"/>
                </a:solidFill>
              </a:rPr>
              <a:t>~~~~~~~~.</a:t>
            </a:r>
          </a:p>
          <a:p>
            <a:pPr marL="12700" marR="5080"/>
            <a:r>
              <a:rPr lang="en-US" sz="1500" kern="0" spc="-80" dirty="0">
                <a:solidFill>
                  <a:schemeClr val="accent6"/>
                </a:solidFill>
              </a:rPr>
              <a:t>Continuing with all remaining math-related concepts used in web frontend and native mobile development — especially deeper, advanced and system-level ones:</a:t>
            </a:r>
          </a:p>
          <a:p>
            <a:pPr marL="12700" marR="5080"/>
            <a:r>
              <a:rPr lang="en-US" sz="1500" kern="0" spc="-80" dirty="0">
                <a:solidFill>
                  <a:schemeClr val="accent6"/>
                </a:solidFill>
              </a:rPr>
              <a:t>8. Mathematical Concepts in UI Animation, Transitions &amp; Gestures</a:t>
            </a:r>
          </a:p>
          <a:p>
            <a:pPr marL="12700" marR="5080"/>
            <a:r>
              <a:rPr lang="en-US" sz="1500" kern="0" spc="-80" dirty="0">
                <a:solidFill>
                  <a:schemeClr val="accent6"/>
                </a:solidFill>
              </a:rPr>
              <a:t>8.1 Kinematics (Motion Equations)</a:t>
            </a:r>
          </a:p>
          <a:p>
            <a:pPr marL="12700" marR="5080"/>
            <a:r>
              <a:rPr lang="en-US" sz="1500" kern="0" spc="-80" dirty="0">
                <a:solidFill>
                  <a:schemeClr val="accent6"/>
                </a:solidFill>
              </a:rPr>
              <a:t>Used in physics-based animations:</a:t>
            </a:r>
          </a:p>
          <a:p>
            <a:pPr marL="12700" marR="5080"/>
            <a:r>
              <a:rPr lang="en-US" sz="1500" kern="0" spc="-80" dirty="0">
                <a:solidFill>
                  <a:schemeClr val="accent6"/>
                </a:solidFill>
              </a:rPr>
              <a:t>Position: x(t) = x₀ + </a:t>
            </a:r>
            <a:r>
              <a:rPr lang="en-US" sz="1500" kern="0" spc="-80" dirty="0" err="1">
                <a:solidFill>
                  <a:schemeClr val="accent6"/>
                </a:solidFill>
              </a:rPr>
              <a:t>vt</a:t>
            </a:r>
            <a:r>
              <a:rPr lang="en-US" sz="1500" kern="0" spc="-80" dirty="0">
                <a:solidFill>
                  <a:schemeClr val="accent6"/>
                </a:solidFill>
              </a:rPr>
              <a:t> + ½at²</a:t>
            </a:r>
          </a:p>
          <a:p>
            <a:pPr marL="12700" marR="5080"/>
            <a:r>
              <a:rPr lang="en-US" sz="1500" kern="0" spc="-80" dirty="0">
                <a:solidFill>
                  <a:schemeClr val="accent6"/>
                </a:solidFill>
              </a:rPr>
              <a:t>Velocity: v(t) = v₀ + at</a:t>
            </a:r>
          </a:p>
          <a:p>
            <a:pPr marL="12700" marR="5080"/>
            <a:r>
              <a:rPr lang="en-US" sz="1500" kern="0" spc="-80" dirty="0">
                <a:solidFill>
                  <a:schemeClr val="accent6"/>
                </a:solidFill>
              </a:rPr>
              <a:t>Applications:</a:t>
            </a:r>
          </a:p>
          <a:p>
            <a:pPr marL="12700" marR="5080"/>
            <a:r>
              <a:rPr lang="en-US" sz="1500" kern="0" spc="-80" dirty="0">
                <a:solidFill>
                  <a:schemeClr val="accent6"/>
                </a:solidFill>
              </a:rPr>
              <a:t>Scroll physics</a:t>
            </a:r>
          </a:p>
          <a:p>
            <a:pPr marL="12700" marR="5080"/>
            <a:r>
              <a:rPr lang="en-US" sz="1500" kern="0" spc="-80" dirty="0">
                <a:solidFill>
                  <a:schemeClr val="accent6"/>
                </a:solidFill>
              </a:rPr>
              <a:t>Bounce, fling, deceleration curves (e.g., iOS </a:t>
            </a:r>
            <a:r>
              <a:rPr lang="en-US" sz="1500" kern="0" spc="-80" dirty="0" err="1">
                <a:solidFill>
                  <a:schemeClr val="accent6"/>
                </a:solidFill>
              </a:rPr>
              <a:t>UISpringTimingParameters</a:t>
            </a:r>
            <a:r>
              <a:rPr lang="en-US" sz="1500" kern="0" spc="-80" dirty="0">
                <a:solidFill>
                  <a:schemeClr val="accent6"/>
                </a:solidFill>
              </a:rPr>
              <a:t>)</a:t>
            </a:r>
          </a:p>
          <a:p>
            <a:pPr marL="12700" marR="5080"/>
            <a:r>
              <a:rPr lang="en-US" sz="1500" kern="0" spc="-80" dirty="0">
                <a:solidFill>
                  <a:schemeClr val="accent6"/>
                </a:solidFill>
              </a:rPr>
              <a:t>Android flings (</a:t>
            </a:r>
            <a:r>
              <a:rPr lang="en-US" sz="1500" kern="0" spc="-80" dirty="0" err="1">
                <a:solidFill>
                  <a:schemeClr val="accent6"/>
                </a:solidFill>
              </a:rPr>
              <a:t>OverScroller</a:t>
            </a:r>
            <a:r>
              <a:rPr lang="en-US" sz="1500" kern="0" spc="-80" dirty="0">
                <a:solidFill>
                  <a:schemeClr val="accent6"/>
                </a:solidFill>
              </a:rPr>
              <a:t>)</a:t>
            </a:r>
          </a:p>
          <a:p>
            <a:pPr marL="12700" marR="5080"/>
            <a:r>
              <a:rPr lang="en-US" sz="1500" kern="0" spc="-80" dirty="0">
                <a:solidFill>
                  <a:schemeClr val="accent6"/>
                </a:solidFill>
              </a:rPr>
              <a:t>8.2 Springs &amp; Damping</a:t>
            </a:r>
          </a:p>
          <a:p>
            <a:pPr marL="12700" marR="5080"/>
            <a:r>
              <a:rPr lang="en-US" sz="1500" kern="0" spc="-80" dirty="0">
                <a:solidFill>
                  <a:schemeClr val="accent6"/>
                </a:solidFill>
              </a:rPr>
              <a:t>Spring motion (Hooke’s Law):</a:t>
            </a:r>
          </a:p>
          <a:p>
            <a:pPr marL="12700" marR="5080"/>
            <a:r>
              <a:rPr lang="en-US" sz="1500" kern="0" spc="-80" dirty="0">
                <a:solidFill>
                  <a:schemeClr val="accent6"/>
                </a:solidFill>
              </a:rPr>
              <a:t>F = –</a:t>
            </a:r>
            <a:r>
              <a:rPr lang="en-US" sz="1500" kern="0" spc="-80" dirty="0" err="1">
                <a:solidFill>
                  <a:schemeClr val="accent6"/>
                </a:solidFill>
              </a:rPr>
              <a:t>kx</a:t>
            </a:r>
            <a:endParaRPr lang="en-US" sz="1500" kern="0" spc="-80" dirty="0">
              <a:solidFill>
                <a:schemeClr val="accent6"/>
              </a:solidFill>
            </a:endParaRPr>
          </a:p>
          <a:p>
            <a:pPr marL="12700" marR="5080"/>
            <a:r>
              <a:rPr lang="en-US" sz="1500" kern="0" spc="-80" dirty="0">
                <a:solidFill>
                  <a:schemeClr val="accent6"/>
                </a:solidFill>
              </a:rPr>
              <a:t>Damped oscillation:</a:t>
            </a:r>
          </a:p>
          <a:p>
            <a:pPr marL="12700" marR="5080"/>
            <a:r>
              <a:rPr lang="en-US" sz="1500" kern="0" spc="-80" dirty="0">
                <a:solidFill>
                  <a:schemeClr val="accent6"/>
                </a:solidFill>
              </a:rPr>
              <a:t>x(t) = A e^(–</a:t>
            </a:r>
            <a:r>
              <a:rPr lang="el-GR" sz="1500" kern="0" spc="-80" dirty="0">
                <a:solidFill>
                  <a:schemeClr val="accent6"/>
                </a:solidFill>
              </a:rPr>
              <a:t>ζω</a:t>
            </a:r>
            <a:r>
              <a:rPr lang="en-US" sz="1500" kern="0" spc="-80" dirty="0">
                <a:solidFill>
                  <a:schemeClr val="accent6"/>
                </a:solidFill>
              </a:rPr>
              <a:t>t) cos(</a:t>
            </a:r>
            <a:r>
              <a:rPr lang="el-GR" sz="1500" kern="0" spc="-80" dirty="0">
                <a:solidFill>
                  <a:schemeClr val="accent6"/>
                </a:solidFill>
              </a:rPr>
              <a:t>ω</a:t>
            </a:r>
            <a:r>
              <a:rPr lang="en-US" sz="1500" kern="0" spc="-80" dirty="0">
                <a:solidFill>
                  <a:schemeClr val="accent6"/>
                </a:solidFill>
              </a:rPr>
              <a:t>dt + </a:t>
            </a:r>
            <a:r>
              <a:rPr lang="el-GR" sz="1500" kern="0" spc="-80" dirty="0">
                <a:solidFill>
                  <a:schemeClr val="accent6"/>
                </a:solidFill>
              </a:rPr>
              <a:t>φ)</a:t>
            </a:r>
          </a:p>
          <a:p>
            <a:pPr marL="12700" marR="5080"/>
            <a:r>
              <a:rPr lang="en-US" sz="1500" kern="0" spc="-80" dirty="0">
                <a:solidFill>
                  <a:schemeClr val="accent6"/>
                </a:solidFill>
              </a:rPr>
              <a:t>Used in:</a:t>
            </a:r>
          </a:p>
          <a:p>
            <a:pPr marL="12700" marR="5080"/>
            <a:r>
              <a:rPr lang="en-US" sz="1500" kern="0" spc="-80" dirty="0">
                <a:solidFill>
                  <a:schemeClr val="accent6"/>
                </a:solidFill>
              </a:rPr>
              <a:t>iOS </a:t>
            </a:r>
            <a:r>
              <a:rPr lang="en-US" sz="1500" kern="0" spc="-80" dirty="0" err="1">
                <a:solidFill>
                  <a:schemeClr val="accent6"/>
                </a:solidFill>
              </a:rPr>
              <a:t>UIKitSpringAnimation</a:t>
            </a:r>
            <a:endParaRPr lang="en-US" sz="1500" kern="0" spc="-80" dirty="0">
              <a:solidFill>
                <a:schemeClr val="accent6"/>
              </a:solidFill>
            </a:endParaRPr>
          </a:p>
          <a:p>
            <a:pPr marL="12700" marR="5080"/>
            <a:r>
              <a:rPr lang="en-US" sz="1500" kern="0" spc="-80" dirty="0">
                <a:solidFill>
                  <a:schemeClr val="accent6"/>
                </a:solidFill>
              </a:rPr>
              <a:t>Android </a:t>
            </a:r>
            <a:r>
              <a:rPr lang="en-US" sz="1500" kern="0" spc="-80" dirty="0" err="1">
                <a:solidFill>
                  <a:schemeClr val="accent6"/>
                </a:solidFill>
              </a:rPr>
              <a:t>SpringAnimation</a:t>
            </a:r>
            <a:endParaRPr lang="en-US" sz="1500" kern="0" spc="-80" dirty="0">
              <a:solidFill>
                <a:schemeClr val="accent6"/>
              </a:solidFill>
            </a:endParaRPr>
          </a:p>
          <a:p>
            <a:pPr marL="12700" marR="5080"/>
            <a:r>
              <a:rPr lang="en-US" sz="1500" kern="0" spc="-80" dirty="0">
                <a:solidFill>
                  <a:schemeClr val="accent6"/>
                </a:solidFill>
              </a:rPr>
              <a:t>Flutter’s spring simulation</a:t>
            </a:r>
          </a:p>
          <a:p>
            <a:pPr marL="12700" marR="5080"/>
            <a:r>
              <a:rPr lang="en-US" sz="1500" kern="0" spc="-80" dirty="0">
                <a:solidFill>
                  <a:schemeClr val="accent6"/>
                </a:solidFill>
              </a:rPr>
              <a:t>CSS spring() easing (Safari) &amp; JS Web Animations API spring libraries</a:t>
            </a:r>
          </a:p>
          <a:p>
            <a:pPr marL="12700" marR="5080"/>
            <a:r>
              <a:rPr lang="en-US" sz="1500" kern="0" spc="-80" dirty="0">
                <a:solidFill>
                  <a:schemeClr val="accent6"/>
                </a:solidFill>
              </a:rPr>
              <a:t>Parameters:</a:t>
            </a:r>
          </a:p>
          <a:p>
            <a:pPr marL="12700" marR="5080"/>
            <a:r>
              <a:rPr lang="en-US" sz="1500" kern="0" spc="-80" dirty="0">
                <a:solidFill>
                  <a:schemeClr val="accent6"/>
                </a:solidFill>
              </a:rPr>
              <a:t>k = stiffness</a:t>
            </a:r>
          </a:p>
          <a:p>
            <a:pPr marL="12700" marR="5080"/>
            <a:r>
              <a:rPr lang="el-GR" sz="1500" kern="0" spc="-80" dirty="0">
                <a:solidFill>
                  <a:schemeClr val="accent6"/>
                </a:solidFill>
              </a:rPr>
              <a:t>ζ = </a:t>
            </a:r>
            <a:r>
              <a:rPr lang="en-US" sz="1500" kern="0" spc="-80" dirty="0">
                <a:solidFill>
                  <a:schemeClr val="accent6"/>
                </a:solidFill>
              </a:rPr>
              <a:t>damping ratio</a:t>
            </a:r>
          </a:p>
          <a:p>
            <a:pPr marL="12700" marR="5080"/>
            <a:r>
              <a:rPr lang="el-GR" sz="1500" kern="0" spc="-80" dirty="0">
                <a:solidFill>
                  <a:schemeClr val="accent6"/>
                </a:solidFill>
              </a:rPr>
              <a:t>ω = </a:t>
            </a:r>
            <a:r>
              <a:rPr lang="en-US" sz="1500" kern="0" spc="-80" dirty="0">
                <a:solidFill>
                  <a:schemeClr val="accent6"/>
                </a:solidFill>
              </a:rPr>
              <a:t>natural frequency</a:t>
            </a:r>
          </a:p>
          <a:p>
            <a:pPr marL="12700" marR="5080"/>
            <a:r>
              <a:rPr lang="en-US" sz="1500" kern="0" spc="-80" dirty="0">
                <a:solidFill>
                  <a:schemeClr val="accent6"/>
                </a:solidFill>
              </a:rPr>
              <a:t>8.3 </a:t>
            </a:r>
            <a:r>
              <a:rPr lang="en-US" sz="1500" kern="0" spc="-80" dirty="0" err="1">
                <a:solidFill>
                  <a:schemeClr val="accent6"/>
                </a:solidFill>
              </a:rPr>
              <a:t>Bézier</a:t>
            </a:r>
            <a:r>
              <a:rPr lang="en-US" sz="1500" kern="0" spc="-80" dirty="0">
                <a:solidFill>
                  <a:schemeClr val="accent6"/>
                </a:solidFill>
              </a:rPr>
              <a:t> Curves</a:t>
            </a:r>
          </a:p>
          <a:p>
            <a:pPr marL="12700" marR="5080"/>
            <a:r>
              <a:rPr lang="en-US" sz="1500" kern="0" spc="-80" dirty="0">
                <a:solidFill>
                  <a:schemeClr val="accent6"/>
                </a:solidFill>
              </a:rPr>
              <a:t>Used for:</a:t>
            </a:r>
          </a:p>
          <a:p>
            <a:pPr marL="12700" marR="5080"/>
            <a:r>
              <a:rPr lang="en-US" sz="1500" kern="0" spc="-80" dirty="0">
                <a:solidFill>
                  <a:schemeClr val="accent6"/>
                </a:solidFill>
              </a:rPr>
              <a:t>CSS easing functions (cubic-</a:t>
            </a:r>
            <a:r>
              <a:rPr lang="en-US" sz="1500" kern="0" spc="-80" dirty="0" err="1">
                <a:solidFill>
                  <a:schemeClr val="accent6"/>
                </a:solidFill>
              </a:rPr>
              <a:t>bezier</a:t>
            </a:r>
            <a:r>
              <a:rPr lang="en-US" sz="1500" kern="0" spc="-80" dirty="0">
                <a:solidFill>
                  <a:schemeClr val="accent6"/>
                </a:solidFill>
              </a:rPr>
              <a:t>)</a:t>
            </a:r>
          </a:p>
          <a:p>
            <a:pPr marL="12700" marR="5080"/>
            <a:r>
              <a:rPr lang="en-US" sz="1500" kern="0" spc="-80" dirty="0">
                <a:solidFill>
                  <a:schemeClr val="accent6"/>
                </a:solidFill>
              </a:rPr>
              <a:t>Canvas/SVG paths</a:t>
            </a:r>
          </a:p>
          <a:p>
            <a:pPr marL="12700" marR="5080"/>
            <a:r>
              <a:rPr lang="en-US" sz="1500" kern="0" spc="-80" dirty="0">
                <a:solidFill>
                  <a:schemeClr val="accent6"/>
                </a:solidFill>
              </a:rPr>
              <a:t>iOS </a:t>
            </a:r>
            <a:r>
              <a:rPr lang="en-US" sz="1500" kern="0" spc="-80" dirty="0" err="1">
                <a:solidFill>
                  <a:schemeClr val="accent6"/>
                </a:solidFill>
              </a:rPr>
              <a:t>CoreAnimation</a:t>
            </a:r>
            <a:r>
              <a:rPr lang="en-US" sz="1500" kern="0" spc="-80" dirty="0">
                <a:solidFill>
                  <a:schemeClr val="accent6"/>
                </a:solidFill>
              </a:rPr>
              <a:t> timing</a:t>
            </a:r>
          </a:p>
          <a:p>
            <a:pPr marL="12700" marR="5080"/>
            <a:r>
              <a:rPr lang="en-US" sz="1500" kern="0" spc="-80" dirty="0">
                <a:solidFill>
                  <a:schemeClr val="accent6"/>
                </a:solidFill>
              </a:rPr>
              <a:t>Android </a:t>
            </a:r>
            <a:r>
              <a:rPr lang="en-US" sz="1500" kern="0" spc="-80" dirty="0" err="1">
                <a:solidFill>
                  <a:schemeClr val="accent6"/>
                </a:solidFill>
              </a:rPr>
              <a:t>PathInterpolator</a:t>
            </a:r>
            <a:endParaRPr lang="en-US" sz="1500" kern="0" spc="-80" dirty="0">
              <a:solidFill>
                <a:schemeClr val="accent6"/>
              </a:solidFill>
            </a:endParaRPr>
          </a:p>
          <a:p>
            <a:pPr marL="12700" marR="5080"/>
            <a:r>
              <a:rPr lang="en-US" sz="1500" kern="0" spc="-80" dirty="0">
                <a:solidFill>
                  <a:schemeClr val="accent6"/>
                </a:solidFill>
              </a:rPr>
              <a:t>Quadratic </a:t>
            </a:r>
            <a:r>
              <a:rPr lang="en-US" sz="1500" kern="0" spc="-80" dirty="0" err="1">
                <a:solidFill>
                  <a:schemeClr val="accent6"/>
                </a:solidFill>
              </a:rPr>
              <a:t>Bézier</a:t>
            </a:r>
            <a:r>
              <a:rPr lang="en-US" sz="1500" kern="0" spc="-80" dirty="0">
                <a:solidFill>
                  <a:schemeClr val="accent6"/>
                </a:solidFill>
              </a:rPr>
              <a:t>:</a:t>
            </a:r>
          </a:p>
          <a:p>
            <a:pPr marL="12700" marR="5080"/>
            <a:r>
              <a:rPr lang="en-US" sz="1500" kern="0" spc="-80" dirty="0">
                <a:solidFill>
                  <a:schemeClr val="accent6"/>
                </a:solidFill>
              </a:rPr>
              <a:t>B(t) = (1 – t)²P0 + 2(1 – t)tP1 + t²P2</a:t>
            </a:r>
          </a:p>
          <a:p>
            <a:pPr marL="12700" marR="5080"/>
            <a:r>
              <a:rPr lang="en-US" sz="1500" kern="0" spc="-80" dirty="0">
                <a:solidFill>
                  <a:schemeClr val="accent6"/>
                </a:solidFill>
              </a:rPr>
              <a:t>Cubic </a:t>
            </a:r>
            <a:r>
              <a:rPr lang="en-US" sz="1500" kern="0" spc="-80" dirty="0" err="1">
                <a:solidFill>
                  <a:schemeClr val="accent6"/>
                </a:solidFill>
              </a:rPr>
              <a:t>Bézier</a:t>
            </a:r>
            <a:r>
              <a:rPr lang="en-US" sz="1500" kern="0" spc="-80" dirty="0">
                <a:solidFill>
                  <a:schemeClr val="accent6"/>
                </a:solidFill>
              </a:rPr>
              <a:t>:</a:t>
            </a:r>
          </a:p>
          <a:p>
            <a:pPr marL="12700" marR="5080"/>
            <a:r>
              <a:rPr lang="en-US" sz="1500" kern="0" spc="-80" dirty="0">
                <a:solidFill>
                  <a:schemeClr val="accent6"/>
                </a:solidFill>
              </a:rPr>
              <a:t>B(t) = </a:t>
            </a:r>
            <a:r>
              <a:rPr lang="el-GR" sz="1500" kern="0" spc="-80" dirty="0">
                <a:solidFill>
                  <a:schemeClr val="accent6"/>
                </a:solidFill>
              </a:rPr>
              <a:t>Σ (</a:t>
            </a:r>
            <a:r>
              <a:rPr lang="en-US" sz="1500" kern="0" spc="-80" dirty="0" err="1">
                <a:solidFill>
                  <a:schemeClr val="accent6"/>
                </a:solidFill>
              </a:rPr>
              <a:t>i</a:t>
            </a:r>
            <a:r>
              <a:rPr lang="en-US" sz="1500" kern="0" spc="-80" dirty="0">
                <a:solidFill>
                  <a:schemeClr val="accent6"/>
                </a:solidFill>
              </a:rPr>
              <a:t>=0→3) [C(3,i)(1–t)^(3–</a:t>
            </a:r>
            <a:r>
              <a:rPr lang="en-US" sz="1500" kern="0" spc="-80" dirty="0" err="1">
                <a:solidFill>
                  <a:schemeClr val="accent6"/>
                </a:solidFill>
              </a:rPr>
              <a:t>i</a:t>
            </a:r>
            <a:r>
              <a:rPr lang="en-US" sz="1500" kern="0" spc="-80" dirty="0">
                <a:solidFill>
                  <a:schemeClr val="accent6"/>
                </a:solidFill>
              </a:rPr>
              <a:t>) </a:t>
            </a:r>
            <a:r>
              <a:rPr lang="en-US" sz="1500" kern="0" spc="-80" dirty="0" err="1">
                <a:solidFill>
                  <a:schemeClr val="accent6"/>
                </a:solidFill>
              </a:rPr>
              <a:t>t^i</a:t>
            </a:r>
            <a:r>
              <a:rPr lang="en-US" sz="1500" kern="0" spc="-80" dirty="0">
                <a:solidFill>
                  <a:schemeClr val="accent6"/>
                </a:solidFill>
              </a:rPr>
              <a:t> Pi]</a:t>
            </a:r>
          </a:p>
          <a:p>
            <a:pPr marL="12700" marR="5080"/>
            <a:r>
              <a:rPr lang="en-US" sz="1500" kern="0" spc="-80" dirty="0">
                <a:solidFill>
                  <a:schemeClr val="accent6"/>
                </a:solidFill>
              </a:rPr>
              <a:t>8.4 Interpolation &amp; Easing</a:t>
            </a:r>
          </a:p>
          <a:p>
            <a:pPr marL="12700" marR="5080"/>
            <a:r>
              <a:rPr lang="en-US" sz="1500" kern="0" spc="-80" dirty="0">
                <a:solidFill>
                  <a:schemeClr val="accent6"/>
                </a:solidFill>
              </a:rPr>
              <a:t>Key mathematical interpolations:</a:t>
            </a:r>
          </a:p>
          <a:p>
            <a:pPr marL="12700" marR="5080"/>
            <a:r>
              <a:rPr lang="en-US" sz="1500" kern="0" spc="-80" dirty="0">
                <a:solidFill>
                  <a:schemeClr val="accent6"/>
                </a:solidFill>
              </a:rPr>
              <a:t>Linear interpolation</a:t>
            </a:r>
          </a:p>
          <a:p>
            <a:pPr marL="12700" marR="5080"/>
            <a:r>
              <a:rPr lang="en-US" sz="1500" kern="0" spc="-80" dirty="0">
                <a:solidFill>
                  <a:schemeClr val="accent6"/>
                </a:solidFill>
              </a:rPr>
              <a:t>lerp(a, b, t) = a + (b – a)t</a:t>
            </a:r>
          </a:p>
          <a:p>
            <a:pPr marL="12700" marR="5080"/>
            <a:r>
              <a:rPr lang="en-US" sz="1500" kern="0" spc="-80" dirty="0" err="1">
                <a:solidFill>
                  <a:schemeClr val="accent6"/>
                </a:solidFill>
              </a:rPr>
              <a:t>Smoothstep</a:t>
            </a:r>
            <a:r>
              <a:rPr lang="en-US" sz="1500" kern="0" spc="-80" dirty="0">
                <a:solidFill>
                  <a:schemeClr val="accent6"/>
                </a:solidFill>
              </a:rPr>
              <a:t> &amp; </a:t>
            </a:r>
            <a:r>
              <a:rPr lang="en-US" sz="1500" kern="0" spc="-80" dirty="0" err="1">
                <a:solidFill>
                  <a:schemeClr val="accent6"/>
                </a:solidFill>
              </a:rPr>
              <a:t>Smootherstep</a:t>
            </a:r>
            <a:endParaRPr lang="en-US" sz="1500" kern="0" spc="-80" dirty="0">
              <a:solidFill>
                <a:schemeClr val="accent6"/>
              </a:solidFill>
            </a:endParaRPr>
          </a:p>
          <a:p>
            <a:pPr marL="12700" marR="5080"/>
            <a:r>
              <a:rPr lang="en-US" sz="1500" kern="0" spc="-80" dirty="0" err="1">
                <a:solidFill>
                  <a:schemeClr val="accent6"/>
                </a:solidFill>
              </a:rPr>
              <a:t>Smoothstep</a:t>
            </a:r>
            <a:r>
              <a:rPr lang="en-US" sz="1500" kern="0" spc="-80" dirty="0">
                <a:solidFill>
                  <a:schemeClr val="accent6"/>
                </a:solidFill>
              </a:rPr>
              <a:t>:</a:t>
            </a:r>
          </a:p>
          <a:p>
            <a:pPr marL="12700" marR="5080"/>
            <a:r>
              <a:rPr lang="en-US" sz="1500" kern="0" spc="-80" dirty="0">
                <a:solidFill>
                  <a:schemeClr val="accent6"/>
                </a:solidFill>
              </a:rPr>
              <a:t>3t² – 2t³</a:t>
            </a:r>
          </a:p>
          <a:p>
            <a:pPr marL="12700" marR="5080"/>
            <a:r>
              <a:rPr lang="en-US" sz="1500" kern="0" spc="-80" dirty="0" err="1">
                <a:solidFill>
                  <a:schemeClr val="accent6"/>
                </a:solidFill>
              </a:rPr>
              <a:t>Smootherstep</a:t>
            </a:r>
            <a:r>
              <a:rPr lang="en-US" sz="1500" kern="0" spc="-80" dirty="0">
                <a:solidFill>
                  <a:schemeClr val="accent6"/>
                </a:solidFill>
              </a:rPr>
              <a:t>:</a:t>
            </a:r>
          </a:p>
          <a:p>
            <a:pPr marL="12700" marR="5080"/>
            <a:r>
              <a:rPr lang="en-US" sz="1500" kern="0" spc="-80" dirty="0">
                <a:solidFill>
                  <a:schemeClr val="accent6"/>
                </a:solidFill>
              </a:rPr>
              <a:t>6t⁵ – 15t⁴ + 10t³</a:t>
            </a:r>
          </a:p>
          <a:p>
            <a:pPr marL="12700" marR="5080"/>
            <a:r>
              <a:rPr lang="en-US" sz="1500" kern="0" spc="-80" dirty="0">
                <a:solidFill>
                  <a:schemeClr val="accent6"/>
                </a:solidFill>
              </a:rPr>
              <a:t>Exponential easing</a:t>
            </a:r>
          </a:p>
          <a:p>
            <a:pPr marL="12700" marR="5080"/>
            <a:r>
              <a:rPr lang="en-US" sz="1500" kern="0" spc="-80" dirty="0">
                <a:solidFill>
                  <a:schemeClr val="accent6"/>
                </a:solidFill>
              </a:rPr>
              <a:t>Used for in/out fades:</a:t>
            </a:r>
          </a:p>
          <a:p>
            <a:pPr marL="12700" marR="5080"/>
            <a:r>
              <a:rPr lang="en-US" sz="1500" kern="0" spc="-80" dirty="0">
                <a:solidFill>
                  <a:schemeClr val="accent6"/>
                </a:solidFill>
              </a:rPr>
              <a:t>e^(–kt)</a:t>
            </a:r>
          </a:p>
          <a:p>
            <a:pPr marL="12700" marR="5080"/>
            <a:r>
              <a:rPr lang="en-US" sz="1500" kern="0" spc="-80" dirty="0">
                <a:solidFill>
                  <a:schemeClr val="accent6"/>
                </a:solidFill>
              </a:rPr>
              <a:t>Applications:</a:t>
            </a:r>
          </a:p>
          <a:p>
            <a:pPr marL="12700" marR="5080"/>
            <a:r>
              <a:rPr lang="en-US" sz="1500" kern="0" spc="-80" dirty="0">
                <a:solidFill>
                  <a:schemeClr val="accent6"/>
                </a:solidFill>
              </a:rPr>
              <a:t>GPU animations</a:t>
            </a:r>
          </a:p>
          <a:p>
            <a:pPr marL="12700" marR="5080"/>
            <a:r>
              <a:rPr lang="en-US" sz="1500" kern="0" spc="-80" dirty="0">
                <a:solidFill>
                  <a:schemeClr val="accent6"/>
                </a:solidFill>
              </a:rPr>
              <a:t>CSS transitions</a:t>
            </a:r>
          </a:p>
          <a:p>
            <a:pPr marL="12700" marR="5080"/>
            <a:r>
              <a:rPr lang="en-US" sz="1500" kern="0" spc="-80" dirty="0">
                <a:solidFill>
                  <a:schemeClr val="accent6"/>
                </a:solidFill>
              </a:rPr>
              <a:t>React Native Reanimated</a:t>
            </a:r>
          </a:p>
          <a:p>
            <a:pPr marL="12700" marR="5080"/>
            <a:r>
              <a:rPr lang="en-US" sz="1500" kern="0" spc="-80" dirty="0">
                <a:solidFill>
                  <a:schemeClr val="accent6"/>
                </a:solidFill>
              </a:rPr>
              <a:t>Lottie animations</a:t>
            </a:r>
          </a:p>
          <a:p>
            <a:pPr marL="12700" marR="5080"/>
            <a:r>
              <a:rPr lang="en-US" sz="1500" kern="0" spc="-80" dirty="0">
                <a:solidFill>
                  <a:schemeClr val="accent6"/>
                </a:solidFill>
              </a:rPr>
              <a:t>9. Math for Graphics, Rendering &amp; UI Elements</a:t>
            </a:r>
          </a:p>
          <a:p>
            <a:pPr marL="12700" marR="5080"/>
            <a:r>
              <a:rPr lang="en-US" sz="1500" kern="0" spc="-80" dirty="0">
                <a:solidFill>
                  <a:schemeClr val="accent6"/>
                </a:solidFill>
              </a:rPr>
              <a:t>9.1 Computational Geometry</a:t>
            </a:r>
          </a:p>
          <a:p>
            <a:pPr marL="12700" marR="5080"/>
            <a:r>
              <a:rPr lang="en-US" sz="1500" kern="0" spc="-80" dirty="0">
                <a:solidFill>
                  <a:schemeClr val="accent6"/>
                </a:solidFill>
              </a:rPr>
              <a:t>Used in UI clipping, hit testing, drawing shapes.</a:t>
            </a:r>
          </a:p>
          <a:p>
            <a:pPr marL="12700" marR="5080"/>
            <a:r>
              <a:rPr lang="en-US" sz="1500" kern="0" spc="-80" dirty="0">
                <a:solidFill>
                  <a:schemeClr val="accent6"/>
                </a:solidFill>
              </a:rPr>
              <a:t>Key formulas:</a:t>
            </a:r>
          </a:p>
          <a:p>
            <a:pPr marL="12700" marR="5080"/>
            <a:r>
              <a:rPr lang="en-US" sz="1500" kern="0" spc="-80" dirty="0">
                <a:solidFill>
                  <a:schemeClr val="accent6"/>
                </a:solidFill>
              </a:rPr>
              <a:t>Line intersection</a:t>
            </a:r>
          </a:p>
          <a:p>
            <a:pPr marL="12700" marR="5080"/>
            <a:r>
              <a:rPr lang="en-US" sz="1500" kern="0" spc="-80" dirty="0">
                <a:solidFill>
                  <a:schemeClr val="accent6"/>
                </a:solidFill>
              </a:rPr>
              <a:t>Point in polygon (Ray casting algorithm)</a:t>
            </a:r>
          </a:p>
          <a:p>
            <a:pPr marL="12700" marR="5080"/>
            <a:r>
              <a:rPr lang="en-US" sz="1500" kern="0" spc="-80" dirty="0">
                <a:solidFill>
                  <a:schemeClr val="accent6"/>
                </a:solidFill>
              </a:rPr>
              <a:t>Convex hull (Graham scan, O(n log n))</a:t>
            </a:r>
          </a:p>
          <a:p>
            <a:pPr marL="12700" marR="5080"/>
            <a:r>
              <a:rPr lang="en-US" sz="1500" kern="0" spc="-80" dirty="0">
                <a:solidFill>
                  <a:schemeClr val="accent6"/>
                </a:solidFill>
              </a:rPr>
              <a:t>Circle/rectangle overlap detection</a:t>
            </a:r>
          </a:p>
          <a:p>
            <a:pPr marL="12700" marR="5080"/>
            <a:r>
              <a:rPr lang="en-US" sz="1500" kern="0" spc="-80" dirty="0">
                <a:solidFill>
                  <a:schemeClr val="accent6"/>
                </a:solidFill>
              </a:rPr>
              <a:t>Vector projections and dot products</a:t>
            </a:r>
          </a:p>
          <a:p>
            <a:pPr marL="12700" marR="5080"/>
            <a:r>
              <a:rPr lang="en-US" sz="1500" kern="0" spc="-80" dirty="0">
                <a:solidFill>
                  <a:schemeClr val="accent6"/>
                </a:solidFill>
              </a:rPr>
              <a:t>9.2 Important Geometry for UI Layout</a:t>
            </a:r>
          </a:p>
          <a:p>
            <a:pPr marL="12700" marR="5080"/>
            <a:r>
              <a:rPr lang="en-US" sz="1500" kern="0" spc="-80" dirty="0">
                <a:solidFill>
                  <a:schemeClr val="accent6"/>
                </a:solidFill>
              </a:rPr>
              <a:t>Aspect ratio calculations</a:t>
            </a:r>
          </a:p>
          <a:p>
            <a:pPr marL="12700" marR="5080"/>
            <a:r>
              <a:rPr lang="en-US" sz="1500" kern="0" spc="-80" dirty="0">
                <a:solidFill>
                  <a:schemeClr val="accent6"/>
                </a:solidFill>
              </a:rPr>
              <a:t>AR = width / height</a:t>
            </a:r>
          </a:p>
          <a:p>
            <a:pPr marL="12700" marR="5080"/>
            <a:r>
              <a:rPr lang="en-US" sz="1500" kern="0" spc="-80" dirty="0">
                <a:solidFill>
                  <a:schemeClr val="accent6"/>
                </a:solidFill>
              </a:rPr>
              <a:t>Scaling to fit (contain, cover)</a:t>
            </a:r>
          </a:p>
          <a:p>
            <a:pPr marL="12700" marR="5080"/>
            <a:r>
              <a:rPr lang="en-US" sz="1500" kern="0" spc="-80" dirty="0">
                <a:solidFill>
                  <a:schemeClr val="accent6"/>
                </a:solidFill>
              </a:rPr>
              <a:t>scale = min(</a:t>
            </a:r>
            <a:r>
              <a:rPr lang="en-US" sz="1500" kern="0" spc="-80" dirty="0" err="1">
                <a:solidFill>
                  <a:schemeClr val="accent6"/>
                </a:solidFill>
              </a:rPr>
              <a:t>maxWidth</a:t>
            </a:r>
            <a:r>
              <a:rPr lang="en-US" sz="1500" kern="0" spc="-80" dirty="0">
                <a:solidFill>
                  <a:schemeClr val="accent6"/>
                </a:solidFill>
              </a:rPr>
              <a:t> / w, </a:t>
            </a:r>
            <a:r>
              <a:rPr lang="en-US" sz="1500" kern="0" spc="-80" dirty="0" err="1">
                <a:solidFill>
                  <a:schemeClr val="accent6"/>
                </a:solidFill>
              </a:rPr>
              <a:t>maxHeight</a:t>
            </a:r>
            <a:r>
              <a:rPr lang="en-US" sz="1500" kern="0" spc="-80" dirty="0">
                <a:solidFill>
                  <a:schemeClr val="accent6"/>
                </a:solidFill>
              </a:rPr>
              <a:t> / h)</a:t>
            </a:r>
          </a:p>
          <a:p>
            <a:pPr marL="12700" marR="5080"/>
            <a:r>
              <a:rPr lang="en-US" sz="1500" kern="0" spc="-80" dirty="0">
                <a:solidFill>
                  <a:schemeClr val="accent6"/>
                </a:solidFill>
              </a:rPr>
              <a:t>Safe area insets (iPhone notch)</a:t>
            </a:r>
          </a:p>
          <a:p>
            <a:pPr marL="12700" marR="5080"/>
            <a:r>
              <a:rPr lang="en-US" sz="1500" kern="0" spc="-80" dirty="0">
                <a:solidFill>
                  <a:schemeClr val="accent6"/>
                </a:solidFill>
              </a:rPr>
              <a:t>geometric constraints solving</a:t>
            </a:r>
          </a:p>
          <a:p>
            <a:pPr marL="12700" marR="5080"/>
            <a:r>
              <a:rPr lang="en-US" sz="1500" kern="0" spc="-80" dirty="0">
                <a:solidFill>
                  <a:schemeClr val="accent6"/>
                </a:solidFill>
              </a:rPr>
              <a:t>9.3 Trigonometry</a:t>
            </a:r>
          </a:p>
          <a:p>
            <a:pPr marL="12700" marR="5080"/>
            <a:r>
              <a:rPr lang="en-US" sz="1500" kern="0" spc="-80" dirty="0">
                <a:solidFill>
                  <a:schemeClr val="accent6"/>
                </a:solidFill>
              </a:rPr>
              <a:t>Used for:</a:t>
            </a:r>
          </a:p>
          <a:p>
            <a:pPr marL="12700" marR="5080"/>
            <a:r>
              <a:rPr lang="en-US" sz="1500" kern="0" spc="-80" dirty="0">
                <a:solidFill>
                  <a:schemeClr val="accent6"/>
                </a:solidFill>
              </a:rPr>
              <a:t>Circular menus</a:t>
            </a:r>
          </a:p>
          <a:p>
            <a:pPr marL="12700" marR="5080"/>
            <a:r>
              <a:rPr lang="en-US" sz="1500" kern="0" spc="-80" dirty="0">
                <a:solidFill>
                  <a:schemeClr val="accent6"/>
                </a:solidFill>
              </a:rPr>
              <a:t>dials, gauges, charts</a:t>
            </a:r>
          </a:p>
          <a:p>
            <a:pPr marL="12700" marR="5080"/>
            <a:r>
              <a:rPr lang="en-US" sz="1500" kern="0" spc="-80" dirty="0">
                <a:solidFill>
                  <a:schemeClr val="accent6"/>
                </a:solidFill>
              </a:rPr>
              <a:t>rotating 2D/3D objects</a:t>
            </a:r>
          </a:p>
          <a:p>
            <a:pPr marL="12700" marR="5080"/>
            <a:r>
              <a:rPr lang="en-US" sz="1500" kern="0" spc="-80" dirty="0">
                <a:solidFill>
                  <a:schemeClr val="accent6"/>
                </a:solidFill>
              </a:rPr>
              <a:t>progress indicators (arc calculations)</a:t>
            </a:r>
          </a:p>
          <a:p>
            <a:pPr marL="12700" marR="5080"/>
            <a:r>
              <a:rPr lang="en-US" sz="1500" kern="0" spc="-80" dirty="0">
                <a:solidFill>
                  <a:schemeClr val="accent6"/>
                </a:solidFill>
              </a:rPr>
              <a:t>Conversions:</a:t>
            </a:r>
          </a:p>
          <a:p>
            <a:pPr marL="12700" marR="5080"/>
            <a:r>
              <a:rPr lang="en-US" sz="1500" kern="0" spc="-80" dirty="0">
                <a:solidFill>
                  <a:schemeClr val="accent6"/>
                </a:solidFill>
              </a:rPr>
              <a:t>radians = degrees × </a:t>
            </a:r>
            <a:r>
              <a:rPr lang="el-GR" sz="1500" kern="0" spc="-80" dirty="0">
                <a:solidFill>
                  <a:schemeClr val="accent6"/>
                </a:solidFill>
              </a:rPr>
              <a:t>π/180</a:t>
            </a:r>
          </a:p>
          <a:p>
            <a:pPr marL="12700" marR="5080"/>
            <a:r>
              <a:rPr lang="en-US" sz="1500" kern="0" spc="-80" dirty="0">
                <a:solidFill>
                  <a:schemeClr val="accent6"/>
                </a:solidFill>
              </a:rPr>
              <a:t>Circle coords:</a:t>
            </a:r>
          </a:p>
          <a:p>
            <a:pPr marL="12700" marR="5080"/>
            <a:r>
              <a:rPr lang="en-US" sz="1500" kern="0" spc="-80" dirty="0">
                <a:solidFill>
                  <a:schemeClr val="accent6"/>
                </a:solidFill>
              </a:rPr>
              <a:t>x = cx + r cos(</a:t>
            </a:r>
            <a:r>
              <a:rPr lang="el-GR" sz="1500" kern="0" spc="-80" dirty="0">
                <a:solidFill>
                  <a:schemeClr val="accent6"/>
                </a:solidFill>
              </a:rPr>
              <a:t>θ)</a:t>
            </a:r>
          </a:p>
          <a:p>
            <a:pPr marL="12700" marR="5080"/>
            <a:r>
              <a:rPr lang="en-US" sz="1500" kern="0" spc="-80" dirty="0">
                <a:solidFill>
                  <a:schemeClr val="accent6"/>
                </a:solidFill>
              </a:rPr>
              <a:t>y = cy + r sin(</a:t>
            </a:r>
            <a:r>
              <a:rPr lang="el-GR" sz="1500" kern="0" spc="-80" dirty="0">
                <a:solidFill>
                  <a:schemeClr val="accent6"/>
                </a:solidFill>
              </a:rPr>
              <a:t>θ)</a:t>
            </a:r>
          </a:p>
          <a:p>
            <a:pPr marL="12700" marR="5080"/>
            <a:r>
              <a:rPr lang="el-GR" sz="1500" kern="0" spc="-80" dirty="0">
                <a:solidFill>
                  <a:schemeClr val="accent6"/>
                </a:solidFill>
              </a:rPr>
              <a:t>9.4 </a:t>
            </a:r>
            <a:r>
              <a:rPr lang="en-US" sz="1500" kern="0" spc="-80" dirty="0">
                <a:solidFill>
                  <a:schemeClr val="accent6"/>
                </a:solidFill>
              </a:rPr>
              <a:t>Matrix Math (2D &amp; 3D transforms)</a:t>
            </a:r>
          </a:p>
          <a:p>
            <a:pPr marL="12700" marR="5080"/>
            <a:r>
              <a:rPr lang="en-US" sz="1500" kern="0" spc="-80" dirty="0">
                <a:solidFill>
                  <a:schemeClr val="accent6"/>
                </a:solidFill>
              </a:rPr>
              <a:t>Transform matrix (2D):</a:t>
            </a:r>
          </a:p>
          <a:p>
            <a:pPr marL="12700" marR="5080"/>
            <a:r>
              <a:rPr lang="en-US" sz="1500" kern="0" spc="-80" dirty="0">
                <a:solidFill>
                  <a:schemeClr val="accent6"/>
                </a:solidFill>
              </a:rPr>
              <a:t>[a c e]</a:t>
            </a:r>
          </a:p>
          <a:p>
            <a:pPr marL="12700" marR="5080"/>
            <a:r>
              <a:rPr lang="en-US" sz="1500" kern="0" spc="-80" dirty="0">
                <a:solidFill>
                  <a:schemeClr val="accent6"/>
                </a:solidFill>
              </a:rPr>
              <a:t>[b d f]</a:t>
            </a:r>
          </a:p>
          <a:p>
            <a:pPr marL="12700" marR="5080"/>
            <a:r>
              <a:rPr lang="en-US" sz="1500" kern="0" spc="-80" dirty="0">
                <a:solidFill>
                  <a:schemeClr val="accent6"/>
                </a:solidFill>
              </a:rPr>
              <a:t>[0 0 1]</a:t>
            </a:r>
          </a:p>
          <a:p>
            <a:pPr marL="12700" marR="5080"/>
            <a:r>
              <a:rPr lang="en-US" sz="1500" kern="0" spc="-80" dirty="0">
                <a:solidFill>
                  <a:schemeClr val="accent6"/>
                </a:solidFill>
              </a:rPr>
              <a:t>Operations:</a:t>
            </a:r>
          </a:p>
          <a:p>
            <a:pPr marL="12700" marR="5080"/>
            <a:r>
              <a:rPr lang="en-US" sz="1500" kern="0" spc="-80" dirty="0">
                <a:solidFill>
                  <a:schemeClr val="accent6"/>
                </a:solidFill>
              </a:rPr>
              <a:t>translate</a:t>
            </a:r>
          </a:p>
          <a:p>
            <a:pPr marL="12700" marR="5080"/>
            <a:r>
              <a:rPr lang="en-US" sz="1500" kern="0" spc="-80" dirty="0">
                <a:solidFill>
                  <a:schemeClr val="accent6"/>
                </a:solidFill>
              </a:rPr>
              <a:t>rotate</a:t>
            </a:r>
          </a:p>
          <a:p>
            <a:pPr marL="12700" marR="5080"/>
            <a:r>
              <a:rPr lang="en-US" sz="1500" kern="0" spc="-80" dirty="0">
                <a:solidFill>
                  <a:schemeClr val="accent6"/>
                </a:solidFill>
              </a:rPr>
              <a:t>scale</a:t>
            </a:r>
          </a:p>
          <a:p>
            <a:pPr marL="12700" marR="5080"/>
            <a:r>
              <a:rPr lang="en-US" sz="1500" kern="0" spc="-80" dirty="0">
                <a:solidFill>
                  <a:schemeClr val="accent6"/>
                </a:solidFill>
              </a:rPr>
              <a:t>skew</a:t>
            </a:r>
          </a:p>
          <a:p>
            <a:pPr marL="12700" marR="5080"/>
            <a:r>
              <a:rPr lang="en-US" sz="1500" kern="0" spc="-80" dirty="0">
                <a:solidFill>
                  <a:schemeClr val="accent6"/>
                </a:solidFill>
              </a:rPr>
              <a:t>matrix multiplication</a:t>
            </a:r>
          </a:p>
          <a:p>
            <a:pPr marL="12700" marR="5080"/>
            <a:r>
              <a:rPr lang="en-US" sz="1500" kern="0" spc="-80" dirty="0">
                <a:solidFill>
                  <a:schemeClr val="accent6"/>
                </a:solidFill>
              </a:rPr>
              <a:t>Used in:</a:t>
            </a:r>
          </a:p>
          <a:p>
            <a:pPr marL="12700" marR="5080"/>
            <a:r>
              <a:rPr lang="en-US" sz="1500" kern="0" spc="-80" dirty="0">
                <a:solidFill>
                  <a:schemeClr val="accent6"/>
                </a:solidFill>
              </a:rPr>
              <a:t>CSS transforms</a:t>
            </a:r>
          </a:p>
          <a:p>
            <a:pPr marL="12700" marR="5080"/>
            <a:r>
              <a:rPr lang="en-US" sz="1500" kern="0" spc="-80" dirty="0">
                <a:solidFill>
                  <a:schemeClr val="accent6"/>
                </a:solidFill>
              </a:rPr>
              <a:t>React Native animations</a:t>
            </a:r>
          </a:p>
          <a:p>
            <a:pPr marL="12700" marR="5080"/>
            <a:r>
              <a:rPr lang="en-US" sz="1500" kern="0" spc="-80" dirty="0">
                <a:solidFill>
                  <a:schemeClr val="accent6"/>
                </a:solidFill>
              </a:rPr>
              <a:t>iOS </a:t>
            </a:r>
            <a:r>
              <a:rPr lang="en-US" sz="1500" kern="0" spc="-80" dirty="0" err="1">
                <a:solidFill>
                  <a:schemeClr val="accent6"/>
                </a:solidFill>
              </a:rPr>
              <a:t>CoreAnimation</a:t>
            </a:r>
            <a:endParaRPr lang="en-US" sz="1500" kern="0" spc="-80" dirty="0">
              <a:solidFill>
                <a:schemeClr val="accent6"/>
              </a:solidFill>
            </a:endParaRPr>
          </a:p>
          <a:p>
            <a:pPr marL="12700" marR="5080"/>
            <a:r>
              <a:rPr lang="en-US" sz="1500" kern="0" spc="-80" dirty="0">
                <a:solidFill>
                  <a:schemeClr val="accent6"/>
                </a:solidFill>
              </a:rPr>
              <a:t>Android </a:t>
            </a:r>
            <a:r>
              <a:rPr lang="en-US" sz="1500" kern="0" spc="-80" dirty="0" err="1">
                <a:solidFill>
                  <a:schemeClr val="accent6"/>
                </a:solidFill>
              </a:rPr>
              <a:t>RenderThread</a:t>
            </a:r>
            <a:endParaRPr lang="en-US" sz="1500" kern="0" spc="-80" dirty="0">
              <a:solidFill>
                <a:schemeClr val="accent6"/>
              </a:solidFill>
            </a:endParaRPr>
          </a:p>
          <a:p>
            <a:pPr marL="12700" marR="5080"/>
            <a:r>
              <a:rPr lang="en-US" sz="1500" kern="0" spc="-80" dirty="0">
                <a:solidFill>
                  <a:schemeClr val="accent6"/>
                </a:solidFill>
              </a:rPr>
              <a:t>WebGL, Metal, </a:t>
            </a:r>
            <a:r>
              <a:rPr lang="en-US" sz="1500" kern="0" spc="-80" dirty="0" err="1">
                <a:solidFill>
                  <a:schemeClr val="accent6"/>
                </a:solidFill>
              </a:rPr>
              <a:t>Skia</a:t>
            </a:r>
            <a:endParaRPr lang="en-US" sz="1500" kern="0" spc="-80" dirty="0">
              <a:solidFill>
                <a:schemeClr val="accent6"/>
              </a:solidFill>
            </a:endParaRPr>
          </a:p>
          <a:p>
            <a:pPr marL="12700" marR="5080"/>
            <a:r>
              <a:rPr lang="en-US" sz="1500" kern="0" spc="-80" dirty="0">
                <a:solidFill>
                  <a:schemeClr val="accent6"/>
                </a:solidFill>
              </a:rPr>
              <a:t>10. Math in Performance Optimization</a:t>
            </a:r>
          </a:p>
          <a:p>
            <a:pPr marL="12700" marR="5080"/>
            <a:r>
              <a:rPr lang="en-US" sz="1500" kern="0" spc="-80" dirty="0">
                <a:solidFill>
                  <a:schemeClr val="accent6"/>
                </a:solidFill>
              </a:rPr>
              <a:t>10.1 Big-O and Data Structure Complexity</a:t>
            </a:r>
          </a:p>
          <a:p>
            <a:pPr marL="12700" marR="5080"/>
            <a:r>
              <a:rPr lang="en-US" sz="1500" kern="0" spc="-80" dirty="0">
                <a:solidFill>
                  <a:schemeClr val="accent6"/>
                </a:solidFill>
              </a:rPr>
              <a:t>Used to design fast:</a:t>
            </a:r>
          </a:p>
          <a:p>
            <a:pPr marL="12700" marR="5080"/>
            <a:r>
              <a:rPr lang="en-US" sz="1500" kern="0" spc="-80" dirty="0">
                <a:solidFill>
                  <a:schemeClr val="accent6"/>
                </a:solidFill>
              </a:rPr>
              <a:t>diffing algorithms (React, Flutter)</a:t>
            </a:r>
          </a:p>
          <a:p>
            <a:pPr marL="12700" marR="5080"/>
            <a:r>
              <a:rPr lang="en-US" sz="1500" kern="0" spc="-80" dirty="0">
                <a:solidFill>
                  <a:schemeClr val="accent6"/>
                </a:solidFill>
              </a:rPr>
              <a:t>list virtualization</a:t>
            </a:r>
          </a:p>
          <a:p>
            <a:pPr marL="12700" marR="5080"/>
            <a:r>
              <a:rPr lang="en-US" sz="1500" kern="0" spc="-80" dirty="0">
                <a:solidFill>
                  <a:schemeClr val="accent6"/>
                </a:solidFill>
              </a:rPr>
              <a:t>image caching</a:t>
            </a:r>
          </a:p>
          <a:p>
            <a:pPr marL="12700" marR="5080"/>
            <a:r>
              <a:rPr lang="en-US" sz="1500" kern="0" spc="-80" dirty="0">
                <a:solidFill>
                  <a:schemeClr val="accent6"/>
                </a:solidFill>
              </a:rPr>
              <a:t>search and sorting in UI lists</a:t>
            </a:r>
          </a:p>
          <a:p>
            <a:pPr marL="12700" marR="5080"/>
            <a:r>
              <a:rPr lang="en-US" sz="1500" kern="0" spc="-80" dirty="0">
                <a:solidFill>
                  <a:schemeClr val="accent6"/>
                </a:solidFill>
              </a:rPr>
              <a:t>Examples:</a:t>
            </a:r>
          </a:p>
          <a:p>
            <a:pPr marL="12700" marR="5080"/>
            <a:r>
              <a:rPr lang="en-US" sz="1500" kern="0" spc="-80" dirty="0">
                <a:solidFill>
                  <a:schemeClr val="accent6"/>
                </a:solidFill>
              </a:rPr>
              <a:t>Virtual scrolling → O(1) render, O(n) memory</a:t>
            </a:r>
          </a:p>
          <a:p>
            <a:pPr marL="12700" marR="5080"/>
            <a:r>
              <a:rPr lang="en-US" sz="1500" kern="0" spc="-80" dirty="0">
                <a:solidFill>
                  <a:schemeClr val="accent6"/>
                </a:solidFill>
              </a:rPr>
              <a:t>Binary search for list jumping → O(log n)</a:t>
            </a:r>
          </a:p>
          <a:p>
            <a:pPr marL="12700" marR="5080"/>
            <a:r>
              <a:rPr lang="en-US" sz="1500" kern="0" spc="-80" dirty="0">
                <a:solidFill>
                  <a:schemeClr val="accent6"/>
                </a:solidFill>
              </a:rPr>
              <a:t>10.2 Frame Budgeting (60fps / 120fps math)</a:t>
            </a:r>
          </a:p>
          <a:p>
            <a:pPr marL="12700" marR="5080"/>
            <a:r>
              <a:rPr lang="en-US" sz="1500" kern="0" spc="-80" dirty="0">
                <a:solidFill>
                  <a:schemeClr val="accent6"/>
                </a:solidFill>
              </a:rPr>
              <a:t>Frame duration:</a:t>
            </a:r>
          </a:p>
          <a:p>
            <a:pPr marL="12700" marR="5080"/>
            <a:r>
              <a:rPr lang="en-US" sz="1500" kern="0" spc="-80" dirty="0">
                <a:solidFill>
                  <a:schemeClr val="accent6"/>
                </a:solidFill>
              </a:rPr>
              <a:t>60 fps → 16.67ms</a:t>
            </a:r>
          </a:p>
          <a:p>
            <a:pPr marL="12700" marR="5080"/>
            <a:r>
              <a:rPr lang="en-US" sz="1500" kern="0" spc="-80" dirty="0">
                <a:solidFill>
                  <a:schemeClr val="accent6"/>
                </a:solidFill>
              </a:rPr>
              <a:t>120 fps → 8.33ms</a:t>
            </a:r>
          </a:p>
          <a:p>
            <a:pPr marL="12700" marR="5080"/>
            <a:r>
              <a:rPr lang="en-US" sz="1500" kern="0" spc="-80" dirty="0">
                <a:solidFill>
                  <a:schemeClr val="accent6"/>
                </a:solidFill>
              </a:rPr>
              <a:t>Used to:</a:t>
            </a:r>
          </a:p>
          <a:p>
            <a:pPr marL="12700" marR="5080"/>
            <a:r>
              <a:rPr lang="en-US" sz="1500" kern="0" spc="-80" dirty="0">
                <a:solidFill>
                  <a:schemeClr val="accent6"/>
                </a:solidFill>
              </a:rPr>
              <a:t>decide how much work JS can do</a:t>
            </a:r>
          </a:p>
          <a:p>
            <a:pPr marL="12700" marR="5080"/>
            <a:r>
              <a:rPr lang="en-US" sz="1500" kern="0" spc="-80" dirty="0">
                <a:solidFill>
                  <a:schemeClr val="accent6"/>
                </a:solidFill>
              </a:rPr>
              <a:t>schedule work into </a:t>
            </a:r>
            <a:r>
              <a:rPr lang="en-US" sz="1500" kern="0" spc="-80" dirty="0" err="1">
                <a:solidFill>
                  <a:schemeClr val="accent6"/>
                </a:solidFill>
              </a:rPr>
              <a:t>requestAnimationFrame</a:t>
            </a:r>
            <a:endParaRPr lang="en-US" sz="1500" kern="0" spc="-80" dirty="0">
              <a:solidFill>
                <a:schemeClr val="accent6"/>
              </a:solidFill>
            </a:endParaRPr>
          </a:p>
          <a:p>
            <a:pPr marL="12700" marR="5080"/>
            <a:r>
              <a:rPr lang="en-US" sz="1500" kern="0" spc="-80" dirty="0">
                <a:solidFill>
                  <a:schemeClr val="accent6"/>
                </a:solidFill>
              </a:rPr>
              <a:t>avoid layout thrashing</a:t>
            </a:r>
          </a:p>
          <a:p>
            <a:pPr marL="12700" marR="5080"/>
            <a:r>
              <a:rPr lang="en-US" sz="1500" kern="0" spc="-80" dirty="0">
                <a:solidFill>
                  <a:schemeClr val="accent6"/>
                </a:solidFill>
              </a:rPr>
              <a:t>10.3 Complexity in Layout Algorithms</a:t>
            </a:r>
          </a:p>
          <a:p>
            <a:pPr marL="12700" marR="5080"/>
            <a:r>
              <a:rPr lang="en-US" sz="1500" kern="0" spc="-80" dirty="0">
                <a:solidFill>
                  <a:schemeClr val="accent6"/>
                </a:solidFill>
              </a:rPr>
              <a:t>Flexbox layout:</a:t>
            </a:r>
          </a:p>
          <a:p>
            <a:pPr marL="12700" marR="5080"/>
            <a:r>
              <a:rPr lang="en-US" sz="1500" kern="0" spc="-80" dirty="0">
                <a:solidFill>
                  <a:schemeClr val="accent6"/>
                </a:solidFill>
              </a:rPr>
              <a:t>uses iterative constraint solving</a:t>
            </a:r>
          </a:p>
          <a:p>
            <a:pPr marL="12700" marR="5080"/>
            <a:r>
              <a:rPr lang="en-US" sz="1500" kern="0" spc="-80" dirty="0">
                <a:solidFill>
                  <a:schemeClr val="accent6"/>
                </a:solidFill>
              </a:rPr>
              <a:t>involves min-max bounds, intrinsic ratios</a:t>
            </a:r>
          </a:p>
          <a:p>
            <a:pPr marL="12700" marR="5080"/>
            <a:r>
              <a:rPr lang="en-US" sz="1500" kern="0" spc="-80" dirty="0">
                <a:solidFill>
                  <a:schemeClr val="accent6"/>
                </a:solidFill>
              </a:rPr>
              <a:t>Grid layout:</a:t>
            </a:r>
          </a:p>
          <a:p>
            <a:pPr marL="12700" marR="5080"/>
            <a:r>
              <a:rPr lang="en-US" sz="1500" kern="0" spc="-80" dirty="0">
                <a:solidFill>
                  <a:schemeClr val="accent6"/>
                </a:solidFill>
              </a:rPr>
              <a:t>uses linear algebra for track sizing</a:t>
            </a:r>
          </a:p>
          <a:p>
            <a:pPr marL="12700" marR="5080"/>
            <a:r>
              <a:rPr lang="en-US" sz="1500" kern="0" spc="-80" dirty="0">
                <a:solidFill>
                  <a:schemeClr val="accent6"/>
                </a:solidFill>
              </a:rPr>
              <a:t>Auto layout (iOS):</a:t>
            </a:r>
          </a:p>
          <a:p>
            <a:pPr marL="12700" marR="5080"/>
            <a:r>
              <a:rPr lang="en-US" sz="1500" kern="0" spc="-80" dirty="0">
                <a:solidFill>
                  <a:schemeClr val="accent6"/>
                </a:solidFill>
              </a:rPr>
              <a:t>Uses Cassowary constraint solver → linear optimization</a:t>
            </a:r>
          </a:p>
          <a:p>
            <a:pPr marL="12700" marR="5080"/>
            <a:r>
              <a:rPr lang="en-US" sz="1500" kern="0" spc="-80" dirty="0">
                <a:solidFill>
                  <a:schemeClr val="accent6"/>
                </a:solidFill>
              </a:rPr>
              <a:t>11. Math in Network, Sync, and Data Handling</a:t>
            </a:r>
          </a:p>
          <a:p>
            <a:pPr marL="12700" marR="5080"/>
            <a:r>
              <a:rPr lang="en-US" sz="1500" kern="0" spc="-80" dirty="0">
                <a:solidFill>
                  <a:schemeClr val="accent6"/>
                </a:solidFill>
              </a:rPr>
              <a:t>11.1 Probability &amp; Statistics</a:t>
            </a:r>
          </a:p>
          <a:p>
            <a:pPr marL="12700" marR="5080"/>
            <a:r>
              <a:rPr lang="en-US" sz="1500" kern="0" spc="-80" dirty="0">
                <a:solidFill>
                  <a:schemeClr val="accent6"/>
                </a:solidFill>
              </a:rPr>
              <a:t>Used in:</a:t>
            </a:r>
          </a:p>
          <a:p>
            <a:pPr marL="12700" marR="5080"/>
            <a:r>
              <a:rPr lang="en-US" sz="1500" kern="0" spc="-80" dirty="0">
                <a:solidFill>
                  <a:schemeClr val="accent6"/>
                </a:solidFill>
              </a:rPr>
              <a:t>A/B testing</a:t>
            </a:r>
          </a:p>
          <a:p>
            <a:pPr marL="12700" marR="5080"/>
            <a:r>
              <a:rPr lang="en-US" sz="1500" kern="0" spc="-80" dirty="0">
                <a:solidFill>
                  <a:schemeClr val="accent6"/>
                </a:solidFill>
              </a:rPr>
              <a:t>performance metrics</a:t>
            </a:r>
          </a:p>
          <a:p>
            <a:pPr marL="12700" marR="5080"/>
            <a:r>
              <a:rPr lang="en-US" sz="1500" kern="0" spc="-80" dirty="0">
                <a:solidFill>
                  <a:schemeClr val="accent6"/>
                </a:solidFill>
              </a:rPr>
              <a:t>traffic estimation</a:t>
            </a:r>
          </a:p>
          <a:p>
            <a:pPr marL="12700" marR="5080"/>
            <a:r>
              <a:rPr lang="en-US" sz="1500" kern="0" spc="-80" dirty="0">
                <a:solidFill>
                  <a:schemeClr val="accent6"/>
                </a:solidFill>
              </a:rPr>
              <a:t>offline sync conflict resolution</a:t>
            </a:r>
          </a:p>
          <a:p>
            <a:pPr marL="12700" marR="5080"/>
            <a:r>
              <a:rPr lang="en-US" sz="1500" kern="0" spc="-80" dirty="0">
                <a:solidFill>
                  <a:schemeClr val="accent6"/>
                </a:solidFill>
              </a:rPr>
              <a:t>Bloom filters (caching, storage)</a:t>
            </a:r>
          </a:p>
          <a:p>
            <a:pPr marL="12700" marR="5080"/>
            <a:r>
              <a:rPr lang="en-US" sz="1500" kern="0" spc="-80" dirty="0">
                <a:solidFill>
                  <a:schemeClr val="accent6"/>
                </a:solidFill>
              </a:rPr>
              <a:t>11.2 Hashing &amp; Checksums</a:t>
            </a:r>
          </a:p>
          <a:p>
            <a:pPr marL="12700" marR="5080"/>
            <a:r>
              <a:rPr lang="en-US" sz="1500" kern="0" spc="-80" dirty="0">
                <a:solidFill>
                  <a:schemeClr val="accent6"/>
                </a:solidFill>
              </a:rPr>
              <a:t>Mathematical functions used:</a:t>
            </a:r>
          </a:p>
          <a:p>
            <a:pPr marL="12700" marR="5080"/>
            <a:r>
              <a:rPr lang="en-US" sz="1500" kern="0" spc="-80" dirty="0">
                <a:solidFill>
                  <a:schemeClr val="accent6"/>
                </a:solidFill>
              </a:rPr>
              <a:t>CRC</a:t>
            </a:r>
          </a:p>
          <a:p>
            <a:pPr marL="12700" marR="5080"/>
            <a:r>
              <a:rPr lang="en-US" sz="1500" kern="0" spc="-80" dirty="0">
                <a:solidFill>
                  <a:schemeClr val="accent6"/>
                </a:solidFill>
              </a:rPr>
              <a:t>MD5/SHA hashes (not cryptographically explained here)</a:t>
            </a:r>
          </a:p>
          <a:p>
            <a:pPr marL="12700" marR="5080"/>
            <a:r>
              <a:rPr lang="en-US" sz="1500" kern="0" spc="-80" dirty="0">
                <a:solidFill>
                  <a:schemeClr val="accent6"/>
                </a:solidFill>
              </a:rPr>
              <a:t>FNV, Murmur, </a:t>
            </a:r>
            <a:r>
              <a:rPr lang="en-US" sz="1500" kern="0" spc="-80" dirty="0" err="1">
                <a:solidFill>
                  <a:schemeClr val="accent6"/>
                </a:solidFill>
              </a:rPr>
              <a:t>CityHash</a:t>
            </a:r>
            <a:endParaRPr lang="en-US" sz="1500" kern="0" spc="-80" dirty="0">
              <a:solidFill>
                <a:schemeClr val="accent6"/>
              </a:solidFill>
            </a:endParaRPr>
          </a:p>
          <a:p>
            <a:pPr marL="12700" marR="5080"/>
            <a:r>
              <a:rPr lang="en-US" sz="1500" kern="0" spc="-80" dirty="0">
                <a:solidFill>
                  <a:schemeClr val="accent6"/>
                </a:solidFill>
              </a:rPr>
              <a:t>Used in:</a:t>
            </a:r>
          </a:p>
          <a:p>
            <a:pPr marL="12700" marR="5080"/>
            <a:r>
              <a:rPr lang="en-US" sz="1500" kern="0" spc="-80" dirty="0">
                <a:solidFill>
                  <a:schemeClr val="accent6"/>
                </a:solidFill>
              </a:rPr>
              <a:t>cache keys</a:t>
            </a:r>
          </a:p>
          <a:p>
            <a:pPr marL="12700" marR="5080"/>
            <a:r>
              <a:rPr lang="en-US" sz="1500" kern="0" spc="-80" dirty="0">
                <a:solidFill>
                  <a:schemeClr val="accent6"/>
                </a:solidFill>
              </a:rPr>
              <a:t>resource deduplication</a:t>
            </a:r>
          </a:p>
          <a:p>
            <a:pPr marL="12700" marR="5080"/>
            <a:r>
              <a:rPr lang="en-US" sz="1500" kern="0" spc="-80" dirty="0">
                <a:solidFill>
                  <a:schemeClr val="accent6"/>
                </a:solidFill>
              </a:rPr>
              <a:t>image asset hashing</a:t>
            </a:r>
          </a:p>
          <a:p>
            <a:pPr marL="12700" marR="5080"/>
            <a:r>
              <a:rPr lang="en-US" sz="1500" kern="0" spc="-80" dirty="0">
                <a:solidFill>
                  <a:schemeClr val="accent6"/>
                </a:solidFill>
              </a:rPr>
              <a:t>bundle splitting</a:t>
            </a:r>
          </a:p>
          <a:p>
            <a:pPr marL="12700" marR="5080"/>
            <a:r>
              <a:rPr lang="en-US" sz="1500" kern="0" spc="-80" dirty="0">
                <a:solidFill>
                  <a:schemeClr val="accent6"/>
                </a:solidFill>
              </a:rPr>
              <a:t>11.3 Compression math</a:t>
            </a:r>
          </a:p>
          <a:p>
            <a:pPr marL="12700" marR="5080"/>
            <a:r>
              <a:rPr lang="en-US" sz="1500" kern="0" spc="-80" dirty="0">
                <a:solidFill>
                  <a:schemeClr val="accent6"/>
                </a:solidFill>
              </a:rPr>
              <a:t>Based on:</a:t>
            </a:r>
          </a:p>
          <a:p>
            <a:pPr marL="12700" marR="5080"/>
            <a:r>
              <a:rPr lang="en-US" sz="1500" kern="0" spc="-80" dirty="0">
                <a:solidFill>
                  <a:schemeClr val="accent6"/>
                </a:solidFill>
              </a:rPr>
              <a:t>Entropy</a:t>
            </a:r>
          </a:p>
          <a:p>
            <a:pPr marL="12700" marR="5080"/>
            <a:r>
              <a:rPr lang="en-US" sz="1500" kern="0" spc="-80" dirty="0">
                <a:solidFill>
                  <a:schemeClr val="accent6"/>
                </a:solidFill>
              </a:rPr>
              <a:t>Huffman coding</a:t>
            </a:r>
          </a:p>
          <a:p>
            <a:pPr marL="12700" marR="5080"/>
            <a:r>
              <a:rPr lang="en-US" sz="1500" kern="0" spc="-80" dirty="0">
                <a:solidFill>
                  <a:schemeClr val="accent6"/>
                </a:solidFill>
              </a:rPr>
              <a:t>run-length encoding (RLE)</a:t>
            </a:r>
          </a:p>
          <a:p>
            <a:pPr marL="12700" marR="5080"/>
            <a:r>
              <a:rPr lang="en-US" sz="1500" kern="0" spc="-80" dirty="0">
                <a:solidFill>
                  <a:schemeClr val="accent6"/>
                </a:solidFill>
              </a:rPr>
              <a:t>LZW</a:t>
            </a:r>
          </a:p>
          <a:p>
            <a:pPr marL="12700" marR="5080"/>
            <a:r>
              <a:rPr lang="en-US" sz="1500" kern="0" spc="-80" dirty="0">
                <a:solidFill>
                  <a:schemeClr val="accent6"/>
                </a:solidFill>
              </a:rPr>
              <a:t>delta encoding for animations and vector data</a:t>
            </a:r>
          </a:p>
          <a:p>
            <a:pPr marL="12700" marR="5080"/>
            <a:r>
              <a:rPr lang="en-US" sz="1500" kern="0" spc="-80" dirty="0">
                <a:solidFill>
                  <a:schemeClr val="accent6"/>
                </a:solidFill>
              </a:rPr>
              <a:t>Used in:</a:t>
            </a:r>
          </a:p>
          <a:p>
            <a:pPr marL="12700" marR="5080"/>
            <a:r>
              <a:rPr lang="en-US" sz="1500" kern="0" spc="-80" dirty="0">
                <a:solidFill>
                  <a:schemeClr val="accent6"/>
                </a:solidFill>
              </a:rPr>
              <a:t>Lottie</a:t>
            </a:r>
          </a:p>
          <a:p>
            <a:pPr marL="12700" marR="5080"/>
            <a:r>
              <a:rPr lang="en-US" sz="1500" kern="0" spc="-80" dirty="0" err="1">
                <a:solidFill>
                  <a:schemeClr val="accent6"/>
                </a:solidFill>
              </a:rPr>
              <a:t>WebP</a:t>
            </a:r>
            <a:endParaRPr lang="en-US" sz="1500" kern="0" spc="-80" dirty="0">
              <a:solidFill>
                <a:schemeClr val="accent6"/>
              </a:solidFill>
            </a:endParaRPr>
          </a:p>
          <a:p>
            <a:pPr marL="12700" marR="5080"/>
            <a:r>
              <a:rPr lang="en-US" sz="1500" kern="0" spc="-80" dirty="0">
                <a:solidFill>
                  <a:schemeClr val="accent6"/>
                </a:solidFill>
              </a:rPr>
              <a:t>image compression in mobile apps</a:t>
            </a:r>
          </a:p>
          <a:p>
            <a:pPr marL="12700" marR="5080"/>
            <a:r>
              <a:rPr lang="en-US" sz="1500" kern="0" spc="-80" dirty="0">
                <a:solidFill>
                  <a:schemeClr val="accent6"/>
                </a:solidFill>
              </a:rPr>
              <a:t>12. Math for Spatial Computing (AR/VR)</a:t>
            </a:r>
          </a:p>
          <a:p>
            <a:pPr marL="12700" marR="5080"/>
            <a:r>
              <a:rPr lang="en-US" sz="1500" kern="0" spc="-80" dirty="0">
                <a:solidFill>
                  <a:schemeClr val="accent6"/>
                </a:solidFill>
              </a:rPr>
              <a:t>(Web frontend: </a:t>
            </a:r>
            <a:r>
              <a:rPr lang="en-US" sz="1500" kern="0" spc="-80" dirty="0" err="1">
                <a:solidFill>
                  <a:schemeClr val="accent6"/>
                </a:solidFill>
              </a:rPr>
              <a:t>WebXR</a:t>
            </a:r>
            <a:r>
              <a:rPr lang="en-US" sz="1500" kern="0" spc="-80" dirty="0">
                <a:solidFill>
                  <a:schemeClr val="accent6"/>
                </a:solidFill>
              </a:rPr>
              <a:t>. Native: ARKit/</a:t>
            </a:r>
            <a:r>
              <a:rPr lang="en-US" sz="1500" kern="0" spc="-80" dirty="0" err="1">
                <a:solidFill>
                  <a:schemeClr val="accent6"/>
                </a:solidFill>
              </a:rPr>
              <a:t>ARCore</a:t>
            </a:r>
            <a:r>
              <a:rPr lang="en-US" sz="1500" kern="0" spc="-80" dirty="0">
                <a:solidFill>
                  <a:schemeClr val="accent6"/>
                </a:solidFill>
              </a:rPr>
              <a:t>)</a:t>
            </a:r>
          </a:p>
          <a:p>
            <a:pPr marL="12700" marR="5080"/>
            <a:r>
              <a:rPr lang="en-US" sz="1500" kern="0" spc="-80" dirty="0">
                <a:solidFill>
                  <a:schemeClr val="accent6"/>
                </a:solidFill>
              </a:rPr>
              <a:t>Concepts include:</a:t>
            </a:r>
          </a:p>
          <a:p>
            <a:pPr marL="12700" marR="5080"/>
            <a:r>
              <a:rPr lang="en-US" sz="1500" kern="0" spc="-80" dirty="0">
                <a:solidFill>
                  <a:schemeClr val="accent6"/>
                </a:solidFill>
              </a:rPr>
              <a:t>3D vectors, dot &amp; cross products</a:t>
            </a:r>
          </a:p>
          <a:p>
            <a:pPr marL="12700" marR="5080"/>
            <a:r>
              <a:rPr lang="en-US" sz="1500" kern="0" spc="-80" dirty="0">
                <a:solidFill>
                  <a:schemeClr val="accent6"/>
                </a:solidFill>
              </a:rPr>
              <a:t>quaternions for rotation</a:t>
            </a:r>
          </a:p>
          <a:p>
            <a:pPr marL="12700" marR="5080"/>
            <a:r>
              <a:rPr lang="en-US" sz="1500" kern="0" spc="-80" dirty="0">
                <a:solidFill>
                  <a:schemeClr val="accent6"/>
                </a:solidFill>
              </a:rPr>
              <a:t>3D transformation matrices (4×4)</a:t>
            </a:r>
          </a:p>
          <a:p>
            <a:pPr marL="12700" marR="5080"/>
            <a:r>
              <a:rPr lang="en-US" sz="1500" kern="0" spc="-80" dirty="0">
                <a:solidFill>
                  <a:schemeClr val="accent6"/>
                </a:solidFill>
              </a:rPr>
              <a:t>Plane detection via linear algebra</a:t>
            </a:r>
          </a:p>
          <a:p>
            <a:pPr marL="12700" marR="5080"/>
            <a:r>
              <a:rPr lang="en-US" sz="1500" kern="0" spc="-80" dirty="0">
                <a:solidFill>
                  <a:schemeClr val="accent6"/>
                </a:solidFill>
              </a:rPr>
              <a:t>SLAM: Probabilistic estimation, Kalman filters</a:t>
            </a:r>
          </a:p>
          <a:p>
            <a:pPr marL="12700" marR="5080"/>
            <a:r>
              <a:rPr lang="en-US" sz="1500" kern="0" spc="-80" dirty="0">
                <a:solidFill>
                  <a:schemeClr val="accent6"/>
                </a:solidFill>
              </a:rPr>
              <a:t>13. Math in Machine Learning Used in Apps</a:t>
            </a:r>
          </a:p>
          <a:p>
            <a:pPr marL="12700" marR="5080"/>
            <a:r>
              <a:rPr lang="en-US" sz="1500" kern="0" spc="-80" dirty="0">
                <a:solidFill>
                  <a:schemeClr val="accent6"/>
                </a:solidFill>
              </a:rPr>
              <a:t>(e.g., ML Kit, </a:t>
            </a:r>
            <a:r>
              <a:rPr lang="en-US" sz="1500" kern="0" spc="-80" dirty="0" err="1">
                <a:solidFill>
                  <a:schemeClr val="accent6"/>
                </a:solidFill>
              </a:rPr>
              <a:t>CoreML</a:t>
            </a:r>
            <a:r>
              <a:rPr lang="en-US" sz="1500" kern="0" spc="-80" dirty="0">
                <a:solidFill>
                  <a:schemeClr val="accent6"/>
                </a:solidFill>
              </a:rPr>
              <a:t>, TensorFlow Lite)</a:t>
            </a:r>
          </a:p>
          <a:p>
            <a:pPr marL="12700" marR="5080"/>
            <a:r>
              <a:rPr lang="en-US" sz="1500" kern="0" spc="-80" dirty="0">
                <a:solidFill>
                  <a:schemeClr val="accent6"/>
                </a:solidFill>
              </a:rPr>
              <a:t>Used for:</a:t>
            </a:r>
          </a:p>
          <a:p>
            <a:pPr marL="12700" marR="5080"/>
            <a:r>
              <a:rPr lang="en-US" sz="1500" kern="0" spc="-80" dirty="0">
                <a:solidFill>
                  <a:schemeClr val="accent6"/>
                </a:solidFill>
              </a:rPr>
              <a:t>recommendation</a:t>
            </a:r>
          </a:p>
          <a:p>
            <a:pPr marL="12700" marR="5080"/>
            <a:r>
              <a:rPr lang="en-US" sz="1500" kern="0" spc="-80" dirty="0">
                <a:solidFill>
                  <a:schemeClr val="accent6"/>
                </a:solidFill>
              </a:rPr>
              <a:t>on-device image processing</a:t>
            </a:r>
          </a:p>
          <a:p>
            <a:pPr marL="12700" marR="5080"/>
            <a:r>
              <a:rPr lang="en-US" sz="1500" kern="0" spc="-80" dirty="0">
                <a:solidFill>
                  <a:schemeClr val="accent6"/>
                </a:solidFill>
              </a:rPr>
              <a:t>gesture detection</a:t>
            </a:r>
          </a:p>
          <a:p>
            <a:pPr marL="12700" marR="5080"/>
            <a:r>
              <a:rPr lang="en-US" sz="1500" kern="0" spc="-80" dirty="0">
                <a:solidFill>
                  <a:schemeClr val="accent6"/>
                </a:solidFill>
              </a:rPr>
              <a:t>OCR, Face detection</a:t>
            </a:r>
          </a:p>
          <a:p>
            <a:pPr marL="12700" marR="5080"/>
            <a:r>
              <a:rPr lang="en-US" sz="1500" kern="0" spc="-80" dirty="0">
                <a:solidFill>
                  <a:schemeClr val="accent6"/>
                </a:solidFill>
              </a:rPr>
              <a:t>Math:</a:t>
            </a:r>
          </a:p>
          <a:p>
            <a:pPr marL="12700" marR="5080"/>
            <a:r>
              <a:rPr lang="en-US" sz="1500" kern="0" spc="-80" dirty="0">
                <a:solidFill>
                  <a:schemeClr val="accent6"/>
                </a:solidFill>
              </a:rPr>
              <a:t>linear algebra</a:t>
            </a:r>
          </a:p>
          <a:p>
            <a:pPr marL="12700" marR="5080"/>
            <a:r>
              <a:rPr lang="en-US" sz="1500" kern="0" spc="-80" dirty="0">
                <a:solidFill>
                  <a:schemeClr val="accent6"/>
                </a:solidFill>
              </a:rPr>
              <a:t>eigenvalues</a:t>
            </a:r>
          </a:p>
          <a:p>
            <a:pPr marL="12700" marR="5080"/>
            <a:r>
              <a:rPr lang="en-US" sz="1500" kern="0" spc="-80" dirty="0">
                <a:solidFill>
                  <a:schemeClr val="accent6"/>
                </a:solidFill>
              </a:rPr>
              <a:t>convolution operations</a:t>
            </a:r>
          </a:p>
          <a:p>
            <a:pPr marL="12700" marR="5080"/>
            <a:r>
              <a:rPr lang="en-US" sz="1500" kern="0" spc="-80" dirty="0" err="1">
                <a:solidFill>
                  <a:schemeClr val="accent6"/>
                </a:solidFill>
              </a:rPr>
              <a:t>softmax</a:t>
            </a:r>
            <a:endParaRPr lang="en-US" sz="1500" kern="0" spc="-80" dirty="0">
              <a:solidFill>
                <a:schemeClr val="accent6"/>
              </a:solidFill>
            </a:endParaRPr>
          </a:p>
          <a:p>
            <a:pPr marL="12700" marR="5080"/>
            <a:r>
              <a:rPr lang="en-US" sz="1500" kern="0" spc="-80" dirty="0">
                <a:solidFill>
                  <a:schemeClr val="accent6"/>
                </a:solidFill>
              </a:rPr>
              <a:t>gradient descent</a:t>
            </a:r>
          </a:p>
          <a:p>
            <a:pPr marL="12700" marR="5080"/>
            <a:r>
              <a:rPr lang="en-US" sz="1500" kern="0" spc="-80" dirty="0">
                <a:solidFill>
                  <a:schemeClr val="accent6"/>
                </a:solidFill>
              </a:rPr>
              <a:t>14. Math for Cryptography (Used in Web/Mobile Security)</a:t>
            </a:r>
          </a:p>
          <a:p>
            <a:pPr marL="12700" marR="5080"/>
            <a:r>
              <a:rPr lang="en-US" sz="1500" kern="0" spc="-80" dirty="0">
                <a:solidFill>
                  <a:schemeClr val="accent6"/>
                </a:solidFill>
              </a:rPr>
              <a:t>14.1 Modular Arithmetic</a:t>
            </a:r>
          </a:p>
          <a:p>
            <a:pPr marL="12700" marR="5080"/>
            <a:r>
              <a:rPr lang="en-US" sz="1500" kern="0" spc="-80" dirty="0">
                <a:solidFill>
                  <a:schemeClr val="accent6"/>
                </a:solidFill>
              </a:rPr>
              <a:t>(a × b) mod n</a:t>
            </a:r>
          </a:p>
          <a:p>
            <a:pPr marL="12700" marR="5080"/>
            <a:r>
              <a:rPr lang="en-US" sz="1500" kern="0" spc="-80" dirty="0">
                <a:solidFill>
                  <a:schemeClr val="accent6"/>
                </a:solidFill>
              </a:rPr>
              <a:t>Used in:</a:t>
            </a:r>
          </a:p>
          <a:p>
            <a:pPr marL="12700" marR="5080"/>
            <a:r>
              <a:rPr lang="en-US" sz="1500" kern="0" spc="-80" dirty="0">
                <a:solidFill>
                  <a:schemeClr val="accent6"/>
                </a:solidFill>
              </a:rPr>
              <a:t>JWT signing</a:t>
            </a:r>
          </a:p>
          <a:p>
            <a:pPr marL="12700" marR="5080"/>
            <a:r>
              <a:rPr lang="en-US" sz="1500" kern="0" spc="-80" dirty="0">
                <a:solidFill>
                  <a:schemeClr val="accent6"/>
                </a:solidFill>
              </a:rPr>
              <a:t>TLS handshakes</a:t>
            </a:r>
          </a:p>
          <a:p>
            <a:pPr marL="12700" marR="5080"/>
            <a:r>
              <a:rPr lang="en-US" sz="1500" kern="0" spc="-80" dirty="0">
                <a:solidFill>
                  <a:schemeClr val="accent6"/>
                </a:solidFill>
              </a:rPr>
              <a:t>OAuth flows</a:t>
            </a:r>
          </a:p>
          <a:p>
            <a:pPr marL="12700" marR="5080"/>
            <a:r>
              <a:rPr lang="en-US" sz="1500" kern="0" spc="-80" dirty="0">
                <a:solidFill>
                  <a:schemeClr val="accent6"/>
                </a:solidFill>
              </a:rPr>
              <a:t>14.2 Prime factorization &amp; Elliptic Curves</a:t>
            </a:r>
          </a:p>
          <a:p>
            <a:pPr marL="12700" marR="5080"/>
            <a:r>
              <a:rPr lang="en-US" sz="1500" kern="0" spc="-80" dirty="0">
                <a:solidFill>
                  <a:schemeClr val="accent6"/>
                </a:solidFill>
              </a:rPr>
              <a:t>Used in:</a:t>
            </a:r>
          </a:p>
          <a:p>
            <a:pPr marL="12700" marR="5080"/>
            <a:r>
              <a:rPr lang="en-US" sz="1500" kern="0" spc="-80" dirty="0">
                <a:solidFill>
                  <a:schemeClr val="accent6"/>
                </a:solidFill>
              </a:rPr>
              <a:t>HTTPS</a:t>
            </a:r>
          </a:p>
          <a:p>
            <a:pPr marL="12700" marR="5080"/>
            <a:r>
              <a:rPr lang="en-US" sz="1500" kern="0" spc="-80" dirty="0">
                <a:solidFill>
                  <a:schemeClr val="accent6"/>
                </a:solidFill>
              </a:rPr>
              <a:t>public/private key generation</a:t>
            </a:r>
          </a:p>
          <a:p>
            <a:pPr marL="12700" marR="5080"/>
            <a:r>
              <a:rPr lang="en-US" sz="1500" kern="0" spc="-80" dirty="0">
                <a:solidFill>
                  <a:schemeClr val="accent6"/>
                </a:solidFill>
              </a:rPr>
              <a:t>14.3 Hashing math</a:t>
            </a:r>
          </a:p>
          <a:p>
            <a:pPr marL="12700" marR="5080"/>
            <a:r>
              <a:rPr lang="en-US" sz="1500" kern="0" spc="-80" dirty="0">
                <a:solidFill>
                  <a:schemeClr val="accent6"/>
                </a:solidFill>
              </a:rPr>
              <a:t>One-way functions used in:</a:t>
            </a:r>
          </a:p>
          <a:p>
            <a:pPr marL="12700" marR="5080"/>
            <a:r>
              <a:rPr lang="en-US" sz="1500" kern="0" spc="-80" dirty="0">
                <a:solidFill>
                  <a:schemeClr val="accent6"/>
                </a:solidFill>
              </a:rPr>
              <a:t>password storage</a:t>
            </a:r>
          </a:p>
          <a:p>
            <a:pPr marL="12700" marR="5080"/>
            <a:r>
              <a:rPr lang="en-US" sz="1500" kern="0" spc="-80" dirty="0">
                <a:solidFill>
                  <a:schemeClr val="accent6"/>
                </a:solidFill>
              </a:rPr>
              <a:t>digital signatures</a:t>
            </a:r>
          </a:p>
          <a:p>
            <a:pPr marL="12700" marR="5080"/>
            <a:r>
              <a:rPr lang="en-US" sz="1500" kern="0" spc="-80" dirty="0">
                <a:solidFill>
                  <a:schemeClr val="accent6"/>
                </a:solidFill>
              </a:rPr>
              <a:t>15. Math for Finite State Machines &amp; Navigation</a:t>
            </a:r>
          </a:p>
          <a:p>
            <a:pPr marL="12700" marR="5080"/>
            <a:r>
              <a:rPr lang="en-US" sz="1500" kern="0" spc="-80" dirty="0">
                <a:solidFill>
                  <a:schemeClr val="accent6"/>
                </a:solidFill>
              </a:rPr>
              <a:t>Used in routers, screen transitions, menu states:</a:t>
            </a:r>
          </a:p>
          <a:p>
            <a:pPr marL="12700" marR="5080"/>
            <a:r>
              <a:rPr lang="en-US" sz="1500" kern="0" spc="-80" dirty="0">
                <a:solidFill>
                  <a:schemeClr val="accent6"/>
                </a:solidFill>
              </a:rPr>
              <a:t>deterministic state machines</a:t>
            </a:r>
          </a:p>
          <a:p>
            <a:pPr marL="12700" marR="5080"/>
            <a:r>
              <a:rPr lang="en-US" sz="1500" kern="0" spc="-80" dirty="0">
                <a:solidFill>
                  <a:schemeClr val="accent6"/>
                </a:solidFill>
              </a:rPr>
              <a:t>graph theory</a:t>
            </a:r>
          </a:p>
          <a:p>
            <a:pPr marL="12700" marR="5080"/>
            <a:r>
              <a:rPr lang="en-US" sz="1500" kern="0" spc="-80" dirty="0">
                <a:solidFill>
                  <a:schemeClr val="accent6"/>
                </a:solidFill>
              </a:rPr>
              <a:t>shortest path algorithms</a:t>
            </a:r>
          </a:p>
          <a:p>
            <a:pPr marL="12700" marR="5080"/>
            <a:r>
              <a:rPr lang="en-US" sz="1500" kern="0" spc="-80" dirty="0">
                <a:solidFill>
                  <a:schemeClr val="accent6"/>
                </a:solidFill>
              </a:rPr>
              <a:t>Examples:</a:t>
            </a:r>
          </a:p>
          <a:p>
            <a:pPr marL="12700" marR="5080"/>
            <a:r>
              <a:rPr lang="en-US" sz="1500" kern="0" spc="-80" dirty="0">
                <a:solidFill>
                  <a:schemeClr val="accent6"/>
                </a:solidFill>
              </a:rPr>
              <a:t>app navigation graph (Android Navigation Component)</a:t>
            </a:r>
          </a:p>
          <a:p>
            <a:pPr marL="12700" marR="5080"/>
            <a:r>
              <a:rPr lang="en-US" sz="1500" kern="0" spc="-80" dirty="0">
                <a:solidFill>
                  <a:schemeClr val="accent6"/>
                </a:solidFill>
              </a:rPr>
              <a:t>React Router</a:t>
            </a:r>
          </a:p>
          <a:p>
            <a:pPr marL="12700" marR="5080"/>
            <a:r>
              <a:rPr lang="en-US" sz="1500" kern="0" spc="-80" dirty="0">
                <a:solidFill>
                  <a:schemeClr val="accent6"/>
                </a:solidFill>
              </a:rPr>
              <a:t>deep linking</a:t>
            </a:r>
          </a:p>
          <a:p>
            <a:pPr marL="12700" marR="5080"/>
            <a:r>
              <a:rPr lang="en-US" sz="1500" kern="0" spc="-80" dirty="0">
                <a:solidFill>
                  <a:schemeClr val="accent6"/>
                </a:solidFill>
              </a:rPr>
              <a:t>16. Math in Media &amp; Imaging</a:t>
            </a:r>
          </a:p>
          <a:p>
            <a:pPr marL="12700" marR="5080"/>
            <a:r>
              <a:rPr lang="en-US" sz="1500" kern="0" spc="-80" dirty="0">
                <a:solidFill>
                  <a:schemeClr val="accent6"/>
                </a:solidFill>
              </a:rPr>
              <a:t>Used in:</a:t>
            </a:r>
          </a:p>
          <a:p>
            <a:pPr marL="12700" marR="5080"/>
            <a:r>
              <a:rPr lang="en-US" sz="1500" kern="0" spc="-80" dirty="0">
                <a:solidFill>
                  <a:schemeClr val="accent6"/>
                </a:solidFill>
              </a:rPr>
              <a:t>image filters</a:t>
            </a:r>
          </a:p>
          <a:p>
            <a:pPr marL="12700" marR="5080"/>
            <a:r>
              <a:rPr lang="en-US" sz="1500" kern="0" spc="-80" dirty="0">
                <a:solidFill>
                  <a:schemeClr val="accent6"/>
                </a:solidFill>
              </a:rPr>
              <a:t>blending</a:t>
            </a:r>
          </a:p>
          <a:p>
            <a:pPr marL="12700" marR="5080"/>
            <a:r>
              <a:rPr lang="en-US" sz="1500" kern="0" spc="-80" dirty="0">
                <a:solidFill>
                  <a:schemeClr val="accent6"/>
                </a:solidFill>
              </a:rPr>
              <a:t>color transformations</a:t>
            </a:r>
          </a:p>
          <a:p>
            <a:pPr marL="12700" marR="5080"/>
            <a:r>
              <a:rPr lang="en-US" sz="1500" kern="0" spc="-80" dirty="0">
                <a:solidFill>
                  <a:schemeClr val="accent6"/>
                </a:solidFill>
              </a:rPr>
              <a:t>Examples:</a:t>
            </a:r>
          </a:p>
          <a:p>
            <a:pPr marL="12700" marR="5080"/>
            <a:r>
              <a:rPr lang="en-US" sz="1500" kern="0" spc="-80" dirty="0">
                <a:solidFill>
                  <a:schemeClr val="accent6"/>
                </a:solidFill>
              </a:rPr>
              <a:t>RGB → HSL conversions</a:t>
            </a:r>
          </a:p>
          <a:p>
            <a:pPr marL="12700" marR="5080"/>
            <a:r>
              <a:rPr lang="en-US" sz="1500" kern="0" spc="-80" dirty="0">
                <a:solidFill>
                  <a:schemeClr val="accent6"/>
                </a:solidFill>
              </a:rPr>
              <a:t>convolution kernels (blur, sharpen)</a:t>
            </a:r>
          </a:p>
          <a:p>
            <a:pPr marL="12700" marR="5080"/>
            <a:r>
              <a:rPr lang="en-US" sz="1500" kern="0" spc="-80" dirty="0">
                <a:solidFill>
                  <a:schemeClr val="accent6"/>
                </a:solidFill>
              </a:rPr>
              <a:t>gamma correction</a:t>
            </a:r>
          </a:p>
          <a:p>
            <a:pPr marL="12700" marR="5080"/>
            <a:r>
              <a:rPr lang="en-US" sz="1500" kern="0" spc="-80" dirty="0">
                <a:solidFill>
                  <a:schemeClr val="accent6"/>
                </a:solidFill>
              </a:rPr>
              <a:t>color </a:t>
            </a:r>
            <a:r>
              <a:rPr lang="en-US" sz="1500" kern="0" spc="-80" dirty="0" err="1">
                <a:solidFill>
                  <a:schemeClr val="accent6"/>
                </a:solidFill>
              </a:rPr>
              <a:t>gamuts</a:t>
            </a:r>
            <a:r>
              <a:rPr lang="en-US" sz="1500" kern="0" spc="-80" dirty="0">
                <a:solidFill>
                  <a:schemeClr val="accent6"/>
                </a:solidFill>
              </a:rPr>
              <a:t> (sRGB, Display-P3)</a:t>
            </a:r>
          </a:p>
          <a:p>
            <a:pPr marL="12700" marR="5080"/>
            <a:r>
              <a:rPr lang="en-US" sz="1500" kern="0" spc="-80" dirty="0">
                <a:solidFill>
                  <a:schemeClr val="accent6"/>
                </a:solidFill>
              </a:rPr>
              <a:t>17. Math in Sensors &amp; Device Capabilities</a:t>
            </a:r>
          </a:p>
          <a:p>
            <a:pPr marL="12700" marR="5080"/>
            <a:r>
              <a:rPr lang="en-US" sz="1500" kern="0" spc="-80" dirty="0">
                <a:solidFill>
                  <a:schemeClr val="accent6"/>
                </a:solidFill>
              </a:rPr>
              <a:t>For native mobile:</a:t>
            </a:r>
          </a:p>
          <a:p>
            <a:pPr marL="12700" marR="5080"/>
            <a:r>
              <a:rPr lang="en-US" sz="1500" kern="0" spc="-80" dirty="0">
                <a:solidFill>
                  <a:schemeClr val="accent6"/>
                </a:solidFill>
              </a:rPr>
              <a:t>accelerometer → vector calculus</a:t>
            </a:r>
          </a:p>
          <a:p>
            <a:pPr marL="12700" marR="5080"/>
            <a:r>
              <a:rPr lang="en-US" sz="1500" kern="0" spc="-80" dirty="0">
                <a:solidFill>
                  <a:schemeClr val="accent6"/>
                </a:solidFill>
              </a:rPr>
              <a:t>gyroscope → quaternion math</a:t>
            </a:r>
          </a:p>
          <a:p>
            <a:pPr marL="12700" marR="5080"/>
            <a:r>
              <a:rPr lang="en-US" sz="1500" kern="0" spc="-80" dirty="0">
                <a:solidFill>
                  <a:schemeClr val="accent6"/>
                </a:solidFill>
              </a:rPr>
              <a:t>GPS → spherical geometry</a:t>
            </a:r>
          </a:p>
          <a:p>
            <a:pPr marL="12700" marR="5080"/>
            <a:r>
              <a:rPr lang="en-US" sz="1500" kern="0" spc="-80" dirty="0">
                <a:solidFill>
                  <a:schemeClr val="accent6"/>
                </a:solidFill>
              </a:rPr>
              <a:t>Haversine formula</a:t>
            </a:r>
          </a:p>
          <a:p>
            <a:pPr marL="12700" marR="5080"/>
            <a:r>
              <a:rPr lang="en-US" sz="1500" kern="0" spc="-80" dirty="0">
                <a:solidFill>
                  <a:schemeClr val="accent6"/>
                </a:solidFill>
              </a:rPr>
              <a:t>d = 2R </a:t>
            </a:r>
            <a:r>
              <a:rPr lang="en-US" sz="1500" kern="0" spc="-80" dirty="0" err="1">
                <a:solidFill>
                  <a:schemeClr val="accent6"/>
                </a:solidFill>
              </a:rPr>
              <a:t>arcsin</a:t>
            </a:r>
            <a:r>
              <a:rPr lang="en-US" sz="1500" kern="0" spc="-80" dirty="0">
                <a:solidFill>
                  <a:schemeClr val="accent6"/>
                </a:solidFill>
              </a:rPr>
              <a:t>(√(sin²(</a:t>
            </a:r>
            <a:r>
              <a:rPr lang="el-GR" sz="1500" kern="0" spc="-80" dirty="0">
                <a:solidFill>
                  <a:schemeClr val="accent6"/>
                </a:solidFill>
              </a:rPr>
              <a:t>Δφ/2) + </a:t>
            </a:r>
            <a:r>
              <a:rPr lang="en-US" sz="1500" kern="0" spc="-80" dirty="0">
                <a:solidFill>
                  <a:schemeClr val="accent6"/>
                </a:solidFill>
              </a:rPr>
              <a:t>cos </a:t>
            </a:r>
            <a:r>
              <a:rPr lang="el-GR" sz="1500" kern="0" spc="-80" dirty="0">
                <a:solidFill>
                  <a:schemeClr val="accent6"/>
                </a:solidFill>
              </a:rPr>
              <a:t>φ1 </a:t>
            </a:r>
            <a:r>
              <a:rPr lang="en-US" sz="1500" kern="0" spc="-80" dirty="0">
                <a:solidFill>
                  <a:schemeClr val="accent6"/>
                </a:solidFill>
              </a:rPr>
              <a:t>cos </a:t>
            </a:r>
            <a:r>
              <a:rPr lang="el-GR" sz="1500" kern="0" spc="-80" dirty="0">
                <a:solidFill>
                  <a:schemeClr val="accent6"/>
                </a:solidFill>
              </a:rPr>
              <a:t>φ2 </a:t>
            </a:r>
            <a:r>
              <a:rPr lang="en-US" sz="1500" kern="0" spc="-80" dirty="0">
                <a:solidFill>
                  <a:schemeClr val="accent6"/>
                </a:solidFill>
              </a:rPr>
              <a:t>sin²(</a:t>
            </a:r>
            <a:r>
              <a:rPr lang="el-GR" sz="1500" kern="0" spc="-80" dirty="0">
                <a:solidFill>
                  <a:schemeClr val="accent6"/>
                </a:solidFill>
              </a:rPr>
              <a:t>Δλ/2))).</a:t>
            </a:r>
            <a:endParaRPr lang="en-US" sz="1500" kern="0" spc="-80" dirty="0">
              <a:solidFill>
                <a:schemeClr val="accent6"/>
              </a:solidFill>
            </a:endParaRPr>
          </a:p>
        </p:txBody>
      </p:sp>
    </p:spTree>
    <p:extLst>
      <p:ext uri="{BB962C8B-B14F-4D97-AF65-F5344CB8AC3E}">
        <p14:creationId xmlns:p14="http://schemas.microsoft.com/office/powerpoint/2010/main" val="615018694"/>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62CCE-31CD-651D-7548-349AAA2D0EC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F464B67-F480-959D-67A0-36CD7DD9187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A4B8A21-C1A7-EF6A-4BDE-645FF31270D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46CB7CD-DEF9-36DE-3F16-EDD9C17292C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FE713A6-B604-5277-70A8-B239217417D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4CEED5E-EFA5-F11F-54B5-48D0756AD3E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29DB9E7-0B67-3A76-84EC-65EF287CE29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005B5A9-71F2-2824-93C3-5106408C6B6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05D03FB-FCF4-9572-0FEB-BC96B4B00E6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2D57CDE-EDE5-5ACF-0783-6F1E3978F21B}"/>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2.9 Paths (SVG, Canvas, </a:t>
            </a:r>
            <a:r>
              <a:rPr lang="en-US" sz="1500" kern="0" spc="-80" dirty="0" err="1">
                <a:solidFill>
                  <a:schemeClr val="accent2"/>
                </a:solidFill>
              </a:rPr>
              <a:t>CoreGraphics</a:t>
            </a:r>
            <a:r>
              <a:rPr lang="en-US" sz="1500" kern="0" spc="-80" dirty="0">
                <a:solidFill>
                  <a:schemeClr val="accent2"/>
                </a:solidFill>
              </a:rPr>
              <a:t>, Compose)</a:t>
            </a:r>
          </a:p>
          <a:p>
            <a:pPr marL="12700" marR="5080"/>
            <a:r>
              <a:rPr lang="en-US" sz="1500" kern="0" spc="-80" dirty="0">
                <a:solidFill>
                  <a:schemeClr val="accent2"/>
                </a:solidFill>
              </a:rPr>
              <a:t>Paths are sequences of:</a:t>
            </a:r>
          </a:p>
          <a:p>
            <a:pPr marL="12700" marR="5080"/>
            <a:r>
              <a:rPr lang="en-US" sz="1500" kern="0" spc="-80" dirty="0">
                <a:solidFill>
                  <a:schemeClr val="accent6"/>
                </a:solidFill>
              </a:rPr>
              <a:t>lines</a:t>
            </a:r>
          </a:p>
          <a:p>
            <a:pPr marL="12700" marR="5080"/>
            <a:r>
              <a:rPr lang="en-US" sz="1500" kern="0" spc="-80" dirty="0">
                <a:solidFill>
                  <a:schemeClr val="accent6"/>
                </a:solidFill>
              </a:rPr>
              <a:t>arcs</a:t>
            </a:r>
          </a:p>
          <a:p>
            <a:pPr marL="12700" marR="5080"/>
            <a:r>
              <a:rPr lang="en-US" sz="1500" kern="0" spc="-80" dirty="0" err="1">
                <a:solidFill>
                  <a:schemeClr val="accent6"/>
                </a:solidFill>
              </a:rPr>
              <a:t>Béziers</a:t>
            </a:r>
            <a:endParaRPr lang="en-US" sz="1500" kern="0" spc="-80" dirty="0">
              <a:solidFill>
                <a:schemeClr val="accent6"/>
              </a:solidFill>
            </a:endParaRPr>
          </a:p>
          <a:p>
            <a:pPr marL="12700" marR="5080"/>
            <a:r>
              <a:rPr lang="en-US" sz="1500" kern="0" spc="-80" dirty="0">
                <a:solidFill>
                  <a:schemeClr val="accent6"/>
                </a:solidFill>
              </a:rPr>
              <a:t>curves</a:t>
            </a:r>
          </a:p>
          <a:p>
            <a:pPr marL="12700" marR="5080"/>
            <a:r>
              <a:rPr lang="en-US" sz="1500" kern="0" spc="-80" dirty="0" err="1">
                <a:solidFill>
                  <a:schemeClr val="accent6"/>
                </a:solidFill>
              </a:rPr>
              <a:t>closePath</a:t>
            </a:r>
            <a:endParaRPr lang="en-US" sz="1500" kern="0" spc="-80" dirty="0">
              <a:solidFill>
                <a:schemeClr val="accent6"/>
              </a:solidFill>
            </a:endParaRPr>
          </a:p>
          <a:p>
            <a:pPr marL="12700" marR="5080"/>
            <a:r>
              <a:rPr lang="en-US" sz="1500" kern="0" spc="-80" dirty="0">
                <a:solidFill>
                  <a:schemeClr val="accent2"/>
                </a:solidFill>
              </a:rPr>
              <a:t>Example (</a:t>
            </a:r>
            <a:r>
              <a:rPr lang="en-US" sz="1500" kern="0" spc="-80" dirty="0" err="1">
                <a:solidFill>
                  <a:schemeClr val="accent2"/>
                </a:solidFill>
              </a:rPr>
              <a:t>SwiftUI</a:t>
            </a:r>
            <a:r>
              <a:rPr lang="en-US" sz="1500" kern="0" spc="-80" dirty="0">
                <a:solidFill>
                  <a:schemeClr val="accent2"/>
                </a:solidFill>
              </a:rPr>
              <a:t>):</a:t>
            </a:r>
          </a:p>
          <a:p>
            <a:pPr marL="12700" marR="5080"/>
            <a:r>
              <a:rPr lang="en-US" sz="1500" kern="0" spc="-80" dirty="0">
                <a:solidFill>
                  <a:schemeClr val="accent6"/>
                </a:solidFill>
              </a:rPr>
              <a:t>Path { p in</a:t>
            </a:r>
          </a:p>
          <a:p>
            <a:pPr marL="12700" marR="5080"/>
            <a:r>
              <a:rPr lang="en-US" sz="1500" kern="0" spc="-80" dirty="0">
                <a:solidFill>
                  <a:schemeClr val="accent6"/>
                </a:solidFill>
              </a:rPr>
              <a:t>    </a:t>
            </a:r>
            <a:r>
              <a:rPr lang="en-US" sz="1500" kern="0" spc="-80" dirty="0" err="1">
                <a:solidFill>
                  <a:schemeClr val="accent6"/>
                </a:solidFill>
              </a:rPr>
              <a:t>p.move</a:t>
            </a:r>
            <a:r>
              <a:rPr lang="en-US" sz="1500" kern="0" spc="-80" dirty="0">
                <a:solidFill>
                  <a:schemeClr val="accent6"/>
                </a:solidFill>
              </a:rPr>
              <a:t>(to: </a:t>
            </a:r>
            <a:r>
              <a:rPr lang="en-US" sz="1500" kern="0" spc="-80" dirty="0" err="1">
                <a:solidFill>
                  <a:schemeClr val="accent6"/>
                </a:solidFill>
              </a:rPr>
              <a:t>CGPoint</a:t>
            </a:r>
            <a:r>
              <a:rPr lang="en-US" sz="1500" kern="0" spc="-80" dirty="0">
                <a:solidFill>
                  <a:schemeClr val="accent6"/>
                </a:solidFill>
              </a:rPr>
              <a:t>(x:10,y:10))</a:t>
            </a:r>
          </a:p>
          <a:p>
            <a:pPr marL="12700" marR="5080"/>
            <a:r>
              <a:rPr lang="en-US" sz="1500" kern="0" spc="-80" dirty="0">
                <a:solidFill>
                  <a:schemeClr val="accent6"/>
                </a:solidFill>
              </a:rPr>
              <a:t>    </a:t>
            </a:r>
            <a:r>
              <a:rPr lang="en-US" sz="1500" kern="0" spc="-80" dirty="0" err="1">
                <a:solidFill>
                  <a:schemeClr val="accent6"/>
                </a:solidFill>
              </a:rPr>
              <a:t>p.addQuadCurve</a:t>
            </a:r>
            <a:r>
              <a:rPr lang="en-US" sz="1500" kern="0" spc="-80" dirty="0">
                <a:solidFill>
                  <a:schemeClr val="accent6"/>
                </a:solidFill>
              </a:rPr>
              <a:t>(to: end, control: ctrl)</a:t>
            </a:r>
          </a:p>
          <a:p>
            <a:pPr marL="12700" marR="5080"/>
            <a:r>
              <a:rPr lang="en-US" sz="1500" kern="0" spc="-80" dirty="0">
                <a:solidFill>
                  <a:schemeClr val="accent6"/>
                </a:solidFill>
              </a:rPr>
              <a:t>}</a:t>
            </a:r>
          </a:p>
          <a:p>
            <a:pPr marL="12700" marR="5080"/>
            <a:r>
              <a:rPr lang="en-US" sz="1500" kern="0" spc="-80" dirty="0">
                <a:solidFill>
                  <a:schemeClr val="accent2"/>
                </a:solidFill>
              </a:rPr>
              <a:t>Example (Compose):</a:t>
            </a:r>
          </a:p>
          <a:p>
            <a:pPr marL="12700" marR="5080"/>
            <a:r>
              <a:rPr lang="en-US" sz="1500" kern="0" spc="-80" dirty="0">
                <a:solidFill>
                  <a:schemeClr val="accent6"/>
                </a:solidFill>
              </a:rPr>
              <a:t>Path().apply {</a:t>
            </a:r>
          </a:p>
          <a:p>
            <a:pPr marL="12700" marR="5080"/>
            <a:r>
              <a:rPr lang="en-US" sz="1500" kern="0" spc="-80" dirty="0">
                <a:solidFill>
                  <a:schemeClr val="accent6"/>
                </a:solidFill>
              </a:rPr>
              <a:t>    </a:t>
            </a:r>
            <a:r>
              <a:rPr lang="en-US" sz="1500" kern="0" spc="-80" dirty="0" err="1">
                <a:solidFill>
                  <a:schemeClr val="accent6"/>
                </a:solidFill>
              </a:rPr>
              <a:t>moveTo</a:t>
            </a:r>
            <a:r>
              <a:rPr lang="en-US" sz="1500" kern="0" spc="-80" dirty="0">
                <a:solidFill>
                  <a:schemeClr val="accent6"/>
                </a:solidFill>
              </a:rPr>
              <a:t>(10f, 10f)</a:t>
            </a:r>
          </a:p>
          <a:p>
            <a:pPr marL="12700" marR="5080"/>
            <a:r>
              <a:rPr lang="en-US" sz="1500" kern="0" spc="-80" dirty="0">
                <a:solidFill>
                  <a:schemeClr val="accent6"/>
                </a:solidFill>
              </a:rPr>
              <a:t>    </a:t>
            </a:r>
            <a:r>
              <a:rPr lang="en-US" sz="1500" kern="0" spc="-80" dirty="0" err="1">
                <a:solidFill>
                  <a:schemeClr val="accent6"/>
                </a:solidFill>
              </a:rPr>
              <a:t>quadraticBezierTo</a:t>
            </a:r>
            <a:r>
              <a:rPr lang="en-US" sz="1500" kern="0" spc="-80" dirty="0">
                <a:solidFill>
                  <a:schemeClr val="accent6"/>
                </a:solidFill>
              </a:rPr>
              <a:t>(</a:t>
            </a:r>
            <a:r>
              <a:rPr lang="en-US" sz="1500" kern="0" spc="-80" dirty="0" err="1">
                <a:solidFill>
                  <a:schemeClr val="accent6"/>
                </a:solidFill>
              </a:rPr>
              <a:t>ctrlX</a:t>
            </a:r>
            <a:r>
              <a:rPr lang="en-US" sz="1500" kern="0" spc="-80" dirty="0">
                <a:solidFill>
                  <a:schemeClr val="accent6"/>
                </a:solidFill>
              </a:rPr>
              <a:t>, </a:t>
            </a:r>
            <a:r>
              <a:rPr lang="en-US" sz="1500" kern="0" spc="-80" dirty="0" err="1">
                <a:solidFill>
                  <a:schemeClr val="accent6"/>
                </a:solidFill>
              </a:rPr>
              <a:t>ctrlY</a:t>
            </a:r>
            <a:r>
              <a:rPr lang="en-US" sz="1500" kern="0" spc="-80" dirty="0">
                <a:solidFill>
                  <a:schemeClr val="accent6"/>
                </a:solidFill>
              </a:rPr>
              <a:t>, </a:t>
            </a:r>
            <a:r>
              <a:rPr lang="en-US" sz="1500" kern="0" spc="-80" dirty="0" err="1">
                <a:solidFill>
                  <a:schemeClr val="accent6"/>
                </a:solidFill>
              </a:rPr>
              <a:t>endX</a:t>
            </a:r>
            <a:r>
              <a:rPr lang="en-US" sz="1500" kern="0" spc="-80" dirty="0">
                <a:solidFill>
                  <a:schemeClr val="accent6"/>
                </a:solidFill>
              </a:rPr>
              <a:t>, </a:t>
            </a:r>
            <a:r>
              <a:rPr lang="en-US" sz="1500" kern="0" spc="-80" dirty="0" err="1">
                <a:solidFill>
                  <a:schemeClr val="accent6"/>
                </a:solidFill>
              </a:rPr>
              <a:t>endY</a:t>
            </a:r>
            <a:r>
              <a:rPr lang="en-US" sz="1500" kern="0" spc="-80" dirty="0">
                <a:solidFill>
                  <a:schemeClr val="accent6"/>
                </a:solidFill>
              </a:rPr>
              <a:t>)</a:t>
            </a:r>
          </a:p>
          <a:p>
            <a:pPr marL="12700" marR="5080"/>
            <a:r>
              <a:rPr lang="en-US" sz="1500" kern="0" spc="-80" dirty="0">
                <a:solidFill>
                  <a:schemeClr val="accent6"/>
                </a:solidFill>
              </a:rPr>
              <a:t>}</a:t>
            </a:r>
          </a:p>
          <a:p>
            <a:pPr marL="12700" marR="5080"/>
            <a:endParaRPr lang="en-US" sz="1500" kern="0" spc="-80" dirty="0">
              <a:solidFill>
                <a:schemeClr val="accent6"/>
              </a:solidFill>
            </a:endParaRPr>
          </a:p>
          <a:p>
            <a:pPr marL="12700" marR="5080"/>
            <a:r>
              <a:rPr lang="en-US" sz="1500" kern="0" spc="-80" dirty="0">
                <a:solidFill>
                  <a:schemeClr val="accent2"/>
                </a:solidFill>
              </a:rPr>
              <a:t>✅ 2.10 Circular Geometry &amp; Polar Coordinates</a:t>
            </a:r>
          </a:p>
          <a:p>
            <a:pPr marL="12700" marR="5080"/>
            <a:r>
              <a:rPr lang="en-US" sz="1500" kern="0" spc="-80" dirty="0">
                <a:solidFill>
                  <a:schemeClr val="accent2"/>
                </a:solidFill>
              </a:rPr>
              <a:t>Used for:</a:t>
            </a:r>
          </a:p>
          <a:p>
            <a:pPr marL="12700" marR="5080"/>
            <a:r>
              <a:rPr lang="en-US" sz="1500" kern="0" spc="-80" dirty="0">
                <a:solidFill>
                  <a:schemeClr val="accent6"/>
                </a:solidFill>
              </a:rPr>
              <a:t>Circular progress bars</a:t>
            </a:r>
          </a:p>
          <a:p>
            <a:pPr marL="12700" marR="5080"/>
            <a:r>
              <a:rPr lang="en-US" sz="1500" kern="0" spc="-80" dirty="0">
                <a:solidFill>
                  <a:schemeClr val="accent6"/>
                </a:solidFill>
              </a:rPr>
              <a:t>Radial menus</a:t>
            </a:r>
          </a:p>
        </p:txBody>
      </p:sp>
    </p:spTree>
    <p:extLst>
      <p:ext uri="{BB962C8B-B14F-4D97-AF65-F5344CB8AC3E}">
        <p14:creationId xmlns:p14="http://schemas.microsoft.com/office/powerpoint/2010/main" val="3607532019"/>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AC2D51-0D20-6DAB-DD41-EA7DD4F510D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6FE49A2-9205-38B4-3645-2AFE4D2E999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407F7CE-735D-D0B9-D2E0-57C6EDE6756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A464F1D-A045-63FA-1F70-3563AB00CC4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27B7761-BE79-1F34-9AAF-0AB1EF62BBC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0D69E68-7D1B-C2A4-C5BB-CF89698FDA1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4B3A463-8730-98B8-689E-D3095D56083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35E601C-607C-8924-8CDE-B630E57CB2C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DA94108-A319-9411-F463-3223A0FA613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72736B6-68B7-76F9-8242-616D1E63E5B7}"/>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2.10 Circular Geometry &amp; Polar Coordinates</a:t>
            </a:r>
          </a:p>
          <a:p>
            <a:pPr marL="12700" marR="5080"/>
            <a:r>
              <a:rPr lang="en-US" sz="1500" kern="0" spc="-80" dirty="0">
                <a:solidFill>
                  <a:schemeClr val="accent2"/>
                </a:solidFill>
              </a:rPr>
              <a:t>Used for:</a:t>
            </a:r>
          </a:p>
          <a:p>
            <a:pPr marL="12700" marR="5080"/>
            <a:r>
              <a:rPr lang="en-US" sz="1500" kern="0" spc="-80" dirty="0">
                <a:solidFill>
                  <a:schemeClr val="accent6"/>
                </a:solidFill>
              </a:rPr>
              <a:t>Clock UIs</a:t>
            </a:r>
          </a:p>
          <a:p>
            <a:pPr marL="12700" marR="5080"/>
            <a:r>
              <a:rPr lang="en-US" sz="1500" kern="0" spc="-80" dirty="0">
                <a:solidFill>
                  <a:schemeClr val="accent6"/>
                </a:solidFill>
              </a:rPr>
              <a:t>Pie charts</a:t>
            </a:r>
          </a:p>
          <a:p>
            <a:pPr marL="12700" marR="5080"/>
            <a:r>
              <a:rPr lang="en-US" sz="1500" kern="0" spc="-80" dirty="0">
                <a:solidFill>
                  <a:schemeClr val="accent6"/>
                </a:solidFill>
              </a:rPr>
              <a:t>Rotations</a:t>
            </a:r>
          </a:p>
          <a:p>
            <a:pPr marL="12700" marR="5080"/>
            <a:r>
              <a:rPr lang="en-US" sz="1500" kern="0" spc="-80" dirty="0">
                <a:solidFill>
                  <a:schemeClr val="accent6"/>
                </a:solidFill>
              </a:rPr>
              <a:t>Gesture angles</a:t>
            </a:r>
          </a:p>
          <a:p>
            <a:pPr marL="12700" marR="5080"/>
            <a:r>
              <a:rPr lang="en-US" sz="1500" kern="0" spc="-80" dirty="0">
                <a:solidFill>
                  <a:schemeClr val="accent6"/>
                </a:solidFill>
              </a:rPr>
              <a:t>Polar → Cartesian</a:t>
            </a:r>
          </a:p>
          <a:p>
            <a:pPr marL="12700" marR="5080"/>
            <a:r>
              <a:rPr lang="en-US" sz="1500" kern="0" spc="-80" dirty="0">
                <a:solidFill>
                  <a:schemeClr val="accent6"/>
                </a:solidFill>
              </a:rPr>
              <a:t>x = r cos </a:t>
            </a:r>
            <a:r>
              <a:rPr lang="el-GR" sz="1500" kern="0" spc="-80" dirty="0">
                <a:solidFill>
                  <a:schemeClr val="accent6"/>
                </a:solidFill>
              </a:rPr>
              <a:t>θ</a:t>
            </a:r>
          </a:p>
          <a:p>
            <a:pPr marL="12700" marR="5080"/>
            <a:r>
              <a:rPr lang="en-US" sz="1500" kern="0" spc="-80" dirty="0">
                <a:solidFill>
                  <a:schemeClr val="accent6"/>
                </a:solidFill>
              </a:rPr>
              <a:t>y = r sin </a:t>
            </a:r>
            <a:r>
              <a:rPr lang="el-GR" sz="1500" kern="0" spc="-80" dirty="0">
                <a:solidFill>
                  <a:schemeClr val="accent6"/>
                </a:solidFill>
              </a:rPr>
              <a:t>θ</a:t>
            </a:r>
          </a:p>
          <a:p>
            <a:pPr marL="12700" marR="5080"/>
            <a:r>
              <a:rPr lang="en-US" sz="1500" kern="0" spc="-80" dirty="0">
                <a:solidFill>
                  <a:schemeClr val="accent6"/>
                </a:solidFill>
              </a:rPr>
              <a:t>Cartesian → angle</a:t>
            </a:r>
          </a:p>
          <a:p>
            <a:pPr marL="12700" marR="5080"/>
            <a:r>
              <a:rPr lang="el-GR" sz="1500" kern="0" spc="-80" dirty="0">
                <a:solidFill>
                  <a:schemeClr val="accent6"/>
                </a:solidFill>
              </a:rPr>
              <a:t>θ = </a:t>
            </a:r>
            <a:r>
              <a:rPr lang="en-US" sz="1500" kern="0" spc="-80" dirty="0">
                <a:solidFill>
                  <a:schemeClr val="accent6"/>
                </a:solidFill>
              </a:rPr>
              <a:t>atan2(y, x)</a:t>
            </a:r>
          </a:p>
          <a:p>
            <a:pPr marL="12700" marR="5080"/>
            <a:endParaRPr lang="en-US" sz="1500" kern="0" spc="-80" dirty="0">
              <a:solidFill>
                <a:schemeClr val="accent6"/>
              </a:solidFill>
            </a:endParaRPr>
          </a:p>
          <a:p>
            <a:pPr marL="12700" marR="5080"/>
            <a:r>
              <a:rPr lang="en-US" sz="1500" kern="0" spc="-80" dirty="0">
                <a:solidFill>
                  <a:schemeClr val="accent2"/>
                </a:solidFill>
              </a:rPr>
              <a:t>🔥 2.11 Geometry in Gestures</a:t>
            </a:r>
          </a:p>
          <a:p>
            <a:pPr marL="12700" marR="5080"/>
            <a:r>
              <a:rPr lang="en-US" sz="1500" kern="0" spc="-80" dirty="0">
                <a:solidFill>
                  <a:schemeClr val="accent6"/>
                </a:solidFill>
              </a:rPr>
              <a:t>Touches and gestures depend heavily on geometry.</a:t>
            </a:r>
          </a:p>
          <a:p>
            <a:pPr marL="12700" marR="5080"/>
            <a:r>
              <a:rPr lang="en-US" sz="1500" kern="0" spc="-80" dirty="0">
                <a:solidFill>
                  <a:schemeClr val="accent2"/>
                </a:solidFill>
              </a:rPr>
              <a:t>Drag</a:t>
            </a:r>
          </a:p>
          <a:p>
            <a:pPr marL="12700" marR="5080"/>
            <a:r>
              <a:rPr lang="en-US" sz="1500" kern="0" spc="-80" dirty="0">
                <a:solidFill>
                  <a:schemeClr val="accent6"/>
                </a:solidFill>
              </a:rPr>
              <a:t>dx = </a:t>
            </a:r>
            <a:r>
              <a:rPr lang="en-US" sz="1500" kern="0" spc="-80" dirty="0" err="1">
                <a:solidFill>
                  <a:schemeClr val="accent6"/>
                </a:solidFill>
              </a:rPr>
              <a:t>currentX</a:t>
            </a:r>
            <a:r>
              <a:rPr lang="en-US" sz="1500" kern="0" spc="-80" dirty="0">
                <a:solidFill>
                  <a:schemeClr val="accent6"/>
                </a:solidFill>
              </a:rPr>
              <a:t> - </a:t>
            </a:r>
            <a:r>
              <a:rPr lang="en-US" sz="1500" kern="0" spc="-80" dirty="0" err="1">
                <a:solidFill>
                  <a:schemeClr val="accent6"/>
                </a:solidFill>
              </a:rPr>
              <a:t>startX</a:t>
            </a:r>
            <a:endParaRPr lang="en-US" sz="1500" kern="0" spc="-80" dirty="0">
              <a:solidFill>
                <a:schemeClr val="accent6"/>
              </a:solidFill>
            </a:endParaRPr>
          </a:p>
          <a:p>
            <a:pPr marL="12700" marR="5080"/>
            <a:r>
              <a:rPr lang="en-US" sz="1500" kern="0" spc="-80" dirty="0" err="1">
                <a:solidFill>
                  <a:schemeClr val="accent6"/>
                </a:solidFill>
              </a:rPr>
              <a:t>dy</a:t>
            </a:r>
            <a:r>
              <a:rPr lang="en-US" sz="1500" kern="0" spc="-80" dirty="0">
                <a:solidFill>
                  <a:schemeClr val="accent6"/>
                </a:solidFill>
              </a:rPr>
              <a:t> = </a:t>
            </a:r>
            <a:r>
              <a:rPr lang="en-US" sz="1500" kern="0" spc="-80" dirty="0" err="1">
                <a:solidFill>
                  <a:schemeClr val="accent6"/>
                </a:solidFill>
              </a:rPr>
              <a:t>currentY</a:t>
            </a:r>
            <a:r>
              <a:rPr lang="en-US" sz="1500" kern="0" spc="-80" dirty="0">
                <a:solidFill>
                  <a:schemeClr val="accent6"/>
                </a:solidFill>
              </a:rPr>
              <a:t> - </a:t>
            </a:r>
            <a:r>
              <a:rPr lang="en-US" sz="1500" kern="0" spc="-80" dirty="0" err="1">
                <a:solidFill>
                  <a:schemeClr val="accent6"/>
                </a:solidFill>
              </a:rPr>
              <a:t>startY</a:t>
            </a:r>
            <a:endParaRPr lang="en-US" sz="1500" kern="0" spc="-80" dirty="0">
              <a:solidFill>
                <a:schemeClr val="accent6"/>
              </a:solidFill>
            </a:endParaRPr>
          </a:p>
          <a:p>
            <a:pPr marL="12700" marR="5080"/>
            <a:r>
              <a:rPr lang="en-US" sz="1500" kern="0" spc="-80" dirty="0">
                <a:solidFill>
                  <a:schemeClr val="accent2"/>
                </a:solidFill>
              </a:rPr>
              <a:t>Swipe direction</a:t>
            </a:r>
          </a:p>
          <a:p>
            <a:pPr marL="12700" marR="5080"/>
            <a:r>
              <a:rPr lang="en-US" sz="1500" kern="0" spc="-80" dirty="0">
                <a:solidFill>
                  <a:schemeClr val="accent6"/>
                </a:solidFill>
              </a:rPr>
              <a:t>angle = atan2(</a:t>
            </a:r>
            <a:r>
              <a:rPr lang="en-US" sz="1500" kern="0" spc="-80" dirty="0" err="1">
                <a:solidFill>
                  <a:schemeClr val="accent6"/>
                </a:solidFill>
              </a:rPr>
              <a:t>dy</a:t>
            </a:r>
            <a:r>
              <a:rPr lang="en-US" sz="1500" kern="0" spc="-80" dirty="0">
                <a:solidFill>
                  <a:schemeClr val="accent6"/>
                </a:solidFill>
              </a:rPr>
              <a:t>, dx)</a:t>
            </a:r>
          </a:p>
          <a:p>
            <a:pPr marL="12700" marR="5080"/>
            <a:r>
              <a:rPr lang="en-US" sz="1500" kern="0" spc="-80" dirty="0">
                <a:solidFill>
                  <a:schemeClr val="accent2"/>
                </a:solidFill>
              </a:rPr>
              <a:t>Pinch zoom distance</a:t>
            </a:r>
          </a:p>
          <a:p>
            <a:pPr marL="12700" marR="5080"/>
            <a:r>
              <a:rPr lang="en-US" sz="1500" kern="0" spc="-80" dirty="0">
                <a:solidFill>
                  <a:schemeClr val="accent6"/>
                </a:solidFill>
              </a:rPr>
              <a:t>distance = √((x2-x1)² + (y2-y1)²)</a:t>
            </a:r>
          </a:p>
        </p:txBody>
      </p:sp>
    </p:spTree>
    <p:extLst>
      <p:ext uri="{BB962C8B-B14F-4D97-AF65-F5344CB8AC3E}">
        <p14:creationId xmlns:p14="http://schemas.microsoft.com/office/powerpoint/2010/main" val="132881859"/>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767BA-F707-27A4-A151-86E6E50A00F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7DF5304-0183-6354-C5DC-7619E550B53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8C65090-4E29-CC32-65E9-88DD9D42E55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73757F7-240F-BACB-0FA2-23AA54EE458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A006AEE-67E4-D0F0-AA63-935C85BD4A3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F7E1035-642F-F60E-4FD7-4A958CA6CFE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0E25211-7704-B5D5-5024-262C72884F3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BC7F9A6-2014-AF37-3345-DCBEB1B689E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25FFDE0-B678-470B-2BA0-08632618663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9DCAE5B-8727-74AC-34C0-2669F4B02D2E}"/>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2.11 Geometry in Gestures</a:t>
            </a:r>
          </a:p>
          <a:p>
            <a:pPr marL="12700" marR="5080"/>
            <a:r>
              <a:rPr lang="en-US" sz="1500" kern="0" spc="-80" dirty="0">
                <a:solidFill>
                  <a:schemeClr val="accent2"/>
                </a:solidFill>
              </a:rPr>
              <a:t>Rotation gesture</a:t>
            </a:r>
          </a:p>
          <a:p>
            <a:pPr marL="12700" marR="5080"/>
            <a:r>
              <a:rPr lang="en-US" sz="1500" kern="0" spc="-80" dirty="0">
                <a:solidFill>
                  <a:schemeClr val="accent6"/>
                </a:solidFill>
              </a:rPr>
              <a:t>Angle difference between frames.</a:t>
            </a:r>
          </a:p>
          <a:p>
            <a:pPr marL="12700" marR="5080"/>
            <a:endParaRPr lang="en-US" sz="1500" kern="0" spc="-80" dirty="0">
              <a:solidFill>
                <a:schemeClr val="accent6"/>
              </a:solidFill>
            </a:endParaRPr>
          </a:p>
          <a:p>
            <a:pPr marL="12700" marR="5080"/>
            <a:r>
              <a:rPr lang="en-US" sz="1500" kern="0" spc="-80" dirty="0">
                <a:solidFill>
                  <a:schemeClr val="accent2"/>
                </a:solidFill>
              </a:rPr>
              <a:t>⭐ 3. Coordinate Transforms &amp; Matrices</a:t>
            </a:r>
          </a:p>
          <a:p>
            <a:pPr marL="12700" marR="5080"/>
            <a:r>
              <a:rPr lang="en-US" sz="1500" kern="0" spc="-80" dirty="0">
                <a:solidFill>
                  <a:schemeClr val="accent6"/>
                </a:solidFill>
              </a:rPr>
              <a:t>Modern UI frameworks apply transforms using matrix mathematics.</a:t>
            </a:r>
          </a:p>
          <a:p>
            <a:pPr marL="12700" marR="5080"/>
            <a:r>
              <a:rPr lang="en-US" sz="1500" kern="0" spc="-80" dirty="0">
                <a:solidFill>
                  <a:schemeClr val="accent2"/>
                </a:solidFill>
              </a:rPr>
              <a:t>Even simple CSS like:</a:t>
            </a:r>
          </a:p>
          <a:p>
            <a:pPr marL="12700" marR="5080"/>
            <a:r>
              <a:rPr lang="en-US" sz="1500" kern="0" spc="-80" dirty="0">
                <a:solidFill>
                  <a:schemeClr val="accent6"/>
                </a:solidFill>
              </a:rPr>
              <a:t>transform: </a:t>
            </a:r>
            <a:r>
              <a:rPr lang="en-US" sz="1500" kern="0" spc="-80" dirty="0" err="1">
                <a:solidFill>
                  <a:schemeClr val="accent6"/>
                </a:solidFill>
              </a:rPr>
              <a:t>translateX</a:t>
            </a:r>
            <a:r>
              <a:rPr lang="en-US" sz="1500" kern="0" spc="-80" dirty="0">
                <a:solidFill>
                  <a:schemeClr val="accent6"/>
                </a:solidFill>
              </a:rPr>
              <a:t>(50px) rotate(45deg);</a:t>
            </a:r>
          </a:p>
          <a:p>
            <a:pPr marL="12700" marR="5080"/>
            <a:r>
              <a:rPr lang="en-US" sz="1500" kern="0" spc="-80" dirty="0">
                <a:solidFill>
                  <a:schemeClr val="accent6"/>
                </a:solidFill>
              </a:rPr>
              <a:t>internally becomes matrix multiplication.</a:t>
            </a:r>
          </a:p>
          <a:p>
            <a:pPr marL="12700" marR="5080"/>
            <a:endParaRPr lang="en-US" sz="1500" kern="0" spc="-80" dirty="0">
              <a:solidFill>
                <a:schemeClr val="accent6"/>
              </a:solidFill>
            </a:endParaRPr>
          </a:p>
          <a:p>
            <a:pPr marL="12700" marR="5080"/>
            <a:r>
              <a:rPr lang="en-US" sz="1500" kern="0" spc="-80" dirty="0">
                <a:solidFill>
                  <a:schemeClr val="accent2"/>
                </a:solidFill>
              </a:rPr>
              <a:t>✅ 3.1 Coordinate Spaces</a:t>
            </a:r>
          </a:p>
          <a:p>
            <a:pPr marL="12700" marR="5080"/>
            <a:r>
              <a:rPr lang="en-US" sz="1500" kern="0" spc="-80" dirty="0">
                <a:solidFill>
                  <a:schemeClr val="accent2"/>
                </a:solidFill>
              </a:rPr>
              <a:t>All UI platforms use multiple coordinate spaces:</a:t>
            </a:r>
          </a:p>
          <a:p>
            <a:pPr marL="12700" marR="5080"/>
            <a:r>
              <a:rPr lang="en-US" sz="1500" kern="0" spc="-80" dirty="0">
                <a:solidFill>
                  <a:schemeClr val="accent2"/>
                </a:solidFill>
              </a:rPr>
              <a:t>Local Coordinate Space</a:t>
            </a:r>
          </a:p>
          <a:p>
            <a:pPr marL="12700" marR="5080"/>
            <a:r>
              <a:rPr lang="en-US" sz="1500" kern="0" spc="-80" dirty="0">
                <a:solidFill>
                  <a:schemeClr val="accent2"/>
                </a:solidFill>
              </a:rPr>
              <a:t>Origin: </a:t>
            </a:r>
            <a:r>
              <a:rPr lang="en-US" sz="1500" kern="0" spc="-80" dirty="0">
                <a:solidFill>
                  <a:schemeClr val="accent6"/>
                </a:solidFill>
              </a:rPr>
              <a:t>(0, 0) inside the view itself</a:t>
            </a:r>
          </a:p>
          <a:p>
            <a:pPr marL="12700" marR="5080"/>
            <a:r>
              <a:rPr lang="en-US" sz="1500" kern="0" spc="-80" dirty="0">
                <a:solidFill>
                  <a:schemeClr val="accent2"/>
                </a:solidFill>
              </a:rPr>
              <a:t>Used for:</a:t>
            </a:r>
          </a:p>
          <a:p>
            <a:pPr marL="12700" marR="5080"/>
            <a:r>
              <a:rPr lang="en-US" sz="1500" kern="0" spc="-80" dirty="0">
                <a:solidFill>
                  <a:schemeClr val="accent6"/>
                </a:solidFill>
              </a:rPr>
              <a:t>Touch handling</a:t>
            </a:r>
          </a:p>
          <a:p>
            <a:pPr marL="12700" marR="5080"/>
            <a:r>
              <a:rPr lang="en-US" sz="1500" kern="0" spc="-80" dirty="0">
                <a:solidFill>
                  <a:schemeClr val="accent6"/>
                </a:solidFill>
              </a:rPr>
              <a:t>Drawing within the element</a:t>
            </a:r>
          </a:p>
          <a:p>
            <a:pPr marL="12700" marR="5080"/>
            <a:endParaRPr lang="en-US" sz="1500" kern="0" spc="-80" dirty="0">
              <a:solidFill>
                <a:schemeClr val="accent6"/>
              </a:solidFill>
            </a:endParaRPr>
          </a:p>
          <a:p>
            <a:pPr marL="12700" marR="5080"/>
            <a:r>
              <a:rPr lang="en-US" sz="1500" kern="0" spc="-80" dirty="0">
                <a:solidFill>
                  <a:schemeClr val="accent2"/>
                </a:solidFill>
              </a:rPr>
              <a:t>Parent Coordinate Space</a:t>
            </a:r>
            <a:endParaRPr lang="en-US" sz="1500" kern="0" spc="-80" dirty="0">
              <a:solidFill>
                <a:schemeClr val="accent6"/>
              </a:solidFill>
            </a:endParaRPr>
          </a:p>
          <a:p>
            <a:pPr marL="12700" marR="5080"/>
            <a:r>
              <a:rPr lang="en-US" sz="1500" kern="0" spc="-80" dirty="0">
                <a:solidFill>
                  <a:schemeClr val="accent2"/>
                </a:solidFill>
              </a:rPr>
              <a:t>Origin: </a:t>
            </a:r>
            <a:r>
              <a:rPr lang="en-US" sz="1500" kern="0" spc="-80" dirty="0">
                <a:solidFill>
                  <a:schemeClr val="accent6"/>
                </a:solidFill>
              </a:rPr>
              <a:t>parent's (x, y)</a:t>
            </a:r>
          </a:p>
          <a:p>
            <a:pPr marL="12700" marR="5080"/>
            <a:r>
              <a:rPr lang="en-US" sz="1500" kern="0" spc="-80" dirty="0">
                <a:solidFill>
                  <a:schemeClr val="accent2"/>
                </a:solidFill>
              </a:rPr>
              <a:t>Used for:</a:t>
            </a:r>
          </a:p>
          <a:p>
            <a:pPr marL="12700" marR="5080"/>
            <a:r>
              <a:rPr lang="en-US" sz="1500" kern="0" spc="-80" dirty="0">
                <a:solidFill>
                  <a:schemeClr val="accent6"/>
                </a:solidFill>
              </a:rPr>
              <a:t>Layout calculations</a:t>
            </a:r>
          </a:p>
        </p:txBody>
      </p:sp>
    </p:spTree>
    <p:extLst>
      <p:ext uri="{BB962C8B-B14F-4D97-AF65-F5344CB8AC3E}">
        <p14:creationId xmlns:p14="http://schemas.microsoft.com/office/powerpoint/2010/main" val="2931974466"/>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58B8B-FE61-A0A4-9F88-FE6C1FF8189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C803F87-C26A-0DF3-73C0-761CF599991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612CBDA-42AD-1E7B-F33E-432DBA5F320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09D5B68-3AF9-1685-5118-5BC5B3FEA8E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1E3EB95-CC0E-C357-5640-D4EEE05BFD6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9E3B71C-F9C9-F524-CCF4-10FB030CFED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B434EF2-3685-7063-78EC-60353D7B2F7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3B6007F-1DDB-0E27-84B8-C0FF68F1287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1C6C414-0DA4-6D6D-E17B-92959AAC205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3FA582E-0CD1-F0F1-2136-7C66C2922C10}"/>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3.1 Coordinate Spaces</a:t>
            </a:r>
          </a:p>
          <a:p>
            <a:pPr marL="12700" marR="5080"/>
            <a:r>
              <a:rPr lang="en-US" sz="1500" kern="0" spc="-80" dirty="0">
                <a:solidFill>
                  <a:schemeClr val="accent2"/>
                </a:solidFill>
              </a:rPr>
              <a:t>All UI platforms use multiple coordinate spaces:</a:t>
            </a:r>
          </a:p>
          <a:p>
            <a:pPr marL="12700" marR="5080"/>
            <a:r>
              <a:rPr lang="en-US" sz="1500" kern="0" spc="-80" dirty="0">
                <a:solidFill>
                  <a:schemeClr val="accent2"/>
                </a:solidFill>
              </a:rPr>
              <a:t>Global / Window Coordinate Space</a:t>
            </a:r>
          </a:p>
          <a:p>
            <a:pPr marL="12700" marR="5080"/>
            <a:r>
              <a:rPr lang="en-US" sz="1500" kern="0" spc="-80" dirty="0">
                <a:solidFill>
                  <a:schemeClr val="accent2"/>
                </a:solidFill>
              </a:rPr>
              <a:t>Used for:</a:t>
            </a:r>
          </a:p>
          <a:p>
            <a:pPr marL="12700" marR="5080"/>
            <a:r>
              <a:rPr lang="en-US" sz="1500" kern="0" spc="-80" dirty="0">
                <a:solidFill>
                  <a:schemeClr val="accent6"/>
                </a:solidFill>
              </a:rPr>
              <a:t>Tooltips</a:t>
            </a:r>
          </a:p>
          <a:p>
            <a:pPr marL="12700" marR="5080"/>
            <a:r>
              <a:rPr lang="en-US" sz="1500" kern="0" spc="-80" dirty="0">
                <a:solidFill>
                  <a:schemeClr val="accent6"/>
                </a:solidFill>
              </a:rPr>
              <a:t>Overlays</a:t>
            </a:r>
          </a:p>
          <a:p>
            <a:pPr marL="12700" marR="5080"/>
            <a:r>
              <a:rPr lang="en-US" sz="1500" kern="0" spc="-80" dirty="0">
                <a:solidFill>
                  <a:schemeClr val="accent6"/>
                </a:solidFill>
              </a:rPr>
              <a:t>Absolute positioning</a:t>
            </a:r>
          </a:p>
          <a:p>
            <a:pPr marL="12700" marR="5080"/>
            <a:r>
              <a:rPr lang="en-US" sz="1500" kern="0" spc="-80" dirty="0">
                <a:solidFill>
                  <a:schemeClr val="accent6"/>
                </a:solidFill>
              </a:rPr>
              <a:t>Conversion APIs</a:t>
            </a:r>
          </a:p>
          <a:p>
            <a:pPr marL="12700" marR="5080"/>
            <a:r>
              <a:rPr lang="en-US" sz="1500" kern="0" spc="-80" dirty="0">
                <a:solidFill>
                  <a:schemeClr val="accent2"/>
                </a:solidFill>
              </a:rPr>
              <a:t>Web:</a:t>
            </a:r>
          </a:p>
          <a:p>
            <a:pPr marL="12700" marR="5080"/>
            <a:r>
              <a:rPr lang="en-US" sz="1500" kern="0" spc="-80" dirty="0" err="1">
                <a:solidFill>
                  <a:schemeClr val="accent6"/>
                </a:solidFill>
              </a:rPr>
              <a:t>element.getBoundingClientRect</a:t>
            </a:r>
            <a:r>
              <a:rPr lang="en-US" sz="1500" kern="0" spc="-80" dirty="0">
                <a:solidFill>
                  <a:schemeClr val="accent6"/>
                </a:solidFill>
              </a:rPr>
              <a:t>()</a:t>
            </a:r>
          </a:p>
          <a:p>
            <a:pPr marL="12700" marR="5080"/>
            <a:r>
              <a:rPr lang="en-US" sz="1500" kern="0" spc="-80" dirty="0">
                <a:solidFill>
                  <a:schemeClr val="accent2"/>
                </a:solidFill>
              </a:rPr>
              <a:t>iOS:</a:t>
            </a:r>
          </a:p>
          <a:p>
            <a:pPr marL="12700" marR="5080"/>
            <a:r>
              <a:rPr lang="en-US" sz="1500" kern="0" spc="-80" dirty="0" err="1">
                <a:solidFill>
                  <a:schemeClr val="accent6"/>
                </a:solidFill>
              </a:rPr>
              <a:t>view.convert</a:t>
            </a:r>
            <a:r>
              <a:rPr lang="en-US" sz="1500" kern="0" spc="-80" dirty="0">
                <a:solidFill>
                  <a:schemeClr val="accent6"/>
                </a:solidFill>
              </a:rPr>
              <a:t>(point, to: </a:t>
            </a:r>
            <a:r>
              <a:rPr lang="en-US" sz="1500" kern="0" spc="-80" dirty="0" err="1">
                <a:solidFill>
                  <a:schemeClr val="accent6"/>
                </a:solidFill>
              </a:rPr>
              <a:t>otherView</a:t>
            </a:r>
            <a:r>
              <a:rPr lang="en-US" sz="1500" kern="0" spc="-80" dirty="0">
                <a:solidFill>
                  <a:schemeClr val="accent6"/>
                </a:solidFill>
              </a:rPr>
              <a:t>)</a:t>
            </a:r>
          </a:p>
          <a:p>
            <a:pPr marL="12700" marR="5080"/>
            <a:r>
              <a:rPr lang="en-US" sz="1500" kern="0" spc="-80" dirty="0">
                <a:solidFill>
                  <a:schemeClr val="accent2"/>
                </a:solidFill>
              </a:rPr>
              <a:t>Android Compose:</a:t>
            </a:r>
          </a:p>
          <a:p>
            <a:pPr marL="12700" marR="5080"/>
            <a:r>
              <a:rPr lang="en-US" sz="1500" kern="0" spc="-80" dirty="0" err="1">
                <a:solidFill>
                  <a:schemeClr val="accent6"/>
                </a:solidFill>
              </a:rPr>
              <a:t>layoutCoordinates.localToRoot</a:t>
            </a:r>
            <a:r>
              <a:rPr lang="en-US" sz="1500" kern="0" spc="-80" dirty="0">
                <a:solidFill>
                  <a:schemeClr val="accent6"/>
                </a:solidFill>
              </a:rPr>
              <a:t>(offset)</a:t>
            </a:r>
          </a:p>
          <a:p>
            <a:pPr marL="12700" marR="5080"/>
            <a:endParaRPr lang="en-US" sz="1500" kern="0" spc="-80" dirty="0">
              <a:solidFill>
                <a:schemeClr val="accent6"/>
              </a:solidFill>
            </a:endParaRPr>
          </a:p>
          <a:p>
            <a:pPr marL="12700" marR="5080"/>
            <a:r>
              <a:rPr lang="en-US" sz="1500" kern="0" spc="-80" dirty="0">
                <a:solidFill>
                  <a:schemeClr val="accent2"/>
                </a:solidFill>
              </a:rPr>
              <a:t>✅ 3.2 Core Transform Types</a:t>
            </a:r>
          </a:p>
          <a:p>
            <a:pPr marL="12700" marR="5080"/>
            <a:r>
              <a:rPr lang="en-US" sz="1500" kern="0" spc="-80" dirty="0">
                <a:solidFill>
                  <a:schemeClr val="accent2"/>
                </a:solidFill>
              </a:rPr>
              <a:t>1. Translation</a:t>
            </a:r>
          </a:p>
          <a:p>
            <a:pPr marL="12700" marR="5080"/>
            <a:r>
              <a:rPr lang="en-US" sz="1500" kern="0" spc="-80" dirty="0">
                <a:solidFill>
                  <a:schemeClr val="accent6"/>
                </a:solidFill>
              </a:rPr>
              <a:t>Move object by (dx, </a:t>
            </a:r>
            <a:r>
              <a:rPr lang="en-US" sz="1500" kern="0" spc="-80" dirty="0" err="1">
                <a:solidFill>
                  <a:schemeClr val="accent6"/>
                </a:solidFill>
              </a:rPr>
              <a:t>dy</a:t>
            </a:r>
            <a:r>
              <a:rPr lang="en-US" sz="1500" kern="0" spc="-80" dirty="0">
                <a:solidFill>
                  <a:schemeClr val="accent6"/>
                </a:solidFill>
              </a:rPr>
              <a:t>)</a:t>
            </a:r>
          </a:p>
          <a:p>
            <a:pPr marL="12700" marR="5080"/>
            <a:r>
              <a:rPr lang="en-US" sz="1500" kern="0" spc="-80" dirty="0">
                <a:solidFill>
                  <a:schemeClr val="accent6"/>
                </a:solidFill>
              </a:rPr>
              <a:t>x' = x + dx</a:t>
            </a:r>
          </a:p>
          <a:p>
            <a:pPr marL="12700" marR="5080"/>
            <a:r>
              <a:rPr lang="en-US" sz="1500" kern="0" spc="-80" dirty="0">
                <a:solidFill>
                  <a:schemeClr val="accent6"/>
                </a:solidFill>
              </a:rPr>
              <a:t>y' = y + </a:t>
            </a:r>
            <a:r>
              <a:rPr lang="en-US" sz="1500" kern="0" spc="-80" dirty="0" err="1">
                <a:solidFill>
                  <a:schemeClr val="accent6"/>
                </a:solidFill>
              </a:rPr>
              <a:t>dy</a:t>
            </a:r>
            <a:endParaRPr lang="en-US" sz="1500" kern="0" spc="-80" dirty="0">
              <a:solidFill>
                <a:schemeClr val="accent6"/>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214533855"/>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3510E-AED1-C7C5-23FB-FB7A6E178D4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49FA5D-43DE-729B-9362-00FFF610EC1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7B14E83-EC9C-C99D-2960-E24D5174746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72502D2-4170-EADB-FC31-4539FCD24B1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FD26B44-79EC-59FC-2FD1-A71A2FE399C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B214504-B46C-4C11-E7B0-3E881C7FBF4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6560BFB-58AC-DDC7-E722-8FB7EA6B77F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EA9AF30-7CF4-F0A1-89EA-D0AC0529413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217C281-5964-7A1E-6E39-7652DBEAAD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BF2D929-7351-B389-A8EF-44139EB8B095}"/>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3.2 Core Transform Types</a:t>
            </a:r>
          </a:p>
          <a:p>
            <a:pPr marL="12700" marR="5080"/>
            <a:r>
              <a:rPr lang="en-US" sz="1500" kern="0" spc="-80" dirty="0">
                <a:solidFill>
                  <a:schemeClr val="accent2"/>
                </a:solidFill>
              </a:rPr>
              <a:t>2. Scaling</a:t>
            </a:r>
          </a:p>
          <a:p>
            <a:pPr marL="12700" marR="5080"/>
            <a:r>
              <a:rPr lang="en-US" sz="1500" kern="0" spc="-80" dirty="0">
                <a:solidFill>
                  <a:schemeClr val="accent6"/>
                </a:solidFill>
              </a:rPr>
              <a:t>x' = x * </a:t>
            </a:r>
            <a:r>
              <a:rPr lang="en-US" sz="1500" kern="0" spc="-80" dirty="0" err="1">
                <a:solidFill>
                  <a:schemeClr val="accent6"/>
                </a:solidFill>
              </a:rPr>
              <a:t>sx</a:t>
            </a:r>
            <a:endParaRPr lang="en-US" sz="1500" kern="0" spc="-80" dirty="0">
              <a:solidFill>
                <a:schemeClr val="accent6"/>
              </a:solidFill>
            </a:endParaRPr>
          </a:p>
          <a:p>
            <a:pPr marL="12700" marR="5080"/>
            <a:r>
              <a:rPr lang="en-US" sz="1500" kern="0" spc="-80" dirty="0">
                <a:solidFill>
                  <a:schemeClr val="accent6"/>
                </a:solidFill>
              </a:rPr>
              <a:t>y' = y * </a:t>
            </a:r>
            <a:r>
              <a:rPr lang="en-US" sz="1500" kern="0" spc="-80" dirty="0" err="1">
                <a:solidFill>
                  <a:schemeClr val="accent6"/>
                </a:solidFill>
              </a:rPr>
              <a:t>sy</a:t>
            </a:r>
            <a:endParaRPr lang="en-US" sz="1500" kern="0" spc="-80" dirty="0">
              <a:solidFill>
                <a:schemeClr val="accent6"/>
              </a:solidFill>
            </a:endParaRPr>
          </a:p>
          <a:p>
            <a:pPr marL="12700" marR="5080"/>
            <a:endParaRPr lang="en-US" sz="1500" kern="0" spc="-80" dirty="0">
              <a:solidFill>
                <a:schemeClr val="accent6"/>
              </a:solidFill>
            </a:endParaRPr>
          </a:p>
          <a:p>
            <a:pPr marL="12700" marR="5080"/>
            <a:r>
              <a:rPr lang="en-US" sz="1500" kern="0" spc="-80" dirty="0">
                <a:solidFill>
                  <a:schemeClr val="accent2"/>
                </a:solidFill>
              </a:rPr>
              <a:t>3. Rotation</a:t>
            </a:r>
          </a:p>
          <a:p>
            <a:pPr marL="12700" marR="5080"/>
            <a:r>
              <a:rPr lang="en-US" sz="1500" kern="0" spc="-80" dirty="0">
                <a:solidFill>
                  <a:schemeClr val="accent2"/>
                </a:solidFill>
              </a:rPr>
              <a:t>Angle </a:t>
            </a:r>
            <a:r>
              <a:rPr lang="el-GR" sz="1500" kern="0" spc="-80" dirty="0">
                <a:solidFill>
                  <a:schemeClr val="accent2"/>
                </a:solidFill>
              </a:rPr>
              <a:t>θ:</a:t>
            </a:r>
          </a:p>
          <a:p>
            <a:pPr marL="12700" marR="5080"/>
            <a:r>
              <a:rPr lang="en-US" sz="1500" kern="0" spc="-80" dirty="0">
                <a:solidFill>
                  <a:schemeClr val="accent6"/>
                </a:solidFill>
              </a:rPr>
              <a:t>x' = x cos</a:t>
            </a:r>
            <a:r>
              <a:rPr lang="el-GR" sz="1500" kern="0" spc="-80" dirty="0">
                <a:solidFill>
                  <a:schemeClr val="accent6"/>
                </a:solidFill>
              </a:rPr>
              <a:t>θ - </a:t>
            </a:r>
            <a:r>
              <a:rPr lang="en-US" sz="1500" kern="0" spc="-80" dirty="0">
                <a:solidFill>
                  <a:schemeClr val="accent6"/>
                </a:solidFill>
              </a:rPr>
              <a:t>y sin</a:t>
            </a:r>
            <a:r>
              <a:rPr lang="el-GR" sz="1500" kern="0" spc="-80" dirty="0">
                <a:solidFill>
                  <a:schemeClr val="accent6"/>
                </a:solidFill>
              </a:rPr>
              <a:t>θ</a:t>
            </a:r>
          </a:p>
          <a:p>
            <a:pPr marL="12700" marR="5080"/>
            <a:r>
              <a:rPr lang="en-US" sz="1500" kern="0" spc="-80" dirty="0">
                <a:solidFill>
                  <a:schemeClr val="accent6"/>
                </a:solidFill>
              </a:rPr>
              <a:t>y' = x sin</a:t>
            </a:r>
            <a:r>
              <a:rPr lang="el-GR" sz="1500" kern="0" spc="-80" dirty="0">
                <a:solidFill>
                  <a:schemeClr val="accent6"/>
                </a:solidFill>
              </a:rPr>
              <a:t>θ + </a:t>
            </a:r>
            <a:r>
              <a:rPr lang="en-US" sz="1500" kern="0" spc="-80" dirty="0">
                <a:solidFill>
                  <a:schemeClr val="accent6"/>
                </a:solidFill>
              </a:rPr>
              <a:t>y cos</a:t>
            </a:r>
            <a:r>
              <a:rPr lang="el-GR" sz="1500" kern="0" spc="-80" dirty="0">
                <a:solidFill>
                  <a:schemeClr val="accent6"/>
                </a:solidFill>
              </a:rPr>
              <a:t>θ</a:t>
            </a:r>
            <a:endParaRPr lang="en-US" sz="1500" kern="0" spc="-80" dirty="0">
              <a:solidFill>
                <a:schemeClr val="accent6"/>
              </a:solidFill>
            </a:endParaRPr>
          </a:p>
          <a:p>
            <a:pPr marL="12700" marR="5080"/>
            <a:endParaRPr lang="el-GR" sz="1500" kern="0" spc="-80" dirty="0">
              <a:solidFill>
                <a:schemeClr val="accent6"/>
              </a:solidFill>
            </a:endParaRPr>
          </a:p>
          <a:p>
            <a:pPr marL="12700" marR="5080"/>
            <a:r>
              <a:rPr lang="el-GR" sz="1500" kern="0" spc="-80" dirty="0">
                <a:solidFill>
                  <a:schemeClr val="accent2"/>
                </a:solidFill>
              </a:rPr>
              <a:t>4. </a:t>
            </a:r>
            <a:r>
              <a:rPr lang="en-US" sz="1500" kern="0" spc="-80" dirty="0">
                <a:solidFill>
                  <a:schemeClr val="accent2"/>
                </a:solidFill>
              </a:rPr>
              <a:t>Skew</a:t>
            </a:r>
          </a:p>
          <a:p>
            <a:pPr marL="12700" marR="5080"/>
            <a:r>
              <a:rPr lang="en-US" sz="1500" kern="0" spc="-80" dirty="0">
                <a:solidFill>
                  <a:schemeClr val="accent2"/>
                </a:solidFill>
              </a:rPr>
              <a:t>Shear matrix:</a:t>
            </a:r>
          </a:p>
          <a:p>
            <a:pPr marL="12700" marR="5080"/>
            <a:r>
              <a:rPr lang="en-US" sz="1500" kern="0" spc="-80" dirty="0">
                <a:solidFill>
                  <a:schemeClr val="accent6"/>
                </a:solidFill>
              </a:rPr>
              <a:t>x' = x + </a:t>
            </a:r>
            <a:r>
              <a:rPr lang="en-US" sz="1500" kern="0" spc="-80" dirty="0" err="1">
                <a:solidFill>
                  <a:schemeClr val="accent6"/>
                </a:solidFill>
              </a:rPr>
              <a:t>ky</a:t>
            </a:r>
            <a:r>
              <a:rPr lang="en-US" sz="1500" kern="0" spc="-80" dirty="0">
                <a:solidFill>
                  <a:schemeClr val="accent6"/>
                </a:solidFill>
              </a:rPr>
              <a:t> y</a:t>
            </a:r>
          </a:p>
          <a:p>
            <a:pPr marL="12700" marR="5080"/>
            <a:r>
              <a:rPr lang="en-US" sz="1500" kern="0" spc="-80" dirty="0">
                <a:solidFill>
                  <a:schemeClr val="accent6"/>
                </a:solidFill>
              </a:rPr>
              <a:t>y' = y + </a:t>
            </a:r>
            <a:r>
              <a:rPr lang="en-US" sz="1500" kern="0" spc="-80" dirty="0" err="1">
                <a:solidFill>
                  <a:schemeClr val="accent6"/>
                </a:solidFill>
              </a:rPr>
              <a:t>kx</a:t>
            </a:r>
            <a:r>
              <a:rPr lang="en-US" sz="1500" kern="0" spc="-80" dirty="0">
                <a:solidFill>
                  <a:schemeClr val="accent6"/>
                </a:solidFill>
              </a:rPr>
              <a:t> x</a:t>
            </a:r>
          </a:p>
          <a:p>
            <a:pPr marL="12700" marR="5080"/>
            <a:r>
              <a:rPr lang="en-US" sz="1500" kern="0" spc="-80" dirty="0">
                <a:solidFill>
                  <a:schemeClr val="accent6"/>
                </a:solidFill>
              </a:rPr>
              <a:t>Used in fun UI effects.</a:t>
            </a:r>
          </a:p>
          <a:p>
            <a:pPr marL="12700" marR="5080"/>
            <a:endParaRPr lang="en-US" sz="1500" kern="0" spc="-80" dirty="0">
              <a:solidFill>
                <a:schemeClr val="accent6"/>
              </a:solidFill>
            </a:endParaRPr>
          </a:p>
          <a:p>
            <a:pPr marL="12700" marR="5080"/>
            <a:r>
              <a:rPr lang="en-US" sz="1500" kern="0" spc="-80" dirty="0">
                <a:solidFill>
                  <a:schemeClr val="accent2"/>
                </a:solidFill>
              </a:rPr>
              <a:t>✅ 3.3 2D Transformation Matrices</a:t>
            </a:r>
          </a:p>
          <a:p>
            <a:pPr marL="12700" marR="5080"/>
            <a:r>
              <a:rPr lang="en-US" sz="1500" kern="0" spc="-80" dirty="0">
                <a:solidFill>
                  <a:schemeClr val="accent2"/>
                </a:solidFill>
              </a:rPr>
              <a:t>In 2D, transforms are represented as a 3×3 matrix, but the last row is always (0 0 1):</a:t>
            </a:r>
          </a:p>
          <a:p>
            <a:pPr marL="12700" marR="5080"/>
            <a:r>
              <a:rPr lang="en-US" sz="1500" kern="0" spc="-80" dirty="0">
                <a:solidFill>
                  <a:schemeClr val="accent6"/>
                </a:solidFill>
              </a:rPr>
              <a:t>[ a  c  </a:t>
            </a:r>
            <a:r>
              <a:rPr lang="en-US" sz="1500" kern="0" spc="-80" dirty="0" err="1">
                <a:solidFill>
                  <a:schemeClr val="accent6"/>
                </a:solidFill>
              </a:rPr>
              <a:t>tx</a:t>
            </a:r>
            <a:r>
              <a:rPr lang="en-US" sz="1500" kern="0" spc="-80" dirty="0">
                <a:solidFill>
                  <a:schemeClr val="accent6"/>
                </a:solidFill>
              </a:rPr>
              <a:t> ]</a:t>
            </a:r>
          </a:p>
          <a:p>
            <a:pPr marL="12700" marR="5080"/>
            <a:r>
              <a:rPr lang="en-US" sz="1500" kern="0" spc="-80" dirty="0">
                <a:solidFill>
                  <a:schemeClr val="accent6"/>
                </a:solidFill>
              </a:rPr>
              <a:t>[ b  d  ty ]</a:t>
            </a:r>
          </a:p>
          <a:p>
            <a:pPr marL="12700" marR="5080"/>
            <a:r>
              <a:rPr lang="en-US" sz="1500" kern="0" spc="-80" dirty="0">
                <a:solidFill>
                  <a:schemeClr val="accent6"/>
                </a:solidFill>
              </a:rPr>
              <a:t>[ 0  0  1  ]</a:t>
            </a:r>
          </a:p>
        </p:txBody>
      </p:sp>
    </p:spTree>
    <p:extLst>
      <p:ext uri="{BB962C8B-B14F-4D97-AF65-F5344CB8AC3E}">
        <p14:creationId xmlns:p14="http://schemas.microsoft.com/office/powerpoint/2010/main" val="3997352178"/>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55979-1858-9170-D7D1-0435AC98EC3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C985CC-6F9C-635C-168F-E4C6B054CD7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7AE4CC9-0BB4-BDD3-0B4C-F82DA7D8CED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EF5AC2C-5A6A-545B-61EB-E6D11F14FE2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DF033A2-6E90-D42C-3173-9C2E1BF3290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1EB26CC-218E-9166-209B-D2723EE2BF1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E770E73-6255-F7DB-39A5-0474DB76F44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2849486-E50F-AAFD-35E7-CB78C022F9A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6C4B5D8-DAF2-24B5-2954-DC39F973901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618323C-5DE2-4D51-5DF2-B1BDCBEF4346}"/>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3.3 2D Transformation Matrices</a:t>
            </a:r>
          </a:p>
          <a:p>
            <a:pPr marL="12700" marR="5080"/>
            <a:r>
              <a:rPr lang="en-US" sz="1500" kern="0" spc="-80" dirty="0">
                <a:solidFill>
                  <a:schemeClr val="accent2"/>
                </a:solidFill>
              </a:rPr>
              <a:t>Where:</a:t>
            </a:r>
          </a:p>
          <a:p>
            <a:pPr marL="12700" marR="5080"/>
            <a:r>
              <a:rPr lang="en-US" sz="1500" kern="0" spc="-80" dirty="0">
                <a:solidFill>
                  <a:schemeClr val="accent6"/>
                </a:solidFill>
              </a:rPr>
              <a:t>a, d = scale</a:t>
            </a:r>
          </a:p>
          <a:p>
            <a:pPr marL="12700" marR="5080"/>
            <a:r>
              <a:rPr lang="en-US" sz="1500" kern="0" spc="-80" dirty="0">
                <a:solidFill>
                  <a:schemeClr val="accent6"/>
                </a:solidFill>
              </a:rPr>
              <a:t>b, c = skew</a:t>
            </a:r>
          </a:p>
          <a:p>
            <a:pPr marL="12700" marR="5080"/>
            <a:r>
              <a:rPr lang="en-US" sz="1500" kern="0" spc="-80" dirty="0" err="1">
                <a:solidFill>
                  <a:schemeClr val="accent6"/>
                </a:solidFill>
              </a:rPr>
              <a:t>tx</a:t>
            </a:r>
            <a:r>
              <a:rPr lang="en-US" sz="1500" kern="0" spc="-80" dirty="0">
                <a:solidFill>
                  <a:schemeClr val="accent6"/>
                </a:solidFill>
              </a:rPr>
              <a:t>, ty = translation</a:t>
            </a:r>
          </a:p>
          <a:p>
            <a:pPr marL="12700" marR="5080"/>
            <a:r>
              <a:rPr lang="en-US" sz="1500" kern="0" spc="-80" dirty="0">
                <a:solidFill>
                  <a:schemeClr val="accent2"/>
                </a:solidFill>
              </a:rPr>
              <a:t>CSS Matrix Example</a:t>
            </a:r>
          </a:p>
          <a:p>
            <a:pPr marL="12700" marR="5080"/>
            <a:r>
              <a:rPr lang="en-US" sz="1500" kern="0" spc="-80" dirty="0">
                <a:solidFill>
                  <a:schemeClr val="accent6"/>
                </a:solidFill>
              </a:rPr>
              <a:t>transform: matrix(a, b, c, d, </a:t>
            </a:r>
            <a:r>
              <a:rPr lang="en-US" sz="1500" kern="0" spc="-80" dirty="0" err="1">
                <a:solidFill>
                  <a:schemeClr val="accent6"/>
                </a:solidFill>
              </a:rPr>
              <a:t>tx</a:t>
            </a:r>
            <a:r>
              <a:rPr lang="en-US" sz="1500" kern="0" spc="-80" dirty="0">
                <a:solidFill>
                  <a:schemeClr val="accent6"/>
                </a:solidFill>
              </a:rPr>
              <a:t>, ty);</a:t>
            </a:r>
          </a:p>
          <a:p>
            <a:pPr marL="12700" marR="5080"/>
            <a:endParaRPr lang="en-US" sz="1500" kern="0" spc="-80" dirty="0">
              <a:solidFill>
                <a:schemeClr val="accent6"/>
              </a:solidFill>
            </a:endParaRPr>
          </a:p>
          <a:p>
            <a:pPr marL="12700" marR="5080"/>
            <a:r>
              <a:rPr lang="en-US" sz="1500" kern="0" spc="-80" dirty="0">
                <a:solidFill>
                  <a:schemeClr val="accent2"/>
                </a:solidFill>
              </a:rPr>
              <a:t>✅ 3.4 Matrix Multiplication (The Heart of All UI Transformations)</a:t>
            </a:r>
          </a:p>
          <a:p>
            <a:pPr marL="12700" marR="5080"/>
            <a:r>
              <a:rPr lang="en-US" sz="1500" kern="0" spc="-80" dirty="0">
                <a:solidFill>
                  <a:schemeClr val="accent2"/>
                </a:solidFill>
              </a:rPr>
              <a:t>Given matrices A and B:</a:t>
            </a:r>
          </a:p>
          <a:p>
            <a:pPr marL="12700" marR="5080"/>
            <a:r>
              <a:rPr lang="en-US" sz="1500" kern="0" spc="-80" dirty="0">
                <a:solidFill>
                  <a:schemeClr val="accent6"/>
                </a:solidFill>
              </a:rPr>
              <a:t>C = A × B</a:t>
            </a:r>
          </a:p>
          <a:p>
            <a:pPr marL="12700" marR="5080"/>
            <a:r>
              <a:rPr lang="en-US" sz="1500" kern="0" spc="-80" dirty="0">
                <a:solidFill>
                  <a:schemeClr val="accent2"/>
                </a:solidFill>
              </a:rPr>
              <a:t>Matrix multiplication is NOT commutative:</a:t>
            </a:r>
          </a:p>
          <a:p>
            <a:pPr marL="12700" marR="5080"/>
            <a:r>
              <a:rPr lang="en-US" sz="1500" kern="0" spc="-80" dirty="0">
                <a:solidFill>
                  <a:schemeClr val="accent6"/>
                </a:solidFill>
              </a:rPr>
              <a:t>A × B ≠ B × A</a:t>
            </a:r>
          </a:p>
          <a:p>
            <a:pPr marL="12700" marR="5080"/>
            <a:r>
              <a:rPr lang="en-US" sz="1500" kern="0" spc="-80" dirty="0">
                <a:solidFill>
                  <a:schemeClr val="accent2"/>
                </a:solidFill>
              </a:rPr>
              <a:t>This means:</a:t>
            </a:r>
          </a:p>
          <a:p>
            <a:pPr marL="12700" marR="5080"/>
            <a:r>
              <a:rPr lang="en-US" sz="1500" kern="0" spc="-80" dirty="0">
                <a:solidFill>
                  <a:schemeClr val="accent6"/>
                </a:solidFill>
              </a:rPr>
              <a:t>rotate → translate  !=  translate → rotate</a:t>
            </a:r>
          </a:p>
          <a:p>
            <a:pPr marL="12700" marR="5080"/>
            <a:r>
              <a:rPr lang="en-US" sz="1500" kern="0" spc="-80" dirty="0">
                <a:solidFill>
                  <a:schemeClr val="accent2"/>
                </a:solidFill>
              </a:rPr>
              <a:t>Which is why this is different:</a:t>
            </a:r>
          </a:p>
          <a:p>
            <a:pPr marL="12700" marR="5080"/>
            <a:r>
              <a:rPr lang="en-US" sz="1500" kern="0" spc="-80" dirty="0">
                <a:solidFill>
                  <a:schemeClr val="accent6"/>
                </a:solidFill>
              </a:rPr>
              <a:t>transform: </a:t>
            </a:r>
            <a:r>
              <a:rPr lang="en-US" sz="1500" kern="0" spc="-80" dirty="0" err="1">
                <a:solidFill>
                  <a:schemeClr val="accent6"/>
                </a:solidFill>
              </a:rPr>
              <a:t>translateX</a:t>
            </a:r>
            <a:r>
              <a:rPr lang="en-US" sz="1500" kern="0" spc="-80" dirty="0">
                <a:solidFill>
                  <a:schemeClr val="accent6"/>
                </a:solidFill>
              </a:rPr>
              <a:t>(100px) rotate(45deg);</a:t>
            </a:r>
          </a:p>
          <a:p>
            <a:pPr marL="12700" marR="5080"/>
            <a:r>
              <a:rPr lang="en-US" sz="1500" kern="0" spc="-80" dirty="0">
                <a:solidFill>
                  <a:schemeClr val="accent6"/>
                </a:solidFill>
              </a:rPr>
              <a:t>vs</a:t>
            </a:r>
          </a:p>
          <a:p>
            <a:pPr marL="12700" marR="5080"/>
            <a:r>
              <a:rPr lang="en-US" sz="1500" kern="0" spc="-80" dirty="0">
                <a:solidFill>
                  <a:schemeClr val="accent6"/>
                </a:solidFill>
              </a:rPr>
              <a:t>transform: rotate(45deg) </a:t>
            </a:r>
            <a:r>
              <a:rPr lang="en-US" sz="1500" kern="0" spc="-80" dirty="0" err="1">
                <a:solidFill>
                  <a:schemeClr val="accent6"/>
                </a:solidFill>
              </a:rPr>
              <a:t>translateX</a:t>
            </a:r>
            <a:r>
              <a:rPr lang="en-US" sz="1500" kern="0" spc="-80" dirty="0">
                <a:solidFill>
                  <a:schemeClr val="accent6"/>
                </a:solidFill>
              </a:rPr>
              <a:t>(100px);</a:t>
            </a:r>
          </a:p>
          <a:p>
            <a:pPr marL="12700" marR="5080"/>
            <a:r>
              <a:rPr lang="en-US" sz="1500" kern="0" spc="-80" dirty="0">
                <a:solidFill>
                  <a:schemeClr val="accent6"/>
                </a:solidFill>
              </a:rPr>
              <a:t>UI developers MUST understand this → affects where an object appears.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333023606"/>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4076F-C98C-38E2-B134-852D05432D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A6B2004-52EE-B67F-BFCC-B5EEAB39F58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CA3DD0E-92A3-264D-EEC1-B8747F58BF6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F3D3DA4-128D-6BD2-9352-01F3D212C9D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EDE5641-38BA-AAA0-5C47-CD6D32039DD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5D52C5D-CFFE-5C12-0E98-60C1BAECF8C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24C787-7C34-0886-72E4-2C7F0F00674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1819236-367F-3AC0-80FC-611C8ADF364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4AC6C28-2712-CD74-7A64-8F8ECC43F90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CFE786E-6F12-3FDE-44F1-6EF2D64D6E16}"/>
              </a:ext>
            </a:extLst>
          </p:cNvPr>
          <p:cNvSpPr txBox="1">
            <a:spLocks/>
          </p:cNvSpPr>
          <p:nvPr/>
        </p:nvSpPr>
        <p:spPr>
          <a:xfrm>
            <a:off x="152400" y="6858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3.5 Order of Transforms (Critical Concept)</a:t>
            </a:r>
          </a:p>
          <a:p>
            <a:pPr marL="12700" marR="5080"/>
            <a:r>
              <a:rPr lang="en-US" sz="1500" kern="0" spc="-80" dirty="0">
                <a:solidFill>
                  <a:schemeClr val="accent2"/>
                </a:solidFill>
              </a:rPr>
              <a:t>Most systems apply transforms right-to-left:</a:t>
            </a:r>
          </a:p>
          <a:p>
            <a:pPr marL="12700" marR="5080"/>
            <a:r>
              <a:rPr lang="en-US" sz="1500" kern="0" spc="-80" dirty="0">
                <a:solidFill>
                  <a:schemeClr val="accent2"/>
                </a:solidFill>
              </a:rPr>
              <a:t>CSS, SVG, Canvas:</a:t>
            </a:r>
          </a:p>
          <a:p>
            <a:pPr marL="12700" marR="5080"/>
            <a:r>
              <a:rPr lang="en-US" sz="1500" kern="0" spc="-80" dirty="0">
                <a:solidFill>
                  <a:schemeClr val="accent6"/>
                </a:solidFill>
              </a:rPr>
              <a:t>transform: translate → scale → rotate</a:t>
            </a:r>
          </a:p>
          <a:p>
            <a:pPr marL="12700" marR="5080"/>
            <a:r>
              <a:rPr lang="en-US" sz="1500" kern="0" spc="-80" dirty="0" err="1">
                <a:solidFill>
                  <a:schemeClr val="accent2"/>
                </a:solidFill>
              </a:rPr>
              <a:t>SwiftUI</a:t>
            </a:r>
            <a:r>
              <a:rPr lang="en-US" sz="1500" kern="0" spc="-80" dirty="0">
                <a:solidFill>
                  <a:schemeClr val="accent2"/>
                </a:solidFill>
              </a:rPr>
              <a:t>:</a:t>
            </a:r>
          </a:p>
          <a:p>
            <a:pPr marL="12700" marR="5080"/>
            <a:r>
              <a:rPr lang="en-US" sz="1500" kern="0" spc="-80" dirty="0">
                <a:solidFill>
                  <a:schemeClr val="accent6"/>
                </a:solidFill>
              </a:rPr>
              <a:t>each modifier applies after the previous</a:t>
            </a:r>
          </a:p>
          <a:p>
            <a:pPr marL="12700" marR="5080"/>
            <a:r>
              <a:rPr lang="en-US" sz="1500" kern="0" spc="-80" dirty="0">
                <a:solidFill>
                  <a:schemeClr val="accent6"/>
                </a:solidFill>
              </a:rPr>
              <a:t>but relative to view’s local space unless </a:t>
            </a:r>
            <a:r>
              <a:rPr lang="en-US" sz="1500" kern="0" spc="-80" dirty="0" err="1">
                <a:solidFill>
                  <a:schemeClr val="accent6"/>
                </a:solidFill>
              </a:rPr>
              <a:t>transformEffect</a:t>
            </a:r>
            <a:r>
              <a:rPr lang="en-US" sz="1500" kern="0" spc="-80" dirty="0">
                <a:solidFill>
                  <a:schemeClr val="accent6"/>
                </a:solidFill>
              </a:rPr>
              <a:t> used</a:t>
            </a:r>
          </a:p>
          <a:p>
            <a:pPr marL="12700" marR="5080"/>
            <a:r>
              <a:rPr lang="en-US" sz="1500" kern="0" spc="-80" dirty="0">
                <a:solidFill>
                  <a:schemeClr val="accent2"/>
                </a:solidFill>
              </a:rPr>
              <a:t>Android Compose:</a:t>
            </a:r>
          </a:p>
          <a:p>
            <a:pPr marL="12700" marR="5080"/>
            <a:r>
              <a:rPr lang="en-US" sz="1500" kern="0" spc="-80" dirty="0">
                <a:solidFill>
                  <a:schemeClr val="accent6"/>
                </a:solidFill>
              </a:rPr>
              <a:t>same → transforms apply in sequence</a:t>
            </a:r>
          </a:p>
          <a:p>
            <a:pPr marL="12700" marR="5080"/>
            <a:r>
              <a:rPr lang="en-US" sz="1500" kern="0" spc="-80" dirty="0">
                <a:solidFill>
                  <a:schemeClr val="accent6"/>
                </a:solidFill>
              </a:rPr>
              <a:t>Example</a:t>
            </a:r>
          </a:p>
          <a:p>
            <a:pPr marL="12700" marR="5080"/>
            <a:r>
              <a:rPr lang="en-US" sz="1500" kern="0" spc="-80" dirty="0">
                <a:solidFill>
                  <a:schemeClr val="accent6"/>
                </a:solidFill>
              </a:rPr>
              <a:t>Object at (0, 0)</a:t>
            </a:r>
          </a:p>
          <a:p>
            <a:pPr marL="12700" marR="5080"/>
            <a:r>
              <a:rPr lang="en-US" sz="1500" kern="0" spc="-80" dirty="0">
                <a:solidFill>
                  <a:schemeClr val="accent2"/>
                </a:solidFill>
              </a:rPr>
              <a:t>Apply:</a:t>
            </a:r>
          </a:p>
          <a:p>
            <a:pPr marL="12700" marR="5080"/>
            <a:r>
              <a:rPr lang="en-US" sz="1500" kern="0" spc="-80" dirty="0">
                <a:solidFill>
                  <a:schemeClr val="accent6"/>
                </a:solidFill>
              </a:rPr>
              <a:t>translate(100, 0)</a:t>
            </a:r>
          </a:p>
          <a:p>
            <a:pPr marL="12700" marR="5080"/>
            <a:r>
              <a:rPr lang="en-US" sz="1500" kern="0" spc="-80" dirty="0">
                <a:solidFill>
                  <a:schemeClr val="accent6"/>
                </a:solidFill>
              </a:rPr>
              <a:t>rotate(90deg)</a:t>
            </a:r>
          </a:p>
          <a:p>
            <a:pPr marL="12700" marR="5080"/>
            <a:r>
              <a:rPr lang="en-US" sz="1500" kern="0" spc="-80" dirty="0">
                <a:solidFill>
                  <a:schemeClr val="accent2"/>
                </a:solidFill>
              </a:rPr>
              <a:t>Result: </a:t>
            </a:r>
            <a:r>
              <a:rPr lang="en-US" sz="1500" kern="0" spc="-80" dirty="0">
                <a:solidFill>
                  <a:schemeClr val="accent6"/>
                </a:solidFill>
              </a:rPr>
              <a:t>object ends at (100, 0) then rotated around its new origin.</a:t>
            </a:r>
          </a:p>
          <a:p>
            <a:pPr marL="12700" marR="5080"/>
            <a:r>
              <a:rPr lang="en-US" sz="1500" kern="0" spc="-80" dirty="0">
                <a:solidFill>
                  <a:schemeClr val="accent2"/>
                </a:solidFill>
              </a:rPr>
              <a:t>Reverse order:</a:t>
            </a:r>
          </a:p>
          <a:p>
            <a:pPr marL="12700" marR="5080"/>
            <a:r>
              <a:rPr lang="en-US" sz="1500" kern="0" spc="-80" dirty="0">
                <a:solidFill>
                  <a:schemeClr val="accent6"/>
                </a:solidFill>
              </a:rPr>
              <a:t>rotate(90deg)</a:t>
            </a:r>
          </a:p>
          <a:p>
            <a:pPr marL="12700" marR="5080"/>
            <a:r>
              <a:rPr lang="en-US" sz="1500" kern="0" spc="-80" dirty="0">
                <a:solidFill>
                  <a:schemeClr val="accent6"/>
                </a:solidFill>
              </a:rPr>
              <a:t>translate(100, 0)</a:t>
            </a:r>
          </a:p>
          <a:p>
            <a:pPr marL="12700" marR="5080"/>
            <a:r>
              <a:rPr lang="en-US" sz="1500" kern="0" spc="-80" dirty="0">
                <a:solidFill>
                  <a:schemeClr val="accent6"/>
                </a:solidFill>
              </a:rPr>
              <a:t>Now it rotates first (stays at 0,0), then moves to (100,0).</a:t>
            </a:r>
          </a:p>
          <a:p>
            <a:pPr marL="12700" marR="5080"/>
            <a:r>
              <a:rPr lang="en-US" sz="1500" kern="0" spc="-80" dirty="0">
                <a:solidFill>
                  <a:schemeClr val="accent6"/>
                </a:solidFill>
              </a:rPr>
              <a:t>Same transforms but different order → completely different result.</a:t>
            </a:r>
          </a:p>
        </p:txBody>
      </p:sp>
    </p:spTree>
    <p:extLst>
      <p:ext uri="{BB962C8B-B14F-4D97-AF65-F5344CB8AC3E}">
        <p14:creationId xmlns:p14="http://schemas.microsoft.com/office/powerpoint/2010/main" val="2913534623"/>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D7812-C2AA-E869-DF9F-3814CB1BE7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DE45EBE-84E6-D7F6-DA86-D7441AE629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2CCC236-F8F4-98D0-CF44-A3E518E0EE6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CEF4BF-B085-06F7-6B5E-E777BCE2CC4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C1C95FD-97F8-1C7F-711E-1E47F2FC5F2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969F7C7-5141-6ABE-DF70-98420A9DD42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799B6D0-8470-A92B-D077-54DDDEBAFD6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AB36256-1171-0E49-C05F-9B18E9F0892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B1198E3-F454-E3D0-E132-505FDB7DFC1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25FF520-48B0-44CC-85FF-8F1617218903}"/>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3.6 3D Transformation Matrices</a:t>
            </a:r>
          </a:p>
          <a:p>
            <a:pPr marL="12700" marR="5080"/>
            <a:r>
              <a:rPr lang="en-US" sz="1500" kern="0" spc="-80" dirty="0">
                <a:solidFill>
                  <a:schemeClr val="accent2"/>
                </a:solidFill>
              </a:rPr>
              <a:t>Used in:</a:t>
            </a:r>
          </a:p>
          <a:p>
            <a:pPr marL="12700" marR="5080"/>
            <a:r>
              <a:rPr lang="en-US" sz="1500" kern="0" spc="-80" dirty="0">
                <a:solidFill>
                  <a:schemeClr val="accent6"/>
                </a:solidFill>
              </a:rPr>
              <a:t>CSS transform3D</a:t>
            </a:r>
          </a:p>
          <a:p>
            <a:pPr marL="12700" marR="5080"/>
            <a:r>
              <a:rPr lang="en-US" sz="1500" kern="0" spc="-80" dirty="0">
                <a:solidFill>
                  <a:schemeClr val="accent6"/>
                </a:solidFill>
              </a:rPr>
              <a:t>WebGL</a:t>
            </a:r>
          </a:p>
          <a:p>
            <a:pPr marL="12700" marR="5080"/>
            <a:r>
              <a:rPr lang="en-US" sz="1500" kern="0" spc="-80" dirty="0">
                <a:solidFill>
                  <a:schemeClr val="accent6"/>
                </a:solidFill>
              </a:rPr>
              <a:t>Metal</a:t>
            </a:r>
          </a:p>
          <a:p>
            <a:pPr marL="12700" marR="5080"/>
            <a:r>
              <a:rPr lang="en-US" sz="1500" kern="0" spc="-80" dirty="0" err="1">
                <a:solidFill>
                  <a:schemeClr val="accent6"/>
                </a:solidFill>
              </a:rPr>
              <a:t>SceneKit</a:t>
            </a:r>
            <a:endParaRPr lang="en-US" sz="1500" kern="0" spc="-80" dirty="0">
              <a:solidFill>
                <a:schemeClr val="accent6"/>
              </a:solidFill>
            </a:endParaRPr>
          </a:p>
          <a:p>
            <a:pPr marL="12700" marR="5080"/>
            <a:r>
              <a:rPr lang="en-US" sz="1500" kern="0" spc="-80" dirty="0">
                <a:solidFill>
                  <a:schemeClr val="accent6"/>
                </a:solidFill>
              </a:rPr>
              <a:t>Android </a:t>
            </a:r>
            <a:r>
              <a:rPr lang="en-US" sz="1500" kern="0" spc="-80" dirty="0" err="1">
                <a:solidFill>
                  <a:schemeClr val="accent6"/>
                </a:solidFill>
              </a:rPr>
              <a:t>RenderThread</a:t>
            </a:r>
            <a:r>
              <a:rPr lang="en-US" sz="1500" kern="0" spc="-80" dirty="0">
                <a:solidFill>
                  <a:schemeClr val="accent6"/>
                </a:solidFill>
              </a:rPr>
              <a:t> / GPU</a:t>
            </a:r>
          </a:p>
          <a:p>
            <a:pPr marL="12700" marR="5080"/>
            <a:r>
              <a:rPr lang="en-US" sz="1500" kern="0" spc="-80" dirty="0">
                <a:solidFill>
                  <a:schemeClr val="accent2"/>
                </a:solidFill>
              </a:rPr>
              <a:t>A 4×4 homogeneous matrix:</a:t>
            </a:r>
          </a:p>
          <a:p>
            <a:pPr marL="12700" marR="5080"/>
            <a:r>
              <a:rPr lang="en-US" sz="1500" kern="0" spc="-80" dirty="0">
                <a:solidFill>
                  <a:schemeClr val="accent6"/>
                </a:solidFill>
              </a:rPr>
              <a:t>[ a11 a12 a13 a14 ]</a:t>
            </a:r>
          </a:p>
          <a:p>
            <a:pPr marL="12700" marR="5080"/>
            <a:r>
              <a:rPr lang="en-US" sz="1500" kern="0" spc="-80" dirty="0">
                <a:solidFill>
                  <a:schemeClr val="accent6"/>
                </a:solidFill>
              </a:rPr>
              <a:t>[ a21 a22 a23 a24 ]</a:t>
            </a:r>
          </a:p>
          <a:p>
            <a:pPr marL="12700" marR="5080"/>
            <a:r>
              <a:rPr lang="en-US" sz="1500" kern="0" spc="-80" dirty="0">
                <a:solidFill>
                  <a:schemeClr val="accent6"/>
                </a:solidFill>
              </a:rPr>
              <a:t>[ a31 a32 a33 a34 ]</a:t>
            </a:r>
          </a:p>
          <a:p>
            <a:pPr marL="12700" marR="5080"/>
            <a:r>
              <a:rPr lang="en-US" sz="1500" kern="0" spc="-80" dirty="0">
                <a:solidFill>
                  <a:schemeClr val="accent6"/>
                </a:solidFill>
              </a:rPr>
              <a:t>[ a41 a42 a43 a44 ]</a:t>
            </a:r>
          </a:p>
          <a:p>
            <a:pPr marL="12700" marR="5080"/>
            <a:r>
              <a:rPr lang="en-US" sz="1500" kern="0" spc="-80" dirty="0">
                <a:solidFill>
                  <a:schemeClr val="accent2"/>
                </a:solidFill>
              </a:rPr>
              <a:t>Handles:</a:t>
            </a:r>
          </a:p>
          <a:p>
            <a:pPr marL="12700" marR="5080"/>
            <a:r>
              <a:rPr lang="en-US" sz="1500" kern="0" spc="-80" dirty="0">
                <a:solidFill>
                  <a:schemeClr val="accent6"/>
                </a:solidFill>
              </a:rPr>
              <a:t>3D rotations (around x, y, z)</a:t>
            </a:r>
          </a:p>
          <a:p>
            <a:pPr marL="12700" marR="5080"/>
            <a:r>
              <a:rPr lang="en-US" sz="1500" kern="0" spc="-80" dirty="0">
                <a:solidFill>
                  <a:schemeClr val="accent6"/>
                </a:solidFill>
              </a:rPr>
              <a:t>Perspective</a:t>
            </a:r>
          </a:p>
          <a:p>
            <a:pPr marL="12700" marR="5080"/>
            <a:r>
              <a:rPr lang="en-US" sz="1500" kern="0" spc="-80" dirty="0">
                <a:solidFill>
                  <a:schemeClr val="accent6"/>
                </a:solidFill>
              </a:rPr>
              <a:t>Depth</a:t>
            </a:r>
          </a:p>
          <a:p>
            <a:pPr marL="12700" marR="5080"/>
            <a:r>
              <a:rPr lang="en-US" sz="1500" kern="0" spc="-80" dirty="0">
                <a:solidFill>
                  <a:schemeClr val="accent6"/>
                </a:solidFill>
              </a:rPr>
              <a:t>Camera transformations</a:t>
            </a:r>
          </a:p>
          <a:p>
            <a:pPr marL="12700" marR="5080"/>
            <a:endParaRPr lang="en-US" sz="1500" kern="0" spc="-80" dirty="0">
              <a:solidFill>
                <a:schemeClr val="accent6"/>
              </a:solidFill>
            </a:endParaRPr>
          </a:p>
          <a:p>
            <a:pPr marL="12700" marR="5080"/>
            <a:r>
              <a:rPr lang="en-US" sz="1500" kern="0" spc="-80" dirty="0">
                <a:solidFill>
                  <a:schemeClr val="accent2"/>
                </a:solidFill>
              </a:rPr>
              <a:t>✅ 3.7 Perspective Projection</a:t>
            </a:r>
          </a:p>
          <a:p>
            <a:pPr marL="12700" marR="5080"/>
            <a:r>
              <a:rPr lang="en-US" sz="1500" kern="0" spc="-80" dirty="0">
                <a:solidFill>
                  <a:schemeClr val="accent2"/>
                </a:solidFill>
              </a:rPr>
              <a:t>CSS example:</a:t>
            </a:r>
          </a:p>
          <a:p>
            <a:pPr marL="12700" marR="5080"/>
            <a:r>
              <a:rPr lang="en-US" sz="1500" kern="0" spc="-80" dirty="0">
                <a:solidFill>
                  <a:schemeClr val="accent6"/>
                </a:solidFill>
              </a:rPr>
              <a:t>transform: perspective(400px) </a:t>
            </a:r>
            <a:r>
              <a:rPr lang="en-US" sz="1500" kern="0" spc="-80" dirty="0" err="1">
                <a:solidFill>
                  <a:schemeClr val="accent6"/>
                </a:solidFill>
              </a:rPr>
              <a:t>rotateY</a:t>
            </a:r>
            <a:r>
              <a:rPr lang="en-US" sz="1500" kern="0" spc="-80" dirty="0">
                <a:solidFill>
                  <a:schemeClr val="accent6"/>
                </a:solidFill>
              </a:rPr>
              <a:t>(45deg);</a:t>
            </a:r>
          </a:p>
        </p:txBody>
      </p:sp>
    </p:spTree>
    <p:extLst>
      <p:ext uri="{BB962C8B-B14F-4D97-AF65-F5344CB8AC3E}">
        <p14:creationId xmlns:p14="http://schemas.microsoft.com/office/powerpoint/2010/main" val="1031912133"/>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4E74BD-7C61-8C73-81B1-65DA18A0544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5E443B5-4996-2C68-8A8E-CF739EF5ED7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46EFC37-B075-BDFF-3C53-285BCF5FB6B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B5B0671-2A35-8DFA-8ECE-DEDBBA05E01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3A5CC5B-F1EF-E9B6-04C1-08174A0E475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04A2B85-69F9-2342-7BCC-3F80640ABCC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C108419-779A-6EC5-3A81-75A4E1DD316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939EBF7-8A7C-A3C8-0EF6-416B3759E7D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2CE6416-4CBD-05C0-DAAC-0582995456A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9EEFBFE-5E6D-7E84-CFDE-68E351091B9B}"/>
              </a:ext>
            </a:extLst>
          </p:cNvPr>
          <p:cNvSpPr txBox="1">
            <a:spLocks/>
          </p:cNvSpPr>
          <p:nvPr/>
        </p:nvSpPr>
        <p:spPr>
          <a:xfrm>
            <a:off x="152400" y="68580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3.7 Perspective Projection</a:t>
            </a:r>
          </a:p>
          <a:p>
            <a:pPr marL="12700" marR="5080"/>
            <a:r>
              <a:rPr lang="en-US" sz="1500" kern="0" spc="-80" dirty="0">
                <a:solidFill>
                  <a:schemeClr val="accent2"/>
                </a:solidFill>
              </a:rPr>
              <a:t>Perspective matrix shrinks objects farther from the viewer:</a:t>
            </a:r>
          </a:p>
          <a:p>
            <a:pPr marL="12700" marR="5080"/>
            <a:r>
              <a:rPr lang="en-US" sz="1500" kern="0" spc="-80" dirty="0">
                <a:solidFill>
                  <a:schemeClr val="accent6"/>
                </a:solidFill>
              </a:rPr>
              <a:t>x' = x / (1 + z/d)</a:t>
            </a:r>
          </a:p>
          <a:p>
            <a:pPr marL="12700" marR="5080"/>
            <a:r>
              <a:rPr lang="en-US" sz="1500" kern="0" spc="-80" dirty="0">
                <a:solidFill>
                  <a:schemeClr val="accent6"/>
                </a:solidFill>
              </a:rPr>
              <a:t>y' = y / (1 + z/d)</a:t>
            </a:r>
          </a:p>
          <a:p>
            <a:pPr marL="12700" marR="5080"/>
            <a:r>
              <a:rPr lang="en-US" sz="1500" kern="0" spc="-80" dirty="0">
                <a:solidFill>
                  <a:schemeClr val="accent6"/>
                </a:solidFill>
              </a:rPr>
              <a:t>This creates the 3D illusion.</a:t>
            </a:r>
          </a:p>
          <a:p>
            <a:pPr marL="12700" marR="5080"/>
            <a:endParaRPr lang="en-US" sz="1500" kern="0" spc="-80" dirty="0">
              <a:solidFill>
                <a:schemeClr val="accent6"/>
              </a:solidFill>
            </a:endParaRPr>
          </a:p>
          <a:p>
            <a:pPr marL="12700" marR="5080"/>
            <a:r>
              <a:rPr lang="en-US" sz="1500" kern="0" spc="-80" dirty="0">
                <a:solidFill>
                  <a:schemeClr val="accent2"/>
                </a:solidFill>
              </a:rPr>
              <a:t>✅ 3.8 Matrix Stacks (Rendering Engines)</a:t>
            </a:r>
          </a:p>
          <a:p>
            <a:pPr marL="12700" marR="5080"/>
            <a:r>
              <a:rPr lang="en-US" sz="1500" kern="0" spc="-80" dirty="0">
                <a:solidFill>
                  <a:schemeClr val="accent6"/>
                </a:solidFill>
              </a:rPr>
              <a:t>Browsers, iOS </a:t>
            </a:r>
            <a:r>
              <a:rPr lang="en-US" sz="1500" kern="0" spc="-80" dirty="0" err="1">
                <a:solidFill>
                  <a:schemeClr val="accent6"/>
                </a:solidFill>
              </a:rPr>
              <a:t>CoreGraphics</a:t>
            </a:r>
            <a:r>
              <a:rPr lang="en-US" sz="1500" kern="0" spc="-80" dirty="0">
                <a:solidFill>
                  <a:schemeClr val="accent6"/>
                </a:solidFill>
              </a:rPr>
              <a:t>, Android Compose, Flutter all use a matrix stack:</a:t>
            </a:r>
          </a:p>
          <a:p>
            <a:pPr marL="12700" marR="5080"/>
            <a:r>
              <a:rPr lang="en-US" sz="1500" kern="0" spc="-80" dirty="0">
                <a:solidFill>
                  <a:schemeClr val="accent6"/>
                </a:solidFill>
              </a:rPr>
              <a:t>Each time a parent applies a transform:</a:t>
            </a:r>
          </a:p>
          <a:p>
            <a:pPr marL="12700" marR="5080"/>
            <a:r>
              <a:rPr lang="en-US" sz="1500" kern="0" spc="-80" dirty="0">
                <a:solidFill>
                  <a:schemeClr val="accent6"/>
                </a:solidFill>
              </a:rPr>
              <a:t>Push matrix</a:t>
            </a:r>
          </a:p>
          <a:p>
            <a:pPr marL="12700" marR="5080"/>
            <a:r>
              <a:rPr lang="en-US" sz="1500" kern="0" spc="-80" dirty="0">
                <a:solidFill>
                  <a:schemeClr val="accent6"/>
                </a:solidFill>
              </a:rPr>
              <a:t>Multiply child’s matrix</a:t>
            </a:r>
          </a:p>
          <a:p>
            <a:pPr marL="12700" marR="5080"/>
            <a:r>
              <a:rPr lang="en-US" sz="1500" kern="0" spc="-80" dirty="0">
                <a:solidFill>
                  <a:schemeClr val="accent6"/>
                </a:solidFill>
              </a:rPr>
              <a:t>Render</a:t>
            </a:r>
          </a:p>
          <a:p>
            <a:pPr marL="12700" marR="5080"/>
            <a:r>
              <a:rPr lang="en-US" sz="1500" kern="0" spc="-80" dirty="0">
                <a:solidFill>
                  <a:schemeClr val="accent6"/>
                </a:solidFill>
              </a:rPr>
              <a:t>Pop matrix</a:t>
            </a:r>
          </a:p>
          <a:p>
            <a:pPr marL="12700" marR="5080"/>
            <a:r>
              <a:rPr lang="en-US" sz="1500" kern="0" spc="-80" dirty="0">
                <a:solidFill>
                  <a:schemeClr val="accent2"/>
                </a:solidFill>
              </a:rPr>
              <a:t>Like:</a:t>
            </a:r>
          </a:p>
          <a:p>
            <a:pPr marL="12700" marR="5080"/>
            <a:r>
              <a:rPr lang="en-US" sz="1500" kern="0" spc="-80" dirty="0">
                <a:solidFill>
                  <a:schemeClr val="accent6"/>
                </a:solidFill>
              </a:rPr>
              <a:t>push(identity)</a:t>
            </a:r>
          </a:p>
          <a:p>
            <a:pPr marL="12700" marR="5080"/>
            <a:r>
              <a:rPr lang="en-US" sz="1500" kern="0" spc="-80" dirty="0">
                <a:solidFill>
                  <a:schemeClr val="accent6"/>
                </a:solidFill>
              </a:rPr>
              <a:t>multiply(parent)</a:t>
            </a:r>
          </a:p>
          <a:p>
            <a:pPr marL="12700" marR="5080"/>
            <a:r>
              <a:rPr lang="en-US" sz="1500" kern="0" spc="-80" dirty="0">
                <a:solidFill>
                  <a:schemeClr val="accent6"/>
                </a:solidFill>
              </a:rPr>
              <a:t>multiply(child)</a:t>
            </a:r>
          </a:p>
          <a:p>
            <a:pPr marL="12700" marR="5080"/>
            <a:r>
              <a:rPr lang="en-US" sz="1500" kern="0" spc="-80" dirty="0">
                <a:solidFill>
                  <a:schemeClr val="accent6"/>
                </a:solidFill>
              </a:rPr>
              <a:t>draw()</a:t>
            </a:r>
          </a:p>
          <a:p>
            <a:pPr marL="12700" marR="5080"/>
            <a:r>
              <a:rPr lang="en-US" sz="1500" kern="0" spc="-80" dirty="0">
                <a:solidFill>
                  <a:schemeClr val="accent6"/>
                </a:solidFill>
              </a:rPr>
              <a:t>pop()</a:t>
            </a:r>
          </a:p>
        </p:txBody>
      </p:sp>
    </p:spTree>
    <p:extLst>
      <p:ext uri="{BB962C8B-B14F-4D97-AF65-F5344CB8AC3E}">
        <p14:creationId xmlns:p14="http://schemas.microsoft.com/office/powerpoint/2010/main" val="1309744728"/>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EE462-E78E-29EA-07A0-7A039658E4E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E01E9D8-B81B-F813-2F65-48401D1BE5D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A5B7EE0-49CB-05BB-C1FD-F2F12486A85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0E590B5-4E83-D067-CD8B-3E04DDBB4D9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F00412A-18EE-4D38-284C-6B284D7CDDF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B476C5D-69BD-5FFE-F38C-C725345A4C8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EF09DF4-E543-1B96-74F8-4645FF75D4A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DE1775F-6399-0E52-509B-6E149647F8E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0B09602-C32A-93FA-04BD-71735F5CFAF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2636EA1-03D3-3C3D-6E73-F431FC87846D}"/>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3.9 Applying a Matrix to a Point</a:t>
            </a:r>
          </a:p>
          <a:p>
            <a:pPr marL="12700" marR="5080"/>
            <a:r>
              <a:rPr lang="en-US" sz="1500" kern="0" spc="-80" dirty="0">
                <a:solidFill>
                  <a:schemeClr val="accent2"/>
                </a:solidFill>
              </a:rPr>
              <a:t>Given point (x, y):</a:t>
            </a:r>
          </a:p>
          <a:p>
            <a:pPr marL="12700" marR="5080"/>
            <a:r>
              <a:rPr lang="en-US" sz="1500" kern="0" spc="-80" dirty="0">
                <a:solidFill>
                  <a:schemeClr val="accent6"/>
                </a:solidFill>
              </a:rPr>
              <a:t>| x' |   | a c </a:t>
            </a:r>
            <a:r>
              <a:rPr lang="en-US" sz="1500" kern="0" spc="-80" dirty="0" err="1">
                <a:solidFill>
                  <a:schemeClr val="accent6"/>
                </a:solidFill>
              </a:rPr>
              <a:t>tx</a:t>
            </a:r>
            <a:r>
              <a:rPr lang="en-US" sz="1500" kern="0" spc="-80" dirty="0">
                <a:solidFill>
                  <a:schemeClr val="accent6"/>
                </a:solidFill>
              </a:rPr>
              <a:t> |   | x |</a:t>
            </a:r>
          </a:p>
          <a:p>
            <a:pPr marL="12700" marR="5080"/>
            <a:r>
              <a:rPr lang="en-US" sz="1500" kern="0" spc="-80" dirty="0">
                <a:solidFill>
                  <a:schemeClr val="accent6"/>
                </a:solidFill>
              </a:rPr>
              <a:t>| y' | = | b d ty | × | y |</a:t>
            </a:r>
          </a:p>
          <a:p>
            <a:pPr marL="12700" marR="5080"/>
            <a:r>
              <a:rPr lang="en-US" sz="1500" kern="0" spc="-80" dirty="0">
                <a:solidFill>
                  <a:schemeClr val="accent6"/>
                </a:solidFill>
              </a:rPr>
              <a:t>| 1  |   | 0 0  1 |   | 1 |</a:t>
            </a:r>
          </a:p>
          <a:p>
            <a:pPr marL="12700" marR="5080"/>
            <a:r>
              <a:rPr lang="en-US" sz="1500" kern="0" spc="-80" dirty="0">
                <a:solidFill>
                  <a:schemeClr val="accent2"/>
                </a:solidFill>
              </a:rPr>
              <a:t>Used for:</a:t>
            </a:r>
          </a:p>
          <a:p>
            <a:pPr marL="12700" marR="5080"/>
            <a:r>
              <a:rPr lang="en-US" sz="1500" kern="0" spc="-80" dirty="0">
                <a:solidFill>
                  <a:schemeClr val="accent6"/>
                </a:solidFill>
              </a:rPr>
              <a:t>Hit testing</a:t>
            </a:r>
          </a:p>
          <a:p>
            <a:pPr marL="12700" marR="5080"/>
            <a:r>
              <a:rPr lang="en-US" sz="1500" kern="0" spc="-80" dirty="0">
                <a:solidFill>
                  <a:schemeClr val="accent6"/>
                </a:solidFill>
              </a:rPr>
              <a:t>Gesture transformations</a:t>
            </a:r>
          </a:p>
          <a:p>
            <a:pPr marL="12700" marR="5080"/>
            <a:r>
              <a:rPr lang="en-US" sz="1500" kern="0" spc="-80" dirty="0">
                <a:solidFill>
                  <a:schemeClr val="accent6"/>
                </a:solidFill>
              </a:rPr>
              <a:t>Canvas/SVG drawings</a:t>
            </a:r>
          </a:p>
          <a:p>
            <a:pPr marL="12700" marR="5080"/>
            <a:r>
              <a:rPr lang="en-US" sz="1500" kern="0" spc="-80" dirty="0">
                <a:solidFill>
                  <a:schemeClr val="accent6"/>
                </a:solidFill>
              </a:rPr>
              <a:t>Composited transforms</a:t>
            </a:r>
          </a:p>
          <a:p>
            <a:pPr marL="12700" marR="5080"/>
            <a:endParaRPr lang="en-US" sz="1500" kern="0" spc="-80" dirty="0">
              <a:solidFill>
                <a:schemeClr val="accent6"/>
              </a:solidFill>
            </a:endParaRPr>
          </a:p>
          <a:p>
            <a:pPr marL="12700" marR="5080"/>
            <a:r>
              <a:rPr lang="en-US" sz="1500" kern="0" spc="-80" dirty="0">
                <a:solidFill>
                  <a:schemeClr val="accent2"/>
                </a:solidFill>
              </a:rPr>
              <a:t>✅ 3.10 Inverse Transforms (for gestures &amp; hit testing)</a:t>
            </a:r>
          </a:p>
          <a:p>
            <a:pPr marL="12700" marR="5080"/>
            <a:r>
              <a:rPr lang="en-US" sz="1500" kern="0" spc="-80" dirty="0">
                <a:solidFill>
                  <a:schemeClr val="accent6"/>
                </a:solidFill>
              </a:rPr>
              <a:t>When user touches a point, we often need to convert global → local coordinates.</a:t>
            </a:r>
          </a:p>
          <a:p>
            <a:pPr marL="12700" marR="5080"/>
            <a:r>
              <a:rPr lang="en-US" sz="1500" kern="0" spc="-80" dirty="0">
                <a:solidFill>
                  <a:schemeClr val="accent6"/>
                </a:solidFill>
              </a:rPr>
              <a:t>You must apply the inverse matrix.</a:t>
            </a:r>
          </a:p>
          <a:p>
            <a:pPr marL="12700" marR="5080"/>
            <a:r>
              <a:rPr lang="en-US" sz="1500" kern="0" spc="-80" dirty="0">
                <a:solidFill>
                  <a:schemeClr val="accent6"/>
                </a:solidFill>
              </a:rPr>
              <a:t>If:</a:t>
            </a:r>
          </a:p>
          <a:p>
            <a:pPr marL="12700" marR="5080"/>
            <a:r>
              <a:rPr lang="en-US" sz="1500" kern="0" spc="-80" dirty="0">
                <a:solidFill>
                  <a:schemeClr val="accent6"/>
                </a:solidFill>
              </a:rPr>
              <a:t>M × </a:t>
            </a:r>
            <a:r>
              <a:rPr lang="en-US" sz="1500" kern="0" spc="-80" dirty="0" err="1">
                <a:solidFill>
                  <a:schemeClr val="accent6"/>
                </a:solidFill>
              </a:rPr>
              <a:t>P_local</a:t>
            </a:r>
            <a:r>
              <a:rPr lang="en-US" sz="1500" kern="0" spc="-80" dirty="0">
                <a:solidFill>
                  <a:schemeClr val="accent6"/>
                </a:solidFill>
              </a:rPr>
              <a:t> = </a:t>
            </a:r>
            <a:r>
              <a:rPr lang="en-US" sz="1500" kern="0" spc="-80" dirty="0" err="1">
                <a:solidFill>
                  <a:schemeClr val="accent6"/>
                </a:solidFill>
              </a:rPr>
              <a:t>P_global</a:t>
            </a:r>
            <a:endParaRPr lang="en-US" sz="1500" kern="0" spc="-80" dirty="0">
              <a:solidFill>
                <a:schemeClr val="accent6"/>
              </a:solidFill>
            </a:endParaRPr>
          </a:p>
          <a:p>
            <a:pPr marL="12700" marR="5080"/>
            <a:r>
              <a:rPr lang="en-US" sz="1500" kern="0" spc="-80" dirty="0">
                <a:solidFill>
                  <a:schemeClr val="accent6"/>
                </a:solidFill>
              </a:rPr>
              <a:t>Then:</a:t>
            </a:r>
          </a:p>
          <a:p>
            <a:pPr marL="12700" marR="5080"/>
            <a:r>
              <a:rPr lang="en-US" sz="1500" kern="0" spc="-80" dirty="0" err="1">
                <a:solidFill>
                  <a:schemeClr val="accent6"/>
                </a:solidFill>
              </a:rPr>
              <a:t>P_local</a:t>
            </a:r>
            <a:r>
              <a:rPr lang="en-US" sz="1500" kern="0" spc="-80" dirty="0">
                <a:solidFill>
                  <a:schemeClr val="accent6"/>
                </a:solidFill>
              </a:rPr>
              <a:t> = M⁻¹ × </a:t>
            </a:r>
            <a:r>
              <a:rPr lang="en-US" sz="1500" kern="0" spc="-80" dirty="0" err="1">
                <a:solidFill>
                  <a:schemeClr val="accent6"/>
                </a:solidFill>
              </a:rPr>
              <a:t>P_global</a:t>
            </a:r>
            <a:endParaRPr lang="en-US" sz="1500" kern="0" spc="-80" dirty="0">
              <a:solidFill>
                <a:schemeClr val="accent6"/>
              </a:solidFill>
            </a:endParaRPr>
          </a:p>
          <a:p>
            <a:pPr marL="12700" marR="5080"/>
            <a:r>
              <a:rPr lang="en-US" sz="1500" kern="0" spc="-80" dirty="0">
                <a:solidFill>
                  <a:schemeClr val="accent2"/>
                </a:solidFill>
              </a:rPr>
              <a:t>Examples:</a:t>
            </a:r>
          </a:p>
          <a:p>
            <a:pPr marL="12700" marR="5080"/>
            <a:r>
              <a:rPr lang="en-US" sz="1500" kern="0" spc="-80" dirty="0">
                <a:solidFill>
                  <a:schemeClr val="accent2"/>
                </a:solidFill>
              </a:rPr>
              <a:t>Web:</a:t>
            </a:r>
          </a:p>
          <a:p>
            <a:pPr marL="12700" marR="5080"/>
            <a:r>
              <a:rPr lang="en-US" sz="1500" kern="0" spc="-80" dirty="0" err="1">
                <a:solidFill>
                  <a:schemeClr val="accent6"/>
                </a:solidFill>
              </a:rPr>
              <a:t>element.getScreenCTM</a:t>
            </a:r>
            <a:r>
              <a:rPr lang="en-US" sz="1500" kern="0" spc="-80" dirty="0">
                <a:solidFill>
                  <a:schemeClr val="accent6"/>
                </a:solidFill>
              </a:rPr>
              <a:t>().inverse()</a:t>
            </a:r>
          </a:p>
        </p:txBody>
      </p:sp>
    </p:spTree>
    <p:extLst>
      <p:ext uri="{BB962C8B-B14F-4D97-AF65-F5344CB8AC3E}">
        <p14:creationId xmlns:p14="http://schemas.microsoft.com/office/powerpoint/2010/main" val="835804980"/>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663CD-769A-B595-7A45-4004F1CA95D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2EE180C-EF3F-4205-DB8F-1012B5BD0C6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7FE1D44-33B3-BFF9-F840-ECEA2C3FAAB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7E25C83-D7CC-670B-7092-AEA96E6482E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F754FD8-DEAA-2435-7703-D6D03AE58B2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CB10D36-9B67-791F-108D-71D69EFF3B6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14D2717-C1D9-C193-4751-3F4D3CF3491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7C9F380-A3E3-A4DC-A7A0-598A5A97AF0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33CBF2A-D656-5516-94E2-A640BB0B035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CC36A26-F999-5DA3-173F-83DEC5C606A1}"/>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3.10 Inverse Transforms (for gestures &amp; hit testing)</a:t>
            </a:r>
          </a:p>
          <a:p>
            <a:pPr marL="12700" marR="5080"/>
            <a:r>
              <a:rPr lang="en-US" sz="1500" kern="0" spc="-80" dirty="0">
                <a:solidFill>
                  <a:schemeClr val="accent2"/>
                </a:solidFill>
              </a:rPr>
              <a:t>Examples:</a:t>
            </a:r>
          </a:p>
          <a:p>
            <a:pPr marL="12700" marR="5080"/>
            <a:r>
              <a:rPr lang="en-US" sz="1500" kern="0" spc="-80" dirty="0">
                <a:solidFill>
                  <a:schemeClr val="accent2"/>
                </a:solidFill>
              </a:rPr>
              <a:t>iOS:</a:t>
            </a:r>
          </a:p>
          <a:p>
            <a:pPr marL="12700" marR="5080"/>
            <a:r>
              <a:rPr lang="en-US" sz="1500" kern="0" spc="-80" dirty="0" err="1">
                <a:solidFill>
                  <a:schemeClr val="accent6"/>
                </a:solidFill>
              </a:rPr>
              <a:t>view.convert</a:t>
            </a:r>
            <a:r>
              <a:rPr lang="en-US" sz="1500" kern="0" spc="-80" dirty="0">
                <a:solidFill>
                  <a:schemeClr val="accent6"/>
                </a:solidFill>
              </a:rPr>
              <a:t>(point, from: window)</a:t>
            </a:r>
          </a:p>
          <a:p>
            <a:pPr marL="12700" marR="5080"/>
            <a:r>
              <a:rPr lang="en-US" sz="1500" kern="0" spc="-80" dirty="0">
                <a:solidFill>
                  <a:schemeClr val="accent2"/>
                </a:solidFill>
              </a:rPr>
              <a:t>Android Compose:</a:t>
            </a:r>
          </a:p>
          <a:p>
            <a:pPr marL="12700" marR="5080"/>
            <a:r>
              <a:rPr lang="en-US" sz="1500" kern="0" spc="-80" dirty="0">
                <a:solidFill>
                  <a:schemeClr val="accent6"/>
                </a:solidFill>
              </a:rPr>
              <a:t>local = </a:t>
            </a:r>
            <a:r>
              <a:rPr lang="en-US" sz="1500" kern="0" spc="-80" dirty="0" err="1">
                <a:solidFill>
                  <a:schemeClr val="accent6"/>
                </a:solidFill>
              </a:rPr>
              <a:t>layoutCoordinates.rootToLocal</a:t>
            </a:r>
            <a:r>
              <a:rPr lang="en-US" sz="1500" kern="0" spc="-80" dirty="0">
                <a:solidFill>
                  <a:schemeClr val="accent6"/>
                </a:solidFill>
              </a:rPr>
              <a:t>(</a:t>
            </a:r>
            <a:r>
              <a:rPr lang="en-US" sz="1500" kern="0" spc="-80" dirty="0" err="1">
                <a:solidFill>
                  <a:schemeClr val="accent6"/>
                </a:solidFill>
              </a:rPr>
              <a:t>globalPoint</a:t>
            </a:r>
            <a:r>
              <a:rPr lang="en-US" sz="1500" kern="0" spc="-80" dirty="0">
                <a:solidFill>
                  <a:schemeClr val="accent6"/>
                </a:solidFill>
              </a:rPr>
              <a:t>)</a:t>
            </a:r>
          </a:p>
          <a:p>
            <a:pPr marL="12700" marR="5080"/>
            <a:r>
              <a:rPr lang="en-US" sz="1500" kern="0" spc="-80" dirty="0">
                <a:solidFill>
                  <a:schemeClr val="accent2"/>
                </a:solidFill>
              </a:rPr>
              <a:t>Inverse transforms are essential for:</a:t>
            </a:r>
          </a:p>
          <a:p>
            <a:pPr marL="12700" marR="5080"/>
            <a:r>
              <a:rPr lang="en-US" sz="1500" kern="0" spc="-80" dirty="0">
                <a:solidFill>
                  <a:schemeClr val="accent6"/>
                </a:solidFill>
              </a:rPr>
              <a:t>Pinch-zoom</a:t>
            </a:r>
          </a:p>
          <a:p>
            <a:pPr marL="12700" marR="5080"/>
            <a:r>
              <a:rPr lang="en-US" sz="1500" kern="0" spc="-80" dirty="0">
                <a:solidFill>
                  <a:schemeClr val="accent6"/>
                </a:solidFill>
              </a:rPr>
              <a:t>Nested scrollers</a:t>
            </a:r>
          </a:p>
          <a:p>
            <a:pPr marL="12700" marR="5080"/>
            <a:r>
              <a:rPr lang="en-US" sz="1500" kern="0" spc="-80" dirty="0">
                <a:solidFill>
                  <a:schemeClr val="accent6"/>
                </a:solidFill>
              </a:rPr>
              <a:t>Complex gestures</a:t>
            </a:r>
          </a:p>
          <a:p>
            <a:pPr marL="12700" marR="5080"/>
            <a:r>
              <a:rPr lang="en-US" sz="1500" kern="0" spc="-80" dirty="0">
                <a:solidFill>
                  <a:schemeClr val="accent6"/>
                </a:solidFill>
              </a:rPr>
              <a:t>3D UI picking</a:t>
            </a:r>
          </a:p>
          <a:p>
            <a:pPr marL="12700" marR="5080"/>
            <a:r>
              <a:rPr lang="en-US" sz="1500" kern="0" spc="-80" dirty="0">
                <a:solidFill>
                  <a:schemeClr val="accent6"/>
                </a:solidFill>
              </a:rPr>
              <a:t>Canvas drawing tools</a:t>
            </a:r>
          </a:p>
          <a:p>
            <a:pPr marL="12700" marR="5080"/>
            <a:endParaRPr lang="en-US" sz="1500" kern="0" spc="-80" dirty="0">
              <a:solidFill>
                <a:schemeClr val="accent6"/>
              </a:solidFill>
            </a:endParaRPr>
          </a:p>
          <a:p>
            <a:pPr marL="12700" marR="5080"/>
            <a:r>
              <a:rPr lang="en-US" sz="1500" kern="0" spc="-80" dirty="0">
                <a:solidFill>
                  <a:schemeClr val="accent2"/>
                </a:solidFill>
              </a:rPr>
              <a:t>⭐ 4. Trigonometry for UI, Animation &amp; Gestures</a:t>
            </a:r>
          </a:p>
          <a:p>
            <a:pPr marL="12700" marR="5080"/>
            <a:r>
              <a:rPr lang="en-US" sz="1500" kern="0" spc="-80" dirty="0">
                <a:solidFill>
                  <a:schemeClr val="accent2"/>
                </a:solidFill>
              </a:rPr>
              <a:t>Trigonometry powers:</a:t>
            </a:r>
          </a:p>
          <a:p>
            <a:pPr marL="12700" marR="5080"/>
            <a:r>
              <a:rPr lang="en-US" sz="1500" kern="0" spc="-80" dirty="0">
                <a:solidFill>
                  <a:schemeClr val="accent6"/>
                </a:solidFill>
              </a:rPr>
              <a:t>Circular progress bars</a:t>
            </a:r>
          </a:p>
          <a:p>
            <a:pPr marL="12700" marR="5080"/>
            <a:r>
              <a:rPr lang="en-US" sz="1500" kern="0" spc="-80" dirty="0">
                <a:solidFill>
                  <a:schemeClr val="accent6"/>
                </a:solidFill>
              </a:rPr>
              <a:t>Radial menus</a:t>
            </a:r>
          </a:p>
          <a:p>
            <a:pPr marL="12700" marR="5080"/>
            <a:r>
              <a:rPr lang="en-US" sz="1500" kern="0" spc="-80" dirty="0">
                <a:solidFill>
                  <a:schemeClr val="accent6"/>
                </a:solidFill>
              </a:rPr>
              <a:t>Carousel rotations</a:t>
            </a:r>
          </a:p>
          <a:p>
            <a:pPr marL="12700" marR="5080"/>
            <a:r>
              <a:rPr lang="en-US" sz="1500" kern="0" spc="-80" dirty="0">
                <a:solidFill>
                  <a:schemeClr val="accent6"/>
                </a:solidFill>
              </a:rPr>
              <a:t>Arc paths</a:t>
            </a:r>
          </a:p>
          <a:p>
            <a:pPr marL="12700" marR="5080"/>
            <a:r>
              <a:rPr lang="en-US" sz="1500" kern="0" spc="-80" dirty="0">
                <a:solidFill>
                  <a:schemeClr val="accent6"/>
                </a:solidFill>
              </a:rPr>
              <a:t>Angular gestures (rotate, dial, knob)</a:t>
            </a:r>
          </a:p>
          <a:p>
            <a:pPr marL="12700" marR="5080"/>
            <a:r>
              <a:rPr lang="en-US" sz="1500" kern="0" spc="-80" dirty="0">
                <a:solidFill>
                  <a:schemeClr val="accent6"/>
                </a:solidFill>
              </a:rPr>
              <a:t>3D transforms</a:t>
            </a:r>
          </a:p>
          <a:p>
            <a:pPr marL="12700" marR="5080"/>
            <a:r>
              <a:rPr lang="en-US" sz="1500" kern="0" spc="-80" dirty="0">
                <a:solidFill>
                  <a:schemeClr val="accent6"/>
                </a:solidFill>
              </a:rPr>
              <a:t>Ripple animations</a:t>
            </a:r>
          </a:p>
        </p:txBody>
      </p:sp>
    </p:spTree>
    <p:extLst>
      <p:ext uri="{BB962C8B-B14F-4D97-AF65-F5344CB8AC3E}">
        <p14:creationId xmlns:p14="http://schemas.microsoft.com/office/powerpoint/2010/main" val="3020190419"/>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D5387-1D52-3FA8-9ADE-06D00C3714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830AD7-2A62-4985-D339-88DA7698AF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FCB0739-A631-E348-72C1-4535D21723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3FCAC4E-8956-CB15-143B-B278B9DDEC1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B3855C7-2DFF-C90F-0465-F353F59E450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26960BE-AC28-726B-ED35-C8D9755030A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FE85CCB-8363-B821-0C34-D6BBCF880AA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F15DFB1-EFFE-7C24-FEEA-9DD6641A21D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9EF47A1-B726-49E9-9AE1-422E005DBCE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0D7FA31-604D-796F-295C-DD4DEC8BA070}"/>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4. Trigonometry for UI, Animation &amp; Gestures</a:t>
            </a:r>
          </a:p>
          <a:p>
            <a:pPr marL="12700" marR="5080"/>
            <a:r>
              <a:rPr lang="en-US" sz="1500" kern="0" spc="-80" dirty="0">
                <a:solidFill>
                  <a:schemeClr val="accent2"/>
                </a:solidFill>
              </a:rPr>
              <a:t>Trigonometry powers:</a:t>
            </a:r>
          </a:p>
          <a:p>
            <a:pPr marL="12700" marR="5080"/>
            <a:r>
              <a:rPr lang="en-US" sz="1500" kern="0" spc="-80" dirty="0">
                <a:solidFill>
                  <a:schemeClr val="accent6"/>
                </a:solidFill>
              </a:rPr>
              <a:t>Game-like UI</a:t>
            </a:r>
          </a:p>
          <a:p>
            <a:pPr marL="12700" marR="5080"/>
            <a:r>
              <a:rPr lang="en-US" sz="1500" kern="0" spc="-80" dirty="0">
                <a:solidFill>
                  <a:schemeClr val="accent6"/>
                </a:solidFill>
              </a:rPr>
              <a:t>Spring &amp; oscillation animations</a:t>
            </a:r>
          </a:p>
          <a:p>
            <a:pPr marL="12700" marR="5080"/>
            <a:endParaRPr lang="en-US" sz="1500" kern="0" spc="-80" dirty="0">
              <a:solidFill>
                <a:schemeClr val="accent6"/>
              </a:solidFill>
            </a:endParaRPr>
          </a:p>
          <a:p>
            <a:pPr marL="12700" marR="5080"/>
            <a:r>
              <a:rPr lang="en-US" sz="1500" kern="0" spc="-80" dirty="0">
                <a:solidFill>
                  <a:schemeClr val="accent2"/>
                </a:solidFill>
              </a:rPr>
              <a:t>✅ 4.1 Degrees vs Radians</a:t>
            </a:r>
          </a:p>
          <a:p>
            <a:pPr marL="12700" marR="5080"/>
            <a:r>
              <a:rPr lang="en-US" sz="1500" kern="0" spc="-80" dirty="0">
                <a:solidFill>
                  <a:schemeClr val="accent6"/>
                </a:solidFill>
              </a:rPr>
              <a:t>Most programming APIs use radians, while designers use degrees.</a:t>
            </a:r>
          </a:p>
          <a:p>
            <a:pPr marL="12700" marR="5080"/>
            <a:r>
              <a:rPr lang="en-US" sz="1500" kern="0" spc="-80" dirty="0">
                <a:solidFill>
                  <a:schemeClr val="accent2"/>
                </a:solidFill>
              </a:rPr>
              <a:t>Conversion:</a:t>
            </a:r>
          </a:p>
          <a:p>
            <a:pPr marL="12700" marR="5080"/>
            <a:r>
              <a:rPr lang="en-US" sz="1500" kern="0" spc="-80" dirty="0">
                <a:solidFill>
                  <a:schemeClr val="accent6"/>
                </a:solidFill>
              </a:rPr>
              <a:t>radians = degrees * </a:t>
            </a:r>
            <a:r>
              <a:rPr lang="el-GR" sz="1500" kern="0" spc="-80" dirty="0">
                <a:solidFill>
                  <a:schemeClr val="accent6"/>
                </a:solidFill>
              </a:rPr>
              <a:t>π / 180</a:t>
            </a:r>
          </a:p>
          <a:p>
            <a:pPr marL="12700" marR="5080"/>
            <a:r>
              <a:rPr lang="en-US" sz="1500" kern="0" spc="-80" dirty="0">
                <a:solidFill>
                  <a:schemeClr val="accent6"/>
                </a:solidFill>
              </a:rPr>
              <a:t>degrees = radians * 180 / </a:t>
            </a:r>
            <a:r>
              <a:rPr lang="el-GR" sz="1500" kern="0" spc="-80" dirty="0">
                <a:solidFill>
                  <a:schemeClr val="accent6"/>
                </a:solidFill>
              </a:rPr>
              <a:t>π</a:t>
            </a:r>
          </a:p>
          <a:p>
            <a:pPr marL="12700" marR="5080"/>
            <a:r>
              <a:rPr lang="en-US" sz="1500" kern="0" spc="-80" dirty="0">
                <a:solidFill>
                  <a:schemeClr val="accent2"/>
                </a:solidFill>
              </a:rPr>
              <a:t>Example in JS:</a:t>
            </a:r>
          </a:p>
          <a:p>
            <a:pPr marL="12700" marR="5080"/>
            <a:r>
              <a:rPr lang="en-US" sz="1500" kern="0" spc="-80" dirty="0">
                <a:solidFill>
                  <a:schemeClr val="accent6"/>
                </a:solidFill>
              </a:rPr>
              <a:t>let rad = deg * </a:t>
            </a:r>
            <a:r>
              <a:rPr lang="en-US" sz="1500" kern="0" spc="-80" dirty="0" err="1">
                <a:solidFill>
                  <a:schemeClr val="accent6"/>
                </a:solidFill>
              </a:rPr>
              <a:t>Math.PI</a:t>
            </a:r>
            <a:r>
              <a:rPr lang="en-US" sz="1500" kern="0" spc="-80" dirty="0">
                <a:solidFill>
                  <a:schemeClr val="accent6"/>
                </a:solidFill>
              </a:rPr>
              <a:t> / 180;</a:t>
            </a:r>
          </a:p>
          <a:p>
            <a:pPr marL="12700" marR="5080"/>
            <a:r>
              <a:rPr lang="en-US" sz="1500" kern="0" spc="-80" dirty="0">
                <a:solidFill>
                  <a:schemeClr val="accent2"/>
                </a:solidFill>
              </a:rPr>
              <a:t>Swift:</a:t>
            </a:r>
          </a:p>
          <a:p>
            <a:pPr marL="12700" marR="5080"/>
            <a:r>
              <a:rPr lang="en-US" sz="1500" kern="0" spc="-80" dirty="0">
                <a:solidFill>
                  <a:schemeClr val="accent6"/>
                </a:solidFill>
              </a:rPr>
              <a:t>let rad = deg * .pi / 180</a:t>
            </a:r>
          </a:p>
          <a:p>
            <a:pPr marL="12700" marR="5080"/>
            <a:r>
              <a:rPr lang="en-US" sz="1500" kern="0" spc="-80" dirty="0">
                <a:solidFill>
                  <a:schemeClr val="accent2"/>
                </a:solidFill>
              </a:rPr>
              <a:t>Android Compose:</a:t>
            </a:r>
          </a:p>
          <a:p>
            <a:pPr marL="12700" marR="5080"/>
            <a:r>
              <a:rPr lang="en-US" sz="1500" kern="0" spc="-80" dirty="0" err="1">
                <a:solidFill>
                  <a:schemeClr val="accent6"/>
                </a:solidFill>
              </a:rPr>
              <a:t>val</a:t>
            </a:r>
            <a:r>
              <a:rPr lang="en-US" sz="1500" kern="0" spc="-80" dirty="0">
                <a:solidFill>
                  <a:schemeClr val="accent6"/>
                </a:solidFill>
              </a:rPr>
              <a:t> rad = deg * PI / 180</a:t>
            </a:r>
          </a:p>
          <a:p>
            <a:pPr marL="12700" marR="5080"/>
            <a:endParaRPr lang="en-US" sz="1500" kern="0" spc="-80" dirty="0">
              <a:solidFill>
                <a:schemeClr val="accent6"/>
              </a:solidFill>
            </a:endParaRPr>
          </a:p>
          <a:p>
            <a:pPr marL="12700" marR="5080"/>
            <a:r>
              <a:rPr lang="en-US" sz="1500" kern="0" spc="-80" dirty="0">
                <a:solidFill>
                  <a:schemeClr val="accent2"/>
                </a:solidFill>
              </a:rPr>
              <a:t>✅ 4.2 Sine, Cosine, Tangent</a:t>
            </a:r>
          </a:p>
          <a:p>
            <a:pPr marL="12700" marR="5080"/>
            <a:r>
              <a:rPr lang="en-US" sz="1500" kern="0" spc="-80" dirty="0">
                <a:solidFill>
                  <a:schemeClr val="accent6"/>
                </a:solidFill>
              </a:rPr>
              <a:t>These functions describe angles &amp; circles.</a:t>
            </a:r>
          </a:p>
          <a:p>
            <a:pPr marL="12700" marR="5080"/>
            <a:r>
              <a:rPr lang="en-US" sz="1500" kern="0" spc="-80" dirty="0">
                <a:solidFill>
                  <a:schemeClr val="accent6"/>
                </a:solidFill>
              </a:rPr>
              <a:t>sin </a:t>
            </a:r>
            <a:r>
              <a:rPr lang="el-GR" sz="1500" kern="0" spc="-80" dirty="0">
                <a:solidFill>
                  <a:schemeClr val="accent6"/>
                </a:solidFill>
              </a:rPr>
              <a:t>θ = </a:t>
            </a:r>
            <a:r>
              <a:rPr lang="en-US" sz="1500" kern="0" spc="-80" dirty="0">
                <a:solidFill>
                  <a:schemeClr val="accent6"/>
                </a:solidFill>
              </a:rPr>
              <a:t>opposite / hypotenuse</a:t>
            </a:r>
          </a:p>
          <a:p>
            <a:pPr marL="12700" marR="5080"/>
            <a:r>
              <a:rPr lang="en-US" sz="1500" kern="0" spc="-80" dirty="0">
                <a:solidFill>
                  <a:schemeClr val="accent6"/>
                </a:solidFill>
              </a:rPr>
              <a:t>cos </a:t>
            </a:r>
            <a:r>
              <a:rPr lang="el-GR" sz="1500" kern="0" spc="-80" dirty="0">
                <a:solidFill>
                  <a:schemeClr val="accent6"/>
                </a:solidFill>
              </a:rPr>
              <a:t>θ = </a:t>
            </a:r>
            <a:r>
              <a:rPr lang="en-US" sz="1500" kern="0" spc="-80" dirty="0">
                <a:solidFill>
                  <a:schemeClr val="accent6"/>
                </a:solidFill>
              </a:rPr>
              <a:t>adjacent / hypotenuse</a:t>
            </a:r>
          </a:p>
          <a:p>
            <a:pPr marL="12700" marR="5080"/>
            <a:r>
              <a:rPr lang="en-US" sz="1500" kern="0" spc="-80" dirty="0">
                <a:solidFill>
                  <a:schemeClr val="accent6"/>
                </a:solidFill>
              </a:rPr>
              <a:t>tan </a:t>
            </a:r>
            <a:r>
              <a:rPr lang="el-GR" sz="1500" kern="0" spc="-80" dirty="0">
                <a:solidFill>
                  <a:schemeClr val="accent6"/>
                </a:solidFill>
              </a:rPr>
              <a:t>θ = </a:t>
            </a:r>
            <a:r>
              <a:rPr lang="en-US" sz="1500" kern="0" spc="-80" dirty="0">
                <a:solidFill>
                  <a:schemeClr val="accent6"/>
                </a:solidFill>
              </a:rPr>
              <a:t>sin </a:t>
            </a:r>
            <a:r>
              <a:rPr lang="el-GR" sz="1500" kern="0" spc="-80" dirty="0">
                <a:solidFill>
                  <a:schemeClr val="accent6"/>
                </a:solidFill>
              </a:rPr>
              <a:t>θ / </a:t>
            </a:r>
            <a:r>
              <a:rPr lang="en-US" sz="1500" kern="0" spc="-80" dirty="0">
                <a:solidFill>
                  <a:schemeClr val="accent6"/>
                </a:solidFill>
              </a:rPr>
              <a:t>cos </a:t>
            </a:r>
            <a:r>
              <a:rPr lang="el-GR" sz="1500" kern="0" spc="-80" dirty="0">
                <a:solidFill>
                  <a:schemeClr val="accent6"/>
                </a:solidFill>
              </a:rPr>
              <a:t>θ</a:t>
            </a:r>
            <a:endParaRPr lang="en-US" sz="1500" kern="0" spc="-80" dirty="0">
              <a:solidFill>
                <a:schemeClr val="accent6"/>
              </a:solidFill>
            </a:endParaRPr>
          </a:p>
        </p:txBody>
      </p:sp>
    </p:spTree>
    <p:extLst>
      <p:ext uri="{BB962C8B-B14F-4D97-AF65-F5344CB8AC3E}">
        <p14:creationId xmlns:p14="http://schemas.microsoft.com/office/powerpoint/2010/main" val="1523929019"/>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5C27F5-4520-FAC0-5FA9-69450926DA9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5759138-DD43-A884-C395-FA3709958A0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43CB627-F6C4-9E49-CF54-139C84EEF5B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7825958-BD78-A9F3-0B99-6ECC463012C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0C8A797-11FB-5681-1C01-6043D9D3059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470C63B-64E9-0EBD-3A85-479CFB4A65E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0832634-0AB8-A2EE-6866-BB045B2CDBA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B3950E7-073A-0853-7021-9B82CD8CD32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EC771B2-54E9-7EA0-2058-BCC11C0A0CB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7FF70D1-0CF9-4BE3-8FBE-BAC09AD67D9D}"/>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4. Trigonometry for UI, Animation &amp; Gestures</a:t>
            </a:r>
          </a:p>
          <a:p>
            <a:pPr marL="12700" marR="5080"/>
            <a:r>
              <a:rPr lang="en-US" sz="1500" kern="0" spc="-80" dirty="0">
                <a:solidFill>
                  <a:schemeClr val="accent2"/>
                </a:solidFill>
              </a:rPr>
              <a:t>✅ 4.2 Sine, Cosine, Tangent</a:t>
            </a:r>
          </a:p>
          <a:p>
            <a:pPr marL="12700" marR="5080"/>
            <a:r>
              <a:rPr lang="en-US" sz="1500" kern="0" spc="-80" dirty="0">
                <a:solidFill>
                  <a:schemeClr val="accent2"/>
                </a:solidFill>
              </a:rPr>
              <a:t>Used in:</a:t>
            </a:r>
          </a:p>
          <a:p>
            <a:pPr marL="12700" marR="5080"/>
            <a:r>
              <a:rPr lang="en-US" sz="1500" kern="0" spc="-80" dirty="0">
                <a:solidFill>
                  <a:schemeClr val="accent6"/>
                </a:solidFill>
              </a:rPr>
              <a:t>Circular animations</a:t>
            </a:r>
          </a:p>
          <a:p>
            <a:pPr marL="12700" marR="5080"/>
            <a:r>
              <a:rPr lang="en-US" sz="1500" kern="0" spc="-80" dirty="0">
                <a:solidFill>
                  <a:schemeClr val="accent6"/>
                </a:solidFill>
              </a:rPr>
              <a:t>Bobbing effects</a:t>
            </a:r>
          </a:p>
          <a:p>
            <a:pPr marL="12700" marR="5080"/>
            <a:r>
              <a:rPr lang="en-US" sz="1500" kern="0" spc="-80" dirty="0">
                <a:solidFill>
                  <a:schemeClr val="accent6"/>
                </a:solidFill>
              </a:rPr>
              <a:t>Parallax</a:t>
            </a:r>
          </a:p>
          <a:p>
            <a:pPr marL="12700" marR="5080"/>
            <a:r>
              <a:rPr lang="en-US" sz="1500" kern="0" spc="-80" dirty="0">
                <a:solidFill>
                  <a:schemeClr val="accent6"/>
                </a:solidFill>
              </a:rPr>
              <a:t>Drawing arcs</a:t>
            </a:r>
          </a:p>
          <a:p>
            <a:pPr marL="12700" marR="5080"/>
            <a:r>
              <a:rPr lang="en-US" sz="1500" kern="0" spc="-80" dirty="0">
                <a:solidFill>
                  <a:schemeClr val="accent6"/>
                </a:solidFill>
              </a:rPr>
              <a:t>Offset along a curve</a:t>
            </a:r>
          </a:p>
          <a:p>
            <a:pPr marL="12700" marR="5080"/>
            <a:r>
              <a:rPr lang="en-US" sz="1500" kern="0" spc="-80" dirty="0">
                <a:solidFill>
                  <a:schemeClr val="accent6"/>
                </a:solidFill>
              </a:rPr>
              <a:t>Example: Moving an object along a circle:</a:t>
            </a:r>
          </a:p>
          <a:p>
            <a:pPr marL="12700" marR="5080"/>
            <a:r>
              <a:rPr lang="en-US" sz="1500" kern="0" spc="-80" dirty="0">
                <a:solidFill>
                  <a:schemeClr val="accent6"/>
                </a:solidFill>
              </a:rPr>
              <a:t>x = cx + r cos </a:t>
            </a:r>
            <a:r>
              <a:rPr lang="el-GR" sz="1500" kern="0" spc="-80" dirty="0">
                <a:solidFill>
                  <a:schemeClr val="accent6"/>
                </a:solidFill>
              </a:rPr>
              <a:t>θ</a:t>
            </a:r>
          </a:p>
          <a:p>
            <a:pPr marL="12700" marR="5080"/>
            <a:r>
              <a:rPr lang="en-US" sz="1500" kern="0" spc="-80" dirty="0">
                <a:solidFill>
                  <a:schemeClr val="accent6"/>
                </a:solidFill>
              </a:rPr>
              <a:t>y = cy + r sin </a:t>
            </a:r>
            <a:r>
              <a:rPr lang="el-GR" sz="1500" kern="0" spc="-80" dirty="0">
                <a:solidFill>
                  <a:schemeClr val="accent6"/>
                </a:solidFill>
              </a:rPr>
              <a:t>θ</a:t>
            </a:r>
            <a:endParaRPr lang="en-US" sz="1500" kern="0" spc="-80" dirty="0">
              <a:solidFill>
                <a:schemeClr val="accent6"/>
              </a:solidFill>
            </a:endParaRPr>
          </a:p>
          <a:p>
            <a:pPr marL="12700" marR="5080"/>
            <a:endParaRPr lang="el-GR" sz="1500" kern="0" spc="-80" dirty="0">
              <a:solidFill>
                <a:schemeClr val="accent6"/>
              </a:solidFill>
            </a:endParaRPr>
          </a:p>
          <a:p>
            <a:pPr marL="12700" marR="5080"/>
            <a:r>
              <a:rPr lang="en-US" sz="1500" kern="0" spc="-80" dirty="0">
                <a:solidFill>
                  <a:schemeClr val="accent2"/>
                </a:solidFill>
              </a:rPr>
              <a:t>✅ 4.3 atan2(y, x) (Very important in UI)</a:t>
            </a:r>
          </a:p>
          <a:p>
            <a:pPr marL="12700" marR="5080"/>
            <a:r>
              <a:rPr lang="en-US" sz="1500" kern="0" spc="-80" dirty="0">
                <a:solidFill>
                  <a:schemeClr val="accent6"/>
                </a:solidFill>
              </a:rPr>
              <a:t>This function gives angle with correct quadrant sign:</a:t>
            </a:r>
          </a:p>
          <a:p>
            <a:pPr marL="12700" marR="5080"/>
            <a:r>
              <a:rPr lang="en-US" sz="1500" kern="0" spc="-80" dirty="0">
                <a:solidFill>
                  <a:schemeClr val="accent6"/>
                </a:solidFill>
              </a:rPr>
              <a:t>angle = atan2(</a:t>
            </a:r>
            <a:r>
              <a:rPr lang="en-US" sz="1500" kern="0" spc="-80" dirty="0" err="1">
                <a:solidFill>
                  <a:schemeClr val="accent6"/>
                </a:solidFill>
              </a:rPr>
              <a:t>dy</a:t>
            </a:r>
            <a:r>
              <a:rPr lang="en-US" sz="1500" kern="0" spc="-80" dirty="0">
                <a:solidFill>
                  <a:schemeClr val="accent6"/>
                </a:solidFill>
              </a:rPr>
              <a:t>, dx)</a:t>
            </a:r>
          </a:p>
          <a:p>
            <a:pPr marL="12700" marR="5080"/>
            <a:r>
              <a:rPr lang="en-US" sz="1500" kern="0" spc="-80" dirty="0">
                <a:solidFill>
                  <a:schemeClr val="accent2"/>
                </a:solidFill>
              </a:rPr>
              <a:t>Used for:</a:t>
            </a:r>
          </a:p>
          <a:p>
            <a:pPr marL="12700" marR="5080"/>
            <a:r>
              <a:rPr lang="en-US" sz="1500" kern="0" spc="-80" dirty="0">
                <a:solidFill>
                  <a:schemeClr val="accent6"/>
                </a:solidFill>
              </a:rPr>
              <a:t>Rotate gesture</a:t>
            </a:r>
          </a:p>
          <a:p>
            <a:pPr marL="12700" marR="5080"/>
            <a:r>
              <a:rPr lang="en-US" sz="1500" kern="0" spc="-80" dirty="0">
                <a:solidFill>
                  <a:schemeClr val="accent6"/>
                </a:solidFill>
              </a:rPr>
              <a:t>Swipe direction</a:t>
            </a:r>
          </a:p>
          <a:p>
            <a:pPr marL="12700" marR="5080"/>
            <a:r>
              <a:rPr lang="en-US" sz="1500" kern="0" spc="-80" dirty="0">
                <a:solidFill>
                  <a:schemeClr val="accent6"/>
                </a:solidFill>
              </a:rPr>
              <a:t>Pointer angle</a:t>
            </a:r>
          </a:p>
          <a:p>
            <a:pPr marL="12700" marR="5080"/>
            <a:r>
              <a:rPr lang="en-US" sz="1500" kern="0" spc="-80" dirty="0">
                <a:solidFill>
                  <a:schemeClr val="accent6"/>
                </a:solidFill>
              </a:rPr>
              <a:t>Joystick controls</a:t>
            </a:r>
          </a:p>
          <a:p>
            <a:pPr marL="12700" marR="5080"/>
            <a:r>
              <a:rPr lang="en-US" sz="1500" kern="0" spc="-80" dirty="0">
                <a:solidFill>
                  <a:schemeClr val="accent6"/>
                </a:solidFill>
              </a:rPr>
              <a:t>Compass UI</a:t>
            </a:r>
          </a:p>
          <a:p>
            <a:pPr marL="12700" marR="5080"/>
            <a:r>
              <a:rPr lang="en-US" sz="1500" kern="0" spc="-80" dirty="0">
                <a:solidFill>
                  <a:schemeClr val="accent2"/>
                </a:solidFill>
              </a:rPr>
              <a:t>Example: </a:t>
            </a:r>
            <a:r>
              <a:rPr lang="en-US" sz="1500" kern="0" spc="-80" dirty="0">
                <a:solidFill>
                  <a:schemeClr val="accent6"/>
                </a:solidFill>
              </a:rPr>
              <a:t>Angle between touch point and center:</a:t>
            </a:r>
          </a:p>
          <a:p>
            <a:pPr marL="12700" marR="5080"/>
            <a:r>
              <a:rPr lang="en-US" sz="1500" kern="0" spc="-80" dirty="0">
                <a:solidFill>
                  <a:schemeClr val="accent6"/>
                </a:solidFill>
              </a:rPr>
              <a:t>let angle = Math.atan2(y - cy, x - cx);</a:t>
            </a:r>
          </a:p>
        </p:txBody>
      </p:sp>
    </p:spTree>
    <p:extLst>
      <p:ext uri="{BB962C8B-B14F-4D97-AF65-F5344CB8AC3E}">
        <p14:creationId xmlns:p14="http://schemas.microsoft.com/office/powerpoint/2010/main" val="1829089625"/>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68CCB-D68C-9F88-174C-9DD67BDC759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ACA013-932F-41A3-1A1C-8160324B5B2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D79AF4-3823-8355-E483-61B24C5ABE2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AE11B79-FAA0-F1D2-7E08-4DEDDCBCE50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3A0875E-796D-5D38-9F80-94935765078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C251E6E-2BD6-B9BE-8317-B25784DADEC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60325AF-77E4-C1D1-009D-BE04436330F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0C7F392-2741-3025-4957-8848D1E1B8E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21CEECE-3898-FC75-FA25-E4E043C9DE2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63D1E0B-13C8-D09F-62BC-6D022D7787AC}"/>
              </a:ext>
            </a:extLst>
          </p:cNvPr>
          <p:cNvSpPr txBox="1">
            <a:spLocks/>
          </p:cNvSpPr>
          <p:nvPr/>
        </p:nvSpPr>
        <p:spPr>
          <a:xfrm>
            <a:off x="152400" y="685800"/>
            <a:ext cx="8624937" cy="60785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4. Trigonometry for UI, Animation &amp; Gestures</a:t>
            </a:r>
          </a:p>
          <a:p>
            <a:pPr marL="12700" marR="5080"/>
            <a:r>
              <a:rPr lang="en-US" sz="1400" kern="0" spc="-80" dirty="0">
                <a:solidFill>
                  <a:schemeClr val="accent2"/>
                </a:solidFill>
              </a:rPr>
              <a:t>✅ 4.4 Polar → Cartesian Conversions</a:t>
            </a:r>
          </a:p>
          <a:p>
            <a:pPr marL="12700" marR="5080"/>
            <a:r>
              <a:rPr lang="en-US" sz="1400" kern="0" spc="-80" dirty="0">
                <a:solidFill>
                  <a:schemeClr val="accent2"/>
                </a:solidFill>
              </a:rPr>
              <a:t>Polar coordinates describe a point based on:</a:t>
            </a:r>
          </a:p>
          <a:p>
            <a:pPr marL="12700" marR="5080"/>
            <a:r>
              <a:rPr lang="en-US" sz="1400" kern="0" spc="-80" dirty="0">
                <a:solidFill>
                  <a:schemeClr val="accent6"/>
                </a:solidFill>
              </a:rPr>
              <a:t>radius (distance)</a:t>
            </a:r>
          </a:p>
          <a:p>
            <a:pPr marL="12700" marR="5080"/>
            <a:r>
              <a:rPr lang="en-US" sz="1400" kern="0" spc="-80" dirty="0">
                <a:solidFill>
                  <a:schemeClr val="accent6"/>
                </a:solidFill>
              </a:rPr>
              <a:t>angle</a:t>
            </a:r>
          </a:p>
          <a:p>
            <a:pPr marL="12700" marR="5080"/>
            <a:r>
              <a:rPr lang="en-US" sz="1400" kern="0" spc="-80" dirty="0">
                <a:solidFill>
                  <a:schemeClr val="accent2"/>
                </a:solidFill>
              </a:rPr>
              <a:t>Conversions:</a:t>
            </a:r>
          </a:p>
          <a:p>
            <a:pPr marL="12700" marR="5080"/>
            <a:r>
              <a:rPr lang="en-US" sz="1400" kern="0" spc="-80" dirty="0">
                <a:solidFill>
                  <a:schemeClr val="accent6"/>
                </a:solidFill>
              </a:rPr>
              <a:t>x = r cos </a:t>
            </a:r>
            <a:r>
              <a:rPr lang="el-GR" sz="1400" kern="0" spc="-80" dirty="0">
                <a:solidFill>
                  <a:schemeClr val="accent6"/>
                </a:solidFill>
              </a:rPr>
              <a:t>θ</a:t>
            </a:r>
          </a:p>
          <a:p>
            <a:pPr marL="12700" marR="5080"/>
            <a:r>
              <a:rPr lang="en-US" sz="1400" kern="0" spc="-80" dirty="0">
                <a:solidFill>
                  <a:schemeClr val="accent6"/>
                </a:solidFill>
              </a:rPr>
              <a:t>y = r sin </a:t>
            </a:r>
            <a:r>
              <a:rPr lang="el-GR" sz="1400" kern="0" spc="-80" dirty="0">
                <a:solidFill>
                  <a:schemeClr val="accent6"/>
                </a:solidFill>
              </a:rPr>
              <a:t>θ</a:t>
            </a:r>
          </a:p>
          <a:p>
            <a:pPr marL="12700" marR="5080"/>
            <a:r>
              <a:rPr lang="en-US" sz="1400" kern="0" spc="-80" dirty="0">
                <a:solidFill>
                  <a:schemeClr val="accent2"/>
                </a:solidFill>
              </a:rPr>
              <a:t>Used for:</a:t>
            </a:r>
          </a:p>
          <a:p>
            <a:pPr marL="12700" marR="5080"/>
            <a:r>
              <a:rPr lang="en-US" sz="1400" kern="0" spc="-80" dirty="0">
                <a:solidFill>
                  <a:schemeClr val="accent6"/>
                </a:solidFill>
              </a:rPr>
              <a:t>Clock hands</a:t>
            </a:r>
          </a:p>
          <a:p>
            <a:pPr marL="12700" marR="5080"/>
            <a:r>
              <a:rPr lang="en-US" sz="1400" kern="0" spc="-80" dirty="0">
                <a:solidFill>
                  <a:schemeClr val="accent6"/>
                </a:solidFill>
              </a:rPr>
              <a:t>Radial sliders</a:t>
            </a:r>
          </a:p>
          <a:p>
            <a:pPr marL="12700" marR="5080"/>
            <a:r>
              <a:rPr lang="en-US" sz="1400" kern="0" spc="-80" dirty="0">
                <a:solidFill>
                  <a:schemeClr val="accent6"/>
                </a:solidFill>
              </a:rPr>
              <a:t>Pie charts</a:t>
            </a:r>
          </a:p>
          <a:p>
            <a:pPr marL="12700" marR="5080"/>
            <a:r>
              <a:rPr lang="en-US" sz="1400" kern="0" spc="-80" dirty="0">
                <a:solidFill>
                  <a:schemeClr val="accent6"/>
                </a:solidFill>
              </a:rPr>
              <a:t>Circular carousels</a:t>
            </a:r>
          </a:p>
          <a:p>
            <a:pPr marL="12700" marR="5080"/>
            <a:r>
              <a:rPr lang="en-US" sz="1400" kern="0" spc="-80" dirty="0">
                <a:solidFill>
                  <a:schemeClr val="accent6"/>
                </a:solidFill>
              </a:rPr>
              <a:t>Arc menus</a:t>
            </a:r>
          </a:p>
          <a:p>
            <a:pPr marL="12700" marR="5080"/>
            <a:r>
              <a:rPr lang="en-US" sz="1400" kern="0" spc="-80" dirty="0">
                <a:solidFill>
                  <a:schemeClr val="accent2"/>
                </a:solidFill>
              </a:rPr>
              <a:t>Reverse:</a:t>
            </a:r>
          </a:p>
          <a:p>
            <a:pPr marL="12700" marR="5080"/>
            <a:r>
              <a:rPr lang="en-US" sz="1400" kern="0" spc="-80" dirty="0">
                <a:solidFill>
                  <a:schemeClr val="accent6"/>
                </a:solidFill>
              </a:rPr>
              <a:t>r = √(x² + y²)</a:t>
            </a:r>
          </a:p>
          <a:p>
            <a:pPr marL="12700" marR="5080"/>
            <a:r>
              <a:rPr lang="el-GR" sz="1400" kern="0" spc="-80" dirty="0">
                <a:solidFill>
                  <a:schemeClr val="accent6"/>
                </a:solidFill>
              </a:rPr>
              <a:t>θ = </a:t>
            </a:r>
            <a:r>
              <a:rPr lang="en-US" sz="1400" kern="0" spc="-80" dirty="0">
                <a:solidFill>
                  <a:schemeClr val="accent6"/>
                </a:solidFill>
              </a:rPr>
              <a:t>atan2(y, x)</a:t>
            </a:r>
          </a:p>
          <a:p>
            <a:pPr marL="12700" marR="5080"/>
            <a:endParaRPr lang="en-US" sz="1400" kern="0" spc="-80" dirty="0">
              <a:solidFill>
                <a:schemeClr val="accent6"/>
              </a:solidFill>
            </a:endParaRPr>
          </a:p>
          <a:p>
            <a:pPr marL="12700" marR="5080"/>
            <a:r>
              <a:rPr lang="en-US" sz="1400" kern="0" spc="-80" dirty="0">
                <a:solidFill>
                  <a:schemeClr val="accent2"/>
                </a:solidFill>
              </a:rPr>
              <a:t>✅ 4.5 Arc Length &amp; Circular Paths</a:t>
            </a:r>
          </a:p>
          <a:p>
            <a:pPr marL="12700" marR="5080"/>
            <a:r>
              <a:rPr lang="en-US" sz="1400" kern="0" spc="-80" dirty="0">
                <a:solidFill>
                  <a:schemeClr val="accent6"/>
                </a:solidFill>
              </a:rPr>
              <a:t>Arc length</a:t>
            </a:r>
          </a:p>
          <a:p>
            <a:pPr marL="12700" marR="5080"/>
            <a:r>
              <a:rPr lang="en-US" sz="1400" kern="0" spc="-80" dirty="0">
                <a:solidFill>
                  <a:schemeClr val="accent6"/>
                </a:solidFill>
              </a:rPr>
              <a:t>s = r</a:t>
            </a:r>
            <a:r>
              <a:rPr lang="el-GR" sz="1400" kern="0" spc="-80" dirty="0">
                <a:solidFill>
                  <a:schemeClr val="accent6"/>
                </a:solidFill>
              </a:rPr>
              <a:t>θ   (θ </a:t>
            </a:r>
            <a:r>
              <a:rPr lang="en-US" sz="1400" kern="0" spc="-80" dirty="0">
                <a:solidFill>
                  <a:schemeClr val="accent6"/>
                </a:solidFill>
              </a:rPr>
              <a:t>in radians)</a:t>
            </a:r>
          </a:p>
          <a:p>
            <a:pPr marL="12700" marR="5080"/>
            <a:r>
              <a:rPr lang="en-US" sz="1400" kern="0" spc="-80" dirty="0">
                <a:solidFill>
                  <a:schemeClr val="accent6"/>
                </a:solidFill>
              </a:rPr>
              <a:t>Used to animate an object along a circular path.</a:t>
            </a:r>
          </a:p>
          <a:p>
            <a:pPr marL="12700" marR="5080"/>
            <a:r>
              <a:rPr lang="en-US" sz="1400" kern="0" spc="-80" dirty="0">
                <a:solidFill>
                  <a:schemeClr val="accent6"/>
                </a:solidFill>
              </a:rPr>
              <a:t>Chord length</a:t>
            </a:r>
          </a:p>
          <a:p>
            <a:pPr marL="12700" marR="5080"/>
            <a:r>
              <a:rPr lang="en-US" sz="1400" kern="0" spc="-80" dirty="0">
                <a:solidFill>
                  <a:schemeClr val="accent6"/>
                </a:solidFill>
              </a:rPr>
              <a:t>c = 2r sin(</a:t>
            </a:r>
            <a:r>
              <a:rPr lang="el-GR" sz="1400" kern="0" spc="-80" dirty="0">
                <a:solidFill>
                  <a:schemeClr val="accent6"/>
                </a:solidFill>
              </a:rPr>
              <a:t>θ/2)</a:t>
            </a:r>
            <a:endParaRPr lang="en-US" sz="1400" kern="0" spc="-80" dirty="0">
              <a:solidFill>
                <a:schemeClr val="accent6"/>
              </a:solidFill>
            </a:endParaRPr>
          </a:p>
          <a:p>
            <a:pPr marL="12700" marR="5080"/>
            <a:r>
              <a:rPr lang="en-US" sz="1400" kern="0" spc="-80" dirty="0">
                <a:solidFill>
                  <a:schemeClr val="accent6"/>
                </a:solidFill>
              </a:rPr>
              <a:t>Used for spacing items around a circle evenly.</a:t>
            </a:r>
          </a:p>
          <a:p>
            <a:pPr marL="12700" marR="5080"/>
            <a:endParaRPr lang="en-US" sz="1500" kern="0" spc="-80" dirty="0">
              <a:solidFill>
                <a:schemeClr val="accent6"/>
              </a:solidFill>
            </a:endParaRPr>
          </a:p>
          <a:p>
            <a:pPr marL="12700" marR="5080"/>
            <a:endParaRPr lang="el-GR" sz="1500" kern="0" spc="-80" dirty="0">
              <a:solidFill>
                <a:schemeClr val="accent6"/>
              </a:solidFill>
            </a:endParaRPr>
          </a:p>
        </p:txBody>
      </p:sp>
    </p:spTree>
    <p:extLst>
      <p:ext uri="{BB962C8B-B14F-4D97-AF65-F5344CB8AC3E}">
        <p14:creationId xmlns:p14="http://schemas.microsoft.com/office/powerpoint/2010/main" val="824988185"/>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35DD0-88BE-7A70-F580-32C73380E7C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64187F-B401-1C9C-B695-C16239A1BFE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4C63C5D-8A8C-ABEE-ACB0-08DC5EFA769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A62E857-077B-3BE3-67AF-7E07CFD5832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1CE1738-F32B-7F21-3395-656D3A8D121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206693E-CDA1-9346-107C-4E68887820A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0085F45-3AC1-EBD2-7411-A0F72020B82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FBC77D0-8280-9016-9FA7-06FF8C57077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7B291EF-BD88-4B4A-80BB-3B9874650E6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95F9D08-7A94-45C6-AD69-F9E93FD546A6}"/>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4. Trigonometry for UI, Animation &amp; Gestures</a:t>
            </a:r>
          </a:p>
          <a:p>
            <a:pPr marL="12700" marR="5080"/>
            <a:r>
              <a:rPr lang="en-US" sz="1500" kern="0" spc="-80" dirty="0">
                <a:solidFill>
                  <a:schemeClr val="accent2"/>
                </a:solidFill>
              </a:rPr>
              <a:t>✅ 4.6 Circular Interpolation (Angle LERP)</a:t>
            </a:r>
          </a:p>
          <a:p>
            <a:pPr marL="12700" marR="5080"/>
            <a:r>
              <a:rPr lang="en-US" sz="1500" kern="0" spc="-80" dirty="0">
                <a:solidFill>
                  <a:schemeClr val="accent2"/>
                </a:solidFill>
              </a:rPr>
              <a:t>Simple LERP doesn’t work for angles because:</a:t>
            </a:r>
          </a:p>
          <a:p>
            <a:pPr marL="12700" marR="5080"/>
            <a:r>
              <a:rPr lang="en-US" sz="1500" kern="0" spc="-80" dirty="0">
                <a:solidFill>
                  <a:schemeClr val="accent6"/>
                </a:solidFill>
              </a:rPr>
              <a:t>359° → 1°</a:t>
            </a:r>
          </a:p>
          <a:p>
            <a:pPr marL="12700" marR="5080"/>
            <a:r>
              <a:rPr lang="en-US" sz="1500" kern="0" spc="-80" dirty="0">
                <a:solidFill>
                  <a:schemeClr val="accent2"/>
                </a:solidFill>
              </a:rPr>
              <a:t>LERP gives 180°, wrong!</a:t>
            </a:r>
          </a:p>
          <a:p>
            <a:pPr marL="12700" marR="5080"/>
            <a:r>
              <a:rPr lang="en-US" sz="1500" kern="0" spc="-80" dirty="0">
                <a:solidFill>
                  <a:schemeClr val="accent2"/>
                </a:solidFill>
              </a:rPr>
              <a:t>Correct formula:</a:t>
            </a:r>
          </a:p>
          <a:p>
            <a:pPr marL="12700" marR="5080"/>
            <a:r>
              <a:rPr lang="en-US" sz="1500" kern="0" spc="-80" dirty="0">
                <a:solidFill>
                  <a:schemeClr val="accent6"/>
                </a:solidFill>
              </a:rPr>
              <a:t>t = normalized progress</a:t>
            </a:r>
          </a:p>
          <a:p>
            <a:pPr marL="12700" marR="5080"/>
            <a:r>
              <a:rPr lang="en-US" sz="1500" kern="0" spc="-80" dirty="0">
                <a:solidFill>
                  <a:schemeClr val="accent6"/>
                </a:solidFill>
              </a:rPr>
              <a:t>result = start + </a:t>
            </a:r>
            <a:r>
              <a:rPr lang="en-US" sz="1500" kern="0" spc="-80" dirty="0" err="1">
                <a:solidFill>
                  <a:schemeClr val="accent6"/>
                </a:solidFill>
              </a:rPr>
              <a:t>shortestAngleDelta</a:t>
            </a:r>
            <a:r>
              <a:rPr lang="en-US" sz="1500" kern="0" spc="-80" dirty="0">
                <a:solidFill>
                  <a:schemeClr val="accent6"/>
                </a:solidFill>
              </a:rPr>
              <a:t>(start, end) * t</a:t>
            </a:r>
          </a:p>
          <a:p>
            <a:pPr marL="12700" marR="5080"/>
            <a:r>
              <a:rPr lang="en-US" sz="1500" kern="0" spc="-80" dirty="0">
                <a:solidFill>
                  <a:schemeClr val="accent6"/>
                </a:solidFill>
              </a:rPr>
              <a:t>Usually implemented with:</a:t>
            </a:r>
          </a:p>
          <a:p>
            <a:pPr marL="12700" marR="5080"/>
            <a:r>
              <a:rPr lang="en-US" sz="1500" kern="0" spc="-80" dirty="0">
                <a:solidFill>
                  <a:schemeClr val="accent6"/>
                </a:solidFill>
              </a:rPr>
              <a:t>delta = atan2(sin(b-a), cos(b-a))</a:t>
            </a:r>
          </a:p>
          <a:p>
            <a:pPr marL="12700" marR="5080"/>
            <a:r>
              <a:rPr lang="en-US" sz="1500" kern="0" spc="-80" dirty="0">
                <a:solidFill>
                  <a:schemeClr val="accent2"/>
                </a:solidFill>
              </a:rPr>
              <a:t>Used in:</a:t>
            </a:r>
          </a:p>
          <a:p>
            <a:pPr marL="12700" marR="5080"/>
            <a:r>
              <a:rPr lang="en-US" sz="1500" kern="0" spc="-80" dirty="0">
                <a:solidFill>
                  <a:schemeClr val="accent6"/>
                </a:solidFill>
              </a:rPr>
              <a:t>Smooth rotation transitions</a:t>
            </a:r>
          </a:p>
          <a:p>
            <a:pPr marL="12700" marR="5080"/>
            <a:r>
              <a:rPr lang="en-US" sz="1500" kern="0" spc="-80" dirty="0">
                <a:solidFill>
                  <a:schemeClr val="accent6"/>
                </a:solidFill>
              </a:rPr>
              <a:t>Compass</a:t>
            </a:r>
          </a:p>
          <a:p>
            <a:pPr marL="12700" marR="5080"/>
            <a:r>
              <a:rPr lang="en-US" sz="1500" kern="0" spc="-80" dirty="0">
                <a:solidFill>
                  <a:schemeClr val="accent6"/>
                </a:solidFill>
              </a:rPr>
              <a:t>Gauges</a:t>
            </a:r>
          </a:p>
          <a:p>
            <a:pPr marL="12700" marR="5080"/>
            <a:endParaRPr lang="en-US" sz="1500" kern="0" spc="-80" dirty="0">
              <a:solidFill>
                <a:schemeClr val="accent6"/>
              </a:solidFill>
            </a:endParaRPr>
          </a:p>
          <a:p>
            <a:pPr marL="12700" marR="5080"/>
            <a:r>
              <a:rPr lang="en-US" sz="1500" kern="0" spc="-80" dirty="0">
                <a:solidFill>
                  <a:schemeClr val="accent2"/>
                </a:solidFill>
              </a:rPr>
              <a:t>✅ 4.7 Trigonometry in Rotations</a:t>
            </a:r>
          </a:p>
          <a:p>
            <a:pPr marL="12700" marR="5080"/>
            <a:r>
              <a:rPr lang="en-US" sz="1500" kern="0" spc="-80" dirty="0">
                <a:solidFill>
                  <a:schemeClr val="accent2"/>
                </a:solidFill>
              </a:rPr>
              <a:t>Rotate point around origin</a:t>
            </a:r>
          </a:p>
          <a:p>
            <a:pPr marL="12700" marR="5080"/>
            <a:r>
              <a:rPr lang="en-US" sz="1500" kern="0" spc="-80" dirty="0">
                <a:solidFill>
                  <a:schemeClr val="accent6"/>
                </a:solidFill>
              </a:rPr>
              <a:t>x' = x cos</a:t>
            </a:r>
            <a:r>
              <a:rPr lang="el-GR" sz="1500" kern="0" spc="-80" dirty="0">
                <a:solidFill>
                  <a:schemeClr val="accent6"/>
                </a:solidFill>
              </a:rPr>
              <a:t>θ - </a:t>
            </a:r>
            <a:r>
              <a:rPr lang="en-US" sz="1500" kern="0" spc="-80" dirty="0">
                <a:solidFill>
                  <a:schemeClr val="accent6"/>
                </a:solidFill>
              </a:rPr>
              <a:t>y sin</a:t>
            </a:r>
            <a:r>
              <a:rPr lang="el-GR" sz="1500" kern="0" spc="-80" dirty="0">
                <a:solidFill>
                  <a:schemeClr val="accent6"/>
                </a:solidFill>
              </a:rPr>
              <a:t>θ</a:t>
            </a:r>
          </a:p>
          <a:p>
            <a:pPr marL="12700" marR="5080"/>
            <a:r>
              <a:rPr lang="en-US" sz="1500" kern="0" spc="-80" dirty="0">
                <a:solidFill>
                  <a:schemeClr val="accent6"/>
                </a:solidFill>
              </a:rPr>
              <a:t>y' = x sin</a:t>
            </a:r>
            <a:r>
              <a:rPr lang="el-GR" sz="1500" kern="0" spc="-80" dirty="0">
                <a:solidFill>
                  <a:schemeClr val="accent6"/>
                </a:solidFill>
              </a:rPr>
              <a:t>θ + </a:t>
            </a:r>
            <a:r>
              <a:rPr lang="en-US" sz="1500" kern="0" spc="-80" dirty="0">
                <a:solidFill>
                  <a:schemeClr val="accent6"/>
                </a:solidFill>
              </a:rPr>
              <a:t>y cos</a:t>
            </a:r>
            <a:r>
              <a:rPr lang="el-GR" sz="1500" kern="0" spc="-80" dirty="0">
                <a:solidFill>
                  <a:schemeClr val="accent6"/>
                </a:solidFill>
              </a:rPr>
              <a:t>θ</a:t>
            </a:r>
          </a:p>
          <a:p>
            <a:pPr marL="12700" marR="5080"/>
            <a:r>
              <a:rPr lang="en-US" sz="1500" kern="0" spc="-80" dirty="0">
                <a:solidFill>
                  <a:schemeClr val="accent2"/>
                </a:solidFill>
              </a:rPr>
              <a:t>Rotate around arbitrary point P(cx, cy)</a:t>
            </a:r>
          </a:p>
          <a:p>
            <a:pPr marL="12700" marR="5080"/>
            <a:r>
              <a:rPr lang="en-US" sz="1500" kern="0" spc="-80" dirty="0">
                <a:solidFill>
                  <a:schemeClr val="accent2"/>
                </a:solidFill>
              </a:rPr>
              <a:t>Translate → rotate → translate back:</a:t>
            </a:r>
          </a:p>
          <a:p>
            <a:pPr marL="12700" marR="5080"/>
            <a:r>
              <a:rPr lang="en-US" sz="1500" kern="0" spc="-80" dirty="0">
                <a:solidFill>
                  <a:schemeClr val="accent6"/>
                </a:solidFill>
              </a:rPr>
              <a:t>x' = cos</a:t>
            </a:r>
            <a:r>
              <a:rPr lang="el-GR" sz="1500" kern="0" spc="-80" dirty="0">
                <a:solidFill>
                  <a:schemeClr val="accent6"/>
                </a:solidFill>
              </a:rPr>
              <a:t>θ(</a:t>
            </a:r>
            <a:r>
              <a:rPr lang="en-US" sz="1500" kern="0" spc="-80" dirty="0">
                <a:solidFill>
                  <a:schemeClr val="accent6"/>
                </a:solidFill>
              </a:rPr>
              <a:t>x-cx) - sin</a:t>
            </a:r>
            <a:r>
              <a:rPr lang="el-GR" sz="1500" kern="0" spc="-80" dirty="0">
                <a:solidFill>
                  <a:schemeClr val="accent6"/>
                </a:solidFill>
              </a:rPr>
              <a:t>θ(</a:t>
            </a:r>
            <a:r>
              <a:rPr lang="en-US" sz="1500" kern="0" spc="-80" dirty="0">
                <a:solidFill>
                  <a:schemeClr val="accent6"/>
                </a:solidFill>
              </a:rPr>
              <a:t>y-cy) + cx</a:t>
            </a:r>
          </a:p>
          <a:p>
            <a:pPr marL="12700" marR="5080"/>
            <a:r>
              <a:rPr lang="en-US" sz="1500" kern="0" spc="-80" dirty="0">
                <a:solidFill>
                  <a:schemeClr val="accent6"/>
                </a:solidFill>
              </a:rPr>
              <a:t>y' = sin</a:t>
            </a:r>
            <a:r>
              <a:rPr lang="el-GR" sz="1500" kern="0" spc="-80" dirty="0">
                <a:solidFill>
                  <a:schemeClr val="accent6"/>
                </a:solidFill>
              </a:rPr>
              <a:t>θ(</a:t>
            </a:r>
            <a:r>
              <a:rPr lang="en-US" sz="1500" kern="0" spc="-80" dirty="0">
                <a:solidFill>
                  <a:schemeClr val="accent6"/>
                </a:solidFill>
              </a:rPr>
              <a:t>x-cx) + cos</a:t>
            </a:r>
            <a:r>
              <a:rPr lang="el-GR" sz="1500" kern="0" spc="-80" dirty="0">
                <a:solidFill>
                  <a:schemeClr val="accent6"/>
                </a:solidFill>
              </a:rPr>
              <a:t>θ(</a:t>
            </a:r>
            <a:r>
              <a:rPr lang="en-US" sz="1500" kern="0" spc="-80" dirty="0">
                <a:solidFill>
                  <a:schemeClr val="accent6"/>
                </a:solidFill>
              </a:rPr>
              <a:t>y-cy) + cy</a:t>
            </a:r>
          </a:p>
        </p:txBody>
      </p:sp>
    </p:spTree>
    <p:extLst>
      <p:ext uri="{BB962C8B-B14F-4D97-AF65-F5344CB8AC3E}">
        <p14:creationId xmlns:p14="http://schemas.microsoft.com/office/powerpoint/2010/main" val="310456460"/>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1AFD1-0C28-1E40-C49F-462534BD83C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ACDF2BD-7828-67FA-51CF-9704C70C061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0A65A98-E9A1-2D16-DFAA-A309DF37D33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0FCFEDF-DBEC-2BE1-BA3B-0DDFD449A90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F46F1D5-9175-3E8B-4E7D-1FB6C74D186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40FDE4F-AAEE-5AEE-75C9-F8C1CC82C6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AA82A42-D17D-AAB4-800C-7D00C571824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79DB639-FE1F-9340-3668-EA5FAEB73CA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1F25C5E-19B8-A5B9-059B-8B44D1B7C81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6D759EC-0066-C7DA-33B6-0AC52535B7C8}"/>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4. Trigonometry for UI, Animation &amp; Gestures</a:t>
            </a:r>
          </a:p>
          <a:p>
            <a:pPr marL="12700" marR="5080"/>
            <a:r>
              <a:rPr lang="en-US" sz="1500" kern="0" spc="-80" dirty="0">
                <a:solidFill>
                  <a:schemeClr val="accent2"/>
                </a:solidFill>
              </a:rPr>
              <a:t>✅ 4.7 Trigonometry in Rotations</a:t>
            </a:r>
          </a:p>
          <a:p>
            <a:pPr marL="12700" marR="5080"/>
            <a:r>
              <a:rPr lang="en-US" sz="1500" kern="0" spc="-80" dirty="0">
                <a:solidFill>
                  <a:schemeClr val="accent2"/>
                </a:solidFill>
              </a:rPr>
              <a:t>Used for:</a:t>
            </a:r>
          </a:p>
          <a:p>
            <a:pPr marL="12700" marR="5080"/>
            <a:r>
              <a:rPr lang="en-US" sz="1500" kern="0" spc="-80" dirty="0">
                <a:solidFill>
                  <a:schemeClr val="accent6"/>
                </a:solidFill>
              </a:rPr>
              <a:t>CSS transforms</a:t>
            </a:r>
          </a:p>
          <a:p>
            <a:pPr marL="12700" marR="5080"/>
            <a:r>
              <a:rPr lang="en-US" sz="1500" kern="0" spc="-80" dirty="0" err="1">
                <a:solidFill>
                  <a:schemeClr val="accent6"/>
                </a:solidFill>
              </a:rPr>
              <a:t>TransformOrigin</a:t>
            </a:r>
            <a:r>
              <a:rPr lang="en-US" sz="1500" kern="0" spc="-80" dirty="0">
                <a:solidFill>
                  <a:schemeClr val="accent6"/>
                </a:solidFill>
              </a:rPr>
              <a:t> in Compose</a:t>
            </a:r>
          </a:p>
          <a:p>
            <a:pPr marL="12700" marR="5080"/>
            <a:r>
              <a:rPr lang="en-US" sz="1500" kern="0" spc="-80" dirty="0" err="1">
                <a:solidFill>
                  <a:schemeClr val="accent6"/>
                </a:solidFill>
              </a:rPr>
              <a:t>SwiftUI</a:t>
            </a:r>
            <a:r>
              <a:rPr lang="en-US" sz="1500" kern="0" spc="-80" dirty="0">
                <a:solidFill>
                  <a:schemeClr val="accent6"/>
                </a:solidFill>
              </a:rPr>
              <a:t> </a:t>
            </a:r>
            <a:r>
              <a:rPr lang="en-US" sz="1500" kern="0" spc="-80" dirty="0" err="1">
                <a:solidFill>
                  <a:schemeClr val="accent6"/>
                </a:solidFill>
              </a:rPr>
              <a:t>rotationEffect</a:t>
            </a:r>
            <a:r>
              <a:rPr lang="en-US" sz="1500" kern="0" spc="-80" dirty="0">
                <a:solidFill>
                  <a:schemeClr val="accent6"/>
                </a:solidFill>
              </a:rPr>
              <a:t>(anchor:)</a:t>
            </a:r>
          </a:p>
          <a:p>
            <a:pPr marL="12700" marR="5080"/>
            <a:r>
              <a:rPr lang="en-US" sz="1500" kern="0" spc="-80" dirty="0">
                <a:solidFill>
                  <a:schemeClr val="accent6"/>
                </a:solidFill>
              </a:rPr>
              <a:t>Rotating elements around their center</a:t>
            </a:r>
          </a:p>
          <a:p>
            <a:pPr marL="12700" marR="5080"/>
            <a:endParaRPr lang="en-US" sz="1500" kern="0" spc="-80" dirty="0">
              <a:solidFill>
                <a:schemeClr val="accent6"/>
              </a:solidFill>
            </a:endParaRPr>
          </a:p>
          <a:p>
            <a:pPr marL="12700" marR="5080"/>
            <a:r>
              <a:rPr lang="en-US" sz="1500" kern="0" spc="-80" dirty="0">
                <a:solidFill>
                  <a:schemeClr val="accent2"/>
                </a:solidFill>
              </a:rPr>
              <a:t>✅ 4.8 Trigonometry in Animations (Waves &amp; Oscillations)</a:t>
            </a:r>
          </a:p>
          <a:p>
            <a:pPr marL="12700" marR="5080"/>
            <a:r>
              <a:rPr lang="en-US" sz="1500" kern="0" spc="-80" dirty="0">
                <a:solidFill>
                  <a:schemeClr val="accent2"/>
                </a:solidFill>
              </a:rPr>
              <a:t>Sine wave motion</a:t>
            </a:r>
          </a:p>
          <a:p>
            <a:pPr marL="12700" marR="5080"/>
            <a:r>
              <a:rPr lang="en-US" sz="1500" kern="0" spc="-80" dirty="0">
                <a:solidFill>
                  <a:schemeClr val="accent6"/>
                </a:solidFill>
              </a:rPr>
              <a:t>y = A sin(</a:t>
            </a:r>
            <a:r>
              <a:rPr lang="el-GR" sz="1500" kern="0" spc="-80" dirty="0">
                <a:solidFill>
                  <a:schemeClr val="accent6"/>
                </a:solidFill>
              </a:rPr>
              <a:t>ω</a:t>
            </a:r>
            <a:r>
              <a:rPr lang="en-US" sz="1500" kern="0" spc="-80" dirty="0">
                <a:solidFill>
                  <a:schemeClr val="accent6"/>
                </a:solidFill>
              </a:rPr>
              <a:t>t + </a:t>
            </a:r>
            <a:r>
              <a:rPr lang="el-GR" sz="1500" kern="0" spc="-80" dirty="0">
                <a:solidFill>
                  <a:schemeClr val="accent6"/>
                </a:solidFill>
              </a:rPr>
              <a:t>φ)</a:t>
            </a:r>
          </a:p>
          <a:p>
            <a:pPr marL="12700" marR="5080"/>
            <a:r>
              <a:rPr lang="en-US" sz="1500" kern="0" spc="-80" dirty="0">
                <a:solidFill>
                  <a:schemeClr val="accent2"/>
                </a:solidFill>
              </a:rPr>
              <a:t>Where:</a:t>
            </a:r>
          </a:p>
          <a:p>
            <a:pPr marL="12700" marR="5080"/>
            <a:r>
              <a:rPr lang="en-US" sz="1500" kern="0" spc="-80" dirty="0">
                <a:solidFill>
                  <a:schemeClr val="accent6"/>
                </a:solidFill>
              </a:rPr>
              <a:t>A = amplitude</a:t>
            </a:r>
          </a:p>
          <a:p>
            <a:pPr marL="12700" marR="5080"/>
            <a:r>
              <a:rPr lang="el-GR" sz="1500" kern="0" spc="-80" dirty="0">
                <a:solidFill>
                  <a:schemeClr val="accent6"/>
                </a:solidFill>
              </a:rPr>
              <a:t>ω = </a:t>
            </a:r>
            <a:r>
              <a:rPr lang="en-US" sz="1500" kern="0" spc="-80" dirty="0">
                <a:solidFill>
                  <a:schemeClr val="accent6"/>
                </a:solidFill>
              </a:rPr>
              <a:t>speed</a:t>
            </a:r>
          </a:p>
          <a:p>
            <a:pPr marL="12700" marR="5080"/>
            <a:r>
              <a:rPr lang="el-GR" sz="1500" kern="0" spc="-80" dirty="0">
                <a:solidFill>
                  <a:schemeClr val="accent6"/>
                </a:solidFill>
              </a:rPr>
              <a:t>φ = </a:t>
            </a:r>
            <a:r>
              <a:rPr lang="en-US" sz="1500" kern="0" spc="-80" dirty="0">
                <a:solidFill>
                  <a:schemeClr val="accent6"/>
                </a:solidFill>
              </a:rPr>
              <a:t>offset</a:t>
            </a:r>
          </a:p>
          <a:p>
            <a:pPr marL="12700" marR="5080"/>
            <a:r>
              <a:rPr lang="en-US" sz="1500" kern="0" spc="-80" dirty="0">
                <a:solidFill>
                  <a:schemeClr val="accent2"/>
                </a:solidFill>
              </a:rPr>
              <a:t>Used for:</a:t>
            </a:r>
          </a:p>
          <a:p>
            <a:pPr marL="12700" marR="5080"/>
            <a:r>
              <a:rPr lang="en-US" sz="1500" kern="0" spc="-80" dirty="0">
                <a:solidFill>
                  <a:schemeClr val="accent6"/>
                </a:solidFill>
              </a:rPr>
              <a:t>Floating animations</a:t>
            </a:r>
          </a:p>
          <a:p>
            <a:pPr marL="12700" marR="5080"/>
            <a:r>
              <a:rPr lang="en-US" sz="1500" kern="0" spc="-80" dirty="0">
                <a:solidFill>
                  <a:schemeClr val="accent6"/>
                </a:solidFill>
              </a:rPr>
              <a:t>Pulsing UI</a:t>
            </a:r>
          </a:p>
          <a:p>
            <a:pPr marL="12700" marR="5080"/>
            <a:r>
              <a:rPr lang="en-US" sz="1500" kern="0" spc="-80" dirty="0">
                <a:solidFill>
                  <a:schemeClr val="accent6"/>
                </a:solidFill>
              </a:rPr>
              <a:t>Wave progress bars</a:t>
            </a:r>
          </a:p>
          <a:p>
            <a:pPr marL="12700" marR="5080"/>
            <a:r>
              <a:rPr lang="en-US" sz="1500" kern="0" spc="-80" dirty="0">
                <a:solidFill>
                  <a:schemeClr val="accent6"/>
                </a:solidFill>
              </a:rPr>
              <a:t>Breathing animations</a:t>
            </a:r>
          </a:p>
          <a:p>
            <a:pPr marL="12700" marR="5080"/>
            <a:r>
              <a:rPr lang="en-US" sz="1500" kern="0" spc="-80" dirty="0">
                <a:solidFill>
                  <a:schemeClr val="accent2"/>
                </a:solidFill>
              </a:rPr>
              <a:t>Example JS:</a:t>
            </a:r>
          </a:p>
          <a:p>
            <a:pPr marL="12700" marR="5080"/>
            <a:r>
              <a:rPr lang="en-US" sz="1500" kern="0" spc="-80" dirty="0">
                <a:solidFill>
                  <a:schemeClr val="accent6"/>
                </a:solidFill>
              </a:rPr>
              <a:t>y = 10 * </a:t>
            </a:r>
            <a:r>
              <a:rPr lang="en-US" sz="1500" kern="0" spc="-80" dirty="0" err="1">
                <a:solidFill>
                  <a:schemeClr val="accent6"/>
                </a:solidFill>
              </a:rPr>
              <a:t>Math.sin</a:t>
            </a:r>
            <a:r>
              <a:rPr lang="en-US" sz="1500" kern="0" spc="-80" dirty="0">
                <a:solidFill>
                  <a:schemeClr val="accent6"/>
                </a:solidFill>
              </a:rPr>
              <a:t>(time * 2);</a:t>
            </a:r>
          </a:p>
        </p:txBody>
      </p:sp>
    </p:spTree>
    <p:extLst>
      <p:ext uri="{BB962C8B-B14F-4D97-AF65-F5344CB8AC3E}">
        <p14:creationId xmlns:p14="http://schemas.microsoft.com/office/powerpoint/2010/main" val="726383654"/>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ECE41-5C15-712C-CBA8-8B7025BD529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C044516-FE1F-749D-5093-0C88AFDBF3B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DD3A498-8885-BFAE-2186-A3C49645239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7A237F3-F23E-E1F6-4622-7794AC1CFAB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38EB866-8A20-CFF5-5477-2178C4DC745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11F59FE-227E-E720-E6D7-2646040053C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5D0A1B0-3110-6774-5E4D-739B36D8328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A35C6D1-110B-8988-7195-915067C030D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6F52D25-5234-0943-6ECD-3E298F7A707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0D09CAA-39D3-7791-07C3-4E90206E1E2F}"/>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4. Trigonometry for UI, Animation &amp; Gestures</a:t>
            </a:r>
          </a:p>
          <a:p>
            <a:pPr marL="12700" marR="5080"/>
            <a:r>
              <a:rPr lang="en-US" sz="1500" kern="0" spc="-80" dirty="0">
                <a:solidFill>
                  <a:schemeClr val="accent2"/>
                </a:solidFill>
              </a:rPr>
              <a:t>✅ 4.9 Trigonometry in Physics-based UI</a:t>
            </a:r>
          </a:p>
          <a:p>
            <a:pPr marL="12700" marR="5080"/>
            <a:r>
              <a:rPr lang="en-US" sz="1500" kern="0" spc="-80" dirty="0">
                <a:solidFill>
                  <a:schemeClr val="accent2"/>
                </a:solidFill>
              </a:rPr>
              <a:t>Springs &amp; oscillations use trig internally:</a:t>
            </a:r>
          </a:p>
          <a:p>
            <a:pPr marL="12700" marR="5080"/>
            <a:r>
              <a:rPr lang="en-US" sz="1500" kern="0" spc="-80" dirty="0">
                <a:solidFill>
                  <a:schemeClr val="accent2"/>
                </a:solidFill>
              </a:rPr>
              <a:t>Critically damped:</a:t>
            </a:r>
          </a:p>
          <a:p>
            <a:pPr marL="12700" marR="5080"/>
            <a:r>
              <a:rPr lang="en-US" sz="1500" kern="0" spc="-80" dirty="0">
                <a:solidFill>
                  <a:schemeClr val="accent6"/>
                </a:solidFill>
              </a:rPr>
              <a:t>x = (C1 + C2 t)e^-kt</a:t>
            </a:r>
          </a:p>
          <a:p>
            <a:pPr marL="12700" marR="5080"/>
            <a:r>
              <a:rPr lang="en-US" sz="1500" kern="0" spc="-80" dirty="0">
                <a:solidFill>
                  <a:schemeClr val="accent2"/>
                </a:solidFill>
              </a:rPr>
              <a:t>Underdamped (oscillation):</a:t>
            </a:r>
          </a:p>
          <a:p>
            <a:pPr marL="12700" marR="5080"/>
            <a:r>
              <a:rPr lang="en-US" sz="1500" kern="0" spc="-80" dirty="0">
                <a:solidFill>
                  <a:schemeClr val="accent6"/>
                </a:solidFill>
              </a:rPr>
              <a:t>x = Ae^-</a:t>
            </a:r>
            <a:r>
              <a:rPr lang="el-GR" sz="1500" kern="0" spc="-80" dirty="0">
                <a:solidFill>
                  <a:schemeClr val="accent6"/>
                </a:solidFill>
              </a:rPr>
              <a:t>β</a:t>
            </a:r>
            <a:r>
              <a:rPr lang="en-US" sz="1500" kern="0" spc="-80" dirty="0">
                <a:solidFill>
                  <a:schemeClr val="accent6"/>
                </a:solidFill>
              </a:rPr>
              <a:t>t sin(</a:t>
            </a:r>
            <a:r>
              <a:rPr lang="el-GR" sz="1500" kern="0" spc="-80" dirty="0">
                <a:solidFill>
                  <a:schemeClr val="accent6"/>
                </a:solidFill>
              </a:rPr>
              <a:t>ω</a:t>
            </a:r>
            <a:r>
              <a:rPr lang="en-US" sz="1500" kern="0" spc="-80" dirty="0">
                <a:solidFill>
                  <a:schemeClr val="accent6"/>
                </a:solidFill>
              </a:rPr>
              <a:t>t + </a:t>
            </a:r>
            <a:r>
              <a:rPr lang="el-GR" sz="1500" kern="0" spc="-80" dirty="0">
                <a:solidFill>
                  <a:schemeClr val="accent6"/>
                </a:solidFill>
              </a:rPr>
              <a:t>φ)</a:t>
            </a:r>
          </a:p>
          <a:p>
            <a:pPr marL="12700" marR="5080"/>
            <a:r>
              <a:rPr lang="en-US" sz="1500" kern="0" spc="-80" dirty="0">
                <a:solidFill>
                  <a:schemeClr val="accent2"/>
                </a:solidFill>
              </a:rPr>
              <a:t>Mobile frameworks wrap this, but trigonometry is inside:</a:t>
            </a:r>
          </a:p>
          <a:p>
            <a:pPr marL="12700" marR="5080"/>
            <a:r>
              <a:rPr lang="en-US" sz="1500" kern="0" spc="-80" dirty="0" err="1">
                <a:solidFill>
                  <a:schemeClr val="accent6"/>
                </a:solidFill>
              </a:rPr>
              <a:t>SwiftUI</a:t>
            </a:r>
            <a:r>
              <a:rPr lang="en-US" sz="1500" kern="0" spc="-80" dirty="0">
                <a:solidFill>
                  <a:schemeClr val="accent6"/>
                </a:solidFill>
              </a:rPr>
              <a:t> springs</a:t>
            </a:r>
          </a:p>
          <a:p>
            <a:pPr marL="12700" marR="5080"/>
            <a:r>
              <a:rPr lang="en-US" sz="1500" kern="0" spc="-80" dirty="0" err="1">
                <a:solidFill>
                  <a:schemeClr val="accent6"/>
                </a:solidFill>
              </a:rPr>
              <a:t>UIKit</a:t>
            </a:r>
            <a:r>
              <a:rPr lang="en-US" sz="1500" kern="0" spc="-80" dirty="0">
                <a:solidFill>
                  <a:schemeClr val="accent6"/>
                </a:solidFill>
              </a:rPr>
              <a:t> dynamics</a:t>
            </a:r>
          </a:p>
          <a:p>
            <a:pPr marL="12700" marR="5080"/>
            <a:r>
              <a:rPr lang="en-US" sz="1500" kern="0" spc="-80" dirty="0">
                <a:solidFill>
                  <a:schemeClr val="accent6"/>
                </a:solidFill>
              </a:rPr>
              <a:t>Android springs</a:t>
            </a:r>
          </a:p>
          <a:p>
            <a:pPr marL="12700" marR="5080"/>
            <a:r>
              <a:rPr lang="en-US" sz="1500" kern="0" spc="-80" dirty="0">
                <a:solidFill>
                  <a:schemeClr val="accent6"/>
                </a:solidFill>
              </a:rPr>
              <a:t>Flutter physics</a:t>
            </a:r>
          </a:p>
          <a:p>
            <a:pPr marL="12700" marR="5080"/>
            <a:endParaRPr lang="en-US" sz="1500" kern="0" spc="-80" dirty="0">
              <a:solidFill>
                <a:schemeClr val="accent6"/>
              </a:solidFill>
            </a:endParaRPr>
          </a:p>
          <a:p>
            <a:pPr marL="12700" marR="5080"/>
            <a:r>
              <a:rPr lang="en-US" sz="1500" kern="0" spc="-80" dirty="0">
                <a:solidFill>
                  <a:schemeClr val="accent2"/>
                </a:solidFill>
              </a:rPr>
              <a:t>✅ 4.10 Trigonometry in Gestures</a:t>
            </a:r>
          </a:p>
          <a:p>
            <a:pPr marL="12700" marR="5080"/>
            <a:r>
              <a:rPr lang="en-US" sz="1500" kern="0" spc="-80" dirty="0">
                <a:solidFill>
                  <a:schemeClr val="accent2"/>
                </a:solidFill>
              </a:rPr>
              <a:t>1. Pinch zoom</a:t>
            </a:r>
          </a:p>
          <a:p>
            <a:pPr marL="12700" marR="5080"/>
            <a:r>
              <a:rPr lang="en-US" sz="1500" kern="0" spc="-80" dirty="0">
                <a:solidFill>
                  <a:schemeClr val="accent2"/>
                </a:solidFill>
              </a:rPr>
              <a:t>Distance between touches:</a:t>
            </a:r>
          </a:p>
          <a:p>
            <a:pPr marL="12700" marR="5080"/>
            <a:r>
              <a:rPr lang="en-US" sz="1500" kern="0" spc="-80" dirty="0">
                <a:solidFill>
                  <a:schemeClr val="accent6"/>
                </a:solidFill>
              </a:rPr>
              <a:t>d = √((x2-x1)² + (y2-y1)²)</a:t>
            </a:r>
          </a:p>
          <a:p>
            <a:pPr marL="12700" marR="5080"/>
            <a:r>
              <a:rPr lang="en-US" sz="1500" kern="0" spc="-80" dirty="0">
                <a:solidFill>
                  <a:schemeClr val="accent2"/>
                </a:solidFill>
              </a:rPr>
              <a:t>Angle between touches:</a:t>
            </a:r>
          </a:p>
          <a:p>
            <a:pPr marL="12700" marR="5080"/>
            <a:r>
              <a:rPr lang="el-GR" sz="1500" kern="0" spc="-80" dirty="0">
                <a:solidFill>
                  <a:schemeClr val="accent6"/>
                </a:solidFill>
              </a:rPr>
              <a:t>θ = </a:t>
            </a:r>
            <a:r>
              <a:rPr lang="en-US" sz="1500" kern="0" spc="-80" dirty="0">
                <a:solidFill>
                  <a:schemeClr val="accent6"/>
                </a:solidFill>
              </a:rPr>
              <a:t>atan2(y2-y1, x2-x1)</a:t>
            </a:r>
          </a:p>
          <a:p>
            <a:pPr marL="12700" marR="5080"/>
            <a:endParaRPr lang="en-US" sz="1500" kern="0" spc="-80" dirty="0">
              <a:solidFill>
                <a:schemeClr val="accent6"/>
              </a:solidFill>
            </a:endParaRPr>
          </a:p>
          <a:p>
            <a:pPr marL="12700" marR="5080"/>
            <a:r>
              <a:rPr lang="en-US" sz="1500" kern="0" spc="-80" dirty="0">
                <a:solidFill>
                  <a:schemeClr val="accent2"/>
                </a:solidFill>
              </a:rPr>
              <a:t>2. Rotation gesture</a:t>
            </a:r>
          </a:p>
          <a:p>
            <a:pPr marL="12700" marR="5080"/>
            <a:r>
              <a:rPr lang="en-US" sz="1500" kern="0" spc="-80" dirty="0">
                <a:solidFill>
                  <a:schemeClr val="accent6"/>
                </a:solidFill>
              </a:rPr>
              <a:t>Compute angle difference between frames.</a:t>
            </a:r>
          </a:p>
        </p:txBody>
      </p:sp>
    </p:spTree>
    <p:extLst>
      <p:ext uri="{BB962C8B-B14F-4D97-AF65-F5344CB8AC3E}">
        <p14:creationId xmlns:p14="http://schemas.microsoft.com/office/powerpoint/2010/main" val="2466026419"/>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3D225C-6DD0-466E-4429-343696FB425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ADD3E1C-964A-9722-1411-92F577B9E22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B82B1F1-9C07-8B7F-AB39-7E83A5ED569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D413464-FD41-BCCF-AF72-7E3E5FA50CC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355E020-943A-E7A1-BB7F-6E7723E4181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C9EDB85-03A6-AA8F-69C9-DA4ADFCDA3E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BF19B63-643D-61ED-879D-7FADE115C18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C7FCBAB-242E-D129-EA6D-7D2DA7A1CD2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82A4D07-904E-25FF-1AF1-9A223E0AF44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E72AC23-55CD-BA7A-9B54-5A666AC5D8A6}"/>
              </a:ext>
            </a:extLst>
          </p:cNvPr>
          <p:cNvSpPr txBox="1">
            <a:spLocks/>
          </p:cNvSpPr>
          <p:nvPr/>
        </p:nvSpPr>
        <p:spPr>
          <a:xfrm>
            <a:off x="152400" y="685800"/>
            <a:ext cx="8624937" cy="53553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4. Trigonometry for UI, Animation &amp; Gestures</a:t>
            </a:r>
          </a:p>
          <a:p>
            <a:pPr marL="12700" marR="5080"/>
            <a:r>
              <a:rPr lang="en-US" sz="1500" kern="0" spc="-80" dirty="0">
                <a:solidFill>
                  <a:schemeClr val="accent2"/>
                </a:solidFill>
              </a:rPr>
              <a:t>✅ 4.10 Trigonometry in Gestures</a:t>
            </a:r>
          </a:p>
          <a:p>
            <a:pPr marL="12700" marR="5080"/>
            <a:r>
              <a:rPr lang="en-US" sz="1500" kern="0" spc="-80" dirty="0">
                <a:solidFill>
                  <a:schemeClr val="accent2"/>
                </a:solidFill>
              </a:rPr>
              <a:t>3. Swipe direction</a:t>
            </a:r>
          </a:p>
          <a:p>
            <a:pPr marL="12700" marR="5080"/>
            <a:r>
              <a:rPr lang="el-GR" sz="1500" kern="0" spc="-80" dirty="0">
                <a:solidFill>
                  <a:schemeClr val="accent6"/>
                </a:solidFill>
              </a:rPr>
              <a:t>θ = </a:t>
            </a:r>
            <a:r>
              <a:rPr lang="en-US" sz="1500" kern="0" spc="-80" dirty="0">
                <a:solidFill>
                  <a:schemeClr val="accent6"/>
                </a:solidFill>
              </a:rPr>
              <a:t>atan2(</a:t>
            </a:r>
            <a:r>
              <a:rPr lang="en-US" sz="1500" kern="0" spc="-80" dirty="0" err="1">
                <a:solidFill>
                  <a:schemeClr val="accent6"/>
                </a:solidFill>
              </a:rPr>
              <a:t>dy</a:t>
            </a:r>
            <a:r>
              <a:rPr lang="en-US" sz="1500" kern="0" spc="-80" dirty="0">
                <a:solidFill>
                  <a:schemeClr val="accent6"/>
                </a:solidFill>
              </a:rPr>
              <a:t>, dx)</a:t>
            </a:r>
          </a:p>
          <a:p>
            <a:pPr marL="12700" marR="5080"/>
            <a:r>
              <a:rPr lang="en-US" sz="1500" kern="0" spc="-80" dirty="0">
                <a:solidFill>
                  <a:schemeClr val="accent6"/>
                </a:solidFill>
              </a:rPr>
              <a:t>Map angle ranges to directions:</a:t>
            </a:r>
          </a:p>
          <a:p>
            <a:pPr marL="12700" marR="5080"/>
            <a:r>
              <a:rPr lang="en-US" sz="1500" kern="0" spc="-80" dirty="0">
                <a:solidFill>
                  <a:schemeClr val="accent6"/>
                </a:solidFill>
              </a:rPr>
              <a:t>0° → right</a:t>
            </a:r>
          </a:p>
          <a:p>
            <a:pPr marL="12700" marR="5080"/>
            <a:r>
              <a:rPr lang="en-US" sz="1500" kern="0" spc="-80" dirty="0">
                <a:solidFill>
                  <a:schemeClr val="accent6"/>
                </a:solidFill>
              </a:rPr>
              <a:t>90° → down</a:t>
            </a:r>
          </a:p>
          <a:p>
            <a:pPr marL="12700" marR="5080"/>
            <a:r>
              <a:rPr lang="en-US" sz="1500" kern="0" spc="-80" dirty="0">
                <a:solidFill>
                  <a:schemeClr val="accent6"/>
                </a:solidFill>
              </a:rPr>
              <a:t>180° → left</a:t>
            </a:r>
          </a:p>
          <a:p>
            <a:pPr marL="12700" marR="5080"/>
            <a:r>
              <a:rPr lang="en-US" sz="1500" kern="0" spc="-80" dirty="0">
                <a:solidFill>
                  <a:schemeClr val="accent6"/>
                </a:solidFill>
              </a:rPr>
              <a:t>270° → up</a:t>
            </a:r>
          </a:p>
          <a:p>
            <a:pPr marL="12700" marR="5080"/>
            <a:r>
              <a:rPr lang="en-US" sz="1500" kern="0" spc="-80" dirty="0">
                <a:solidFill>
                  <a:schemeClr val="accent2"/>
                </a:solidFill>
              </a:rPr>
              <a:t>4. Circular slider</a:t>
            </a:r>
          </a:p>
          <a:p>
            <a:pPr marL="12700" marR="5080"/>
            <a:r>
              <a:rPr lang="en-US" sz="1500" kern="0" spc="-80" dirty="0">
                <a:solidFill>
                  <a:schemeClr val="accent6"/>
                </a:solidFill>
              </a:rPr>
              <a:t>Convert touch to angle via atan2.</a:t>
            </a:r>
          </a:p>
          <a:p>
            <a:pPr marL="12700" marR="5080"/>
            <a:endParaRPr lang="en-US" sz="1500" kern="0" spc="-80" dirty="0">
              <a:solidFill>
                <a:schemeClr val="accent6"/>
              </a:solidFill>
            </a:endParaRPr>
          </a:p>
          <a:p>
            <a:pPr marL="12700" marR="5080"/>
            <a:r>
              <a:rPr lang="en-US" sz="1500" kern="0" spc="-80" dirty="0">
                <a:solidFill>
                  <a:schemeClr val="accent2"/>
                </a:solidFill>
              </a:rPr>
              <a:t>N.B. - </a:t>
            </a:r>
            <a:r>
              <a:rPr lang="en-US" sz="1500" kern="0" spc="-80" dirty="0">
                <a:solidFill>
                  <a:schemeClr val="accent6"/>
                </a:solidFill>
              </a:rPr>
              <a:t>Whatever covered here is basic mathematical concepts used in Web Frontend + Native Mobile development but there are more Advanced </a:t>
            </a:r>
            <a:r>
              <a:rPr lang="en-US" sz="1500" kern="0" spc="-80" dirty="0" err="1">
                <a:solidFill>
                  <a:schemeClr val="accent6"/>
                </a:solidFill>
              </a:rPr>
              <a:t>Maths</a:t>
            </a:r>
            <a:r>
              <a:rPr lang="en-US" sz="1500" kern="0" spc="-80" dirty="0">
                <a:solidFill>
                  <a:schemeClr val="accent6"/>
                </a:solidFill>
              </a:rPr>
              <a:t> areas also like Calculus, Discrete </a:t>
            </a:r>
            <a:r>
              <a:rPr lang="en-US" sz="1500" kern="0" spc="-80" dirty="0" err="1">
                <a:solidFill>
                  <a:schemeClr val="accent6"/>
                </a:solidFill>
              </a:rPr>
              <a:t>Maths</a:t>
            </a:r>
            <a:r>
              <a:rPr lang="en-US" sz="1500" kern="0" spc="-80" dirty="0">
                <a:solidFill>
                  <a:schemeClr val="accent6"/>
                </a:solidFill>
              </a:rPr>
              <a:t>, Numerical Methods, Probability and Statistics, Signal Processing, Mathematical </a:t>
            </a:r>
            <a:r>
              <a:rPr lang="en-US" sz="1500" kern="0" spc="-80" dirty="0" err="1">
                <a:solidFill>
                  <a:schemeClr val="accent6"/>
                </a:solidFill>
              </a:rPr>
              <a:t>Optimisation</a:t>
            </a:r>
            <a:r>
              <a:rPr lang="en-US" sz="1500" kern="0" spc="-80" dirty="0">
                <a:solidFill>
                  <a:schemeClr val="accent6"/>
                </a:solidFill>
              </a:rPr>
              <a:t> </a:t>
            </a:r>
            <a:r>
              <a:rPr lang="en-US" sz="1500" kern="0" spc="-80" dirty="0" err="1">
                <a:solidFill>
                  <a:schemeClr val="accent6"/>
                </a:solidFill>
              </a:rPr>
              <a:t>etc</a:t>
            </a:r>
            <a:r>
              <a:rPr lang="en-US" sz="1500" kern="0" spc="-80" dirty="0">
                <a:solidFill>
                  <a:schemeClr val="accent6"/>
                </a:solidFill>
              </a:rPr>
              <a:t> which are used in Web Frontend + Native Mobile Development and for that please explore on your own.</a:t>
            </a:r>
          </a:p>
          <a:p>
            <a:pPr marL="12700" marR="5080"/>
            <a:endParaRPr lang="en-US" sz="1500" kern="0" spc="-80" dirty="0">
              <a:solidFill>
                <a:schemeClr val="accent6"/>
              </a:solidFill>
            </a:endParaRPr>
          </a:p>
          <a:p>
            <a:pPr marL="12700" marR="5080"/>
            <a:r>
              <a:rPr lang="en-US" sz="1300" kern="0" spc="-80" dirty="0">
                <a:solidFill>
                  <a:schemeClr val="accent2"/>
                </a:solidFill>
              </a:rPr>
              <a:t>For Further Exploration</a:t>
            </a:r>
          </a:p>
          <a:p>
            <a:pPr marL="12700" marR="5080"/>
            <a:r>
              <a:rPr lang="en-US" sz="1300" dirty="0">
                <a:hlinkClick r:id="rId8"/>
              </a:rPr>
              <a:t>3D Math Primer for Graphics and Game Development</a:t>
            </a:r>
            <a:endParaRPr lang="en-US" sz="1300" dirty="0"/>
          </a:p>
          <a:p>
            <a:pPr marL="12700" marR="5080"/>
            <a:r>
              <a:rPr lang="en-IN" sz="1300" dirty="0">
                <a:hlinkClick r:id="rId9"/>
              </a:rPr>
              <a:t>Maths for Game Dev | YouTube</a:t>
            </a:r>
            <a:endParaRPr lang="en-IN" sz="1300" dirty="0"/>
          </a:p>
          <a:p>
            <a:pPr marL="12700" marR="5080"/>
            <a:r>
              <a:rPr lang="en-US" sz="1300" dirty="0">
                <a:hlinkClick r:id="rId10"/>
              </a:rPr>
              <a:t>Math-for-Programmers</a:t>
            </a:r>
            <a:endParaRPr lang="en-US" sz="1300" dirty="0"/>
          </a:p>
          <a:p>
            <a:pPr marL="12700" marR="5080"/>
            <a:r>
              <a:rPr lang="en-US" sz="1300" dirty="0">
                <a:hlinkClick r:id="rId11"/>
              </a:rPr>
              <a:t>Math for Web Design - Paul </a:t>
            </a:r>
            <a:r>
              <a:rPr lang="en-US" sz="1300" dirty="0" err="1">
                <a:hlinkClick r:id="rId11"/>
              </a:rPr>
              <a:t>McFedries</a:t>
            </a:r>
            <a:endParaRPr lang="en-US" sz="1300" dirty="0"/>
          </a:p>
          <a:p>
            <a:pPr marL="12700" marR="5080"/>
            <a:r>
              <a:rPr lang="en-US" sz="1300" dirty="0">
                <a:hlinkClick r:id="rId12"/>
              </a:rPr>
              <a:t>Geometry-For-Programmers</a:t>
            </a:r>
            <a:endParaRPr lang="en-US" sz="1300" kern="0" spc="-80" dirty="0">
              <a:solidFill>
                <a:schemeClr val="accent6"/>
              </a:solidFill>
            </a:endParaRPr>
          </a:p>
        </p:txBody>
      </p:sp>
    </p:spTree>
    <p:extLst>
      <p:ext uri="{BB962C8B-B14F-4D97-AF65-F5344CB8AC3E}">
        <p14:creationId xmlns:p14="http://schemas.microsoft.com/office/powerpoint/2010/main" val="1761889690"/>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E54ED045-44B0-4818-8BF2-60E776B56E88}">
  <ds:schemaRefs>
    <ds:schemaRef ds:uri="http://schemas.microsoft.com/sharepoint/v3/contenttype/fo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docProps/app.xml><?xml version="1.0" encoding="utf-8"?>
<Properties xmlns="http://schemas.openxmlformats.org/officeDocument/2006/extended-properties" xmlns:vt="http://schemas.openxmlformats.org/officeDocument/2006/docPropsVTypes">
  <Template/>
  <TotalTime>18691</TotalTime>
  <Words>52243</Words>
  <Application>Microsoft Office PowerPoint</Application>
  <PresentationFormat>Custom</PresentationFormat>
  <Paragraphs>11297</Paragraphs>
  <Slides>389</Slides>
  <Notes>378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389</vt:i4>
      </vt:variant>
    </vt:vector>
  </HeadingPairs>
  <TitlesOfParts>
    <vt:vector size="393" baseType="lpstr">
      <vt:lpstr>Arial</vt:lpstr>
      <vt:lpstr>Calibri</vt:lpstr>
      <vt:lpstr>Lucida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2777</cp:revision>
  <dcterms:created xsi:type="dcterms:W3CDTF">2020-11-03T17:16:52Z</dcterms:created>
  <dcterms:modified xsi:type="dcterms:W3CDTF">2025-11-26T08:42:38Z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